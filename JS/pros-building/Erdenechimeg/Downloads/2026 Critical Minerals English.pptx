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3.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4.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0" r:id="rId2"/>
    <p:sldMasterId id="2147483724" r:id="rId3"/>
    <p:sldMasterId id="2147483738" r:id="rId4"/>
    <p:sldMasterId id="2147483800" r:id="rId5"/>
  </p:sldMasterIdLst>
  <p:notesMasterIdLst>
    <p:notesMasterId r:id="rId21"/>
  </p:notesMasterIdLst>
  <p:sldIdLst>
    <p:sldId id="256" r:id="rId6"/>
    <p:sldId id="257" r:id="rId7"/>
    <p:sldId id="2146849246" r:id="rId8"/>
    <p:sldId id="258" r:id="rId9"/>
    <p:sldId id="2146849249" r:id="rId10"/>
    <p:sldId id="2146849250" r:id="rId11"/>
    <p:sldId id="2146849245" r:id="rId12"/>
    <p:sldId id="260" r:id="rId13"/>
    <p:sldId id="261" r:id="rId14"/>
    <p:sldId id="262" r:id="rId15"/>
    <p:sldId id="263" r:id="rId16"/>
    <p:sldId id="2146849251" r:id="rId17"/>
    <p:sldId id="2146849256" r:id="rId18"/>
    <p:sldId id="2146848786" r:id="rId19"/>
    <p:sldId id="264" r:id="rId20"/>
  </p:sldIdLst>
  <p:sldSz cx="13816013"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59CD20-0337-2E65-58C0-7AEAE05FF035}" name="Ulziibold Yadamsuren" initials="UY" userId="S::ulziibold@erdenesmongol.mn::ab2483ef-8ed9-4a00-9cb7-1fee97406dfc" providerId="AD"/>
  <p188:author id="{DF471921-197E-8A8B-E6B1-D9083A5467A2}" name="Ganchimeg Lkhagva" initials="ГЛ" userId="S::ganchimeg.l@erdenesmongol.mn::cd1d3841-f86c-4ef4-92f9-cf6afea0420c" providerId="AD"/>
  <p188:author id="{0D96169E-8EF3-C7C0-1929-63609BEEF274}" name="Turbadrakh Tumenjargal" initials="TT" userId="S::turbadrakh@erdenesmongol.mn::30305eae-376c-4c1b-9f23-929c93a30642" providerId="AD"/>
  <p188:author id="{47A8D1A1-E8C8-A1D3-1504-8FD424F5E768}" name="Nomin Jargalsaikhan" initials="НЖ" userId="S::nomin@erdenesmongol.mn::a1495d3a-0332-42d6-bd7a-c01f6f5bed5c" providerId="AD"/>
  <p188:author id="{3DF190AA-42CD-54C9-EA26-1E6095B83042}" name="Tugsbuyan Tsedenbaljir" initials="TT" userId="S::tugsbuyan@erdenesmongol.mn::e04a1f0c-5a4e-47ec-be42-b372288b77d8" providerId="AD"/>
  <p188:author id="{E3433CBE-6B78-A40D-D368-2201C4E4F019}" name="Oyunbold Tsognyam" initials="ОЦ" userId="S::oyunbold@erdenesmongol.mn::9ac787d6-ef75-4395-8501-1da487147839" providerId="AD"/>
  <p188:author id="{18AD23F0-1661-FAEB-169D-F3DAD2B2D914}" name="Gambuugarav Enkhbat" initials="ГЭ" userId="S::gambuugarav@erdenesmongol.mn::1b4ec3a1-3909-4dba-960e-95e7c93901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7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8/10/relationships/authors" Target="author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0AD5-E001-BAA6-5793-4FFE17B89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9CBA3-156C-1D17-2767-9851C257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30765-E42C-4EAE-EB90-96BAD6ED1E8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6090FE1-5FD8-9A97-58D9-45661CB8E1D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82348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b="0" i="0">
              <a:solidFill>
                <a:srgbClr val="1C231E"/>
              </a:solidFill>
              <a:latin typeface="Montserrat"/>
              <a:ea typeface="Montserrat"/>
              <a:cs typeface="Montserra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DD59A-7E8B-A1BC-C1D7-2ADAC096A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CE0C-5565-5E58-C342-EB410EFF87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0F181D-D108-521F-160B-96AD87A38DEC}"/>
              </a:ext>
            </a:extLst>
          </p:cNvPr>
          <p:cNvSpPr>
            <a:spLocks noGrp="1"/>
          </p:cNvSpPr>
          <p:nvPr>
            <p:ph type="body" idx="1"/>
          </p:nvPr>
        </p:nvSpPr>
        <p:spPr/>
        <p:txBody>
          <a:bodyPr/>
          <a:lstStyle/>
          <a:p>
            <a:pPr marL="0" indent="0">
              <a:buNone/>
            </a:pPr>
            <a:endParaRPr lang="ru-RU" b="0" i="0" dirty="0">
              <a:solidFill>
                <a:srgbClr val="1C231E"/>
              </a:solidFill>
              <a:effectLst/>
              <a:latin typeface="Montserrat" panose="00000500000000000000" pitchFamily="2" charset="0"/>
            </a:endParaRPr>
          </a:p>
        </p:txBody>
      </p:sp>
      <p:sp>
        <p:nvSpPr>
          <p:cNvPr id="4" name="Slide Number Placeholder 3">
            <a:extLst>
              <a:ext uri="{FF2B5EF4-FFF2-40B4-BE49-F238E27FC236}">
                <a16:creationId xmlns:a16="http://schemas.microsoft.com/office/drawing/2014/main" id="{04C74BF0-5E02-FEE2-32F4-682A26D014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0BD7A-E8C3-4719-A6EC-28B550CB7C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69413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531B-8BEE-1EA3-CABB-587D90717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EF8A1-9F04-D90D-7E91-1B7B7A0892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3DBADF-F793-321D-A3A5-D89DAC6C457E}"/>
              </a:ext>
            </a:extLst>
          </p:cNvPr>
          <p:cNvSpPr>
            <a:spLocks noGrp="1"/>
          </p:cNvSpPr>
          <p:nvPr>
            <p:ph type="body" idx="1"/>
          </p:nvPr>
        </p:nvSpPr>
        <p:spPr/>
        <p:txBody>
          <a:bodyPr/>
          <a:lstStyle/>
          <a:p>
            <a:pPr marL="0" indent="0">
              <a:buNone/>
            </a:pPr>
            <a:endParaRPr lang="ru-RU" b="0" i="0" dirty="0">
              <a:solidFill>
                <a:srgbClr val="1C231E"/>
              </a:solidFill>
              <a:effectLst/>
              <a:latin typeface="Montserrat" panose="00000500000000000000" pitchFamily="2" charset="0"/>
            </a:endParaRPr>
          </a:p>
        </p:txBody>
      </p:sp>
      <p:sp>
        <p:nvSpPr>
          <p:cNvPr id="4" name="Slide Number Placeholder 3">
            <a:extLst>
              <a:ext uri="{FF2B5EF4-FFF2-40B4-BE49-F238E27FC236}">
                <a16:creationId xmlns:a16="http://schemas.microsoft.com/office/drawing/2014/main" id="{63D2351D-C073-164C-C1B8-490454F191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0BD7A-E8C3-4719-A6EC-28B550CB7C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5139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7E34A-6BB7-95AE-E1A6-278F31B44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08CC5-B5F1-B84C-4109-E2C51B3619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59189A-438A-15A5-E11B-5153107CA6CD}"/>
              </a:ext>
            </a:extLst>
          </p:cNvPr>
          <p:cNvSpPr>
            <a:spLocks noGrp="1"/>
          </p:cNvSpPr>
          <p:nvPr>
            <p:ph type="body" idx="1"/>
          </p:nvPr>
        </p:nvSpPr>
        <p:spPr/>
        <p:txBody>
          <a:bodyPr/>
          <a:lstStyle/>
          <a:p>
            <a:pPr marL="0" indent="0">
              <a:buNone/>
            </a:pPr>
            <a:endParaRPr lang="ru-RU" b="0" i="0" dirty="0">
              <a:solidFill>
                <a:srgbClr val="1C231E"/>
              </a:solidFill>
              <a:effectLst/>
              <a:latin typeface="Montserrat" panose="00000500000000000000" pitchFamily="2" charset="0"/>
            </a:endParaRPr>
          </a:p>
        </p:txBody>
      </p:sp>
      <p:sp>
        <p:nvSpPr>
          <p:cNvPr id="4" name="Slide Number Placeholder 3">
            <a:extLst>
              <a:ext uri="{FF2B5EF4-FFF2-40B4-BE49-F238E27FC236}">
                <a16:creationId xmlns:a16="http://schemas.microsoft.com/office/drawing/2014/main" id="{53ED5E3C-AA03-DAEF-0173-5286CB217A89}"/>
              </a:ext>
            </a:extLst>
          </p:cNvPr>
          <p:cNvSpPr>
            <a:spLocks noGrp="1"/>
          </p:cNvSpPr>
          <p:nvPr>
            <p:ph type="sldNum" sz="quarter" idx="5"/>
          </p:nvPr>
        </p:nvSpPr>
        <p:spPr/>
        <p:txBody>
          <a:bodyPr/>
          <a:lstStyle/>
          <a:p>
            <a:fld id="{4DB0BD7A-E8C3-4719-A6EC-28B550CB7C6E}" type="slidenum">
              <a:rPr lang="en-US" smtClean="0"/>
              <a:t>7</a:t>
            </a:fld>
            <a:endParaRPr lang="en-US"/>
          </a:p>
        </p:txBody>
      </p:sp>
    </p:spTree>
    <p:extLst>
      <p:ext uri="{BB962C8B-B14F-4D97-AF65-F5344CB8AC3E}">
        <p14:creationId xmlns:p14="http://schemas.microsoft.com/office/powerpoint/2010/main" val="737373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b="0" i="0">
              <a:solidFill>
                <a:srgbClr val="1C231E"/>
              </a:solidFill>
              <a:latin typeface="Montserrat"/>
              <a:ea typeface="Montserrat"/>
              <a:cs typeface="Montserra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b="0" dirty="0"/>
              <a:t>1:25,000 гэдэг нь газрын зургийн масштаб юм. Энэ нь газрын зураг дээрх 1 сантиметр зай бодит газар дээрх 250 метр зайтай тэнцэнэ гэсэн үг. Жишээлбэл, газрын зураг дээр хоёр цэгийн хоорондох зай 4 сантиметр байвал бодит газар дээр тэдгээр цэгийн хоорондох зай 1 километр байна.</a:t>
            </a:r>
            <a:endParaRPr lang="en-US" b="0" dirty="0"/>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“Magnetic survey: 25 line-km” </a:t>
            </a:r>
            <a:r>
              <a:rPr lang="en-GB" dirty="0" err="1"/>
              <a:t>гэдэг</a:t>
            </a:r>
            <a:r>
              <a:rPr lang="en-GB" dirty="0"/>
              <a:t> </a:t>
            </a:r>
            <a:r>
              <a:rPr lang="en-GB" dirty="0" err="1"/>
              <a:t>нь</a:t>
            </a:r>
            <a:r>
              <a:rPr lang="en-GB" dirty="0"/>
              <a:t> </a:t>
            </a:r>
            <a:r>
              <a:rPr lang="en-GB" dirty="0" err="1"/>
              <a:t>соронзон</a:t>
            </a:r>
            <a:r>
              <a:rPr lang="en-GB" dirty="0"/>
              <a:t> </a:t>
            </a:r>
            <a:r>
              <a:rPr lang="en-GB" dirty="0" err="1"/>
              <a:t>хайгуулын</a:t>
            </a:r>
            <a:r>
              <a:rPr lang="en-GB" dirty="0"/>
              <a:t> </a:t>
            </a:r>
            <a:r>
              <a:rPr lang="en-GB" dirty="0" err="1"/>
              <a:t>хэмжилтийн</a:t>
            </a:r>
            <a:r>
              <a:rPr lang="en-GB" dirty="0"/>
              <a:t> </a:t>
            </a:r>
            <a:r>
              <a:rPr lang="en-GB" dirty="0" err="1"/>
              <a:t>шугамуудын</a:t>
            </a:r>
            <a:r>
              <a:rPr lang="en-GB" dirty="0"/>
              <a:t> </a:t>
            </a:r>
            <a:r>
              <a:rPr lang="en-GB" dirty="0" err="1"/>
              <a:t>нийлбэр</a:t>
            </a:r>
            <a:r>
              <a:rPr lang="en-GB" dirty="0"/>
              <a:t> </a:t>
            </a:r>
            <a:r>
              <a:rPr lang="en-GB" dirty="0" err="1"/>
              <a:t>урт</a:t>
            </a:r>
            <a:r>
              <a:rPr lang="en-GB" dirty="0"/>
              <a:t> 25 </a:t>
            </a:r>
            <a:r>
              <a:rPr lang="en-GB" dirty="0" err="1"/>
              <a:t>километр</a:t>
            </a:r>
            <a:r>
              <a:rPr lang="en-GB" dirty="0"/>
              <a:t> </a:t>
            </a:r>
            <a:r>
              <a:rPr lang="en-GB" dirty="0" err="1"/>
              <a:t>гэсэн</a:t>
            </a:r>
            <a:r>
              <a:rPr lang="en-GB" dirty="0"/>
              <a:t> </a:t>
            </a:r>
            <a:r>
              <a:rPr lang="en-GB" dirty="0" err="1"/>
              <a:t>үг</a:t>
            </a:r>
            <a:r>
              <a:rPr lang="en-GB" dirty="0"/>
              <a:t>. </a:t>
            </a:r>
          </a:p>
          <a:p>
            <a:endParaRPr lang="en-GB" b="0" dirty="0"/>
          </a:p>
        </p:txBody>
      </p:sp>
      <p:sp>
        <p:nvSpPr>
          <p:cNvPr id="4" name="Slide Number Placeholder 3"/>
          <p:cNvSpPr>
            <a:spLocks noGrp="1"/>
          </p:cNvSpPr>
          <p:nvPr>
            <p:ph type="sldNum" sz="quarter" idx="5"/>
          </p:nvPr>
        </p:nvSpPr>
        <p:spPr/>
        <p:txBody>
          <a:bodyPr/>
          <a:lstStyle/>
          <a:p>
            <a:endParaRPr lang="en-GB"/>
          </a:p>
        </p:txBody>
      </p:sp>
    </p:spTree>
    <p:extLst>
      <p:ext uri="{BB962C8B-B14F-4D97-AF65-F5344CB8AC3E}">
        <p14:creationId xmlns:p14="http://schemas.microsoft.com/office/powerpoint/2010/main" val="2489504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18" name="Picture 2"/>
          <p:cNvPicPr>
            <a:picLocks noChangeAspect="1"/>
          </p:cNvPicPr>
          <p:nvPr/>
        </p:nvPicPr>
        <p:blipFill rotWithShape="1">
          <a:blip r:embed="rId2"/>
          <a:srcRect b="15208"/>
          <a:stretch/>
        </p:blipFill>
        <p:spPr>
          <a:xfrm>
            <a:off x="0" y="-14393"/>
            <a:ext cx="13816013" cy="7790454"/>
          </a:xfrm>
          <a:prstGeom prst="rect">
            <a:avLst/>
          </a:prstGeom>
        </p:spPr>
      </p:pic>
      <p:pic>
        <p:nvPicPr>
          <p:cNvPr id="19" name="Graphic 4"/>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
        <p:nvSpPr>
          <p:cNvPr id="11" name="Straight Connector 10">
            <a:extLst>
              <a:ext uri="{FF2B5EF4-FFF2-40B4-BE49-F238E27FC236}">
                <a16:creationId xmlns:a16="http://schemas.microsoft.com/office/drawing/2014/main" id="{C9F26130-714F-4245-9E67-17214389F7E5}"/>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2" name="Straight Connector 11">
            <a:extLst>
              <a:ext uri="{FF2B5EF4-FFF2-40B4-BE49-F238E27FC236}">
                <a16:creationId xmlns:a16="http://schemas.microsoft.com/office/drawing/2014/main" id="{E6A0F1A8-C3D3-494B-8C2A-FFAF6B155970}"/>
              </a:ext>
            </a:extLst>
          </p:cNvPr>
          <p:cNvSpPr>
            <a:spLocks noGrp="1"/>
          </p:cNvSpPr>
          <p:nvPr/>
        </p:nvSpPr>
        <p:spPr>
          <a:xfrm flipV="1">
            <a:off x="503708"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3" name="Straight Connector 12">
            <a:extLst>
              <a:ext uri="{FF2B5EF4-FFF2-40B4-BE49-F238E27FC236}">
                <a16:creationId xmlns:a16="http://schemas.microsoft.com/office/drawing/2014/main" id="{5A8A0E5F-D41F-4642-AD3A-C87D536D18A5}"/>
              </a:ext>
            </a:extLst>
          </p:cNvPr>
          <p:cNvSpPr>
            <a:spLocks noGrp="1"/>
          </p:cNvSpPr>
          <p:nvPr/>
        </p:nvSpPr>
        <p:spPr>
          <a:xfrm flipV="1">
            <a:off x="13312304"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4" name="Straight Connector 13">
            <a:extLst>
              <a:ext uri="{FF2B5EF4-FFF2-40B4-BE49-F238E27FC236}">
                <a16:creationId xmlns:a16="http://schemas.microsoft.com/office/drawing/2014/main" id="{0D04F91D-3D0F-4F72-96CD-6D9F64C8E2F1}"/>
              </a:ext>
            </a:extLst>
          </p:cNvPr>
          <p:cNvSpPr>
            <a:spLocks noGrp="1"/>
          </p:cNvSpPr>
          <p:nvPr/>
        </p:nvSpPr>
        <p:spPr>
          <a:xfrm>
            <a:off x="0" y="901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5" name="Straight Connector 14">
            <a:extLst>
              <a:ext uri="{FF2B5EF4-FFF2-40B4-BE49-F238E27FC236}">
                <a16:creationId xmlns:a16="http://schemas.microsoft.com/office/drawing/2014/main" id="{90C74A47-5CF3-44BC-B408-3A4735E404CB}"/>
              </a:ext>
            </a:extLst>
          </p:cNvPr>
          <p:cNvSpPr>
            <a:spLocks noGrp="1"/>
          </p:cNvSpPr>
          <p:nvPr/>
        </p:nv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4" name="Content Placeholder 2">
            <a:extLst>
              <a:ext uri="{FF2B5EF4-FFF2-40B4-BE49-F238E27FC236}">
                <a16:creationId xmlns:a16="http://schemas.microsoft.com/office/drawing/2014/main" id="{1C891A62-1884-AC8B-EC00-D7E218CFCAB1}"/>
              </a:ext>
            </a:extLst>
          </p:cNvPr>
          <p:cNvSpPr>
            <a:spLocks noGrp="1"/>
          </p:cNvSpPr>
          <p:nvPr>
            <p:ph idx="1"/>
          </p:nvPr>
        </p:nvSpPr>
        <p:spPr>
          <a:xfrm>
            <a:off x="618843" y="1085858"/>
            <a:ext cx="6378721" cy="2677622"/>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EBF42B1F-C0FB-BF4B-C88C-D748E3DAD792}"/>
              </a:ext>
            </a:extLst>
          </p:cNvPr>
          <p:cNvSpPr>
            <a:spLocks noGrp="1"/>
          </p:cNvSpPr>
          <p:nvPr>
            <p:ph idx="10"/>
          </p:nvPr>
        </p:nvSpPr>
        <p:spPr>
          <a:xfrm>
            <a:off x="618844" y="3851203"/>
            <a:ext cx="6378720" cy="2677622"/>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9A505F9F-CF8C-447D-D2ED-C3A950FC2CD5}"/>
              </a:ext>
            </a:extLst>
          </p:cNvPr>
          <p:cNvSpPr>
            <a:spLocks noGrp="1"/>
          </p:cNvSpPr>
          <p:nvPr>
            <p:ph idx="11"/>
          </p:nvPr>
        </p:nvSpPr>
        <p:spPr>
          <a:xfrm>
            <a:off x="7145705" y="1077298"/>
            <a:ext cx="6089025" cy="5451523"/>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5" name="Picture 2"/>
          <p:cNvPicPr>
            <a:picLocks noChangeAspect="1"/>
          </p:cNvPicPr>
          <p:nvPr/>
        </p:nvPicPr>
        <p:blipFill rotWithShape="1">
          <a:blip r:embed="rId2"/>
          <a:srcRect b="15208"/>
          <a:stretch/>
        </p:blipFill>
        <p:spPr>
          <a:xfrm>
            <a:off x="0" y="-14393"/>
            <a:ext cx="13816013" cy="7790454"/>
          </a:xfrm>
          <a:prstGeom prst="rect">
            <a:avLst/>
          </a:prstGeom>
        </p:spPr>
      </p:pic>
      <p:sp>
        <p:nvSpPr>
          <p:cNvPr id="2" name="Title 1">
            <a:extLst>
              <a:ext uri="{FF2B5EF4-FFF2-40B4-BE49-F238E27FC236}">
                <a16:creationId xmlns:a16="http://schemas.microsoft.com/office/drawing/2014/main" id="{7774AC14-E195-DD3D-9FAA-0992137DB69B}"/>
              </a:ext>
            </a:extLst>
          </p:cNvPr>
          <p:cNvSpPr>
            <a:spLocks noGrp="1"/>
          </p:cNvSpPr>
          <p:nvPr>
            <p:ph type="title"/>
          </p:nvPr>
        </p:nvSpPr>
        <p:spPr>
          <a:xfrm>
            <a:off x="272189" y="170922"/>
            <a:ext cx="10783500" cy="432129"/>
          </a:xfrm>
          <a:prstGeom prst="rect">
            <a:avLst/>
          </a:prstGeom>
          <a:ln>
            <a:noFill/>
          </a:ln>
        </p:spPr>
        <p:txBody>
          <a:bodyPr lIns="216000">
            <a:normAutofit/>
          </a:bodyPr>
          <a:lstStyle>
            <a:lvl1pPr>
              <a:buNone/>
              <a:defRPr sz="2720">
                <a:solidFill>
                  <a:srgbClr val="F29800"/>
                </a:solidFill>
              </a:defRPr>
            </a:lvl1pPr>
          </a:lstStyle>
          <a:p>
            <a:r>
              <a:t>Click to edit Master title style</a:t>
            </a:r>
          </a:p>
        </p:txBody>
      </p:sp>
      <p:sp>
        <p:nvSpPr>
          <p:cNvPr id="11" name="Text Placeholder 16">
            <a:extLst>
              <a:ext uri="{FF2B5EF4-FFF2-40B4-BE49-F238E27FC236}">
                <a16:creationId xmlns:a16="http://schemas.microsoft.com/office/drawing/2014/main" id="{53F91A52-62CB-5482-23D1-96745CACFE9F}"/>
              </a:ext>
            </a:extLst>
          </p:cNvPr>
          <p:cNvSpPr>
            <a:spLocks noGrp="1"/>
          </p:cNvSpPr>
          <p:nvPr>
            <p:ph type="body" idx="13"/>
          </p:nvPr>
        </p:nvSpPr>
        <p:spPr>
          <a:xfrm>
            <a:off x="431751" y="6680200"/>
            <a:ext cx="12765420" cy="927100"/>
          </a:xfrm>
        </p:spPr>
        <p:txBody>
          <a:bodyPr>
            <a:normAutofit/>
          </a:bodyPr>
          <a:lstStyle>
            <a:lvl1pPr>
              <a:buNone/>
              <a:defRPr sz="2040">
                <a:solidFill>
                  <a:schemeClr val="accent3"/>
                </a:solidFill>
                <a:latin typeface="+mj-lt"/>
                <a:ea typeface="+mj-lt"/>
                <a:cs typeface="+mj-lt"/>
              </a:defRPr>
            </a:lvl1pPr>
          </a:lstStyle>
          <a:p>
            <a:pPr lvl="0">
              <a:buNone/>
            </a:pPr>
            <a:r>
              <a:t>Click to edit Master text styles</a:t>
            </a:r>
          </a:p>
        </p:txBody>
      </p:sp>
      <p:sp>
        <p:nvSpPr>
          <p:cNvPr id="13" name="Content Placeholder 2">
            <a:extLst>
              <a:ext uri="{FF2B5EF4-FFF2-40B4-BE49-F238E27FC236}">
                <a16:creationId xmlns:a16="http://schemas.microsoft.com/office/drawing/2014/main" id="{69E5AC58-ACCD-70F5-3224-DAFDC1D3F2D7}"/>
              </a:ext>
            </a:extLst>
          </p:cNvPr>
          <p:cNvSpPr>
            <a:spLocks noGrp="1"/>
          </p:cNvSpPr>
          <p:nvPr>
            <p:ph idx="1"/>
          </p:nvPr>
        </p:nvSpPr>
        <p:spPr>
          <a:xfrm>
            <a:off x="618843" y="1114733"/>
            <a:ext cx="12572715" cy="2677622"/>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2">
            <a:extLst>
              <a:ext uri="{FF2B5EF4-FFF2-40B4-BE49-F238E27FC236}">
                <a16:creationId xmlns:a16="http://schemas.microsoft.com/office/drawing/2014/main" id="{369D25D2-62A1-619C-4115-BF066443CE6A}"/>
              </a:ext>
            </a:extLst>
          </p:cNvPr>
          <p:cNvSpPr>
            <a:spLocks noGrp="1"/>
          </p:cNvSpPr>
          <p:nvPr>
            <p:ph idx="14"/>
          </p:nvPr>
        </p:nvSpPr>
        <p:spPr>
          <a:xfrm>
            <a:off x="618843" y="3855854"/>
            <a:ext cx="6289151" cy="2677622"/>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Content Placeholder 2">
            <a:extLst>
              <a:ext uri="{FF2B5EF4-FFF2-40B4-BE49-F238E27FC236}">
                <a16:creationId xmlns:a16="http://schemas.microsoft.com/office/drawing/2014/main" id="{87621419-1F4A-C404-C235-C07736D12D73}"/>
              </a:ext>
            </a:extLst>
          </p:cNvPr>
          <p:cNvSpPr>
            <a:spLocks noGrp="1"/>
          </p:cNvSpPr>
          <p:nvPr>
            <p:ph idx="15"/>
          </p:nvPr>
        </p:nvSpPr>
        <p:spPr>
          <a:xfrm>
            <a:off x="6965574" y="3855854"/>
            <a:ext cx="6225985" cy="2677622"/>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Slide Number Placeholder 4">
            <a:extLst>
              <a:ext uri="{FF2B5EF4-FFF2-40B4-BE49-F238E27FC236}">
                <a16:creationId xmlns:a16="http://schemas.microsoft.com/office/drawing/2014/main" id="{0EF89481-9345-581F-2A94-9AEF8B3D30A1}"/>
              </a:ext>
            </a:extLst>
          </p:cNvPr>
          <p:cNvSpPr>
            <a:spLocks noGrp="1"/>
          </p:cNvSpPr>
          <p:nvPr>
            <p:ph type="sldNum" idx="16"/>
          </p:nvPr>
        </p:nvSpPr>
        <p:spPr/>
        <p:txBody>
          <a:bodyPr/>
          <a:lstStyle/>
          <a:p>
            <a:fld id="{31EDE896-AC2C-481E-AE90-43E2336744F8}" type="slidenum">
              <a:t>‹#›</a:t>
            </a:fld>
            <a:endParaRPr/>
          </a:p>
        </p:txBody>
      </p:sp>
      <p:sp>
        <p:nvSpPr>
          <p:cNvPr id="7" name="Text Placeholder 6">
            <a:extLst>
              <a:ext uri="{FF2B5EF4-FFF2-40B4-BE49-F238E27FC236}">
                <a16:creationId xmlns:a16="http://schemas.microsoft.com/office/drawing/2014/main" id="{7269D697-650E-8FDD-FDF4-1679822D1119}"/>
              </a:ext>
            </a:extLst>
          </p:cNvPr>
          <p:cNvSpPr>
            <a:spLocks noGrp="1"/>
          </p:cNvSpPr>
          <p:nvPr>
            <p:ph type="body" idx="17"/>
          </p:nvPr>
        </p:nvSpPr>
        <p:spPr>
          <a:xfrm>
            <a:off x="270924" y="693892"/>
            <a:ext cx="10784765" cy="263525"/>
          </a:xfrm>
        </p:spPr>
        <p:txBody>
          <a:bodyPr>
            <a:noAutofit/>
          </a:bodyPr>
          <a:lstStyle>
            <a:lvl1pPr>
              <a:buNone/>
              <a:defRPr sz="2266">
                <a:solidFill>
                  <a:schemeClr val="bg1"/>
                </a:solidFill>
              </a:defRPr>
            </a:lvl1pPr>
            <a:lvl2pPr>
              <a:buNone/>
              <a:defRPr sz="2266">
                <a:solidFill>
                  <a:schemeClr val="bg1"/>
                </a:solidFill>
              </a:defRPr>
            </a:lvl2pPr>
            <a:lvl3pPr>
              <a:buNone/>
              <a:defRPr sz="2266">
                <a:solidFill>
                  <a:schemeClr val="bg1"/>
                </a:solidFill>
              </a:defRPr>
            </a:lvl3pPr>
            <a:lvl4pPr>
              <a:buNone/>
              <a:defRPr sz="2266">
                <a:solidFill>
                  <a:schemeClr val="bg1"/>
                </a:solidFill>
              </a:defRPr>
            </a:lvl4pPr>
            <a:lvl5pPr>
              <a:buNone/>
              <a:defRPr sz="2266">
                <a:solidFill>
                  <a:schemeClr val="bg1"/>
                </a:solidFill>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pic>
        <p:nvPicPr>
          <p:cNvPr id="33" name="Graphic 5"/>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18" name="Straight Connector 17">
            <a:extLst>
              <a:ext uri="{FF2B5EF4-FFF2-40B4-BE49-F238E27FC236}">
                <a16:creationId xmlns:a16="http://schemas.microsoft.com/office/drawing/2014/main" id="{1B6047F8-DD0D-4F22-BB80-9253982AD639}"/>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9" name="Straight Connector 18">
            <a:extLst>
              <a:ext uri="{FF2B5EF4-FFF2-40B4-BE49-F238E27FC236}">
                <a16:creationId xmlns:a16="http://schemas.microsoft.com/office/drawing/2014/main" id="{C5E84ACE-BE8B-419D-BD21-1603AB323E1A}"/>
              </a:ext>
            </a:extLst>
          </p:cNvPr>
          <p:cNvSpPr>
            <a:spLocks noGrp="1"/>
          </p:cNvSpPr>
          <p:nvPr/>
        </p:nvSpPr>
        <p:spPr>
          <a:xfrm flipV="1">
            <a:off x="503708"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0" name="Straight Connector 19">
            <a:extLst>
              <a:ext uri="{FF2B5EF4-FFF2-40B4-BE49-F238E27FC236}">
                <a16:creationId xmlns:a16="http://schemas.microsoft.com/office/drawing/2014/main" id="{7C97E02A-8C28-408A-A3ED-8BECAF8B2D6C}"/>
              </a:ext>
            </a:extLst>
          </p:cNvPr>
          <p:cNvSpPr>
            <a:spLocks noGrp="1"/>
          </p:cNvSpPr>
          <p:nvPr/>
        </p:nvSpPr>
        <p:spPr>
          <a:xfrm flipV="1">
            <a:off x="13312304"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1" name="Straight Connector 20">
            <a:extLst>
              <a:ext uri="{FF2B5EF4-FFF2-40B4-BE49-F238E27FC236}">
                <a16:creationId xmlns:a16="http://schemas.microsoft.com/office/drawing/2014/main" id="{E5E1F55A-9BD6-459B-917D-A42B89F936C3}"/>
              </a:ext>
            </a:extLst>
          </p:cNvPr>
          <p:cNvSpPr>
            <a:spLocks noGrp="1"/>
          </p:cNvSpPr>
          <p:nvPr/>
        </p:nvSpPr>
        <p:spPr>
          <a:xfrm>
            <a:off x="0" y="901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2" name="Straight Connector 21">
            <a:extLst>
              <a:ext uri="{FF2B5EF4-FFF2-40B4-BE49-F238E27FC236}">
                <a16:creationId xmlns:a16="http://schemas.microsoft.com/office/drawing/2014/main" id="{83124FA2-ECCE-467F-8168-B83CF82BB1AD}"/>
              </a:ext>
            </a:extLst>
          </p:cNvPr>
          <p:cNvSpPr>
            <a:spLocks noGrp="1"/>
          </p:cNvSpPr>
          <p:nvPr/>
        </p:nv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9" name="Picture 2"/>
          <p:cNvPicPr>
            <a:picLocks noChangeAspect="1"/>
          </p:cNvPicPr>
          <p:nvPr/>
        </p:nvPicPr>
        <p:blipFill rotWithShape="1">
          <a:blip r:embed="rId2"/>
          <a:srcRect b="15208"/>
          <a:stretch/>
        </p:blipFill>
        <p:spPr>
          <a:xfrm>
            <a:off x="0" y="-14393"/>
            <a:ext cx="13816013" cy="7790454"/>
          </a:xfrm>
          <a:prstGeom prst="rect">
            <a:avLst/>
          </a:prstGeom>
        </p:spPr>
      </p:pic>
      <p:pic>
        <p:nvPicPr>
          <p:cNvPr id="10" name="Graphic 15"/>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4" name="Straight Connector 3">
            <a:extLst>
              <a:ext uri="{FF2B5EF4-FFF2-40B4-BE49-F238E27FC236}">
                <a16:creationId xmlns:a16="http://schemas.microsoft.com/office/drawing/2014/main" id="{61F795FC-6E2A-437C-BFCF-8E591EF59600}"/>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6" name="Rectangle 5">
            <a:extLst>
              <a:ext uri="{FF2B5EF4-FFF2-40B4-BE49-F238E27FC236}">
                <a16:creationId xmlns:a16="http://schemas.microsoft.com/office/drawing/2014/main" id="{16D1D890-BC04-572D-CE38-C666A1103D60}"/>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b="15208"/>
          <a:stretch/>
        </p:blipFill>
        <p:spPr>
          <a:xfrm>
            <a:off x="0" y="-14393"/>
            <a:ext cx="13816013" cy="7790454"/>
          </a:xfrm>
          <a:prstGeom prst="rect">
            <a:avLst/>
          </a:prstGeom>
        </p:spPr>
      </p:pic>
      <p:pic>
        <p:nvPicPr>
          <p:cNvPr id="4" name="Graphic 15"/>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3"/>
          <p:cNvPicPr>
            <a:picLocks noChangeAspect="1"/>
          </p:cNvPicPr>
          <p:nvPr/>
        </p:nvPicPr>
        <p:blipFill rotWithShape="1">
          <a:blip r:embed="rId2"/>
          <a:srcRect t="411" b="15208"/>
          <a:stretch/>
        </p:blipFill>
        <p:spPr>
          <a:xfrm>
            <a:off x="0" y="0"/>
            <a:ext cx="13816013" cy="7790454"/>
          </a:xfrm>
          <a:prstGeom prst="rect">
            <a:avLst/>
          </a:prstGeom>
        </p:spPr>
      </p:pic>
      <p:sp>
        <p:nvSpPr>
          <p:cNvPr id="3" name="Subtitle 2">
            <a:extLst>
              <a:ext uri="{FF2B5EF4-FFF2-40B4-BE49-F238E27FC236}">
                <a16:creationId xmlns:a16="http://schemas.microsoft.com/office/drawing/2014/main" id="{52F41A3B-6806-3C96-8F8A-B9EEA9F99A3E}"/>
              </a:ext>
            </a:extLst>
          </p:cNvPr>
          <p:cNvSpPr>
            <a:spLocks noGrp="1"/>
          </p:cNvSpPr>
          <p:nvPr>
            <p:ph type="subTitle" idx="1"/>
          </p:nvPr>
        </p:nvSpPr>
        <p:spPr>
          <a:xfrm>
            <a:off x="610209" y="5449038"/>
            <a:ext cx="13116669" cy="1170039"/>
          </a:xfrm>
        </p:spPr>
        <p:txBody>
          <a:bodyPr lIns="72000" tIns="36000" rIns="72000" bIns="36000"/>
          <a:lstStyle>
            <a:lvl1pPr marL="0" indent="0" algn="l">
              <a:buNone/>
              <a:defRPr sz="2720">
                <a:ln>
                  <a:noFill/>
                </a:ln>
                <a:solidFill>
                  <a:srgbClr val="16B2B8"/>
                </a:solidFill>
                <a:latin typeface="+mj-lt"/>
                <a:ea typeface="+mj-lt"/>
                <a:cs typeface="+mj-lt"/>
              </a:defRPr>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t>Click to edit Master subtitle style</a:t>
            </a:r>
          </a:p>
        </p:txBody>
      </p:sp>
      <p:sp>
        <p:nvSpPr>
          <p:cNvPr id="6" name="Title 5">
            <a:extLst>
              <a:ext uri="{FF2B5EF4-FFF2-40B4-BE49-F238E27FC236}">
                <a16:creationId xmlns:a16="http://schemas.microsoft.com/office/drawing/2014/main" id="{07FD3CF6-CD93-3EA5-86AD-14A65FF52E6A}"/>
              </a:ext>
            </a:extLst>
          </p:cNvPr>
          <p:cNvSpPr>
            <a:spLocks noGrp="1"/>
          </p:cNvSpPr>
          <p:nvPr>
            <p:ph type="title"/>
          </p:nvPr>
        </p:nvSpPr>
        <p:spPr/>
        <p:txBody>
          <a:body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16" name="Picture 9"/>
          <p:cNvPicPr>
            <a:picLocks noChangeAspect="1"/>
          </p:cNvPicPr>
          <p:nvPr/>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92A8E9E3-D3B4-1027-04B6-C86F861C325D}"/>
              </a:ext>
            </a:extLst>
          </p:cNvPr>
          <p:cNvSpPr>
            <a:spLocks noGrp="1"/>
          </p:cNvSpPr>
          <p:nvPr>
            <p:ph type="ctrTitle" hasCustomPrompt="1"/>
          </p:nvPr>
        </p:nvSpPr>
        <p:spPr>
          <a:xfrm>
            <a:off x="656261" y="3242679"/>
            <a:ext cx="13070617" cy="2005780"/>
          </a:xfrm>
          <a:prstGeom prst="rect">
            <a:avLst/>
          </a:prstGeom>
          <a:noFill/>
        </p:spPr>
        <p:txBody>
          <a:bodyPr anchor="ctr">
            <a:noAutofit/>
          </a:bodyPr>
          <a:lstStyle>
            <a:lvl1pPr algn="l">
              <a:lnSpc>
                <a:spcPct val="100000"/>
              </a:lnSpc>
              <a:buNone/>
              <a:defRPr sz="10879">
                <a:ln w="19050">
                  <a:noFill/>
                </a:ln>
                <a:solidFill>
                  <a:srgbClr val="00B0B0"/>
                </a:solidFill>
                <a:latin typeface="Montserrat ExtraBold"/>
                <a:ea typeface="Montserrat ExtraBold"/>
                <a:cs typeface="Montserrat ExtraBold"/>
              </a:defRPr>
            </a:lvl1pPr>
          </a:lstStyle>
          <a:p>
            <a:r>
              <a:t>PPT TITLE</a:t>
            </a:r>
          </a:p>
        </p:txBody>
      </p:sp>
      <p:sp>
        <p:nvSpPr>
          <p:cNvPr id="3" name="Subtitle 2">
            <a:extLst>
              <a:ext uri="{FF2B5EF4-FFF2-40B4-BE49-F238E27FC236}">
                <a16:creationId xmlns:a16="http://schemas.microsoft.com/office/drawing/2014/main" id="{52F41A3B-6806-3C96-8F8A-B9EEA9F99A3E}"/>
              </a:ext>
            </a:extLst>
          </p:cNvPr>
          <p:cNvSpPr>
            <a:spLocks noGrp="1"/>
          </p:cNvSpPr>
          <p:nvPr>
            <p:ph type="subTitle" idx="1"/>
          </p:nvPr>
        </p:nvSpPr>
        <p:spPr>
          <a:xfrm>
            <a:off x="656260" y="5449038"/>
            <a:ext cx="13070616" cy="1170039"/>
          </a:xfrm>
        </p:spPr>
        <p:txBody>
          <a:bodyPr lIns="72000" tIns="36000" rIns="72000" bIns="36000"/>
          <a:lstStyle>
            <a:lvl1pPr marL="0" indent="0" algn="l">
              <a:buNone/>
              <a:defRPr sz="2720">
                <a:ln>
                  <a:noFill/>
                </a:ln>
                <a:solidFill>
                  <a:schemeClr val="accent3"/>
                </a:solidFill>
                <a:latin typeface="+mj-lt"/>
                <a:ea typeface="+mj-lt"/>
                <a:cs typeface="+mj-lt"/>
              </a:defRPr>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t>Click to edit Master subtitle style</a:t>
            </a:r>
          </a:p>
        </p:txBody>
      </p:sp>
      <p:sp>
        <p:nvSpPr>
          <p:cNvPr id="8" name="Straight Connector 7">
            <a:extLst>
              <a:ext uri="{FF2B5EF4-FFF2-40B4-BE49-F238E27FC236}">
                <a16:creationId xmlns:a16="http://schemas.microsoft.com/office/drawing/2014/main" id="{AC0081F1-9A8F-40CD-AFCE-993378477752}"/>
              </a:ext>
            </a:extLst>
          </p:cNvPr>
          <p:cNvSpPr>
            <a:spLocks noGrp="1"/>
          </p:cNvSpPr>
          <p:nvPr/>
        </p:nvSpPr>
        <p:spPr>
          <a:xfrm>
            <a:off x="448201" y="5281889"/>
            <a:ext cx="7975110" cy="0"/>
          </a:xfrm>
          <a:prstGeom prst="line">
            <a:avLst/>
          </a:prstGeom>
          <a:ln w="76200"/>
        </p:spPr>
        <p:style>
          <a:lnRef idx="1">
            <a:schemeClr val="accent1"/>
          </a:lnRef>
          <a:fillRef idx="0">
            <a:schemeClr val="accent1"/>
          </a:fillRef>
          <a:effectRef idx="0">
            <a:schemeClr val="accent1"/>
          </a:effectRef>
          <a:fontRef idx="minor">
            <a:schemeClr val="tx1"/>
          </a:fontRef>
        </p:style>
      </p:sp>
      <p:sp>
        <p:nvSpPr>
          <p:cNvPr id="5" name="Freeform: Shape 4">
            <a:extLst>
              <a:ext uri="{FF2B5EF4-FFF2-40B4-BE49-F238E27FC236}">
                <a16:creationId xmlns:a16="http://schemas.microsoft.com/office/drawing/2014/main" id="{FF877310-0F30-4EE7-A5BC-C86C3AFF5883}"/>
              </a:ext>
            </a:extLst>
          </p:cNvPr>
          <p:cNvSpPr>
            <a:spLocks noGrp="1"/>
          </p:cNvSpPr>
          <p:nvPr/>
        </p:nvSpPr>
        <p:spPr>
          <a:xfrm>
            <a:off x="11610532" y="478886"/>
            <a:ext cx="1006041" cy="798799"/>
          </a:xfrm>
          <a:custGeom>
            <a:avLst/>
            <a:gdLst>
              <a:gd name="connsiteX0" fmla="*/ 0 w 772763"/>
              <a:gd name="connsiteY0" fmla="*/ 227076 h 613505"/>
              <a:gd name="connsiteX1" fmla="*/ 226981 w 772763"/>
              <a:gd name="connsiteY1" fmla="*/ 95 h 613505"/>
              <a:gd name="connsiteX2" fmla="*/ 347758 w 772763"/>
              <a:gd name="connsiteY2" fmla="*/ 120872 h 613505"/>
              <a:gd name="connsiteX3" fmla="*/ 280130 w 772763"/>
              <a:gd name="connsiteY3" fmla="*/ 188500 h 613505"/>
              <a:gd name="connsiteX4" fmla="*/ 226981 w 772763"/>
              <a:gd name="connsiteY4" fmla="*/ 135350 h 613505"/>
              <a:gd name="connsiteX5" fmla="*/ 135255 w 772763"/>
              <a:gd name="connsiteY5" fmla="*/ 227076 h 613505"/>
              <a:gd name="connsiteX6" fmla="*/ 226981 w 772763"/>
              <a:gd name="connsiteY6" fmla="*/ 318802 h 613505"/>
              <a:gd name="connsiteX7" fmla="*/ 545783 w 772763"/>
              <a:gd name="connsiteY7" fmla="*/ 0 h 613505"/>
              <a:gd name="connsiteX8" fmla="*/ 772763 w 772763"/>
              <a:gd name="connsiteY8" fmla="*/ 226981 h 613505"/>
              <a:gd name="connsiteX9" fmla="*/ 545783 w 772763"/>
              <a:gd name="connsiteY9" fmla="*/ 453962 h 613505"/>
              <a:gd name="connsiteX10" fmla="*/ 425005 w 772763"/>
              <a:gd name="connsiteY10" fmla="*/ 333184 h 613505"/>
              <a:gd name="connsiteX11" fmla="*/ 492633 w 772763"/>
              <a:gd name="connsiteY11" fmla="*/ 265557 h 613505"/>
              <a:gd name="connsiteX12" fmla="*/ 545783 w 772763"/>
              <a:gd name="connsiteY12" fmla="*/ 318706 h 613505"/>
              <a:gd name="connsiteX13" fmla="*/ 637508 w 772763"/>
              <a:gd name="connsiteY13" fmla="*/ 226981 h 613505"/>
              <a:gd name="connsiteX14" fmla="*/ 545783 w 772763"/>
              <a:gd name="connsiteY14" fmla="*/ 135255 h 613505"/>
              <a:gd name="connsiteX15" fmla="*/ 226981 w 772763"/>
              <a:gd name="connsiteY15" fmla="*/ 454057 h 613505"/>
              <a:gd name="connsiteX16" fmla="*/ 0 w 772763"/>
              <a:gd name="connsiteY16" fmla="*/ 227076 h 613505"/>
              <a:gd name="connsiteX17" fmla="*/ 0 w 772763"/>
              <a:gd name="connsiteY17" fmla="*/ 227076 h 613505"/>
              <a:gd name="connsiteX18" fmla="*/ 265557 w 772763"/>
              <a:gd name="connsiteY18" fmla="*/ 492728 h 613505"/>
              <a:gd name="connsiteX19" fmla="*/ 386334 w 772763"/>
              <a:gd name="connsiteY19" fmla="*/ 613505 h 613505"/>
              <a:gd name="connsiteX20" fmla="*/ 507111 w 772763"/>
              <a:gd name="connsiteY20" fmla="*/ 492728 h 613505"/>
              <a:gd name="connsiteX21" fmla="*/ 386334 w 772763"/>
              <a:gd name="connsiteY21" fmla="*/ 371951 h 613505"/>
              <a:gd name="connsiteX22" fmla="*/ 265557 w 772763"/>
              <a:gd name="connsiteY22" fmla="*/ 492728 h 613505"/>
              <a:gd name="connsiteX23" fmla="*/ 265557 w 772763"/>
              <a:gd name="connsiteY23" fmla="*/ 492728 h 613505"/>
              <a:gd name="connsiteX24" fmla="*/ 386334 w 772763"/>
              <a:gd name="connsiteY24" fmla="*/ 441008 h 613505"/>
              <a:gd name="connsiteX25" fmla="*/ 386334 w 772763"/>
              <a:gd name="connsiteY25" fmla="*/ 544449 h 613505"/>
              <a:gd name="connsiteX26" fmla="*/ 438055 w 772763"/>
              <a:gd name="connsiteY26" fmla="*/ 492728 h 613505"/>
              <a:gd name="connsiteX27" fmla="*/ 386334 w 772763"/>
              <a:gd name="connsiteY27" fmla="*/ 441008 h 613505"/>
            </a:gdLst>
            <a:ahLst/>
            <a:cxnLst/>
            <a:rect l="l" t="t" r="r" b="b"/>
            <a:pathLst>
              <a:path w="772763" h="613505">
                <a:moveTo>
                  <a:pt x="0" y="227076"/>
                </a:moveTo>
                <a:lnTo>
                  <a:pt x="226981" y="95"/>
                </a:lnTo>
                <a:lnTo>
                  <a:pt x="347758" y="120872"/>
                </a:lnTo>
                <a:lnTo>
                  <a:pt x="280130" y="188500"/>
                </a:lnTo>
                <a:lnTo>
                  <a:pt x="226981" y="135350"/>
                </a:lnTo>
                <a:lnTo>
                  <a:pt x="135255" y="227076"/>
                </a:lnTo>
                <a:lnTo>
                  <a:pt x="226981" y="318802"/>
                </a:lnTo>
                <a:lnTo>
                  <a:pt x="545783" y="0"/>
                </a:lnTo>
                <a:lnTo>
                  <a:pt x="772763" y="226981"/>
                </a:lnTo>
                <a:lnTo>
                  <a:pt x="545783" y="453962"/>
                </a:lnTo>
                <a:lnTo>
                  <a:pt x="425005" y="333184"/>
                </a:lnTo>
                <a:lnTo>
                  <a:pt x="492633" y="265557"/>
                </a:lnTo>
                <a:lnTo>
                  <a:pt x="545783" y="318706"/>
                </a:lnTo>
                <a:lnTo>
                  <a:pt x="637508" y="226981"/>
                </a:lnTo>
                <a:lnTo>
                  <a:pt x="545783" y="135255"/>
                </a:lnTo>
                <a:lnTo>
                  <a:pt x="226981" y="454057"/>
                </a:lnTo>
                <a:lnTo>
                  <a:pt x="0" y="227076"/>
                </a:lnTo>
                <a:lnTo>
                  <a:pt x="0" y="227076"/>
                </a:lnTo>
                <a:close/>
                <a:moveTo>
                  <a:pt x="265557" y="492728"/>
                </a:moveTo>
                <a:lnTo>
                  <a:pt x="386334" y="613505"/>
                </a:lnTo>
                <a:lnTo>
                  <a:pt x="507111" y="492728"/>
                </a:lnTo>
                <a:lnTo>
                  <a:pt x="386334" y="371951"/>
                </a:lnTo>
                <a:lnTo>
                  <a:pt x="265557" y="492728"/>
                </a:lnTo>
                <a:lnTo>
                  <a:pt x="265557" y="492728"/>
                </a:lnTo>
                <a:close/>
                <a:moveTo>
                  <a:pt x="386334" y="441008"/>
                </a:moveTo>
                <a:lnTo>
                  <a:pt x="386334" y="544449"/>
                </a:lnTo>
                <a:lnTo>
                  <a:pt x="438055" y="492728"/>
                </a:lnTo>
                <a:lnTo>
                  <a:pt x="386334" y="441008"/>
                </a:lnTo>
                <a:close/>
              </a:path>
            </a:pathLst>
          </a:custGeom>
          <a:solidFill>
            <a:srgbClr val="D89539"/>
          </a:solidFill>
          <a:ln w="9525">
            <a:noFill/>
            <a:prstDash val="solid"/>
          </a:ln>
        </p:spPr>
        <p:txBody>
          <a:bodyPr anchor="ctr"/>
          <a:lstStyle/>
          <a:p>
            <a:endParaRPr sz="2040"/>
          </a:p>
        </p:txBody>
      </p:sp>
      <p:sp>
        <p:nvSpPr>
          <p:cNvPr id="6" name="Freeform: Shape 5">
            <a:extLst>
              <a:ext uri="{FF2B5EF4-FFF2-40B4-BE49-F238E27FC236}">
                <a16:creationId xmlns:a16="http://schemas.microsoft.com/office/drawing/2014/main" id="{930D3D23-B327-A41F-F206-CF2ECF606F9A}"/>
              </a:ext>
            </a:extLst>
          </p:cNvPr>
          <p:cNvSpPr>
            <a:spLocks noGrp="1"/>
          </p:cNvSpPr>
          <p:nvPr/>
        </p:nvSpPr>
        <p:spPr>
          <a:xfrm>
            <a:off x="10707413" y="1357925"/>
            <a:ext cx="2812154" cy="235509"/>
          </a:xfrm>
          <a:custGeom>
            <a:avLst/>
            <a:gdLst>
              <a:gd name="connsiteX0" fmla="*/ 1921478 w 2160079"/>
              <a:gd name="connsiteY0" fmla="*/ 153924 h 180879"/>
              <a:gd name="connsiteX1" fmla="*/ 1921478 w 2160079"/>
              <a:gd name="connsiteY1" fmla="*/ 119253 h 180879"/>
              <a:gd name="connsiteX2" fmla="*/ 1961483 w 2160079"/>
              <a:gd name="connsiteY2" fmla="*/ 76962 h 180879"/>
              <a:gd name="connsiteX3" fmla="*/ 1921478 w 2160079"/>
              <a:gd name="connsiteY3" fmla="*/ 34671 h 180879"/>
              <a:gd name="connsiteX4" fmla="*/ 1921478 w 2160079"/>
              <a:gd name="connsiteY4" fmla="*/ 0 h 180879"/>
              <a:gd name="connsiteX5" fmla="*/ 2003774 w 2160079"/>
              <a:gd name="connsiteY5" fmla="*/ 76962 h 180879"/>
              <a:gd name="connsiteX6" fmla="*/ 1921478 w 2160079"/>
              <a:gd name="connsiteY6" fmla="*/ 153924 h 180879"/>
              <a:gd name="connsiteX7" fmla="*/ 1921478 w 2160079"/>
              <a:gd name="connsiteY7" fmla="*/ 153924 h 180879"/>
              <a:gd name="connsiteX8" fmla="*/ 2040731 w 2160079"/>
              <a:gd name="connsiteY8" fmla="*/ 2953 h 180879"/>
              <a:gd name="connsiteX9" fmla="*/ 2038636 w 2160079"/>
              <a:gd name="connsiteY9" fmla="*/ 61913 h 180879"/>
              <a:gd name="connsiteX10" fmla="*/ 2017109 w 2160079"/>
              <a:gd name="connsiteY10" fmla="*/ 117348 h 180879"/>
              <a:gd name="connsiteX11" fmla="*/ 2011394 w 2160079"/>
              <a:gd name="connsiteY11" fmla="*/ 116681 h 180879"/>
              <a:gd name="connsiteX12" fmla="*/ 2009108 w 2160079"/>
              <a:gd name="connsiteY12" fmla="*/ 150971 h 180879"/>
              <a:gd name="connsiteX13" fmla="*/ 2028158 w 2160079"/>
              <a:gd name="connsiteY13" fmla="*/ 153543 h 180879"/>
              <a:gd name="connsiteX14" fmla="*/ 2075498 w 2160079"/>
              <a:gd name="connsiteY14" fmla="*/ 60293 h 180879"/>
              <a:gd name="connsiteX15" fmla="*/ 2076355 w 2160079"/>
              <a:gd name="connsiteY15" fmla="*/ 36195 h 180879"/>
              <a:gd name="connsiteX16" fmla="*/ 2118836 w 2160079"/>
              <a:gd name="connsiteY16" fmla="*/ 36195 h 180879"/>
              <a:gd name="connsiteX17" fmla="*/ 2118836 w 2160079"/>
              <a:gd name="connsiteY17" fmla="*/ 151067 h 180879"/>
              <a:gd name="connsiteX18" fmla="*/ 2160080 w 2160079"/>
              <a:gd name="connsiteY18" fmla="*/ 151067 h 180879"/>
              <a:gd name="connsiteX19" fmla="*/ 2160080 w 2160079"/>
              <a:gd name="connsiteY19" fmla="*/ 3048 h 180879"/>
              <a:gd name="connsiteX20" fmla="*/ 2040731 w 2160079"/>
              <a:gd name="connsiteY20" fmla="*/ 3048 h 180879"/>
              <a:gd name="connsiteX21" fmla="*/ 1921478 w 2160079"/>
              <a:gd name="connsiteY21" fmla="*/ 0 h 180879"/>
              <a:gd name="connsiteX22" fmla="*/ 1921478 w 2160079"/>
              <a:gd name="connsiteY22" fmla="*/ 34671 h 180879"/>
              <a:gd name="connsiteX23" fmla="*/ 1881473 w 2160079"/>
              <a:gd name="connsiteY23" fmla="*/ 76962 h 180879"/>
              <a:gd name="connsiteX24" fmla="*/ 1921478 w 2160079"/>
              <a:gd name="connsiteY24" fmla="*/ 119253 h 180879"/>
              <a:gd name="connsiteX25" fmla="*/ 1921478 w 2160079"/>
              <a:gd name="connsiteY25" fmla="*/ 153924 h 180879"/>
              <a:gd name="connsiteX26" fmla="*/ 1840992 w 2160079"/>
              <a:gd name="connsiteY26" fmla="*/ 93917 h 180879"/>
              <a:gd name="connsiteX27" fmla="*/ 1840992 w 2160079"/>
              <a:gd name="connsiteY27" fmla="*/ 59912 h 180879"/>
              <a:gd name="connsiteX28" fmla="*/ 1921478 w 2160079"/>
              <a:gd name="connsiteY28" fmla="*/ 0 h 180879"/>
              <a:gd name="connsiteX29" fmla="*/ 1921478 w 2160079"/>
              <a:gd name="connsiteY29" fmla="*/ 0 h 180879"/>
              <a:gd name="connsiteX30" fmla="*/ 1840992 w 2160079"/>
              <a:gd name="connsiteY30" fmla="*/ 36100 h 180879"/>
              <a:gd name="connsiteX31" fmla="*/ 1842611 w 2160079"/>
              <a:gd name="connsiteY31" fmla="*/ 36100 h 180879"/>
              <a:gd name="connsiteX32" fmla="*/ 1842802 w 2160079"/>
              <a:gd name="connsiteY32" fmla="*/ 2857 h 180879"/>
              <a:gd name="connsiteX33" fmla="*/ 1840992 w 2160079"/>
              <a:gd name="connsiteY33" fmla="*/ 2857 h 180879"/>
              <a:gd name="connsiteX34" fmla="*/ 1840992 w 2160079"/>
              <a:gd name="connsiteY34" fmla="*/ 36100 h 180879"/>
              <a:gd name="connsiteX35" fmla="*/ 1840992 w 2160079"/>
              <a:gd name="connsiteY35" fmla="*/ 2953 h 180879"/>
              <a:gd name="connsiteX36" fmla="*/ 1840992 w 2160079"/>
              <a:gd name="connsiteY36" fmla="*/ 36195 h 180879"/>
              <a:gd name="connsiteX37" fmla="*/ 1775555 w 2160079"/>
              <a:gd name="connsiteY37" fmla="*/ 36195 h 180879"/>
              <a:gd name="connsiteX38" fmla="*/ 1775555 w 2160079"/>
              <a:gd name="connsiteY38" fmla="*/ 151067 h 180879"/>
              <a:gd name="connsiteX39" fmla="*/ 1734312 w 2160079"/>
              <a:gd name="connsiteY39" fmla="*/ 151067 h 180879"/>
              <a:gd name="connsiteX40" fmla="*/ 1734312 w 2160079"/>
              <a:gd name="connsiteY40" fmla="*/ 3048 h 180879"/>
              <a:gd name="connsiteX41" fmla="*/ 1840992 w 2160079"/>
              <a:gd name="connsiteY41" fmla="*/ 3048 h 180879"/>
              <a:gd name="connsiteX42" fmla="*/ 1840992 w 2160079"/>
              <a:gd name="connsiteY42" fmla="*/ 2953 h 180879"/>
              <a:gd name="connsiteX43" fmla="*/ 1840992 w 2160079"/>
              <a:gd name="connsiteY43" fmla="*/ 59912 h 180879"/>
              <a:gd name="connsiteX44" fmla="*/ 1839182 w 2160079"/>
              <a:gd name="connsiteY44" fmla="*/ 76962 h 180879"/>
              <a:gd name="connsiteX45" fmla="*/ 1840992 w 2160079"/>
              <a:gd name="connsiteY45" fmla="*/ 93917 h 180879"/>
              <a:gd name="connsiteX46" fmla="*/ 1840992 w 2160079"/>
              <a:gd name="connsiteY46" fmla="*/ 59912 h 180879"/>
              <a:gd name="connsiteX47" fmla="*/ 1840992 w 2160079"/>
              <a:gd name="connsiteY47" fmla="*/ 59912 h 180879"/>
              <a:gd name="connsiteX48" fmla="*/ 1457135 w 2160079"/>
              <a:gd name="connsiteY48" fmla="*/ 153924 h 180879"/>
              <a:gd name="connsiteX49" fmla="*/ 1457135 w 2160079"/>
              <a:gd name="connsiteY49" fmla="*/ 119253 h 180879"/>
              <a:gd name="connsiteX50" fmla="*/ 1497139 w 2160079"/>
              <a:gd name="connsiteY50" fmla="*/ 76962 h 180879"/>
              <a:gd name="connsiteX51" fmla="*/ 1457135 w 2160079"/>
              <a:gd name="connsiteY51" fmla="*/ 34671 h 180879"/>
              <a:gd name="connsiteX52" fmla="*/ 1457135 w 2160079"/>
              <a:gd name="connsiteY52" fmla="*/ 0 h 180879"/>
              <a:gd name="connsiteX53" fmla="*/ 1539431 w 2160079"/>
              <a:gd name="connsiteY53" fmla="*/ 76962 h 180879"/>
              <a:gd name="connsiteX54" fmla="*/ 1457135 w 2160079"/>
              <a:gd name="connsiteY54" fmla="*/ 153924 h 180879"/>
              <a:gd name="connsiteX55" fmla="*/ 1457135 w 2160079"/>
              <a:gd name="connsiteY55" fmla="*/ 153924 h 180879"/>
              <a:gd name="connsiteX56" fmla="*/ 1660779 w 2160079"/>
              <a:gd name="connsiteY56" fmla="*/ 2953 h 180879"/>
              <a:gd name="connsiteX57" fmla="*/ 1660779 w 2160079"/>
              <a:gd name="connsiteY57" fmla="*/ 58579 h 180879"/>
              <a:gd name="connsiteX58" fmla="*/ 1603724 w 2160079"/>
              <a:gd name="connsiteY58" fmla="*/ 58579 h 180879"/>
              <a:gd name="connsiteX59" fmla="*/ 1603724 w 2160079"/>
              <a:gd name="connsiteY59" fmla="*/ 2953 h 180879"/>
              <a:gd name="connsiteX60" fmla="*/ 1561814 w 2160079"/>
              <a:gd name="connsiteY60" fmla="*/ 2953 h 180879"/>
              <a:gd name="connsiteX61" fmla="*/ 1561814 w 2160079"/>
              <a:gd name="connsiteY61" fmla="*/ 150971 h 180879"/>
              <a:gd name="connsiteX62" fmla="*/ 1603724 w 2160079"/>
              <a:gd name="connsiteY62" fmla="*/ 150971 h 180879"/>
              <a:gd name="connsiteX63" fmla="*/ 1603724 w 2160079"/>
              <a:gd name="connsiteY63" fmla="*/ 93250 h 180879"/>
              <a:gd name="connsiteX64" fmla="*/ 1660779 w 2160079"/>
              <a:gd name="connsiteY64" fmla="*/ 93250 h 180879"/>
              <a:gd name="connsiteX65" fmla="*/ 1660779 w 2160079"/>
              <a:gd name="connsiteY65" fmla="*/ 150971 h 180879"/>
              <a:gd name="connsiteX66" fmla="*/ 1702689 w 2160079"/>
              <a:gd name="connsiteY66" fmla="*/ 150971 h 180879"/>
              <a:gd name="connsiteX67" fmla="*/ 1702689 w 2160079"/>
              <a:gd name="connsiteY67" fmla="*/ 2953 h 180879"/>
              <a:gd name="connsiteX68" fmla="*/ 1660779 w 2160079"/>
              <a:gd name="connsiteY68" fmla="*/ 2953 h 180879"/>
              <a:gd name="connsiteX69" fmla="*/ 1457135 w 2160079"/>
              <a:gd name="connsiteY69" fmla="*/ 0 h 180879"/>
              <a:gd name="connsiteX70" fmla="*/ 1457135 w 2160079"/>
              <a:gd name="connsiteY70" fmla="*/ 34671 h 180879"/>
              <a:gd name="connsiteX71" fmla="*/ 1417130 w 2160079"/>
              <a:gd name="connsiteY71" fmla="*/ 76962 h 180879"/>
              <a:gd name="connsiteX72" fmla="*/ 1457135 w 2160079"/>
              <a:gd name="connsiteY72" fmla="*/ 119253 h 180879"/>
              <a:gd name="connsiteX73" fmla="*/ 1457135 w 2160079"/>
              <a:gd name="connsiteY73" fmla="*/ 153924 h 180879"/>
              <a:gd name="connsiteX74" fmla="*/ 1374839 w 2160079"/>
              <a:gd name="connsiteY74" fmla="*/ 76962 h 180879"/>
              <a:gd name="connsiteX75" fmla="*/ 1457135 w 2160079"/>
              <a:gd name="connsiteY75" fmla="*/ 0 h 180879"/>
              <a:gd name="connsiteX76" fmla="*/ 1457135 w 2160079"/>
              <a:gd name="connsiteY76" fmla="*/ 0 h 180879"/>
              <a:gd name="connsiteX77" fmla="*/ 378905 w 2160079"/>
              <a:gd name="connsiteY77" fmla="*/ 150971 h 180879"/>
              <a:gd name="connsiteX78" fmla="*/ 378905 w 2160079"/>
              <a:gd name="connsiteY78" fmla="*/ 117729 h 180879"/>
              <a:gd name="connsiteX79" fmla="*/ 406908 w 2160079"/>
              <a:gd name="connsiteY79" fmla="*/ 117729 h 180879"/>
              <a:gd name="connsiteX80" fmla="*/ 406908 w 2160079"/>
              <a:gd name="connsiteY80" fmla="*/ 36100 h 180879"/>
              <a:gd name="connsiteX81" fmla="*/ 378905 w 2160079"/>
              <a:gd name="connsiteY81" fmla="*/ 36100 h 180879"/>
              <a:gd name="connsiteX82" fmla="*/ 378905 w 2160079"/>
              <a:gd name="connsiteY82" fmla="*/ 2857 h 180879"/>
              <a:gd name="connsiteX83" fmla="*/ 448151 w 2160079"/>
              <a:gd name="connsiteY83" fmla="*/ 2857 h 180879"/>
              <a:gd name="connsiteX84" fmla="*/ 448151 w 2160079"/>
              <a:gd name="connsiteY84" fmla="*/ 117729 h 180879"/>
              <a:gd name="connsiteX85" fmla="*/ 468249 w 2160079"/>
              <a:gd name="connsiteY85" fmla="*/ 117729 h 180879"/>
              <a:gd name="connsiteX86" fmla="*/ 468249 w 2160079"/>
              <a:gd name="connsiteY86" fmla="*/ 180784 h 180879"/>
              <a:gd name="connsiteX87" fmla="*/ 429959 w 2160079"/>
              <a:gd name="connsiteY87" fmla="*/ 180784 h 180879"/>
              <a:gd name="connsiteX88" fmla="*/ 429959 w 2160079"/>
              <a:gd name="connsiteY88" fmla="*/ 150971 h 180879"/>
              <a:gd name="connsiteX89" fmla="*/ 378905 w 2160079"/>
              <a:gd name="connsiteY89" fmla="*/ 150971 h 180879"/>
              <a:gd name="connsiteX90" fmla="*/ 378905 w 2160079"/>
              <a:gd name="connsiteY90" fmla="*/ 150971 h 180879"/>
              <a:gd name="connsiteX91" fmla="*/ 539496 w 2160079"/>
              <a:gd name="connsiteY91" fmla="*/ 0 h 180879"/>
              <a:gd name="connsiteX92" fmla="*/ 475393 w 2160079"/>
              <a:gd name="connsiteY92" fmla="*/ 27908 h 180879"/>
              <a:gd name="connsiteX93" fmla="*/ 501872 w 2160079"/>
              <a:gd name="connsiteY93" fmla="*/ 52006 h 180879"/>
              <a:gd name="connsiteX94" fmla="*/ 537401 w 2160079"/>
              <a:gd name="connsiteY94" fmla="*/ 34671 h 180879"/>
              <a:gd name="connsiteX95" fmla="*/ 572738 w 2160079"/>
              <a:gd name="connsiteY95" fmla="*/ 60865 h 180879"/>
              <a:gd name="connsiteX96" fmla="*/ 519684 w 2160079"/>
              <a:gd name="connsiteY96" fmla="*/ 60865 h 180879"/>
              <a:gd name="connsiteX97" fmla="*/ 519684 w 2160079"/>
              <a:gd name="connsiteY97" fmla="*/ 91726 h 180879"/>
              <a:gd name="connsiteX98" fmla="*/ 573215 w 2160079"/>
              <a:gd name="connsiteY98" fmla="*/ 91726 h 180879"/>
              <a:gd name="connsiteX99" fmla="*/ 537496 w 2160079"/>
              <a:gd name="connsiteY99" fmla="*/ 119253 h 180879"/>
              <a:gd name="connsiteX100" fmla="*/ 501967 w 2160079"/>
              <a:gd name="connsiteY100" fmla="*/ 101917 h 180879"/>
              <a:gd name="connsiteX101" fmla="*/ 475488 w 2160079"/>
              <a:gd name="connsiteY101" fmla="*/ 126016 h 180879"/>
              <a:gd name="connsiteX102" fmla="*/ 539591 w 2160079"/>
              <a:gd name="connsiteY102" fmla="*/ 153924 h 180879"/>
              <a:gd name="connsiteX103" fmla="*/ 617601 w 2160079"/>
              <a:gd name="connsiteY103" fmla="*/ 76962 h 180879"/>
              <a:gd name="connsiteX104" fmla="*/ 539496 w 2160079"/>
              <a:gd name="connsiteY104" fmla="*/ 0 h 180879"/>
              <a:gd name="connsiteX105" fmla="*/ 539496 w 2160079"/>
              <a:gd name="connsiteY105" fmla="*/ 0 h 180879"/>
              <a:gd name="connsiteX106" fmla="*/ 739140 w 2160079"/>
              <a:gd name="connsiteY106" fmla="*/ 2953 h 180879"/>
              <a:gd name="connsiteX107" fmla="*/ 739140 w 2160079"/>
              <a:gd name="connsiteY107" fmla="*/ 58579 h 180879"/>
              <a:gd name="connsiteX108" fmla="*/ 682085 w 2160079"/>
              <a:gd name="connsiteY108" fmla="*/ 58579 h 180879"/>
              <a:gd name="connsiteX109" fmla="*/ 682085 w 2160079"/>
              <a:gd name="connsiteY109" fmla="*/ 2953 h 180879"/>
              <a:gd name="connsiteX110" fmla="*/ 640175 w 2160079"/>
              <a:gd name="connsiteY110" fmla="*/ 2953 h 180879"/>
              <a:gd name="connsiteX111" fmla="*/ 640175 w 2160079"/>
              <a:gd name="connsiteY111" fmla="*/ 150971 h 180879"/>
              <a:gd name="connsiteX112" fmla="*/ 682085 w 2160079"/>
              <a:gd name="connsiteY112" fmla="*/ 150971 h 180879"/>
              <a:gd name="connsiteX113" fmla="*/ 682085 w 2160079"/>
              <a:gd name="connsiteY113" fmla="*/ 93250 h 180879"/>
              <a:gd name="connsiteX114" fmla="*/ 739140 w 2160079"/>
              <a:gd name="connsiteY114" fmla="*/ 93250 h 180879"/>
              <a:gd name="connsiteX115" fmla="*/ 739140 w 2160079"/>
              <a:gd name="connsiteY115" fmla="*/ 150971 h 180879"/>
              <a:gd name="connsiteX116" fmla="*/ 781050 w 2160079"/>
              <a:gd name="connsiteY116" fmla="*/ 150971 h 180879"/>
              <a:gd name="connsiteX117" fmla="*/ 781050 w 2160079"/>
              <a:gd name="connsiteY117" fmla="*/ 2953 h 180879"/>
              <a:gd name="connsiteX118" fmla="*/ 739140 w 2160079"/>
              <a:gd name="connsiteY118" fmla="*/ 2953 h 180879"/>
              <a:gd name="connsiteX119" fmla="*/ 739140 w 2160079"/>
              <a:gd name="connsiteY119" fmla="*/ 2953 h 180879"/>
              <a:gd name="connsiteX120" fmla="*/ 863918 w 2160079"/>
              <a:gd name="connsiteY120" fmla="*/ 0 h 180879"/>
              <a:gd name="connsiteX121" fmla="*/ 799814 w 2160079"/>
              <a:gd name="connsiteY121" fmla="*/ 27908 h 180879"/>
              <a:gd name="connsiteX122" fmla="*/ 826294 w 2160079"/>
              <a:gd name="connsiteY122" fmla="*/ 52006 h 180879"/>
              <a:gd name="connsiteX123" fmla="*/ 861822 w 2160079"/>
              <a:gd name="connsiteY123" fmla="*/ 34671 h 180879"/>
              <a:gd name="connsiteX124" fmla="*/ 897160 w 2160079"/>
              <a:gd name="connsiteY124" fmla="*/ 60865 h 180879"/>
              <a:gd name="connsiteX125" fmla="*/ 844106 w 2160079"/>
              <a:gd name="connsiteY125" fmla="*/ 60865 h 180879"/>
              <a:gd name="connsiteX126" fmla="*/ 844106 w 2160079"/>
              <a:gd name="connsiteY126" fmla="*/ 91726 h 180879"/>
              <a:gd name="connsiteX127" fmla="*/ 897636 w 2160079"/>
              <a:gd name="connsiteY127" fmla="*/ 91726 h 180879"/>
              <a:gd name="connsiteX128" fmla="*/ 861917 w 2160079"/>
              <a:gd name="connsiteY128" fmla="*/ 119253 h 180879"/>
              <a:gd name="connsiteX129" fmla="*/ 826389 w 2160079"/>
              <a:gd name="connsiteY129" fmla="*/ 101917 h 180879"/>
              <a:gd name="connsiteX130" fmla="*/ 799910 w 2160079"/>
              <a:gd name="connsiteY130" fmla="*/ 126016 h 180879"/>
              <a:gd name="connsiteX131" fmla="*/ 864013 w 2160079"/>
              <a:gd name="connsiteY131" fmla="*/ 153924 h 180879"/>
              <a:gd name="connsiteX132" fmla="*/ 942023 w 2160079"/>
              <a:gd name="connsiteY132" fmla="*/ 76962 h 180879"/>
              <a:gd name="connsiteX133" fmla="*/ 863918 w 2160079"/>
              <a:gd name="connsiteY133" fmla="*/ 0 h 180879"/>
              <a:gd name="connsiteX134" fmla="*/ 863918 w 2160079"/>
              <a:gd name="connsiteY134" fmla="*/ 0 h 180879"/>
              <a:gd name="connsiteX135" fmla="*/ 1036701 w 2160079"/>
              <a:gd name="connsiteY135" fmla="*/ 153924 h 180879"/>
              <a:gd name="connsiteX136" fmla="*/ 1100328 w 2160079"/>
              <a:gd name="connsiteY136" fmla="*/ 126016 h 180879"/>
              <a:gd name="connsiteX137" fmla="*/ 1073658 w 2160079"/>
              <a:gd name="connsiteY137" fmla="*/ 101917 h 180879"/>
              <a:gd name="connsiteX138" fmla="*/ 1038797 w 2160079"/>
              <a:gd name="connsiteY138" fmla="*/ 119253 h 180879"/>
              <a:gd name="connsiteX139" fmla="*/ 997553 w 2160079"/>
              <a:gd name="connsiteY139" fmla="*/ 76962 h 180879"/>
              <a:gd name="connsiteX140" fmla="*/ 1038797 w 2160079"/>
              <a:gd name="connsiteY140" fmla="*/ 34671 h 180879"/>
              <a:gd name="connsiteX141" fmla="*/ 1073658 w 2160079"/>
              <a:gd name="connsiteY141" fmla="*/ 52006 h 180879"/>
              <a:gd name="connsiteX142" fmla="*/ 1100328 w 2160079"/>
              <a:gd name="connsiteY142" fmla="*/ 27908 h 180879"/>
              <a:gd name="connsiteX143" fmla="*/ 1036701 w 2160079"/>
              <a:gd name="connsiteY143" fmla="*/ 0 h 180879"/>
              <a:gd name="connsiteX144" fmla="*/ 955262 w 2160079"/>
              <a:gd name="connsiteY144" fmla="*/ 76962 h 180879"/>
              <a:gd name="connsiteX145" fmla="*/ 1036701 w 2160079"/>
              <a:gd name="connsiteY145" fmla="*/ 153924 h 180879"/>
              <a:gd name="connsiteX146" fmla="*/ 1036701 w 2160079"/>
              <a:gd name="connsiteY146" fmla="*/ 153924 h 180879"/>
              <a:gd name="connsiteX147" fmla="*/ 1352836 w 2160079"/>
              <a:gd name="connsiteY147" fmla="*/ 150971 h 180879"/>
              <a:gd name="connsiteX148" fmla="*/ 1352455 w 2160079"/>
              <a:gd name="connsiteY148" fmla="*/ 2953 h 180879"/>
              <a:gd name="connsiteX149" fmla="*/ 1317974 w 2160079"/>
              <a:gd name="connsiteY149" fmla="*/ 2953 h 180879"/>
              <a:gd name="connsiteX150" fmla="*/ 1267301 w 2160079"/>
              <a:gd name="connsiteY150" fmla="*/ 88392 h 180879"/>
              <a:gd name="connsiteX151" fmla="*/ 1215295 w 2160079"/>
              <a:gd name="connsiteY151" fmla="*/ 2953 h 180879"/>
              <a:gd name="connsiteX152" fmla="*/ 1180814 w 2160079"/>
              <a:gd name="connsiteY152" fmla="*/ 2953 h 180879"/>
              <a:gd name="connsiteX153" fmla="*/ 1180814 w 2160079"/>
              <a:gd name="connsiteY153" fmla="*/ 150971 h 180879"/>
              <a:gd name="connsiteX154" fmla="*/ 1219295 w 2160079"/>
              <a:gd name="connsiteY154" fmla="*/ 150971 h 180879"/>
              <a:gd name="connsiteX155" fmla="*/ 1219295 w 2160079"/>
              <a:gd name="connsiteY155" fmla="*/ 74200 h 180879"/>
              <a:gd name="connsiteX156" fmla="*/ 1257300 w 2160079"/>
              <a:gd name="connsiteY156" fmla="*/ 136398 h 180879"/>
              <a:gd name="connsiteX157" fmla="*/ 1275874 w 2160079"/>
              <a:gd name="connsiteY157" fmla="*/ 136398 h 180879"/>
              <a:gd name="connsiteX158" fmla="*/ 1313879 w 2160079"/>
              <a:gd name="connsiteY158" fmla="*/ 72485 h 180879"/>
              <a:gd name="connsiteX159" fmla="*/ 1314069 w 2160079"/>
              <a:gd name="connsiteY159" fmla="*/ 150971 h 180879"/>
              <a:gd name="connsiteX160" fmla="*/ 1352836 w 2160079"/>
              <a:gd name="connsiteY160" fmla="*/ 150971 h 180879"/>
              <a:gd name="connsiteX161" fmla="*/ 378905 w 2160079"/>
              <a:gd name="connsiteY161" fmla="*/ 2953 h 180879"/>
              <a:gd name="connsiteX162" fmla="*/ 378905 w 2160079"/>
              <a:gd name="connsiteY162" fmla="*/ 36195 h 180879"/>
              <a:gd name="connsiteX163" fmla="*/ 364427 w 2160079"/>
              <a:gd name="connsiteY163" fmla="*/ 36195 h 180879"/>
              <a:gd name="connsiteX164" fmla="*/ 363760 w 2160079"/>
              <a:gd name="connsiteY164" fmla="*/ 52292 h 180879"/>
              <a:gd name="connsiteX165" fmla="*/ 350901 w 2160079"/>
              <a:gd name="connsiteY165" fmla="*/ 117824 h 180879"/>
              <a:gd name="connsiteX166" fmla="*/ 378905 w 2160079"/>
              <a:gd name="connsiteY166" fmla="*/ 117824 h 180879"/>
              <a:gd name="connsiteX167" fmla="*/ 378905 w 2160079"/>
              <a:gd name="connsiteY167" fmla="*/ 151067 h 180879"/>
              <a:gd name="connsiteX168" fmla="*/ 335185 w 2160079"/>
              <a:gd name="connsiteY168" fmla="*/ 151067 h 180879"/>
              <a:gd name="connsiteX169" fmla="*/ 335185 w 2160079"/>
              <a:gd name="connsiteY169" fmla="*/ 180880 h 180879"/>
              <a:gd name="connsiteX170" fmla="*/ 297466 w 2160079"/>
              <a:gd name="connsiteY170" fmla="*/ 180880 h 180879"/>
              <a:gd name="connsiteX171" fmla="*/ 297466 w 2160079"/>
              <a:gd name="connsiteY171" fmla="*/ 117824 h 180879"/>
              <a:gd name="connsiteX172" fmla="*/ 302038 w 2160079"/>
              <a:gd name="connsiteY172" fmla="*/ 117824 h 180879"/>
              <a:gd name="connsiteX173" fmla="*/ 327279 w 2160079"/>
              <a:gd name="connsiteY173" fmla="*/ 48673 h 180879"/>
              <a:gd name="connsiteX174" fmla="*/ 328994 w 2160079"/>
              <a:gd name="connsiteY174" fmla="*/ 2953 h 180879"/>
              <a:gd name="connsiteX175" fmla="*/ 378905 w 2160079"/>
              <a:gd name="connsiteY175" fmla="*/ 2953 h 180879"/>
              <a:gd name="connsiteX176" fmla="*/ 378905 w 2160079"/>
              <a:gd name="connsiteY176" fmla="*/ 2953 h 180879"/>
              <a:gd name="connsiteX177" fmla="*/ 297466 w 2160079"/>
              <a:gd name="connsiteY177" fmla="*/ 67246 h 180879"/>
              <a:gd name="connsiteX178" fmla="*/ 298228 w 2160079"/>
              <a:gd name="connsiteY178" fmla="*/ 57626 h 180879"/>
              <a:gd name="connsiteX179" fmla="*/ 297466 w 2160079"/>
              <a:gd name="connsiteY179" fmla="*/ 48006 h 180879"/>
              <a:gd name="connsiteX180" fmla="*/ 297466 w 2160079"/>
              <a:gd name="connsiteY180" fmla="*/ 67246 h 180879"/>
              <a:gd name="connsiteX181" fmla="*/ 297466 w 2160079"/>
              <a:gd name="connsiteY181" fmla="*/ 48006 h 180879"/>
              <a:gd name="connsiteX182" fmla="*/ 297466 w 2160079"/>
              <a:gd name="connsiteY182" fmla="*/ 67246 h 180879"/>
              <a:gd name="connsiteX183" fmla="*/ 232410 w 2160079"/>
              <a:gd name="connsiteY183" fmla="*/ 112204 h 180879"/>
              <a:gd name="connsiteX184" fmla="*/ 231267 w 2160079"/>
              <a:gd name="connsiteY184" fmla="*/ 112204 h 180879"/>
              <a:gd name="connsiteX185" fmla="*/ 231267 w 2160079"/>
              <a:gd name="connsiteY185" fmla="*/ 79153 h 180879"/>
              <a:gd name="connsiteX186" fmla="*/ 255937 w 2160079"/>
              <a:gd name="connsiteY186" fmla="*/ 57626 h 180879"/>
              <a:gd name="connsiteX187" fmla="*/ 231267 w 2160079"/>
              <a:gd name="connsiteY187" fmla="*/ 35909 h 180879"/>
              <a:gd name="connsiteX188" fmla="*/ 231267 w 2160079"/>
              <a:gd name="connsiteY188" fmla="*/ 2857 h 180879"/>
              <a:gd name="connsiteX189" fmla="*/ 232410 w 2160079"/>
              <a:gd name="connsiteY189" fmla="*/ 2857 h 180879"/>
              <a:gd name="connsiteX190" fmla="*/ 297466 w 2160079"/>
              <a:gd name="connsiteY190" fmla="*/ 48006 h 180879"/>
              <a:gd name="connsiteX191" fmla="*/ 297466 w 2160079"/>
              <a:gd name="connsiteY191" fmla="*/ 48006 h 180879"/>
              <a:gd name="connsiteX192" fmla="*/ 297466 w 2160079"/>
              <a:gd name="connsiteY192" fmla="*/ 117729 h 180879"/>
              <a:gd name="connsiteX193" fmla="*/ 297466 w 2160079"/>
              <a:gd name="connsiteY193" fmla="*/ 180784 h 180879"/>
              <a:gd name="connsiteX194" fmla="*/ 296704 w 2160079"/>
              <a:gd name="connsiteY194" fmla="*/ 180784 h 180879"/>
              <a:gd name="connsiteX195" fmla="*/ 296704 w 2160079"/>
              <a:gd name="connsiteY195" fmla="*/ 117729 h 180879"/>
              <a:gd name="connsiteX196" fmla="*/ 297466 w 2160079"/>
              <a:gd name="connsiteY196" fmla="*/ 117729 h 180879"/>
              <a:gd name="connsiteX197" fmla="*/ 64103 w 2160079"/>
              <a:gd name="connsiteY197" fmla="*/ 0 h 180879"/>
              <a:gd name="connsiteX198" fmla="*/ 0 w 2160079"/>
              <a:gd name="connsiteY198" fmla="*/ 27908 h 180879"/>
              <a:gd name="connsiteX199" fmla="*/ 26479 w 2160079"/>
              <a:gd name="connsiteY199" fmla="*/ 52006 h 180879"/>
              <a:gd name="connsiteX200" fmla="*/ 62008 w 2160079"/>
              <a:gd name="connsiteY200" fmla="*/ 34671 h 180879"/>
              <a:gd name="connsiteX201" fmla="*/ 97346 w 2160079"/>
              <a:gd name="connsiteY201" fmla="*/ 60865 h 180879"/>
              <a:gd name="connsiteX202" fmla="*/ 44291 w 2160079"/>
              <a:gd name="connsiteY202" fmla="*/ 60865 h 180879"/>
              <a:gd name="connsiteX203" fmla="*/ 44291 w 2160079"/>
              <a:gd name="connsiteY203" fmla="*/ 91726 h 180879"/>
              <a:gd name="connsiteX204" fmla="*/ 97822 w 2160079"/>
              <a:gd name="connsiteY204" fmla="*/ 91726 h 180879"/>
              <a:gd name="connsiteX205" fmla="*/ 62103 w 2160079"/>
              <a:gd name="connsiteY205" fmla="*/ 119253 h 180879"/>
              <a:gd name="connsiteX206" fmla="*/ 26575 w 2160079"/>
              <a:gd name="connsiteY206" fmla="*/ 101917 h 180879"/>
              <a:gd name="connsiteX207" fmla="*/ 95 w 2160079"/>
              <a:gd name="connsiteY207" fmla="*/ 126016 h 180879"/>
              <a:gd name="connsiteX208" fmla="*/ 64199 w 2160079"/>
              <a:gd name="connsiteY208" fmla="*/ 153924 h 180879"/>
              <a:gd name="connsiteX209" fmla="*/ 142208 w 2160079"/>
              <a:gd name="connsiteY209" fmla="*/ 76962 h 180879"/>
              <a:gd name="connsiteX210" fmla="*/ 64103 w 2160079"/>
              <a:gd name="connsiteY210" fmla="*/ 0 h 180879"/>
              <a:gd name="connsiteX211" fmla="*/ 64103 w 2160079"/>
              <a:gd name="connsiteY211" fmla="*/ 0 h 180879"/>
              <a:gd name="connsiteX212" fmla="*/ 231267 w 2160079"/>
              <a:gd name="connsiteY212" fmla="*/ 2953 h 180879"/>
              <a:gd name="connsiteX213" fmla="*/ 231267 w 2160079"/>
              <a:gd name="connsiteY213" fmla="*/ 36004 h 180879"/>
              <a:gd name="connsiteX214" fmla="*/ 229934 w 2160079"/>
              <a:gd name="connsiteY214" fmla="*/ 36004 h 180879"/>
              <a:gd name="connsiteX215" fmla="*/ 206692 w 2160079"/>
              <a:gd name="connsiteY215" fmla="*/ 36004 h 180879"/>
              <a:gd name="connsiteX216" fmla="*/ 206692 w 2160079"/>
              <a:gd name="connsiteY216" fmla="*/ 79343 h 180879"/>
              <a:gd name="connsiteX217" fmla="*/ 229934 w 2160079"/>
              <a:gd name="connsiteY217" fmla="*/ 79343 h 180879"/>
              <a:gd name="connsiteX218" fmla="*/ 231267 w 2160079"/>
              <a:gd name="connsiteY218" fmla="*/ 79343 h 180879"/>
              <a:gd name="connsiteX219" fmla="*/ 231267 w 2160079"/>
              <a:gd name="connsiteY219" fmla="*/ 112395 h 180879"/>
              <a:gd name="connsiteX220" fmla="*/ 206597 w 2160079"/>
              <a:gd name="connsiteY220" fmla="*/ 112395 h 180879"/>
              <a:gd name="connsiteX221" fmla="*/ 206597 w 2160079"/>
              <a:gd name="connsiteY221" fmla="*/ 151067 h 180879"/>
              <a:gd name="connsiteX222" fmla="*/ 164687 w 2160079"/>
              <a:gd name="connsiteY222" fmla="*/ 151067 h 180879"/>
              <a:gd name="connsiteX223" fmla="*/ 164687 w 2160079"/>
              <a:gd name="connsiteY223" fmla="*/ 3048 h 180879"/>
              <a:gd name="connsiteX224" fmla="*/ 231267 w 2160079"/>
              <a:gd name="connsiteY224" fmla="*/ 3048 h 180879"/>
            </a:gdLst>
            <a:ahLst/>
            <a:cxnLst/>
            <a:rect l="l" t="t" r="r" b="b"/>
            <a:pathLst>
              <a:path w="2160079" h="180879">
                <a:moveTo>
                  <a:pt x="1921478" y="153924"/>
                </a:moveTo>
                <a:lnTo>
                  <a:pt x="1921478" y="119253"/>
                </a:lnTo>
                <a:cubicBezTo>
                  <a:pt x="1943862" y="119253"/>
                  <a:pt x="1961483" y="102584"/>
                  <a:pt x="1961483" y="76962"/>
                </a:cubicBezTo>
                <a:cubicBezTo>
                  <a:pt x="1961483" y="51340"/>
                  <a:pt x="1943957" y="34671"/>
                  <a:pt x="1921478" y="34671"/>
                </a:cubicBezTo>
                <a:lnTo>
                  <a:pt x="1921478" y="0"/>
                </a:lnTo>
                <a:cubicBezTo>
                  <a:pt x="1968818" y="0"/>
                  <a:pt x="2003774" y="32575"/>
                  <a:pt x="2003774" y="76962"/>
                </a:cubicBezTo>
                <a:cubicBezTo>
                  <a:pt x="2003774" y="121349"/>
                  <a:pt x="1968818" y="153924"/>
                  <a:pt x="1921478" y="153924"/>
                </a:cubicBezTo>
                <a:lnTo>
                  <a:pt x="1921478" y="153924"/>
                </a:lnTo>
                <a:close/>
                <a:moveTo>
                  <a:pt x="2040731" y="2953"/>
                </a:moveTo>
                <a:lnTo>
                  <a:pt x="2038636" y="61913"/>
                </a:lnTo>
                <a:cubicBezTo>
                  <a:pt x="2037398" y="95345"/>
                  <a:pt x="2034159" y="117348"/>
                  <a:pt x="2017109" y="117348"/>
                </a:cubicBezTo>
                <a:cubicBezTo>
                  <a:pt x="2015204" y="117348"/>
                  <a:pt x="2013299" y="117158"/>
                  <a:pt x="2011394" y="116681"/>
                </a:cubicBezTo>
                <a:lnTo>
                  <a:pt x="2009108" y="150971"/>
                </a:lnTo>
                <a:cubicBezTo>
                  <a:pt x="2016062" y="152686"/>
                  <a:pt x="2022443" y="153543"/>
                  <a:pt x="2028158" y="153543"/>
                </a:cubicBezTo>
                <a:cubicBezTo>
                  <a:pt x="2065782" y="153543"/>
                  <a:pt x="2073593" y="118015"/>
                  <a:pt x="2075498" y="60293"/>
                </a:cubicBezTo>
                <a:lnTo>
                  <a:pt x="2076355" y="36195"/>
                </a:lnTo>
                <a:lnTo>
                  <a:pt x="2118836" y="36195"/>
                </a:lnTo>
                <a:lnTo>
                  <a:pt x="2118836" y="151067"/>
                </a:lnTo>
                <a:lnTo>
                  <a:pt x="2160080" y="151067"/>
                </a:lnTo>
                <a:lnTo>
                  <a:pt x="2160080" y="3048"/>
                </a:lnTo>
                <a:lnTo>
                  <a:pt x="2040731" y="3048"/>
                </a:lnTo>
                <a:close/>
                <a:moveTo>
                  <a:pt x="1921478" y="0"/>
                </a:moveTo>
                <a:lnTo>
                  <a:pt x="1921478" y="34671"/>
                </a:lnTo>
                <a:cubicBezTo>
                  <a:pt x="1899095" y="34671"/>
                  <a:pt x="1881473" y="51340"/>
                  <a:pt x="1881473" y="76962"/>
                </a:cubicBezTo>
                <a:cubicBezTo>
                  <a:pt x="1881473" y="102584"/>
                  <a:pt x="1898999" y="119253"/>
                  <a:pt x="1921478" y="119253"/>
                </a:cubicBezTo>
                <a:lnTo>
                  <a:pt x="1921478" y="153924"/>
                </a:lnTo>
                <a:cubicBezTo>
                  <a:pt x="1880426" y="153924"/>
                  <a:pt x="1848707" y="129445"/>
                  <a:pt x="1840992" y="93917"/>
                </a:cubicBezTo>
                <a:lnTo>
                  <a:pt x="1840992" y="59912"/>
                </a:lnTo>
                <a:cubicBezTo>
                  <a:pt x="1848707" y="24479"/>
                  <a:pt x="1880426" y="0"/>
                  <a:pt x="1921478" y="0"/>
                </a:cubicBezTo>
                <a:lnTo>
                  <a:pt x="1921478" y="0"/>
                </a:lnTo>
                <a:close/>
                <a:moveTo>
                  <a:pt x="1840992" y="36100"/>
                </a:moveTo>
                <a:lnTo>
                  <a:pt x="1842611" y="36100"/>
                </a:lnTo>
                <a:lnTo>
                  <a:pt x="1842802" y="2857"/>
                </a:lnTo>
                <a:lnTo>
                  <a:pt x="1840992" y="2857"/>
                </a:lnTo>
                <a:lnTo>
                  <a:pt x="1840992" y="36100"/>
                </a:lnTo>
                <a:close/>
                <a:moveTo>
                  <a:pt x="1840992" y="2953"/>
                </a:moveTo>
                <a:lnTo>
                  <a:pt x="1840992" y="36195"/>
                </a:lnTo>
                <a:lnTo>
                  <a:pt x="1775555" y="36195"/>
                </a:lnTo>
                <a:lnTo>
                  <a:pt x="1775555" y="151067"/>
                </a:lnTo>
                <a:lnTo>
                  <a:pt x="1734312" y="151067"/>
                </a:lnTo>
                <a:lnTo>
                  <a:pt x="1734312" y="3048"/>
                </a:lnTo>
                <a:lnTo>
                  <a:pt x="1840992" y="3048"/>
                </a:lnTo>
                <a:lnTo>
                  <a:pt x="1840992" y="2953"/>
                </a:lnTo>
                <a:close/>
                <a:moveTo>
                  <a:pt x="1840992" y="59912"/>
                </a:moveTo>
                <a:cubicBezTo>
                  <a:pt x="1839849" y="65342"/>
                  <a:pt x="1839182" y="71056"/>
                  <a:pt x="1839182" y="76962"/>
                </a:cubicBezTo>
                <a:cubicBezTo>
                  <a:pt x="1839182" y="82867"/>
                  <a:pt x="1839849" y="88487"/>
                  <a:pt x="1840992" y="93917"/>
                </a:cubicBezTo>
                <a:lnTo>
                  <a:pt x="1840992" y="59912"/>
                </a:lnTo>
                <a:lnTo>
                  <a:pt x="1840992" y="59912"/>
                </a:lnTo>
                <a:close/>
                <a:moveTo>
                  <a:pt x="1457135" y="153924"/>
                </a:moveTo>
                <a:lnTo>
                  <a:pt x="1457135" y="119253"/>
                </a:lnTo>
                <a:cubicBezTo>
                  <a:pt x="1479518" y="119253"/>
                  <a:pt x="1497139" y="102584"/>
                  <a:pt x="1497139" y="76962"/>
                </a:cubicBezTo>
                <a:cubicBezTo>
                  <a:pt x="1497139" y="51340"/>
                  <a:pt x="1479614" y="34671"/>
                  <a:pt x="1457135" y="34671"/>
                </a:cubicBezTo>
                <a:lnTo>
                  <a:pt x="1457135" y="0"/>
                </a:lnTo>
                <a:cubicBezTo>
                  <a:pt x="1504474" y="0"/>
                  <a:pt x="1539431" y="32575"/>
                  <a:pt x="1539431" y="76962"/>
                </a:cubicBezTo>
                <a:cubicBezTo>
                  <a:pt x="1539335" y="121349"/>
                  <a:pt x="1504474" y="153924"/>
                  <a:pt x="1457135" y="153924"/>
                </a:cubicBezTo>
                <a:lnTo>
                  <a:pt x="1457135" y="153924"/>
                </a:lnTo>
                <a:close/>
                <a:moveTo>
                  <a:pt x="1660779" y="2953"/>
                </a:moveTo>
                <a:lnTo>
                  <a:pt x="1660779" y="58579"/>
                </a:lnTo>
                <a:lnTo>
                  <a:pt x="1603724" y="58579"/>
                </a:lnTo>
                <a:lnTo>
                  <a:pt x="1603724" y="2953"/>
                </a:lnTo>
                <a:lnTo>
                  <a:pt x="1561814" y="2953"/>
                </a:lnTo>
                <a:lnTo>
                  <a:pt x="1561814" y="150971"/>
                </a:lnTo>
                <a:lnTo>
                  <a:pt x="1603724" y="150971"/>
                </a:lnTo>
                <a:lnTo>
                  <a:pt x="1603724" y="93250"/>
                </a:lnTo>
                <a:lnTo>
                  <a:pt x="1660779" y="93250"/>
                </a:lnTo>
                <a:lnTo>
                  <a:pt x="1660779" y="150971"/>
                </a:lnTo>
                <a:lnTo>
                  <a:pt x="1702689" y="150971"/>
                </a:lnTo>
                <a:lnTo>
                  <a:pt x="1702689" y="2953"/>
                </a:lnTo>
                <a:lnTo>
                  <a:pt x="1660779" y="2953"/>
                </a:lnTo>
                <a:close/>
                <a:moveTo>
                  <a:pt x="1457135" y="0"/>
                </a:moveTo>
                <a:lnTo>
                  <a:pt x="1457135" y="34671"/>
                </a:lnTo>
                <a:cubicBezTo>
                  <a:pt x="1434751" y="34671"/>
                  <a:pt x="1417130" y="51340"/>
                  <a:pt x="1417130" y="76962"/>
                </a:cubicBezTo>
                <a:cubicBezTo>
                  <a:pt x="1417130" y="102584"/>
                  <a:pt x="1434656" y="119253"/>
                  <a:pt x="1457135" y="119253"/>
                </a:cubicBezTo>
                <a:lnTo>
                  <a:pt x="1457135" y="153924"/>
                </a:lnTo>
                <a:cubicBezTo>
                  <a:pt x="1409795" y="153924"/>
                  <a:pt x="1374839" y="121349"/>
                  <a:pt x="1374839" y="76962"/>
                </a:cubicBezTo>
                <a:cubicBezTo>
                  <a:pt x="1374839" y="32575"/>
                  <a:pt x="1409700" y="0"/>
                  <a:pt x="1457135" y="0"/>
                </a:cubicBezTo>
                <a:lnTo>
                  <a:pt x="1457135" y="0"/>
                </a:lnTo>
                <a:close/>
                <a:moveTo>
                  <a:pt x="378905" y="150971"/>
                </a:moveTo>
                <a:lnTo>
                  <a:pt x="378905" y="117729"/>
                </a:lnTo>
                <a:lnTo>
                  <a:pt x="406908" y="117729"/>
                </a:lnTo>
                <a:lnTo>
                  <a:pt x="406908" y="36100"/>
                </a:lnTo>
                <a:lnTo>
                  <a:pt x="378905" y="36100"/>
                </a:lnTo>
                <a:lnTo>
                  <a:pt x="378905" y="2857"/>
                </a:lnTo>
                <a:lnTo>
                  <a:pt x="448151" y="2857"/>
                </a:lnTo>
                <a:lnTo>
                  <a:pt x="448151" y="117729"/>
                </a:lnTo>
                <a:lnTo>
                  <a:pt x="468249" y="117729"/>
                </a:lnTo>
                <a:lnTo>
                  <a:pt x="468249" y="180784"/>
                </a:lnTo>
                <a:lnTo>
                  <a:pt x="429959" y="180784"/>
                </a:lnTo>
                <a:lnTo>
                  <a:pt x="429959" y="150971"/>
                </a:lnTo>
                <a:lnTo>
                  <a:pt x="378905" y="150971"/>
                </a:lnTo>
                <a:lnTo>
                  <a:pt x="378905" y="150971"/>
                </a:lnTo>
                <a:close/>
                <a:moveTo>
                  <a:pt x="539496" y="0"/>
                </a:moveTo>
                <a:cubicBezTo>
                  <a:pt x="511969" y="0"/>
                  <a:pt x="489775" y="9906"/>
                  <a:pt x="475393" y="27908"/>
                </a:cubicBezTo>
                <a:lnTo>
                  <a:pt x="501872" y="52006"/>
                </a:lnTo>
                <a:cubicBezTo>
                  <a:pt x="511397" y="40767"/>
                  <a:pt x="523018" y="34671"/>
                  <a:pt x="537401" y="34671"/>
                </a:cubicBezTo>
                <a:cubicBezTo>
                  <a:pt x="554927" y="34671"/>
                  <a:pt x="567881" y="44577"/>
                  <a:pt x="572738" y="60865"/>
                </a:cubicBezTo>
                <a:lnTo>
                  <a:pt x="519684" y="60865"/>
                </a:lnTo>
                <a:lnTo>
                  <a:pt x="519684" y="91726"/>
                </a:lnTo>
                <a:lnTo>
                  <a:pt x="573215" y="91726"/>
                </a:lnTo>
                <a:cubicBezTo>
                  <a:pt x="568547" y="108680"/>
                  <a:pt x="555498" y="119253"/>
                  <a:pt x="537496" y="119253"/>
                </a:cubicBezTo>
                <a:cubicBezTo>
                  <a:pt x="523113" y="119253"/>
                  <a:pt x="511492" y="113157"/>
                  <a:pt x="501967" y="101917"/>
                </a:cubicBezTo>
                <a:lnTo>
                  <a:pt x="475488" y="126016"/>
                </a:lnTo>
                <a:cubicBezTo>
                  <a:pt x="489871" y="144018"/>
                  <a:pt x="512064" y="153924"/>
                  <a:pt x="539591" y="153924"/>
                </a:cubicBezTo>
                <a:cubicBezTo>
                  <a:pt x="585026" y="153924"/>
                  <a:pt x="617601" y="122015"/>
                  <a:pt x="617601" y="76962"/>
                </a:cubicBezTo>
                <a:cubicBezTo>
                  <a:pt x="617506" y="31909"/>
                  <a:pt x="584930" y="0"/>
                  <a:pt x="539496" y="0"/>
                </a:cubicBezTo>
                <a:lnTo>
                  <a:pt x="539496" y="0"/>
                </a:lnTo>
                <a:close/>
                <a:moveTo>
                  <a:pt x="739140" y="2953"/>
                </a:moveTo>
                <a:lnTo>
                  <a:pt x="739140" y="58579"/>
                </a:lnTo>
                <a:lnTo>
                  <a:pt x="682085" y="58579"/>
                </a:lnTo>
                <a:lnTo>
                  <a:pt x="682085" y="2953"/>
                </a:lnTo>
                <a:lnTo>
                  <a:pt x="640175" y="2953"/>
                </a:lnTo>
                <a:lnTo>
                  <a:pt x="640175" y="150971"/>
                </a:lnTo>
                <a:lnTo>
                  <a:pt x="682085" y="150971"/>
                </a:lnTo>
                <a:lnTo>
                  <a:pt x="682085" y="93250"/>
                </a:lnTo>
                <a:lnTo>
                  <a:pt x="739140" y="93250"/>
                </a:lnTo>
                <a:lnTo>
                  <a:pt x="739140" y="150971"/>
                </a:lnTo>
                <a:lnTo>
                  <a:pt x="781050" y="150971"/>
                </a:lnTo>
                <a:lnTo>
                  <a:pt x="781050" y="2953"/>
                </a:lnTo>
                <a:lnTo>
                  <a:pt x="739140" y="2953"/>
                </a:lnTo>
                <a:lnTo>
                  <a:pt x="739140" y="2953"/>
                </a:lnTo>
                <a:close/>
                <a:moveTo>
                  <a:pt x="863918" y="0"/>
                </a:moveTo>
                <a:cubicBezTo>
                  <a:pt x="836390" y="0"/>
                  <a:pt x="814197" y="9906"/>
                  <a:pt x="799814" y="27908"/>
                </a:cubicBezTo>
                <a:lnTo>
                  <a:pt x="826294" y="52006"/>
                </a:lnTo>
                <a:cubicBezTo>
                  <a:pt x="835819" y="40767"/>
                  <a:pt x="847439" y="34671"/>
                  <a:pt x="861822" y="34671"/>
                </a:cubicBezTo>
                <a:cubicBezTo>
                  <a:pt x="879348" y="34671"/>
                  <a:pt x="892302" y="44577"/>
                  <a:pt x="897160" y="60865"/>
                </a:cubicBezTo>
                <a:lnTo>
                  <a:pt x="844106" y="60865"/>
                </a:lnTo>
                <a:lnTo>
                  <a:pt x="844106" y="91726"/>
                </a:lnTo>
                <a:lnTo>
                  <a:pt x="897636" y="91726"/>
                </a:lnTo>
                <a:cubicBezTo>
                  <a:pt x="892969" y="108680"/>
                  <a:pt x="879920" y="119253"/>
                  <a:pt x="861917" y="119253"/>
                </a:cubicBezTo>
                <a:cubicBezTo>
                  <a:pt x="847535" y="119253"/>
                  <a:pt x="835914" y="113157"/>
                  <a:pt x="826389" y="101917"/>
                </a:cubicBezTo>
                <a:lnTo>
                  <a:pt x="799910" y="126016"/>
                </a:lnTo>
                <a:cubicBezTo>
                  <a:pt x="814292" y="144018"/>
                  <a:pt x="836486" y="153924"/>
                  <a:pt x="864013" y="153924"/>
                </a:cubicBezTo>
                <a:cubicBezTo>
                  <a:pt x="909447" y="153924"/>
                  <a:pt x="942023" y="122015"/>
                  <a:pt x="942023" y="76962"/>
                </a:cubicBezTo>
                <a:cubicBezTo>
                  <a:pt x="941927" y="31909"/>
                  <a:pt x="909352" y="0"/>
                  <a:pt x="863918" y="0"/>
                </a:cubicBezTo>
                <a:lnTo>
                  <a:pt x="863918" y="0"/>
                </a:lnTo>
                <a:close/>
                <a:moveTo>
                  <a:pt x="1036701" y="153924"/>
                </a:moveTo>
                <a:cubicBezTo>
                  <a:pt x="1063943" y="153924"/>
                  <a:pt x="1085945" y="144018"/>
                  <a:pt x="1100328" y="126016"/>
                </a:cubicBezTo>
                <a:lnTo>
                  <a:pt x="1073658" y="101917"/>
                </a:lnTo>
                <a:cubicBezTo>
                  <a:pt x="1064324" y="113157"/>
                  <a:pt x="1052894" y="119253"/>
                  <a:pt x="1038797" y="119253"/>
                </a:cubicBezTo>
                <a:cubicBezTo>
                  <a:pt x="1014508" y="119253"/>
                  <a:pt x="997553" y="102299"/>
                  <a:pt x="997553" y="76962"/>
                </a:cubicBezTo>
                <a:cubicBezTo>
                  <a:pt x="997553" y="51625"/>
                  <a:pt x="1014508" y="34671"/>
                  <a:pt x="1038797" y="34671"/>
                </a:cubicBezTo>
                <a:cubicBezTo>
                  <a:pt x="1052989" y="34671"/>
                  <a:pt x="1064419" y="40767"/>
                  <a:pt x="1073658" y="52006"/>
                </a:cubicBezTo>
                <a:lnTo>
                  <a:pt x="1100328" y="27908"/>
                </a:lnTo>
                <a:cubicBezTo>
                  <a:pt x="1085945" y="9906"/>
                  <a:pt x="1063943" y="0"/>
                  <a:pt x="1036701" y="0"/>
                </a:cubicBezTo>
                <a:cubicBezTo>
                  <a:pt x="989743" y="0"/>
                  <a:pt x="955262" y="31909"/>
                  <a:pt x="955262" y="76962"/>
                </a:cubicBezTo>
                <a:cubicBezTo>
                  <a:pt x="955262" y="122015"/>
                  <a:pt x="989743" y="153924"/>
                  <a:pt x="1036701" y="153924"/>
                </a:cubicBezTo>
                <a:lnTo>
                  <a:pt x="1036701" y="153924"/>
                </a:lnTo>
                <a:close/>
                <a:moveTo>
                  <a:pt x="1352836" y="150971"/>
                </a:moveTo>
                <a:lnTo>
                  <a:pt x="1352455" y="2953"/>
                </a:lnTo>
                <a:lnTo>
                  <a:pt x="1317974" y="2953"/>
                </a:lnTo>
                <a:lnTo>
                  <a:pt x="1267301" y="88392"/>
                </a:lnTo>
                <a:lnTo>
                  <a:pt x="1215295" y="2953"/>
                </a:lnTo>
                <a:lnTo>
                  <a:pt x="1180814" y="2953"/>
                </a:lnTo>
                <a:lnTo>
                  <a:pt x="1180814" y="150971"/>
                </a:lnTo>
                <a:lnTo>
                  <a:pt x="1219295" y="150971"/>
                </a:lnTo>
                <a:lnTo>
                  <a:pt x="1219295" y="74200"/>
                </a:lnTo>
                <a:lnTo>
                  <a:pt x="1257300" y="136398"/>
                </a:lnTo>
                <a:lnTo>
                  <a:pt x="1275874" y="136398"/>
                </a:lnTo>
                <a:lnTo>
                  <a:pt x="1313879" y="72485"/>
                </a:lnTo>
                <a:lnTo>
                  <a:pt x="1314069" y="150971"/>
                </a:lnTo>
                <a:lnTo>
                  <a:pt x="1352836" y="150971"/>
                </a:lnTo>
                <a:close/>
                <a:moveTo>
                  <a:pt x="378905" y="2953"/>
                </a:moveTo>
                <a:lnTo>
                  <a:pt x="378905" y="36195"/>
                </a:lnTo>
                <a:lnTo>
                  <a:pt x="364427" y="36195"/>
                </a:lnTo>
                <a:lnTo>
                  <a:pt x="363760" y="52292"/>
                </a:lnTo>
                <a:cubicBezTo>
                  <a:pt x="362712" y="81248"/>
                  <a:pt x="359569" y="105346"/>
                  <a:pt x="350901" y="117824"/>
                </a:cubicBezTo>
                <a:lnTo>
                  <a:pt x="378905" y="117824"/>
                </a:lnTo>
                <a:lnTo>
                  <a:pt x="378905" y="151067"/>
                </a:lnTo>
                <a:lnTo>
                  <a:pt x="335185" y="151067"/>
                </a:lnTo>
                <a:lnTo>
                  <a:pt x="335185" y="180880"/>
                </a:lnTo>
                <a:lnTo>
                  <a:pt x="297466" y="180880"/>
                </a:lnTo>
                <a:lnTo>
                  <a:pt x="297466" y="117824"/>
                </a:lnTo>
                <a:lnTo>
                  <a:pt x="302038" y="117824"/>
                </a:lnTo>
                <a:cubicBezTo>
                  <a:pt x="320897" y="117443"/>
                  <a:pt x="325755" y="88201"/>
                  <a:pt x="327279" y="48673"/>
                </a:cubicBezTo>
                <a:lnTo>
                  <a:pt x="328994" y="2953"/>
                </a:lnTo>
                <a:lnTo>
                  <a:pt x="378905" y="2953"/>
                </a:lnTo>
                <a:lnTo>
                  <a:pt x="378905" y="2953"/>
                </a:lnTo>
                <a:close/>
                <a:moveTo>
                  <a:pt x="297466" y="67246"/>
                </a:moveTo>
                <a:cubicBezTo>
                  <a:pt x="297942" y="64198"/>
                  <a:pt x="298228" y="60960"/>
                  <a:pt x="298228" y="57626"/>
                </a:cubicBezTo>
                <a:cubicBezTo>
                  <a:pt x="298228" y="54292"/>
                  <a:pt x="297942" y="51054"/>
                  <a:pt x="297466" y="48006"/>
                </a:cubicBezTo>
                <a:lnTo>
                  <a:pt x="297466" y="67246"/>
                </a:lnTo>
                <a:close/>
                <a:moveTo>
                  <a:pt x="297466" y="48006"/>
                </a:moveTo>
                <a:lnTo>
                  <a:pt x="297466" y="67246"/>
                </a:lnTo>
                <a:cubicBezTo>
                  <a:pt x="292989" y="95250"/>
                  <a:pt x="268796" y="112204"/>
                  <a:pt x="232410" y="112204"/>
                </a:cubicBezTo>
                <a:lnTo>
                  <a:pt x="231267" y="112204"/>
                </a:lnTo>
                <a:lnTo>
                  <a:pt x="231267" y="79153"/>
                </a:lnTo>
                <a:cubicBezTo>
                  <a:pt x="247650" y="78772"/>
                  <a:pt x="255937" y="70771"/>
                  <a:pt x="255937" y="57626"/>
                </a:cubicBezTo>
                <a:cubicBezTo>
                  <a:pt x="255937" y="44291"/>
                  <a:pt x="247745" y="36290"/>
                  <a:pt x="231267" y="35909"/>
                </a:cubicBezTo>
                <a:lnTo>
                  <a:pt x="231267" y="2857"/>
                </a:lnTo>
                <a:lnTo>
                  <a:pt x="232410" y="2857"/>
                </a:lnTo>
                <a:cubicBezTo>
                  <a:pt x="268891" y="2953"/>
                  <a:pt x="293084" y="19907"/>
                  <a:pt x="297466" y="48006"/>
                </a:cubicBezTo>
                <a:lnTo>
                  <a:pt x="297466" y="48006"/>
                </a:lnTo>
                <a:close/>
                <a:moveTo>
                  <a:pt x="297466" y="117729"/>
                </a:moveTo>
                <a:lnTo>
                  <a:pt x="297466" y="180784"/>
                </a:lnTo>
                <a:lnTo>
                  <a:pt x="296704" y="180784"/>
                </a:lnTo>
                <a:lnTo>
                  <a:pt x="296704" y="117729"/>
                </a:lnTo>
                <a:lnTo>
                  <a:pt x="297466" y="117729"/>
                </a:lnTo>
                <a:close/>
                <a:moveTo>
                  <a:pt x="64103" y="0"/>
                </a:moveTo>
                <a:cubicBezTo>
                  <a:pt x="36576" y="0"/>
                  <a:pt x="14383" y="9906"/>
                  <a:pt x="0" y="27908"/>
                </a:cubicBezTo>
                <a:lnTo>
                  <a:pt x="26479" y="52006"/>
                </a:lnTo>
                <a:cubicBezTo>
                  <a:pt x="36004" y="40767"/>
                  <a:pt x="47625" y="34671"/>
                  <a:pt x="62008" y="34671"/>
                </a:cubicBezTo>
                <a:cubicBezTo>
                  <a:pt x="79534" y="34671"/>
                  <a:pt x="92488" y="44577"/>
                  <a:pt x="97346" y="60865"/>
                </a:cubicBezTo>
                <a:lnTo>
                  <a:pt x="44291" y="60865"/>
                </a:lnTo>
                <a:lnTo>
                  <a:pt x="44291" y="91726"/>
                </a:lnTo>
                <a:lnTo>
                  <a:pt x="97822" y="91726"/>
                </a:lnTo>
                <a:cubicBezTo>
                  <a:pt x="93154" y="108680"/>
                  <a:pt x="80010" y="119253"/>
                  <a:pt x="62103" y="119253"/>
                </a:cubicBezTo>
                <a:cubicBezTo>
                  <a:pt x="47720" y="119253"/>
                  <a:pt x="36100" y="113157"/>
                  <a:pt x="26575" y="101917"/>
                </a:cubicBezTo>
                <a:lnTo>
                  <a:pt x="95" y="126016"/>
                </a:lnTo>
                <a:cubicBezTo>
                  <a:pt x="14478" y="144018"/>
                  <a:pt x="36671" y="153924"/>
                  <a:pt x="64199" y="153924"/>
                </a:cubicBezTo>
                <a:cubicBezTo>
                  <a:pt x="109633" y="153924"/>
                  <a:pt x="142208" y="122015"/>
                  <a:pt x="142208" y="76962"/>
                </a:cubicBezTo>
                <a:cubicBezTo>
                  <a:pt x="142113" y="31909"/>
                  <a:pt x="109633" y="0"/>
                  <a:pt x="64103" y="0"/>
                </a:cubicBezTo>
                <a:lnTo>
                  <a:pt x="64103" y="0"/>
                </a:lnTo>
                <a:close/>
                <a:moveTo>
                  <a:pt x="231267" y="2953"/>
                </a:moveTo>
                <a:lnTo>
                  <a:pt x="231267" y="36004"/>
                </a:lnTo>
                <a:lnTo>
                  <a:pt x="229934" y="36004"/>
                </a:lnTo>
                <a:lnTo>
                  <a:pt x="206692" y="36004"/>
                </a:lnTo>
                <a:lnTo>
                  <a:pt x="206692" y="79343"/>
                </a:lnTo>
                <a:lnTo>
                  <a:pt x="229934" y="79343"/>
                </a:lnTo>
                <a:lnTo>
                  <a:pt x="231267" y="79343"/>
                </a:lnTo>
                <a:lnTo>
                  <a:pt x="231267" y="112395"/>
                </a:lnTo>
                <a:lnTo>
                  <a:pt x="206597" y="112395"/>
                </a:lnTo>
                <a:lnTo>
                  <a:pt x="206597" y="151067"/>
                </a:lnTo>
                <a:lnTo>
                  <a:pt x="164687" y="151067"/>
                </a:lnTo>
                <a:lnTo>
                  <a:pt x="164687" y="3048"/>
                </a:lnTo>
                <a:lnTo>
                  <a:pt x="231267" y="3048"/>
                </a:lnTo>
                <a:close/>
              </a:path>
            </a:pathLst>
          </a:custGeom>
          <a:solidFill>
            <a:srgbClr val="0DB0B3"/>
          </a:solidFill>
          <a:ln w="9525">
            <a:noFill/>
            <a:prstDash val="solid"/>
          </a:ln>
        </p:spPr>
        <p:txBody>
          <a:bodyPr anchor="ctr"/>
          <a:lstStyle/>
          <a:p>
            <a:endParaRPr sz="2040"/>
          </a:p>
        </p:txBody>
      </p:sp>
      <p:sp>
        <p:nvSpPr>
          <p:cNvPr id="7" name="Freeform: Shape 6">
            <a:extLst>
              <a:ext uri="{FF2B5EF4-FFF2-40B4-BE49-F238E27FC236}">
                <a16:creationId xmlns:a16="http://schemas.microsoft.com/office/drawing/2014/main" id="{0B6E38AC-D286-4194-7A96-B84635BE77C4}"/>
              </a:ext>
            </a:extLst>
          </p:cNvPr>
          <p:cNvSpPr>
            <a:spLocks noGrp="1"/>
          </p:cNvSpPr>
          <p:nvPr/>
        </p:nvSpPr>
        <p:spPr>
          <a:xfrm>
            <a:off x="11453542" y="1675163"/>
            <a:ext cx="1319894" cy="161594"/>
          </a:xfrm>
          <a:custGeom>
            <a:avLst/>
            <a:gdLst>
              <a:gd name="connsiteX0" fmla="*/ 72390 w 1013841"/>
              <a:gd name="connsiteY0" fmla="*/ 1143 h 124110"/>
              <a:gd name="connsiteX1" fmla="*/ 72390 w 1013841"/>
              <a:gd name="connsiteY1" fmla="*/ 44577 h 124110"/>
              <a:gd name="connsiteX2" fmla="*/ 14383 w 1013841"/>
              <a:gd name="connsiteY2" fmla="*/ 44577 h 124110"/>
              <a:gd name="connsiteX3" fmla="*/ 14383 w 1013841"/>
              <a:gd name="connsiteY3" fmla="*/ 1143 h 124110"/>
              <a:gd name="connsiteX4" fmla="*/ 0 w 1013841"/>
              <a:gd name="connsiteY4" fmla="*/ 1143 h 124110"/>
              <a:gd name="connsiteX5" fmla="*/ 0 w 1013841"/>
              <a:gd name="connsiteY5" fmla="*/ 102108 h 124110"/>
              <a:gd name="connsiteX6" fmla="*/ 14383 w 1013841"/>
              <a:gd name="connsiteY6" fmla="*/ 102108 h 124110"/>
              <a:gd name="connsiteX7" fmla="*/ 14383 w 1013841"/>
              <a:gd name="connsiteY7" fmla="*/ 57150 h 124110"/>
              <a:gd name="connsiteX8" fmla="*/ 72390 w 1013841"/>
              <a:gd name="connsiteY8" fmla="*/ 57150 h 124110"/>
              <a:gd name="connsiteX9" fmla="*/ 72390 w 1013841"/>
              <a:gd name="connsiteY9" fmla="*/ 102108 h 124110"/>
              <a:gd name="connsiteX10" fmla="*/ 86773 w 1013841"/>
              <a:gd name="connsiteY10" fmla="*/ 102108 h 124110"/>
              <a:gd name="connsiteX11" fmla="*/ 86773 w 1013841"/>
              <a:gd name="connsiteY11" fmla="*/ 1143 h 124110"/>
              <a:gd name="connsiteX12" fmla="*/ 72390 w 1013841"/>
              <a:gd name="connsiteY12" fmla="*/ 1143 h 124110"/>
              <a:gd name="connsiteX13" fmla="*/ 72390 w 1013841"/>
              <a:gd name="connsiteY13" fmla="*/ 1143 h 124110"/>
              <a:gd name="connsiteX14" fmla="*/ 231172 w 1013841"/>
              <a:gd name="connsiteY14" fmla="*/ 0 h 124110"/>
              <a:gd name="connsiteX15" fmla="*/ 191834 w 1013841"/>
              <a:gd name="connsiteY15" fmla="*/ 15907 h 124110"/>
              <a:gd name="connsiteX16" fmla="*/ 200882 w 1013841"/>
              <a:gd name="connsiteY16" fmla="*/ 24955 h 124110"/>
              <a:gd name="connsiteX17" fmla="*/ 230410 w 1013841"/>
              <a:gd name="connsiteY17" fmla="*/ 12954 h 124110"/>
              <a:gd name="connsiteX18" fmla="*/ 266891 w 1013841"/>
              <a:gd name="connsiteY18" fmla="*/ 44863 h 124110"/>
              <a:gd name="connsiteX19" fmla="*/ 218123 w 1013841"/>
              <a:gd name="connsiteY19" fmla="*/ 44863 h 124110"/>
              <a:gd name="connsiteX20" fmla="*/ 218123 w 1013841"/>
              <a:gd name="connsiteY20" fmla="*/ 56674 h 124110"/>
              <a:gd name="connsiteX21" fmla="*/ 266986 w 1013841"/>
              <a:gd name="connsiteY21" fmla="*/ 56674 h 124110"/>
              <a:gd name="connsiteX22" fmla="*/ 230315 w 1013841"/>
              <a:gd name="connsiteY22" fmla="*/ 90297 h 124110"/>
              <a:gd name="connsiteX23" fmla="*/ 200787 w 1013841"/>
              <a:gd name="connsiteY23" fmla="*/ 78296 h 124110"/>
              <a:gd name="connsiteX24" fmla="*/ 191738 w 1013841"/>
              <a:gd name="connsiteY24" fmla="*/ 87344 h 124110"/>
              <a:gd name="connsiteX25" fmla="*/ 231077 w 1013841"/>
              <a:gd name="connsiteY25" fmla="*/ 103251 h 124110"/>
              <a:gd name="connsiteX26" fmla="*/ 281845 w 1013841"/>
              <a:gd name="connsiteY26" fmla="*/ 51625 h 124110"/>
              <a:gd name="connsiteX27" fmla="*/ 231172 w 1013841"/>
              <a:gd name="connsiteY27" fmla="*/ 0 h 124110"/>
              <a:gd name="connsiteX28" fmla="*/ 231172 w 1013841"/>
              <a:gd name="connsiteY28" fmla="*/ 0 h 124110"/>
              <a:gd name="connsiteX29" fmla="*/ 456629 w 1013841"/>
              <a:gd name="connsiteY29" fmla="*/ 1143 h 124110"/>
              <a:gd name="connsiteX30" fmla="*/ 390430 w 1013841"/>
              <a:gd name="connsiteY30" fmla="*/ 1143 h 124110"/>
              <a:gd name="connsiteX31" fmla="*/ 390430 w 1013841"/>
              <a:gd name="connsiteY31" fmla="*/ 102108 h 124110"/>
              <a:gd name="connsiteX32" fmla="*/ 404717 w 1013841"/>
              <a:gd name="connsiteY32" fmla="*/ 102108 h 124110"/>
              <a:gd name="connsiteX33" fmla="*/ 404622 w 1013841"/>
              <a:gd name="connsiteY33" fmla="*/ 13716 h 124110"/>
              <a:gd name="connsiteX34" fmla="*/ 456533 w 1013841"/>
              <a:gd name="connsiteY34" fmla="*/ 13716 h 124110"/>
              <a:gd name="connsiteX35" fmla="*/ 456629 w 1013841"/>
              <a:gd name="connsiteY35" fmla="*/ 1143 h 124110"/>
              <a:gd name="connsiteX36" fmla="*/ 456629 w 1013841"/>
              <a:gd name="connsiteY36" fmla="*/ 1143 h 124110"/>
              <a:gd name="connsiteX37" fmla="*/ 627507 w 1013841"/>
              <a:gd name="connsiteY37" fmla="*/ 89535 h 124110"/>
              <a:gd name="connsiteX38" fmla="*/ 627507 w 1013841"/>
              <a:gd name="connsiteY38" fmla="*/ 1143 h 124110"/>
              <a:gd name="connsiteX39" fmla="*/ 556641 w 1013841"/>
              <a:gd name="connsiteY39" fmla="*/ 1143 h 124110"/>
              <a:gd name="connsiteX40" fmla="*/ 555593 w 1013841"/>
              <a:gd name="connsiteY40" fmla="*/ 33623 h 124110"/>
              <a:gd name="connsiteX41" fmla="*/ 537401 w 1013841"/>
              <a:gd name="connsiteY41" fmla="*/ 89535 h 124110"/>
              <a:gd name="connsiteX42" fmla="*/ 532543 w 1013841"/>
              <a:gd name="connsiteY42" fmla="*/ 89535 h 124110"/>
              <a:gd name="connsiteX43" fmla="*/ 532448 w 1013841"/>
              <a:gd name="connsiteY43" fmla="*/ 124111 h 124110"/>
              <a:gd name="connsiteX44" fmla="*/ 545878 w 1013841"/>
              <a:gd name="connsiteY44" fmla="*/ 124111 h 124110"/>
              <a:gd name="connsiteX45" fmla="*/ 546068 w 1013841"/>
              <a:gd name="connsiteY45" fmla="*/ 102013 h 124110"/>
              <a:gd name="connsiteX46" fmla="*/ 629031 w 1013841"/>
              <a:gd name="connsiteY46" fmla="*/ 102013 h 124110"/>
              <a:gd name="connsiteX47" fmla="*/ 629031 w 1013841"/>
              <a:gd name="connsiteY47" fmla="*/ 124111 h 124110"/>
              <a:gd name="connsiteX48" fmla="*/ 642461 w 1013841"/>
              <a:gd name="connsiteY48" fmla="*/ 124111 h 124110"/>
              <a:gd name="connsiteX49" fmla="*/ 642461 w 1013841"/>
              <a:gd name="connsiteY49" fmla="*/ 89535 h 124110"/>
              <a:gd name="connsiteX50" fmla="*/ 627507 w 1013841"/>
              <a:gd name="connsiteY50" fmla="*/ 89535 h 124110"/>
              <a:gd name="connsiteX51" fmla="*/ 627507 w 1013841"/>
              <a:gd name="connsiteY51" fmla="*/ 89535 h 124110"/>
              <a:gd name="connsiteX52" fmla="*/ 568262 w 1013841"/>
              <a:gd name="connsiteY52" fmla="*/ 34957 h 124110"/>
              <a:gd name="connsiteX53" fmla="*/ 569024 w 1013841"/>
              <a:gd name="connsiteY53" fmla="*/ 13716 h 124110"/>
              <a:gd name="connsiteX54" fmla="*/ 613220 w 1013841"/>
              <a:gd name="connsiteY54" fmla="*/ 13716 h 124110"/>
              <a:gd name="connsiteX55" fmla="*/ 613220 w 1013841"/>
              <a:gd name="connsiteY55" fmla="*/ 89535 h 124110"/>
              <a:gd name="connsiteX56" fmla="*/ 556355 w 1013841"/>
              <a:gd name="connsiteY56" fmla="*/ 89535 h 124110"/>
              <a:gd name="connsiteX57" fmla="*/ 568262 w 1013841"/>
              <a:gd name="connsiteY57" fmla="*/ 34957 h 124110"/>
              <a:gd name="connsiteX58" fmla="*/ 568262 w 1013841"/>
              <a:gd name="connsiteY58" fmla="*/ 34957 h 124110"/>
              <a:gd name="connsiteX59" fmla="*/ 774954 w 1013841"/>
              <a:gd name="connsiteY59" fmla="*/ 0 h 124110"/>
              <a:gd name="connsiteX60" fmla="*/ 735616 w 1013841"/>
              <a:gd name="connsiteY60" fmla="*/ 15907 h 124110"/>
              <a:gd name="connsiteX61" fmla="*/ 744665 w 1013841"/>
              <a:gd name="connsiteY61" fmla="*/ 24955 h 124110"/>
              <a:gd name="connsiteX62" fmla="*/ 774192 w 1013841"/>
              <a:gd name="connsiteY62" fmla="*/ 12954 h 124110"/>
              <a:gd name="connsiteX63" fmla="*/ 810673 w 1013841"/>
              <a:gd name="connsiteY63" fmla="*/ 44863 h 124110"/>
              <a:gd name="connsiteX64" fmla="*/ 761905 w 1013841"/>
              <a:gd name="connsiteY64" fmla="*/ 44863 h 124110"/>
              <a:gd name="connsiteX65" fmla="*/ 761905 w 1013841"/>
              <a:gd name="connsiteY65" fmla="*/ 56674 h 124110"/>
              <a:gd name="connsiteX66" fmla="*/ 810768 w 1013841"/>
              <a:gd name="connsiteY66" fmla="*/ 56674 h 124110"/>
              <a:gd name="connsiteX67" fmla="*/ 774192 w 1013841"/>
              <a:gd name="connsiteY67" fmla="*/ 90297 h 124110"/>
              <a:gd name="connsiteX68" fmla="*/ 744665 w 1013841"/>
              <a:gd name="connsiteY68" fmla="*/ 78296 h 124110"/>
              <a:gd name="connsiteX69" fmla="*/ 735616 w 1013841"/>
              <a:gd name="connsiteY69" fmla="*/ 87344 h 124110"/>
              <a:gd name="connsiteX70" fmla="*/ 774954 w 1013841"/>
              <a:gd name="connsiteY70" fmla="*/ 103251 h 124110"/>
              <a:gd name="connsiteX71" fmla="*/ 825722 w 1013841"/>
              <a:gd name="connsiteY71" fmla="*/ 51625 h 124110"/>
              <a:gd name="connsiteX72" fmla="*/ 774954 w 1013841"/>
              <a:gd name="connsiteY72" fmla="*/ 0 h 124110"/>
              <a:gd name="connsiteX73" fmla="*/ 774954 w 1013841"/>
              <a:gd name="connsiteY73" fmla="*/ 0 h 124110"/>
              <a:gd name="connsiteX74" fmla="*/ 942784 w 1013841"/>
              <a:gd name="connsiteY74" fmla="*/ 1143 h 124110"/>
              <a:gd name="connsiteX75" fmla="*/ 941165 w 1013841"/>
              <a:gd name="connsiteY75" fmla="*/ 43720 h 124110"/>
              <a:gd name="connsiteX76" fmla="*/ 923163 w 1013841"/>
              <a:gd name="connsiteY76" fmla="*/ 89821 h 124110"/>
              <a:gd name="connsiteX77" fmla="*/ 918591 w 1013841"/>
              <a:gd name="connsiteY77" fmla="*/ 89249 h 124110"/>
              <a:gd name="connsiteX78" fmla="*/ 917543 w 1013841"/>
              <a:gd name="connsiteY78" fmla="*/ 102108 h 124110"/>
              <a:gd name="connsiteX79" fmla="*/ 926592 w 1013841"/>
              <a:gd name="connsiteY79" fmla="*/ 103251 h 124110"/>
              <a:gd name="connsiteX80" fmla="*/ 954024 w 1013841"/>
              <a:gd name="connsiteY80" fmla="*/ 43243 h 124110"/>
              <a:gd name="connsiteX81" fmla="*/ 955072 w 1013841"/>
              <a:gd name="connsiteY81" fmla="*/ 13716 h 124110"/>
              <a:gd name="connsiteX82" fmla="*/ 999744 w 1013841"/>
              <a:gd name="connsiteY82" fmla="*/ 13716 h 124110"/>
              <a:gd name="connsiteX83" fmla="*/ 999744 w 1013841"/>
              <a:gd name="connsiteY83" fmla="*/ 102108 h 124110"/>
              <a:gd name="connsiteX84" fmla="*/ 1013841 w 1013841"/>
              <a:gd name="connsiteY84" fmla="*/ 102108 h 124110"/>
              <a:gd name="connsiteX85" fmla="*/ 1013841 w 1013841"/>
              <a:gd name="connsiteY85" fmla="*/ 1143 h 124110"/>
              <a:gd name="connsiteX86" fmla="*/ 942784 w 1013841"/>
              <a:gd name="connsiteY86" fmla="*/ 1143 h 124110"/>
            </a:gdLst>
            <a:ahLst/>
            <a:cxnLst/>
            <a:rect l="l" t="t" r="r" b="b"/>
            <a:pathLst>
              <a:path w="1013841" h="124110">
                <a:moveTo>
                  <a:pt x="72390" y="1143"/>
                </a:moveTo>
                <a:lnTo>
                  <a:pt x="72390" y="44577"/>
                </a:lnTo>
                <a:lnTo>
                  <a:pt x="14383" y="44577"/>
                </a:lnTo>
                <a:lnTo>
                  <a:pt x="14383" y="1143"/>
                </a:lnTo>
                <a:lnTo>
                  <a:pt x="0" y="1143"/>
                </a:lnTo>
                <a:lnTo>
                  <a:pt x="0" y="102108"/>
                </a:lnTo>
                <a:lnTo>
                  <a:pt x="14383" y="102108"/>
                </a:lnTo>
                <a:lnTo>
                  <a:pt x="14383" y="57150"/>
                </a:lnTo>
                <a:lnTo>
                  <a:pt x="72390" y="57150"/>
                </a:lnTo>
                <a:lnTo>
                  <a:pt x="72390" y="102108"/>
                </a:lnTo>
                <a:lnTo>
                  <a:pt x="86773" y="102108"/>
                </a:lnTo>
                <a:lnTo>
                  <a:pt x="86773" y="1143"/>
                </a:lnTo>
                <a:lnTo>
                  <a:pt x="72390" y="1143"/>
                </a:lnTo>
                <a:lnTo>
                  <a:pt x="72390" y="1143"/>
                </a:lnTo>
                <a:close/>
                <a:moveTo>
                  <a:pt x="231172" y="0"/>
                </a:moveTo>
                <a:cubicBezTo>
                  <a:pt x="214884" y="0"/>
                  <a:pt x="200882" y="5524"/>
                  <a:pt x="191834" y="15907"/>
                </a:cubicBezTo>
                <a:lnTo>
                  <a:pt x="200882" y="24955"/>
                </a:lnTo>
                <a:cubicBezTo>
                  <a:pt x="208788" y="16764"/>
                  <a:pt x="218885" y="12954"/>
                  <a:pt x="230410" y="12954"/>
                </a:cubicBezTo>
                <a:cubicBezTo>
                  <a:pt x="249460" y="12954"/>
                  <a:pt x="264033" y="26098"/>
                  <a:pt x="266891" y="44863"/>
                </a:cubicBezTo>
                <a:lnTo>
                  <a:pt x="218123" y="44863"/>
                </a:lnTo>
                <a:lnTo>
                  <a:pt x="218123" y="56674"/>
                </a:lnTo>
                <a:lnTo>
                  <a:pt x="266986" y="56674"/>
                </a:lnTo>
                <a:cubicBezTo>
                  <a:pt x="264795" y="76390"/>
                  <a:pt x="249936" y="90297"/>
                  <a:pt x="230315" y="90297"/>
                </a:cubicBezTo>
                <a:cubicBezTo>
                  <a:pt x="218789" y="90297"/>
                  <a:pt x="208693" y="86678"/>
                  <a:pt x="200787" y="78296"/>
                </a:cubicBezTo>
                <a:lnTo>
                  <a:pt x="191738" y="87344"/>
                </a:lnTo>
                <a:cubicBezTo>
                  <a:pt x="200787" y="97917"/>
                  <a:pt x="214789" y="103251"/>
                  <a:pt x="231077" y="103251"/>
                </a:cubicBezTo>
                <a:cubicBezTo>
                  <a:pt x="260223" y="103251"/>
                  <a:pt x="281845" y="81439"/>
                  <a:pt x="281845" y="51625"/>
                </a:cubicBezTo>
                <a:cubicBezTo>
                  <a:pt x="281940" y="21812"/>
                  <a:pt x="260318" y="0"/>
                  <a:pt x="231172" y="0"/>
                </a:cubicBezTo>
                <a:lnTo>
                  <a:pt x="231172" y="0"/>
                </a:lnTo>
                <a:close/>
                <a:moveTo>
                  <a:pt x="456629" y="1143"/>
                </a:moveTo>
                <a:lnTo>
                  <a:pt x="390430" y="1143"/>
                </a:lnTo>
                <a:lnTo>
                  <a:pt x="390430" y="102108"/>
                </a:lnTo>
                <a:lnTo>
                  <a:pt x="404717" y="102108"/>
                </a:lnTo>
                <a:lnTo>
                  <a:pt x="404622" y="13716"/>
                </a:lnTo>
                <a:lnTo>
                  <a:pt x="456533" y="13716"/>
                </a:lnTo>
                <a:lnTo>
                  <a:pt x="456629" y="1143"/>
                </a:lnTo>
                <a:lnTo>
                  <a:pt x="456629" y="1143"/>
                </a:lnTo>
                <a:close/>
                <a:moveTo>
                  <a:pt x="627507" y="89535"/>
                </a:moveTo>
                <a:lnTo>
                  <a:pt x="627507" y="1143"/>
                </a:lnTo>
                <a:lnTo>
                  <a:pt x="556641" y="1143"/>
                </a:lnTo>
                <a:lnTo>
                  <a:pt x="555593" y="33623"/>
                </a:lnTo>
                <a:cubicBezTo>
                  <a:pt x="554546" y="64294"/>
                  <a:pt x="551307" y="88678"/>
                  <a:pt x="537401" y="89535"/>
                </a:cubicBezTo>
                <a:lnTo>
                  <a:pt x="532543" y="89535"/>
                </a:lnTo>
                <a:lnTo>
                  <a:pt x="532448" y="124111"/>
                </a:lnTo>
                <a:lnTo>
                  <a:pt x="545878" y="124111"/>
                </a:lnTo>
                <a:lnTo>
                  <a:pt x="546068" y="102013"/>
                </a:lnTo>
                <a:lnTo>
                  <a:pt x="629031" y="102013"/>
                </a:lnTo>
                <a:lnTo>
                  <a:pt x="629031" y="124111"/>
                </a:lnTo>
                <a:lnTo>
                  <a:pt x="642461" y="124111"/>
                </a:lnTo>
                <a:lnTo>
                  <a:pt x="642461" y="89535"/>
                </a:lnTo>
                <a:lnTo>
                  <a:pt x="627507" y="89535"/>
                </a:lnTo>
                <a:lnTo>
                  <a:pt x="627507" y="89535"/>
                </a:lnTo>
                <a:close/>
                <a:moveTo>
                  <a:pt x="568262" y="34957"/>
                </a:moveTo>
                <a:lnTo>
                  <a:pt x="569024" y="13716"/>
                </a:lnTo>
                <a:lnTo>
                  <a:pt x="613220" y="13716"/>
                </a:lnTo>
                <a:lnTo>
                  <a:pt x="613220" y="89535"/>
                </a:lnTo>
                <a:lnTo>
                  <a:pt x="556355" y="89535"/>
                </a:lnTo>
                <a:cubicBezTo>
                  <a:pt x="564928" y="81724"/>
                  <a:pt x="567404" y="59531"/>
                  <a:pt x="568262" y="34957"/>
                </a:cubicBezTo>
                <a:lnTo>
                  <a:pt x="568262" y="34957"/>
                </a:lnTo>
                <a:close/>
                <a:moveTo>
                  <a:pt x="774954" y="0"/>
                </a:moveTo>
                <a:cubicBezTo>
                  <a:pt x="758666" y="0"/>
                  <a:pt x="744665" y="5524"/>
                  <a:pt x="735616" y="15907"/>
                </a:cubicBezTo>
                <a:lnTo>
                  <a:pt x="744665" y="24955"/>
                </a:lnTo>
                <a:cubicBezTo>
                  <a:pt x="752570" y="16764"/>
                  <a:pt x="762667" y="12954"/>
                  <a:pt x="774192" y="12954"/>
                </a:cubicBezTo>
                <a:cubicBezTo>
                  <a:pt x="793242" y="12954"/>
                  <a:pt x="807815" y="26098"/>
                  <a:pt x="810673" y="44863"/>
                </a:cubicBezTo>
                <a:lnTo>
                  <a:pt x="761905" y="44863"/>
                </a:lnTo>
                <a:lnTo>
                  <a:pt x="761905" y="56674"/>
                </a:lnTo>
                <a:lnTo>
                  <a:pt x="810768" y="56674"/>
                </a:lnTo>
                <a:cubicBezTo>
                  <a:pt x="808577" y="76390"/>
                  <a:pt x="793718" y="90297"/>
                  <a:pt x="774192" y="90297"/>
                </a:cubicBezTo>
                <a:cubicBezTo>
                  <a:pt x="762667" y="90297"/>
                  <a:pt x="752570" y="86678"/>
                  <a:pt x="744665" y="78296"/>
                </a:cubicBezTo>
                <a:lnTo>
                  <a:pt x="735616" y="87344"/>
                </a:lnTo>
                <a:cubicBezTo>
                  <a:pt x="744665" y="97917"/>
                  <a:pt x="758666" y="103251"/>
                  <a:pt x="774954" y="103251"/>
                </a:cubicBezTo>
                <a:cubicBezTo>
                  <a:pt x="804101" y="103251"/>
                  <a:pt x="825722" y="81439"/>
                  <a:pt x="825722" y="51625"/>
                </a:cubicBezTo>
                <a:cubicBezTo>
                  <a:pt x="825722" y="21812"/>
                  <a:pt x="804101" y="0"/>
                  <a:pt x="774954" y="0"/>
                </a:cubicBezTo>
                <a:lnTo>
                  <a:pt x="774954" y="0"/>
                </a:lnTo>
                <a:close/>
                <a:moveTo>
                  <a:pt x="942784" y="1143"/>
                </a:moveTo>
                <a:lnTo>
                  <a:pt x="941165" y="43720"/>
                </a:lnTo>
                <a:cubicBezTo>
                  <a:pt x="940022" y="74962"/>
                  <a:pt x="935641" y="89821"/>
                  <a:pt x="923163" y="89821"/>
                </a:cubicBezTo>
                <a:cubicBezTo>
                  <a:pt x="921544" y="89821"/>
                  <a:pt x="920306" y="89630"/>
                  <a:pt x="918591" y="89249"/>
                </a:cubicBezTo>
                <a:lnTo>
                  <a:pt x="917543" y="102108"/>
                </a:lnTo>
                <a:cubicBezTo>
                  <a:pt x="920972" y="102965"/>
                  <a:pt x="923734" y="103251"/>
                  <a:pt x="926592" y="103251"/>
                </a:cubicBezTo>
                <a:cubicBezTo>
                  <a:pt x="946499" y="103251"/>
                  <a:pt x="952691" y="83344"/>
                  <a:pt x="954024" y="43243"/>
                </a:cubicBezTo>
                <a:lnTo>
                  <a:pt x="955072" y="13716"/>
                </a:lnTo>
                <a:lnTo>
                  <a:pt x="999744" y="13716"/>
                </a:lnTo>
                <a:lnTo>
                  <a:pt x="999744" y="102108"/>
                </a:lnTo>
                <a:lnTo>
                  <a:pt x="1013841" y="102108"/>
                </a:lnTo>
                <a:lnTo>
                  <a:pt x="1013841" y="1143"/>
                </a:lnTo>
                <a:lnTo>
                  <a:pt x="942784" y="1143"/>
                </a:lnTo>
                <a:close/>
              </a:path>
            </a:pathLst>
          </a:custGeom>
          <a:solidFill>
            <a:srgbClr val="D89539"/>
          </a:solidFill>
          <a:ln w="9525">
            <a:noFill/>
            <a:prstDash val="solid"/>
          </a:ln>
        </p:spPr>
        <p:txBody>
          <a:bodyPr anchor="ctr"/>
          <a:lstStyle/>
          <a:p>
            <a:endParaRPr sz="2040"/>
          </a:p>
        </p:txBody>
      </p:sp>
      <p:sp>
        <p:nvSpPr>
          <p:cNvPr id="14" name="Freeform: Shape 13">
            <a:extLst>
              <a:ext uri="{FF2B5EF4-FFF2-40B4-BE49-F238E27FC236}">
                <a16:creationId xmlns:a16="http://schemas.microsoft.com/office/drawing/2014/main" id="{01CC4DE2-B299-EF39-1EB6-26EF3B37B87F}"/>
              </a:ext>
            </a:extLst>
          </p:cNvPr>
          <p:cNvSpPr>
            <a:spLocks noGrp="1"/>
          </p:cNvSpPr>
          <p:nvPr/>
        </p:nvSpPr>
        <p:spPr>
          <a:xfrm>
            <a:off x="11956254" y="271528"/>
            <a:ext cx="314473" cy="245430"/>
          </a:xfrm>
          <a:custGeom>
            <a:avLst/>
            <a:gdLst>
              <a:gd name="connsiteX0" fmla="*/ 155353 w 241554"/>
              <a:gd name="connsiteY0" fmla="*/ 169831 h 188499"/>
              <a:gd name="connsiteX1" fmla="*/ 155353 w 241554"/>
              <a:gd name="connsiteY1" fmla="*/ 168592 h 188499"/>
              <a:gd name="connsiteX2" fmla="*/ 229552 w 241554"/>
              <a:gd name="connsiteY2" fmla="*/ 126206 h 188499"/>
              <a:gd name="connsiteX3" fmla="*/ 240601 w 241554"/>
              <a:gd name="connsiteY3" fmla="*/ 119920 h 188499"/>
              <a:gd name="connsiteX4" fmla="*/ 241554 w 241554"/>
              <a:gd name="connsiteY4" fmla="*/ 120872 h 188499"/>
              <a:gd name="connsiteX5" fmla="*/ 173926 w 241554"/>
              <a:gd name="connsiteY5" fmla="*/ 188500 h 188499"/>
              <a:gd name="connsiteX6" fmla="*/ 155353 w 241554"/>
              <a:gd name="connsiteY6" fmla="*/ 169831 h 188499"/>
              <a:gd name="connsiteX7" fmla="*/ 155353 w 241554"/>
              <a:gd name="connsiteY7" fmla="*/ 169831 h 188499"/>
              <a:gd name="connsiteX8" fmla="*/ 155353 w 241554"/>
              <a:gd name="connsiteY8" fmla="*/ 161734 h 188499"/>
              <a:gd name="connsiteX9" fmla="*/ 220123 w 241554"/>
              <a:gd name="connsiteY9" fmla="*/ 112014 h 188499"/>
              <a:gd name="connsiteX10" fmla="*/ 227267 w 241554"/>
              <a:gd name="connsiteY10" fmla="*/ 106489 h 188499"/>
              <a:gd name="connsiteX11" fmla="*/ 213836 w 241554"/>
              <a:gd name="connsiteY11" fmla="*/ 93059 h 188499"/>
              <a:gd name="connsiteX12" fmla="*/ 208312 w 241554"/>
              <a:gd name="connsiteY12" fmla="*/ 98679 h 188499"/>
              <a:gd name="connsiteX13" fmla="*/ 155353 w 241554"/>
              <a:gd name="connsiteY13" fmla="*/ 152876 h 188499"/>
              <a:gd name="connsiteX14" fmla="*/ 155353 w 241554"/>
              <a:gd name="connsiteY14" fmla="*/ 161734 h 188499"/>
              <a:gd name="connsiteX15" fmla="*/ 155353 w 241554"/>
              <a:gd name="connsiteY15" fmla="*/ 161734 h 188499"/>
              <a:gd name="connsiteX16" fmla="*/ 155353 w 241554"/>
              <a:gd name="connsiteY16" fmla="*/ 141732 h 188499"/>
              <a:gd name="connsiteX17" fmla="*/ 195453 w 241554"/>
              <a:gd name="connsiteY17" fmla="*/ 87725 h 188499"/>
              <a:gd name="connsiteX18" fmla="*/ 200977 w 241554"/>
              <a:gd name="connsiteY18" fmla="*/ 80200 h 188499"/>
              <a:gd name="connsiteX19" fmla="*/ 186118 w 241554"/>
              <a:gd name="connsiteY19" fmla="*/ 65342 h 188499"/>
              <a:gd name="connsiteX20" fmla="*/ 179546 w 241554"/>
              <a:gd name="connsiteY20" fmla="*/ 77629 h 188499"/>
              <a:gd name="connsiteX21" fmla="*/ 155353 w 241554"/>
              <a:gd name="connsiteY21" fmla="*/ 123158 h 188499"/>
              <a:gd name="connsiteX22" fmla="*/ 155353 w 241554"/>
              <a:gd name="connsiteY22" fmla="*/ 141732 h 188499"/>
              <a:gd name="connsiteX23" fmla="*/ 155353 w 241554"/>
              <a:gd name="connsiteY23" fmla="*/ 141732 h 188499"/>
              <a:gd name="connsiteX24" fmla="*/ 155353 w 241554"/>
              <a:gd name="connsiteY24" fmla="*/ 94583 h 188499"/>
              <a:gd name="connsiteX25" fmla="*/ 155353 w 241554"/>
              <a:gd name="connsiteY25" fmla="*/ 34671 h 188499"/>
              <a:gd name="connsiteX26" fmla="*/ 171545 w 241554"/>
              <a:gd name="connsiteY26" fmla="*/ 50863 h 188499"/>
              <a:gd name="connsiteX27" fmla="*/ 164116 w 241554"/>
              <a:gd name="connsiteY27" fmla="*/ 70866 h 188499"/>
              <a:gd name="connsiteX28" fmla="*/ 155353 w 241554"/>
              <a:gd name="connsiteY28" fmla="*/ 94583 h 188499"/>
              <a:gd name="connsiteX29" fmla="*/ 155353 w 241554"/>
              <a:gd name="connsiteY29" fmla="*/ 34576 h 188499"/>
              <a:gd name="connsiteX30" fmla="*/ 155353 w 241554"/>
              <a:gd name="connsiteY30" fmla="*/ 94488 h 188499"/>
              <a:gd name="connsiteX31" fmla="*/ 135064 w 241554"/>
              <a:gd name="connsiteY31" fmla="*/ 149447 h 188499"/>
              <a:gd name="connsiteX32" fmla="*/ 131350 w 241554"/>
              <a:gd name="connsiteY32" fmla="*/ 145733 h 188499"/>
              <a:gd name="connsiteX33" fmla="*/ 131350 w 241554"/>
              <a:gd name="connsiteY33" fmla="*/ 136970 h 188499"/>
              <a:gd name="connsiteX34" fmla="*/ 146113 w 241554"/>
              <a:gd name="connsiteY34" fmla="*/ 65532 h 188499"/>
              <a:gd name="connsiteX35" fmla="*/ 152971 w 241554"/>
              <a:gd name="connsiteY35" fmla="*/ 32195 h 188499"/>
              <a:gd name="connsiteX36" fmla="*/ 155353 w 241554"/>
              <a:gd name="connsiteY36" fmla="*/ 34576 h 188499"/>
              <a:gd name="connsiteX37" fmla="*/ 155353 w 241554"/>
              <a:gd name="connsiteY37" fmla="*/ 34576 h 188499"/>
              <a:gd name="connsiteX38" fmla="*/ 155353 w 241554"/>
              <a:gd name="connsiteY38" fmla="*/ 123254 h 188499"/>
              <a:gd name="connsiteX39" fmla="*/ 139160 w 241554"/>
              <a:gd name="connsiteY39" fmla="*/ 153638 h 188499"/>
              <a:gd name="connsiteX40" fmla="*/ 143351 w 241554"/>
              <a:gd name="connsiteY40" fmla="*/ 157829 h 188499"/>
              <a:gd name="connsiteX41" fmla="*/ 155353 w 241554"/>
              <a:gd name="connsiteY41" fmla="*/ 141732 h 188499"/>
              <a:gd name="connsiteX42" fmla="*/ 155353 w 241554"/>
              <a:gd name="connsiteY42" fmla="*/ 123254 h 188499"/>
              <a:gd name="connsiteX43" fmla="*/ 155353 w 241554"/>
              <a:gd name="connsiteY43" fmla="*/ 123254 h 188499"/>
              <a:gd name="connsiteX44" fmla="*/ 155353 w 241554"/>
              <a:gd name="connsiteY44" fmla="*/ 152971 h 188499"/>
              <a:gd name="connsiteX45" fmla="*/ 155353 w 241554"/>
              <a:gd name="connsiteY45" fmla="*/ 161830 h 188499"/>
              <a:gd name="connsiteX46" fmla="*/ 150781 w 241554"/>
              <a:gd name="connsiteY46" fmla="*/ 165354 h 188499"/>
              <a:gd name="connsiteX47" fmla="*/ 146971 w 241554"/>
              <a:gd name="connsiteY47" fmla="*/ 161544 h 188499"/>
              <a:gd name="connsiteX48" fmla="*/ 155353 w 241554"/>
              <a:gd name="connsiteY48" fmla="*/ 152971 h 188499"/>
              <a:gd name="connsiteX49" fmla="*/ 155353 w 241554"/>
              <a:gd name="connsiteY49" fmla="*/ 152971 h 188499"/>
              <a:gd name="connsiteX50" fmla="*/ 155353 w 241554"/>
              <a:gd name="connsiteY50" fmla="*/ 168592 h 188499"/>
              <a:gd name="connsiteX51" fmla="*/ 155353 w 241554"/>
              <a:gd name="connsiteY51" fmla="*/ 169831 h 188499"/>
              <a:gd name="connsiteX52" fmla="*/ 154496 w 241554"/>
              <a:gd name="connsiteY52" fmla="*/ 168974 h 188499"/>
              <a:gd name="connsiteX53" fmla="*/ 155353 w 241554"/>
              <a:gd name="connsiteY53" fmla="*/ 168592 h 188499"/>
              <a:gd name="connsiteX54" fmla="*/ 155353 w 241554"/>
              <a:gd name="connsiteY54" fmla="*/ 168592 h 188499"/>
              <a:gd name="connsiteX55" fmla="*/ 131350 w 241554"/>
              <a:gd name="connsiteY55" fmla="*/ 33909 h 188499"/>
              <a:gd name="connsiteX56" fmla="*/ 132874 w 241554"/>
              <a:gd name="connsiteY56" fmla="*/ 12097 h 188499"/>
              <a:gd name="connsiteX57" fmla="*/ 131350 w 241554"/>
              <a:gd name="connsiteY57" fmla="*/ 10573 h 188499"/>
              <a:gd name="connsiteX58" fmla="*/ 131350 w 241554"/>
              <a:gd name="connsiteY58" fmla="*/ 33909 h 188499"/>
              <a:gd name="connsiteX59" fmla="*/ 131350 w 241554"/>
              <a:gd name="connsiteY59" fmla="*/ 10573 h 188499"/>
              <a:gd name="connsiteX60" fmla="*/ 131350 w 241554"/>
              <a:gd name="connsiteY60" fmla="*/ 33909 h 188499"/>
              <a:gd name="connsiteX61" fmla="*/ 129350 w 241554"/>
              <a:gd name="connsiteY61" fmla="*/ 63341 h 188499"/>
              <a:gd name="connsiteX62" fmla="*/ 124206 w 241554"/>
              <a:gd name="connsiteY62" fmla="*/ 138684 h 188499"/>
              <a:gd name="connsiteX63" fmla="*/ 117538 w 241554"/>
              <a:gd name="connsiteY63" fmla="*/ 138493 h 188499"/>
              <a:gd name="connsiteX64" fmla="*/ 112585 w 241554"/>
              <a:gd name="connsiteY64" fmla="*/ 63341 h 188499"/>
              <a:gd name="connsiteX65" fmla="*/ 110490 w 241554"/>
              <a:gd name="connsiteY65" fmla="*/ 31528 h 188499"/>
              <a:gd name="connsiteX66" fmla="*/ 110490 w 241554"/>
              <a:gd name="connsiteY66" fmla="*/ 10287 h 188499"/>
              <a:gd name="connsiteX67" fmla="*/ 120777 w 241554"/>
              <a:gd name="connsiteY67" fmla="*/ 0 h 188499"/>
              <a:gd name="connsiteX68" fmla="*/ 131350 w 241554"/>
              <a:gd name="connsiteY68" fmla="*/ 10573 h 188499"/>
              <a:gd name="connsiteX69" fmla="*/ 131350 w 241554"/>
              <a:gd name="connsiteY69" fmla="*/ 10573 h 188499"/>
              <a:gd name="connsiteX70" fmla="*/ 131350 w 241554"/>
              <a:gd name="connsiteY70" fmla="*/ 137065 h 188499"/>
              <a:gd name="connsiteX71" fmla="*/ 129826 w 241554"/>
              <a:gd name="connsiteY71" fmla="*/ 144304 h 188499"/>
              <a:gd name="connsiteX72" fmla="*/ 131350 w 241554"/>
              <a:gd name="connsiteY72" fmla="*/ 145828 h 188499"/>
              <a:gd name="connsiteX73" fmla="*/ 131350 w 241554"/>
              <a:gd name="connsiteY73" fmla="*/ 137065 h 188499"/>
              <a:gd name="connsiteX74" fmla="*/ 131350 w 241554"/>
              <a:gd name="connsiteY74" fmla="*/ 137065 h 188499"/>
              <a:gd name="connsiteX75" fmla="*/ 110490 w 241554"/>
              <a:gd name="connsiteY75" fmla="*/ 145542 h 188499"/>
              <a:gd name="connsiteX76" fmla="*/ 111823 w 241554"/>
              <a:gd name="connsiteY76" fmla="*/ 144209 h 188499"/>
              <a:gd name="connsiteX77" fmla="*/ 110490 w 241554"/>
              <a:gd name="connsiteY77" fmla="*/ 137732 h 188499"/>
              <a:gd name="connsiteX78" fmla="*/ 110490 w 241554"/>
              <a:gd name="connsiteY78" fmla="*/ 145542 h 188499"/>
              <a:gd name="connsiteX79" fmla="*/ 78676 w 241554"/>
              <a:gd name="connsiteY79" fmla="*/ 164021 h 188499"/>
              <a:gd name="connsiteX80" fmla="*/ 87058 w 241554"/>
              <a:gd name="connsiteY80" fmla="*/ 168878 h 188499"/>
              <a:gd name="connsiteX81" fmla="*/ 78676 w 241554"/>
              <a:gd name="connsiteY81" fmla="*/ 177260 h 188499"/>
              <a:gd name="connsiteX82" fmla="*/ 78676 w 241554"/>
              <a:gd name="connsiteY82" fmla="*/ 164021 h 188499"/>
              <a:gd name="connsiteX83" fmla="*/ 78676 w 241554"/>
              <a:gd name="connsiteY83" fmla="*/ 164021 h 188499"/>
              <a:gd name="connsiteX84" fmla="*/ 110490 w 241554"/>
              <a:gd name="connsiteY84" fmla="*/ 10287 h 188499"/>
              <a:gd name="connsiteX85" fmla="*/ 110490 w 241554"/>
              <a:gd name="connsiteY85" fmla="*/ 31528 h 188499"/>
              <a:gd name="connsiteX86" fmla="*/ 109156 w 241554"/>
              <a:gd name="connsiteY86" fmla="*/ 11525 h 188499"/>
              <a:gd name="connsiteX87" fmla="*/ 110490 w 241554"/>
              <a:gd name="connsiteY87" fmla="*/ 10287 h 188499"/>
              <a:gd name="connsiteX88" fmla="*/ 110490 w 241554"/>
              <a:gd name="connsiteY88" fmla="*/ 10287 h 188499"/>
              <a:gd name="connsiteX89" fmla="*/ 110490 w 241554"/>
              <a:gd name="connsiteY89" fmla="*/ 137732 h 188499"/>
              <a:gd name="connsiteX90" fmla="*/ 110490 w 241554"/>
              <a:gd name="connsiteY90" fmla="*/ 145447 h 188499"/>
              <a:gd name="connsiteX91" fmla="*/ 106585 w 241554"/>
              <a:gd name="connsiteY91" fmla="*/ 149352 h 188499"/>
              <a:gd name="connsiteX92" fmla="*/ 78772 w 241554"/>
              <a:gd name="connsiteY92" fmla="*/ 73247 h 188499"/>
              <a:gd name="connsiteX93" fmla="*/ 78772 w 241554"/>
              <a:gd name="connsiteY93" fmla="*/ 42005 h 188499"/>
              <a:gd name="connsiteX94" fmla="*/ 88963 w 241554"/>
              <a:gd name="connsiteY94" fmla="*/ 31813 h 188499"/>
              <a:gd name="connsiteX95" fmla="*/ 95821 w 241554"/>
              <a:gd name="connsiteY95" fmla="*/ 65532 h 188499"/>
              <a:gd name="connsiteX96" fmla="*/ 110490 w 241554"/>
              <a:gd name="connsiteY96" fmla="*/ 137732 h 188499"/>
              <a:gd name="connsiteX97" fmla="*/ 110490 w 241554"/>
              <a:gd name="connsiteY97" fmla="*/ 137732 h 188499"/>
              <a:gd name="connsiteX98" fmla="*/ 78676 w 241554"/>
              <a:gd name="connsiteY98" fmla="*/ 155734 h 188499"/>
              <a:gd name="connsiteX99" fmla="*/ 90773 w 241554"/>
              <a:gd name="connsiteY99" fmla="*/ 165163 h 188499"/>
              <a:gd name="connsiteX100" fmla="*/ 94488 w 241554"/>
              <a:gd name="connsiteY100" fmla="*/ 161449 h 188499"/>
              <a:gd name="connsiteX101" fmla="*/ 78581 w 241554"/>
              <a:gd name="connsiteY101" fmla="*/ 145066 h 188499"/>
              <a:gd name="connsiteX102" fmla="*/ 78581 w 241554"/>
              <a:gd name="connsiteY102" fmla="*/ 155734 h 188499"/>
              <a:gd name="connsiteX103" fmla="*/ 78676 w 241554"/>
              <a:gd name="connsiteY103" fmla="*/ 155734 h 188499"/>
              <a:gd name="connsiteX104" fmla="*/ 78676 w 241554"/>
              <a:gd name="connsiteY104" fmla="*/ 131350 h 188499"/>
              <a:gd name="connsiteX105" fmla="*/ 98203 w 241554"/>
              <a:gd name="connsiteY105" fmla="*/ 157829 h 188499"/>
              <a:gd name="connsiteX106" fmla="*/ 102394 w 241554"/>
              <a:gd name="connsiteY106" fmla="*/ 153638 h 188499"/>
              <a:gd name="connsiteX107" fmla="*/ 78676 w 241554"/>
              <a:gd name="connsiteY107" fmla="*/ 108775 h 188499"/>
              <a:gd name="connsiteX108" fmla="*/ 78676 w 241554"/>
              <a:gd name="connsiteY108" fmla="*/ 131350 h 188499"/>
              <a:gd name="connsiteX109" fmla="*/ 50863 w 241554"/>
              <a:gd name="connsiteY109" fmla="*/ 148018 h 188499"/>
              <a:gd name="connsiteX110" fmla="*/ 78676 w 241554"/>
              <a:gd name="connsiteY110" fmla="*/ 164116 h 188499"/>
              <a:gd name="connsiteX111" fmla="*/ 78676 w 241554"/>
              <a:gd name="connsiteY111" fmla="*/ 177355 h 188499"/>
              <a:gd name="connsiteX112" fmla="*/ 67627 w 241554"/>
              <a:gd name="connsiteY112" fmla="*/ 188404 h 188499"/>
              <a:gd name="connsiteX113" fmla="*/ 50863 w 241554"/>
              <a:gd name="connsiteY113" fmla="*/ 171641 h 188499"/>
              <a:gd name="connsiteX114" fmla="*/ 50863 w 241554"/>
              <a:gd name="connsiteY114" fmla="*/ 148018 h 188499"/>
              <a:gd name="connsiteX115" fmla="*/ 50863 w 241554"/>
              <a:gd name="connsiteY115" fmla="*/ 148018 h 188499"/>
              <a:gd name="connsiteX116" fmla="*/ 78676 w 241554"/>
              <a:gd name="connsiteY116" fmla="*/ 42005 h 188499"/>
              <a:gd name="connsiteX117" fmla="*/ 78676 w 241554"/>
              <a:gd name="connsiteY117" fmla="*/ 73247 h 188499"/>
              <a:gd name="connsiteX118" fmla="*/ 77724 w 241554"/>
              <a:gd name="connsiteY118" fmla="*/ 70580 h 188499"/>
              <a:gd name="connsiteX119" fmla="*/ 70294 w 241554"/>
              <a:gd name="connsiteY119" fmla="*/ 50292 h 188499"/>
              <a:gd name="connsiteX120" fmla="*/ 78676 w 241554"/>
              <a:gd name="connsiteY120" fmla="*/ 42005 h 188499"/>
              <a:gd name="connsiteX121" fmla="*/ 78676 w 241554"/>
              <a:gd name="connsiteY121" fmla="*/ 42005 h 188499"/>
              <a:gd name="connsiteX122" fmla="*/ 78676 w 241554"/>
              <a:gd name="connsiteY122" fmla="*/ 108680 h 188499"/>
              <a:gd name="connsiteX123" fmla="*/ 62198 w 241554"/>
              <a:gd name="connsiteY123" fmla="*/ 77533 h 188499"/>
              <a:gd name="connsiteX124" fmla="*/ 55626 w 241554"/>
              <a:gd name="connsiteY124" fmla="*/ 65056 h 188499"/>
              <a:gd name="connsiteX125" fmla="*/ 50768 w 241554"/>
              <a:gd name="connsiteY125" fmla="*/ 69913 h 188499"/>
              <a:gd name="connsiteX126" fmla="*/ 50768 w 241554"/>
              <a:gd name="connsiteY126" fmla="*/ 93535 h 188499"/>
              <a:gd name="connsiteX127" fmla="*/ 78581 w 241554"/>
              <a:gd name="connsiteY127" fmla="*/ 131254 h 188499"/>
              <a:gd name="connsiteX128" fmla="*/ 78581 w 241554"/>
              <a:gd name="connsiteY128" fmla="*/ 108680 h 188499"/>
              <a:gd name="connsiteX129" fmla="*/ 78676 w 241554"/>
              <a:gd name="connsiteY129" fmla="*/ 108680 h 188499"/>
              <a:gd name="connsiteX130" fmla="*/ 78676 w 241554"/>
              <a:gd name="connsiteY130" fmla="*/ 145066 h 188499"/>
              <a:gd name="connsiteX131" fmla="*/ 50863 w 241554"/>
              <a:gd name="connsiteY131" fmla="*/ 116396 h 188499"/>
              <a:gd name="connsiteX132" fmla="*/ 50863 w 241554"/>
              <a:gd name="connsiteY132" fmla="*/ 134207 h 188499"/>
              <a:gd name="connsiteX133" fmla="*/ 78676 w 241554"/>
              <a:gd name="connsiteY133" fmla="*/ 155734 h 188499"/>
              <a:gd name="connsiteX134" fmla="*/ 78676 w 241554"/>
              <a:gd name="connsiteY134" fmla="*/ 145066 h 188499"/>
              <a:gd name="connsiteX135" fmla="*/ 0 w 241554"/>
              <a:gd name="connsiteY135" fmla="*/ 120682 h 188499"/>
              <a:gd name="connsiteX136" fmla="*/ 1333 w 241554"/>
              <a:gd name="connsiteY136" fmla="*/ 119348 h 188499"/>
              <a:gd name="connsiteX137" fmla="*/ 50863 w 241554"/>
              <a:gd name="connsiteY137" fmla="*/ 147923 h 188499"/>
              <a:gd name="connsiteX138" fmla="*/ 50863 w 241554"/>
              <a:gd name="connsiteY138" fmla="*/ 171545 h 188499"/>
              <a:gd name="connsiteX139" fmla="*/ 0 w 241554"/>
              <a:gd name="connsiteY139" fmla="*/ 120682 h 188499"/>
              <a:gd name="connsiteX140" fmla="*/ 0 w 241554"/>
              <a:gd name="connsiteY140" fmla="*/ 120682 h 188499"/>
              <a:gd name="connsiteX141" fmla="*/ 50863 w 241554"/>
              <a:gd name="connsiteY141" fmla="*/ 69913 h 188499"/>
              <a:gd name="connsiteX142" fmla="*/ 50863 w 241554"/>
              <a:gd name="connsiteY142" fmla="*/ 93535 h 188499"/>
              <a:gd name="connsiteX143" fmla="*/ 46387 w 241554"/>
              <a:gd name="connsiteY143" fmla="*/ 87535 h 188499"/>
              <a:gd name="connsiteX144" fmla="*/ 40767 w 241554"/>
              <a:gd name="connsiteY144" fmla="*/ 79915 h 188499"/>
              <a:gd name="connsiteX145" fmla="*/ 50863 w 241554"/>
              <a:gd name="connsiteY145" fmla="*/ 69913 h 188499"/>
              <a:gd name="connsiteX146" fmla="*/ 50863 w 241554"/>
              <a:gd name="connsiteY146" fmla="*/ 69913 h 188499"/>
              <a:gd name="connsiteX147" fmla="*/ 50863 w 241554"/>
              <a:gd name="connsiteY147" fmla="*/ 116396 h 188499"/>
              <a:gd name="connsiteX148" fmla="*/ 33528 w 241554"/>
              <a:gd name="connsiteY148" fmla="*/ 98488 h 188499"/>
              <a:gd name="connsiteX149" fmla="*/ 28004 w 241554"/>
              <a:gd name="connsiteY149" fmla="*/ 92774 h 188499"/>
              <a:gd name="connsiteX150" fmla="*/ 14668 w 241554"/>
              <a:gd name="connsiteY150" fmla="*/ 106108 h 188499"/>
              <a:gd name="connsiteX151" fmla="*/ 50863 w 241554"/>
              <a:gd name="connsiteY151" fmla="*/ 134207 h 188499"/>
              <a:gd name="connsiteX152" fmla="*/ 50863 w 241554"/>
              <a:gd name="connsiteY152" fmla="*/ 116396 h 188499"/>
            </a:gdLst>
            <a:ahLst/>
            <a:cxnLst/>
            <a:rect l="l" t="t" r="r" b="b"/>
            <a:pathLst>
              <a:path w="241554" h="188499">
                <a:moveTo>
                  <a:pt x="155353" y="169831"/>
                </a:moveTo>
                <a:lnTo>
                  <a:pt x="155353" y="168592"/>
                </a:lnTo>
                <a:lnTo>
                  <a:pt x="229552" y="126206"/>
                </a:lnTo>
                <a:lnTo>
                  <a:pt x="240601" y="119920"/>
                </a:lnTo>
                <a:lnTo>
                  <a:pt x="241554" y="120872"/>
                </a:lnTo>
                <a:lnTo>
                  <a:pt x="173926" y="188500"/>
                </a:lnTo>
                <a:lnTo>
                  <a:pt x="155353" y="169831"/>
                </a:lnTo>
                <a:lnTo>
                  <a:pt x="155353" y="169831"/>
                </a:lnTo>
                <a:close/>
                <a:moveTo>
                  <a:pt x="155353" y="161734"/>
                </a:moveTo>
                <a:lnTo>
                  <a:pt x="220123" y="112014"/>
                </a:lnTo>
                <a:lnTo>
                  <a:pt x="227267" y="106489"/>
                </a:lnTo>
                <a:lnTo>
                  <a:pt x="213836" y="93059"/>
                </a:lnTo>
                <a:lnTo>
                  <a:pt x="208312" y="98679"/>
                </a:lnTo>
                <a:lnTo>
                  <a:pt x="155353" y="152876"/>
                </a:lnTo>
                <a:lnTo>
                  <a:pt x="155353" y="161734"/>
                </a:lnTo>
                <a:lnTo>
                  <a:pt x="155353" y="161734"/>
                </a:lnTo>
                <a:close/>
                <a:moveTo>
                  <a:pt x="155353" y="141732"/>
                </a:moveTo>
                <a:lnTo>
                  <a:pt x="195453" y="87725"/>
                </a:lnTo>
                <a:lnTo>
                  <a:pt x="200977" y="80200"/>
                </a:lnTo>
                <a:lnTo>
                  <a:pt x="186118" y="65342"/>
                </a:lnTo>
                <a:lnTo>
                  <a:pt x="179546" y="77629"/>
                </a:lnTo>
                <a:lnTo>
                  <a:pt x="155353" y="123158"/>
                </a:lnTo>
                <a:lnTo>
                  <a:pt x="155353" y="141732"/>
                </a:lnTo>
                <a:lnTo>
                  <a:pt x="155353" y="141732"/>
                </a:lnTo>
                <a:close/>
                <a:moveTo>
                  <a:pt x="155353" y="94583"/>
                </a:moveTo>
                <a:lnTo>
                  <a:pt x="155353" y="34671"/>
                </a:lnTo>
                <a:lnTo>
                  <a:pt x="171545" y="50863"/>
                </a:lnTo>
                <a:lnTo>
                  <a:pt x="164116" y="70866"/>
                </a:lnTo>
                <a:lnTo>
                  <a:pt x="155353" y="94583"/>
                </a:lnTo>
                <a:close/>
                <a:moveTo>
                  <a:pt x="155353" y="34576"/>
                </a:moveTo>
                <a:lnTo>
                  <a:pt x="155353" y="94488"/>
                </a:lnTo>
                <a:lnTo>
                  <a:pt x="135064" y="149447"/>
                </a:lnTo>
                <a:lnTo>
                  <a:pt x="131350" y="145733"/>
                </a:lnTo>
                <a:lnTo>
                  <a:pt x="131350" y="136970"/>
                </a:lnTo>
                <a:lnTo>
                  <a:pt x="146113" y="65532"/>
                </a:lnTo>
                <a:lnTo>
                  <a:pt x="152971" y="32195"/>
                </a:lnTo>
                <a:lnTo>
                  <a:pt x="155353" y="34576"/>
                </a:lnTo>
                <a:lnTo>
                  <a:pt x="155353" y="34576"/>
                </a:lnTo>
                <a:close/>
                <a:moveTo>
                  <a:pt x="155353" y="123254"/>
                </a:moveTo>
                <a:lnTo>
                  <a:pt x="139160" y="153638"/>
                </a:lnTo>
                <a:lnTo>
                  <a:pt x="143351" y="157829"/>
                </a:lnTo>
                <a:lnTo>
                  <a:pt x="155353" y="141732"/>
                </a:lnTo>
                <a:lnTo>
                  <a:pt x="155353" y="123254"/>
                </a:lnTo>
                <a:lnTo>
                  <a:pt x="155353" y="123254"/>
                </a:lnTo>
                <a:close/>
                <a:moveTo>
                  <a:pt x="155353" y="152971"/>
                </a:moveTo>
                <a:lnTo>
                  <a:pt x="155353" y="161830"/>
                </a:lnTo>
                <a:lnTo>
                  <a:pt x="150781" y="165354"/>
                </a:lnTo>
                <a:lnTo>
                  <a:pt x="146971" y="161544"/>
                </a:lnTo>
                <a:lnTo>
                  <a:pt x="155353" y="152971"/>
                </a:lnTo>
                <a:lnTo>
                  <a:pt x="155353" y="152971"/>
                </a:lnTo>
                <a:close/>
                <a:moveTo>
                  <a:pt x="155353" y="168592"/>
                </a:moveTo>
                <a:lnTo>
                  <a:pt x="155353" y="169831"/>
                </a:lnTo>
                <a:lnTo>
                  <a:pt x="154496" y="168974"/>
                </a:lnTo>
                <a:lnTo>
                  <a:pt x="155353" y="168592"/>
                </a:lnTo>
                <a:lnTo>
                  <a:pt x="155353" y="168592"/>
                </a:lnTo>
                <a:close/>
                <a:moveTo>
                  <a:pt x="131350" y="33909"/>
                </a:moveTo>
                <a:lnTo>
                  <a:pt x="132874" y="12097"/>
                </a:lnTo>
                <a:lnTo>
                  <a:pt x="131350" y="10573"/>
                </a:lnTo>
                <a:lnTo>
                  <a:pt x="131350" y="33909"/>
                </a:lnTo>
                <a:close/>
                <a:moveTo>
                  <a:pt x="131350" y="10573"/>
                </a:moveTo>
                <a:lnTo>
                  <a:pt x="131350" y="33909"/>
                </a:lnTo>
                <a:lnTo>
                  <a:pt x="129350" y="63341"/>
                </a:lnTo>
                <a:lnTo>
                  <a:pt x="124206" y="138684"/>
                </a:lnTo>
                <a:lnTo>
                  <a:pt x="117538" y="138493"/>
                </a:lnTo>
                <a:lnTo>
                  <a:pt x="112585" y="63341"/>
                </a:lnTo>
                <a:lnTo>
                  <a:pt x="110490" y="31528"/>
                </a:lnTo>
                <a:lnTo>
                  <a:pt x="110490" y="10287"/>
                </a:lnTo>
                <a:lnTo>
                  <a:pt x="120777" y="0"/>
                </a:lnTo>
                <a:lnTo>
                  <a:pt x="131350" y="10573"/>
                </a:lnTo>
                <a:lnTo>
                  <a:pt x="131350" y="10573"/>
                </a:lnTo>
                <a:close/>
                <a:moveTo>
                  <a:pt x="131350" y="137065"/>
                </a:moveTo>
                <a:lnTo>
                  <a:pt x="129826" y="144304"/>
                </a:lnTo>
                <a:lnTo>
                  <a:pt x="131350" y="145828"/>
                </a:lnTo>
                <a:lnTo>
                  <a:pt x="131350" y="137065"/>
                </a:lnTo>
                <a:lnTo>
                  <a:pt x="131350" y="137065"/>
                </a:lnTo>
                <a:close/>
                <a:moveTo>
                  <a:pt x="110490" y="145542"/>
                </a:moveTo>
                <a:lnTo>
                  <a:pt x="111823" y="144209"/>
                </a:lnTo>
                <a:lnTo>
                  <a:pt x="110490" y="137732"/>
                </a:lnTo>
                <a:lnTo>
                  <a:pt x="110490" y="145542"/>
                </a:lnTo>
                <a:close/>
                <a:moveTo>
                  <a:pt x="78676" y="164021"/>
                </a:moveTo>
                <a:lnTo>
                  <a:pt x="87058" y="168878"/>
                </a:lnTo>
                <a:lnTo>
                  <a:pt x="78676" y="177260"/>
                </a:lnTo>
                <a:lnTo>
                  <a:pt x="78676" y="164021"/>
                </a:lnTo>
                <a:lnTo>
                  <a:pt x="78676" y="164021"/>
                </a:lnTo>
                <a:close/>
                <a:moveTo>
                  <a:pt x="110490" y="10287"/>
                </a:moveTo>
                <a:lnTo>
                  <a:pt x="110490" y="31528"/>
                </a:lnTo>
                <a:lnTo>
                  <a:pt x="109156" y="11525"/>
                </a:lnTo>
                <a:lnTo>
                  <a:pt x="110490" y="10287"/>
                </a:lnTo>
                <a:lnTo>
                  <a:pt x="110490" y="10287"/>
                </a:lnTo>
                <a:close/>
                <a:moveTo>
                  <a:pt x="110490" y="137732"/>
                </a:moveTo>
                <a:lnTo>
                  <a:pt x="110490" y="145447"/>
                </a:lnTo>
                <a:lnTo>
                  <a:pt x="106585" y="149352"/>
                </a:lnTo>
                <a:lnTo>
                  <a:pt x="78772" y="73247"/>
                </a:lnTo>
                <a:lnTo>
                  <a:pt x="78772" y="42005"/>
                </a:lnTo>
                <a:lnTo>
                  <a:pt x="88963" y="31813"/>
                </a:lnTo>
                <a:lnTo>
                  <a:pt x="95821" y="65532"/>
                </a:lnTo>
                <a:lnTo>
                  <a:pt x="110490" y="137732"/>
                </a:lnTo>
                <a:lnTo>
                  <a:pt x="110490" y="137732"/>
                </a:lnTo>
                <a:close/>
                <a:moveTo>
                  <a:pt x="78676" y="155734"/>
                </a:moveTo>
                <a:lnTo>
                  <a:pt x="90773" y="165163"/>
                </a:lnTo>
                <a:lnTo>
                  <a:pt x="94488" y="161449"/>
                </a:lnTo>
                <a:lnTo>
                  <a:pt x="78581" y="145066"/>
                </a:lnTo>
                <a:lnTo>
                  <a:pt x="78581" y="155734"/>
                </a:lnTo>
                <a:lnTo>
                  <a:pt x="78676" y="155734"/>
                </a:lnTo>
                <a:close/>
                <a:moveTo>
                  <a:pt x="78676" y="131350"/>
                </a:moveTo>
                <a:lnTo>
                  <a:pt x="98203" y="157829"/>
                </a:lnTo>
                <a:lnTo>
                  <a:pt x="102394" y="153638"/>
                </a:lnTo>
                <a:lnTo>
                  <a:pt x="78676" y="108775"/>
                </a:lnTo>
                <a:lnTo>
                  <a:pt x="78676" y="131350"/>
                </a:lnTo>
                <a:close/>
                <a:moveTo>
                  <a:pt x="50863" y="148018"/>
                </a:moveTo>
                <a:lnTo>
                  <a:pt x="78676" y="164116"/>
                </a:lnTo>
                <a:lnTo>
                  <a:pt x="78676" y="177355"/>
                </a:lnTo>
                <a:lnTo>
                  <a:pt x="67627" y="188404"/>
                </a:lnTo>
                <a:lnTo>
                  <a:pt x="50863" y="171641"/>
                </a:lnTo>
                <a:lnTo>
                  <a:pt x="50863" y="148018"/>
                </a:lnTo>
                <a:lnTo>
                  <a:pt x="50863" y="148018"/>
                </a:lnTo>
                <a:close/>
                <a:moveTo>
                  <a:pt x="78676" y="42005"/>
                </a:moveTo>
                <a:lnTo>
                  <a:pt x="78676" y="73247"/>
                </a:lnTo>
                <a:lnTo>
                  <a:pt x="77724" y="70580"/>
                </a:lnTo>
                <a:lnTo>
                  <a:pt x="70294" y="50292"/>
                </a:lnTo>
                <a:lnTo>
                  <a:pt x="78676" y="42005"/>
                </a:lnTo>
                <a:lnTo>
                  <a:pt x="78676" y="42005"/>
                </a:lnTo>
                <a:close/>
                <a:moveTo>
                  <a:pt x="78676" y="108680"/>
                </a:moveTo>
                <a:lnTo>
                  <a:pt x="62198" y="77533"/>
                </a:lnTo>
                <a:lnTo>
                  <a:pt x="55626" y="65056"/>
                </a:lnTo>
                <a:lnTo>
                  <a:pt x="50768" y="69913"/>
                </a:lnTo>
                <a:lnTo>
                  <a:pt x="50768" y="93535"/>
                </a:lnTo>
                <a:lnTo>
                  <a:pt x="78581" y="131254"/>
                </a:lnTo>
                <a:lnTo>
                  <a:pt x="78581" y="108680"/>
                </a:lnTo>
                <a:lnTo>
                  <a:pt x="78676" y="108680"/>
                </a:lnTo>
                <a:close/>
                <a:moveTo>
                  <a:pt x="78676" y="145066"/>
                </a:moveTo>
                <a:lnTo>
                  <a:pt x="50863" y="116396"/>
                </a:lnTo>
                <a:lnTo>
                  <a:pt x="50863" y="134207"/>
                </a:lnTo>
                <a:lnTo>
                  <a:pt x="78676" y="155734"/>
                </a:lnTo>
                <a:lnTo>
                  <a:pt x="78676" y="145066"/>
                </a:lnTo>
                <a:close/>
                <a:moveTo>
                  <a:pt x="0" y="120682"/>
                </a:moveTo>
                <a:lnTo>
                  <a:pt x="1333" y="119348"/>
                </a:lnTo>
                <a:lnTo>
                  <a:pt x="50863" y="147923"/>
                </a:lnTo>
                <a:lnTo>
                  <a:pt x="50863" y="171545"/>
                </a:lnTo>
                <a:lnTo>
                  <a:pt x="0" y="120682"/>
                </a:lnTo>
                <a:lnTo>
                  <a:pt x="0" y="120682"/>
                </a:lnTo>
                <a:close/>
                <a:moveTo>
                  <a:pt x="50863" y="69913"/>
                </a:moveTo>
                <a:lnTo>
                  <a:pt x="50863" y="93535"/>
                </a:lnTo>
                <a:lnTo>
                  <a:pt x="46387" y="87535"/>
                </a:lnTo>
                <a:lnTo>
                  <a:pt x="40767" y="79915"/>
                </a:lnTo>
                <a:lnTo>
                  <a:pt x="50863" y="69913"/>
                </a:lnTo>
                <a:lnTo>
                  <a:pt x="50863" y="69913"/>
                </a:lnTo>
                <a:close/>
                <a:moveTo>
                  <a:pt x="50863" y="116396"/>
                </a:moveTo>
                <a:lnTo>
                  <a:pt x="33528" y="98488"/>
                </a:lnTo>
                <a:lnTo>
                  <a:pt x="28004" y="92774"/>
                </a:lnTo>
                <a:lnTo>
                  <a:pt x="14668" y="106108"/>
                </a:lnTo>
                <a:lnTo>
                  <a:pt x="50863" y="134207"/>
                </a:lnTo>
                <a:lnTo>
                  <a:pt x="50863" y="116396"/>
                </a:lnTo>
                <a:close/>
              </a:path>
            </a:pathLst>
          </a:custGeom>
          <a:solidFill>
            <a:srgbClr val="0DB0B3"/>
          </a:solidFill>
          <a:ln w="9525">
            <a:noFill/>
            <a:prstDash val="solid"/>
          </a:ln>
        </p:spPr>
        <p:txBody>
          <a:bodyPr anchor="ctr"/>
          <a:lstStyle/>
          <a:p>
            <a:endParaRPr sz="204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5_Title and Content">
    <p:spTree>
      <p:nvGrpSpPr>
        <p:cNvPr id="1" name=""/>
        <p:cNvGrpSpPr/>
        <p:nvPr/>
      </p:nvGrpSpPr>
      <p:grpSpPr>
        <a:xfrm>
          <a:off x="0" y="0"/>
          <a:ext cx="0" cy="0"/>
          <a:chOff x="0" y="0"/>
          <a:chExt cx="0" cy="0"/>
        </a:xfrm>
      </p:grpSpPr>
      <p:pic>
        <p:nvPicPr>
          <p:cNvPr id="9" name="Picture 6"/>
          <p:cNvPicPr>
            <a:picLocks noChangeAspect="1"/>
          </p:cNvPicPr>
          <p:nvPr/>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solidFill>
                  <a:srgbClr val="00B0B0"/>
                </a:solidFill>
              </a:defRPr>
            </a:lvl1pPr>
            <a:lvl2pPr marL="652723" indent="-326362">
              <a:lnSpc>
                <a:spcPct val="90000"/>
              </a:lnSpc>
              <a:spcBef>
                <a:spcPts val="0"/>
              </a:spcBef>
              <a:spcAft>
                <a:spcPts val="680"/>
              </a:spcAft>
              <a:buNone/>
              <a:defRPr>
                <a:solidFill>
                  <a:srgbClr val="00B0B0"/>
                </a:solidFill>
              </a:defRPr>
            </a:lvl2pPr>
            <a:lvl3pPr marL="979085" indent="-326362">
              <a:lnSpc>
                <a:spcPct val="90000"/>
              </a:lnSpc>
              <a:spcBef>
                <a:spcPts val="0"/>
              </a:spcBef>
              <a:spcAft>
                <a:spcPts val="680"/>
              </a:spcAft>
              <a:buNone/>
              <a:defRPr>
                <a:solidFill>
                  <a:srgbClr val="00B0B0"/>
                </a:solidFill>
              </a:defRPr>
            </a:lvl3pPr>
            <a:lvl4pPr marL="1305446" indent="-326362">
              <a:lnSpc>
                <a:spcPct val="90000"/>
              </a:lnSpc>
              <a:spcBef>
                <a:spcPts val="0"/>
              </a:spcBef>
              <a:spcAft>
                <a:spcPts val="680"/>
              </a:spcAft>
              <a:buNone/>
              <a:defRPr>
                <a:solidFill>
                  <a:srgbClr val="00B0B0"/>
                </a:solidFill>
              </a:defRPr>
            </a:lvl4pPr>
            <a:lvl5pPr marL="1631808" indent="-326362">
              <a:lnSpc>
                <a:spcPct val="90000"/>
              </a:lnSpc>
              <a:spcBef>
                <a:spcPts val="0"/>
              </a:spcBef>
              <a:spcAft>
                <a:spcPts val="680"/>
              </a:spcAft>
              <a:buNone/>
              <a:defRPr>
                <a:solidFill>
                  <a:srgbClr val="00B0B0"/>
                </a:solidFill>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3" name="Graphic 7"/>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44_Title and Content">
    <p:spTree>
      <p:nvGrpSpPr>
        <p:cNvPr id="1" name=""/>
        <p:cNvGrpSpPr/>
        <p:nvPr/>
      </p:nvGrpSpPr>
      <p:grpSpPr>
        <a:xfrm>
          <a:off x="0" y="0"/>
          <a:ext cx="0" cy="0"/>
          <a:chOff x="0" y="0"/>
          <a:chExt cx="0" cy="0"/>
        </a:xfrm>
      </p:grpSpPr>
      <p:pic>
        <p:nvPicPr>
          <p:cNvPr id="9" name="Picture 6"/>
          <p:cNvPicPr>
            <a:picLocks noChangeAspect="1"/>
          </p:cNvPicPr>
          <p:nvPr/>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solidFill>
                  <a:srgbClr val="00B0B0"/>
                </a:solidFill>
              </a:defRPr>
            </a:lvl1pPr>
            <a:lvl2pPr marL="652723" indent="-326362">
              <a:lnSpc>
                <a:spcPct val="90000"/>
              </a:lnSpc>
              <a:spcBef>
                <a:spcPts val="0"/>
              </a:spcBef>
              <a:spcAft>
                <a:spcPts val="680"/>
              </a:spcAft>
              <a:buNone/>
              <a:defRPr>
                <a:solidFill>
                  <a:srgbClr val="00B0B0"/>
                </a:solidFill>
              </a:defRPr>
            </a:lvl2pPr>
            <a:lvl3pPr marL="979085" indent="-326362">
              <a:lnSpc>
                <a:spcPct val="90000"/>
              </a:lnSpc>
              <a:spcBef>
                <a:spcPts val="0"/>
              </a:spcBef>
              <a:spcAft>
                <a:spcPts val="680"/>
              </a:spcAft>
              <a:buNone/>
              <a:defRPr>
                <a:solidFill>
                  <a:srgbClr val="00B0B0"/>
                </a:solidFill>
              </a:defRPr>
            </a:lvl3pPr>
            <a:lvl4pPr marL="1305446" indent="-326362">
              <a:lnSpc>
                <a:spcPct val="90000"/>
              </a:lnSpc>
              <a:spcBef>
                <a:spcPts val="0"/>
              </a:spcBef>
              <a:spcAft>
                <a:spcPts val="680"/>
              </a:spcAft>
              <a:buNone/>
              <a:defRPr>
                <a:solidFill>
                  <a:srgbClr val="00B0B0"/>
                </a:solidFill>
              </a:defRPr>
            </a:lvl4pPr>
            <a:lvl5pPr marL="1631808" indent="-326362">
              <a:lnSpc>
                <a:spcPct val="90000"/>
              </a:lnSpc>
              <a:spcBef>
                <a:spcPts val="0"/>
              </a:spcBef>
              <a:spcAft>
                <a:spcPts val="680"/>
              </a:spcAft>
              <a:buNone/>
              <a:defRPr>
                <a:solidFill>
                  <a:srgbClr val="00B0B0"/>
                </a:solidFill>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3" name="Graphic 7"/>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3_Title and Content">
    <p:spTree>
      <p:nvGrpSpPr>
        <p:cNvPr id="1" name=""/>
        <p:cNvGrpSpPr/>
        <p:nvPr/>
      </p:nvGrpSpPr>
      <p:grpSpPr>
        <a:xfrm>
          <a:off x="0" y="0"/>
          <a:ext cx="0" cy="0"/>
          <a:chOff x="0" y="0"/>
          <a:chExt cx="0" cy="0"/>
        </a:xfrm>
      </p:grpSpPr>
      <p:pic>
        <p:nvPicPr>
          <p:cNvPr id="10" name="Picture 3"/>
          <p:cNvPicPr>
            <a:picLocks noChangeAspect="1"/>
          </p:cNvPicPr>
          <p:nvPr/>
        </p:nvPicPr>
        <p:blipFill rotWithShape="1">
          <a:blip r:embed="rId2"/>
          <a:srcRect t="411" b="15208"/>
          <a:stretch/>
        </p:blipFill>
        <p:spPr>
          <a:xfrm>
            <a:off x="0" y="1"/>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2" name="Graphic 1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3" name="Straight Connector 2">
            <a:extLst>
              <a:ext uri="{FF2B5EF4-FFF2-40B4-BE49-F238E27FC236}">
                <a16:creationId xmlns:a16="http://schemas.microsoft.com/office/drawing/2014/main" id="{4A17309F-8196-431D-BC2F-AB7D3B266BAA}"/>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7" name="Rectangle 6">
            <a:extLst>
              <a:ext uri="{FF2B5EF4-FFF2-40B4-BE49-F238E27FC236}">
                <a16:creationId xmlns:a16="http://schemas.microsoft.com/office/drawing/2014/main" id="{0796A1B3-99D0-1A2B-335E-9D30C7325AB5}"/>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pic>
        <p:nvPicPr>
          <p:cNvPr id="10" name="Picture 3"/>
          <p:cNvPicPr>
            <a:picLocks noChangeAspect="1"/>
          </p:cNvPicPr>
          <p:nvPr/>
        </p:nvPicPr>
        <p:blipFill rotWithShape="1">
          <a:blip r:embed="rId2"/>
          <a:srcRect t="411" b="15208"/>
          <a:stretch/>
        </p:blipFill>
        <p:spPr>
          <a:xfrm>
            <a:off x="0" y="1"/>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2" name="Graphic 1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3" name="Straight Connector 2">
            <a:extLst>
              <a:ext uri="{FF2B5EF4-FFF2-40B4-BE49-F238E27FC236}">
                <a16:creationId xmlns:a16="http://schemas.microsoft.com/office/drawing/2014/main" id="{6AEEAEEC-8051-44CC-8B5F-6CFCC4EA88C5}"/>
              </a:ext>
            </a:extLst>
          </p:cNvPr>
          <p:cNvSpPr>
            <a:spLocks noGrp="1"/>
          </p:cNvSpPr>
          <p:nvPr/>
        </p:nvSpPr>
        <p:spPr>
          <a:xfrm>
            <a:off x="0" y="7025268"/>
            <a:ext cx="13816013" cy="0"/>
          </a:xfrm>
          <a:prstGeom prst="line">
            <a:avLst/>
          </a:prstGeom>
          <a:ln>
            <a:noFill/>
          </a:ln>
        </p:spPr>
        <p:style>
          <a:lnRef idx="1">
            <a:schemeClr val="accent1"/>
          </a:lnRef>
          <a:fillRef idx="0">
            <a:schemeClr val="accent1"/>
          </a:fillRef>
          <a:effectRef idx="0">
            <a:schemeClr val="accent1"/>
          </a:effectRef>
          <a:fontRef idx="minor">
            <a:schemeClr val="tx1"/>
          </a:fontRef>
        </p:style>
      </p:sp>
      <p:sp>
        <p:nvSpPr>
          <p:cNvPr id="7" name="Rectangle 6">
            <a:extLst>
              <a:ext uri="{FF2B5EF4-FFF2-40B4-BE49-F238E27FC236}">
                <a16:creationId xmlns:a16="http://schemas.microsoft.com/office/drawing/2014/main" id="{0796A1B3-99D0-1A2B-335E-9D30C7325AB5}"/>
              </a:ext>
            </a:extLst>
          </p:cNvPr>
          <p:cNvSpPr>
            <a:spLocks noGrp="1"/>
          </p:cNvSpPr>
          <p:nvPr/>
        </p:nvSpPr>
        <p:spPr>
          <a:xfrm>
            <a:off x="0" y="7033479"/>
            <a:ext cx="13803313" cy="738921"/>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pic>
        <p:nvPicPr>
          <p:cNvPr id="10" name="Picture 3"/>
          <p:cNvPicPr>
            <a:picLocks noChangeAspect="1"/>
          </p:cNvPicPr>
          <p:nvPr/>
        </p:nvPicPr>
        <p:blipFill rotWithShape="1">
          <a:blip r:embed="rId2"/>
          <a:srcRect t="411" b="15208"/>
          <a:stretch/>
        </p:blipFill>
        <p:spPr>
          <a:xfrm>
            <a:off x="0" y="-18054"/>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2" name="Graphic 15"/>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3" name="Straight Connector 2">
            <a:extLst>
              <a:ext uri="{FF2B5EF4-FFF2-40B4-BE49-F238E27FC236}">
                <a16:creationId xmlns:a16="http://schemas.microsoft.com/office/drawing/2014/main" id="{B6829B5C-D701-4775-9724-DC69B2B1CF6D}"/>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5" name="Straight Connector 4">
            <a:extLst>
              <a:ext uri="{FF2B5EF4-FFF2-40B4-BE49-F238E27FC236}">
                <a16:creationId xmlns:a16="http://schemas.microsoft.com/office/drawing/2014/main" id="{AAF823E3-DD2B-4C65-88A1-961EA7B7C2BC}"/>
              </a:ext>
            </a:extLst>
          </p:cNvPr>
          <p:cNvSpPr>
            <a:spLocks noGrp="1"/>
          </p:cNvSpPr>
          <p:nvPr/>
        </p:nv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Rectangle 6">
            <a:extLst>
              <a:ext uri="{FF2B5EF4-FFF2-40B4-BE49-F238E27FC236}">
                <a16:creationId xmlns:a16="http://schemas.microsoft.com/office/drawing/2014/main" id="{B87D857B-8C3A-250C-FF7B-489B73C9578F}"/>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1_Title and Content">
    <p:spTree>
      <p:nvGrpSpPr>
        <p:cNvPr id="1" name=""/>
        <p:cNvGrpSpPr/>
        <p:nvPr/>
      </p:nvGrpSpPr>
      <p:grpSpPr>
        <a:xfrm>
          <a:off x="0" y="0"/>
          <a:ext cx="0" cy="0"/>
          <a:chOff x="0" y="0"/>
          <a:chExt cx="0" cy="0"/>
        </a:xfrm>
      </p:grpSpPr>
      <p:pic>
        <p:nvPicPr>
          <p:cNvPr id="12" name="Picture 9"/>
          <p:cNvPicPr>
            <a:picLocks noChangeAspect="1"/>
          </p:cNvPicPr>
          <p:nvPr/>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2"/>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A1CB4F73-CD33-4D65-9F38-A1CE1FA68921}"/>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2"/>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56313" y="4215184"/>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6901106" y="4215184"/>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pic>
        <p:nvPicPr>
          <p:cNvPr id="20" name="Graphic 11"/>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pic>
        <p:nvPicPr>
          <p:cNvPr id="42" name="Picture 9"/>
          <p:cNvPicPr>
            <a:picLocks noChangeAspect="1"/>
          </p:cNvPicPr>
          <p:nvPr/>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4" name="Straight Connector 3">
            <a:extLst>
              <a:ext uri="{FF2B5EF4-FFF2-40B4-BE49-F238E27FC236}">
                <a16:creationId xmlns:a16="http://schemas.microsoft.com/office/drawing/2014/main" id="{5D4EFC55-98BA-471E-AB85-C69E6C992BBB}"/>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sp>
        <p:nvSpPr>
          <p:cNvPr id="11" name="Content Placeholder 2">
            <a:extLst>
              <a:ext uri="{FF2B5EF4-FFF2-40B4-BE49-F238E27FC236}">
                <a16:creationId xmlns:a16="http://schemas.microsoft.com/office/drawing/2014/main" id="{E84D11AC-F11F-7CB2-2330-DCB71E394EDD}"/>
              </a:ext>
            </a:extLst>
          </p:cNvPr>
          <p:cNvSpPr>
            <a:spLocks noGrp="1"/>
          </p:cNvSpPr>
          <p:nvPr>
            <p:ph idx="16"/>
          </p:nvPr>
        </p:nvSpPr>
        <p:spPr>
          <a:xfrm>
            <a:off x="56313" y="1213582"/>
            <a:ext cx="4455664" cy="310896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5" name="Content Placeholder 2">
            <a:extLst>
              <a:ext uri="{FF2B5EF4-FFF2-40B4-BE49-F238E27FC236}">
                <a16:creationId xmlns:a16="http://schemas.microsoft.com/office/drawing/2014/main" id="{9B044B25-E417-40BB-1A56-C90C2A618175}"/>
              </a:ext>
            </a:extLst>
          </p:cNvPr>
          <p:cNvSpPr>
            <a:spLocks noGrp="1"/>
          </p:cNvSpPr>
          <p:nvPr>
            <p:ph idx="17"/>
          </p:nvPr>
        </p:nvSpPr>
        <p:spPr>
          <a:xfrm>
            <a:off x="56313" y="4447288"/>
            <a:ext cx="4455664" cy="310896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6" name="Content Placeholder 2">
            <a:extLst>
              <a:ext uri="{FF2B5EF4-FFF2-40B4-BE49-F238E27FC236}">
                <a16:creationId xmlns:a16="http://schemas.microsoft.com/office/drawing/2014/main" id="{A6BD406B-5D3E-79E7-FF58-8DDBC4CE027F}"/>
              </a:ext>
            </a:extLst>
          </p:cNvPr>
          <p:cNvSpPr>
            <a:spLocks noGrp="1"/>
          </p:cNvSpPr>
          <p:nvPr>
            <p:ph idx="18"/>
          </p:nvPr>
        </p:nvSpPr>
        <p:spPr>
          <a:xfrm>
            <a:off x="4708331" y="1213582"/>
            <a:ext cx="4455664" cy="310896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7" name="Content Placeholder 2">
            <a:extLst>
              <a:ext uri="{FF2B5EF4-FFF2-40B4-BE49-F238E27FC236}">
                <a16:creationId xmlns:a16="http://schemas.microsoft.com/office/drawing/2014/main" id="{E768D76A-BA7F-F6BC-7090-8D17BC1C7E7D}"/>
              </a:ext>
            </a:extLst>
          </p:cNvPr>
          <p:cNvSpPr>
            <a:spLocks noGrp="1"/>
          </p:cNvSpPr>
          <p:nvPr>
            <p:ph idx="19"/>
          </p:nvPr>
        </p:nvSpPr>
        <p:spPr>
          <a:xfrm>
            <a:off x="4708331" y="4447288"/>
            <a:ext cx="4455664" cy="310896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8" name="Content Placeholder 2">
            <a:extLst>
              <a:ext uri="{FF2B5EF4-FFF2-40B4-BE49-F238E27FC236}">
                <a16:creationId xmlns:a16="http://schemas.microsoft.com/office/drawing/2014/main" id="{7F40B614-E915-6F6F-53AF-D21A4420BD3D}"/>
              </a:ext>
            </a:extLst>
          </p:cNvPr>
          <p:cNvSpPr>
            <a:spLocks noGrp="1"/>
          </p:cNvSpPr>
          <p:nvPr>
            <p:ph idx="20"/>
          </p:nvPr>
        </p:nvSpPr>
        <p:spPr>
          <a:xfrm>
            <a:off x="9304036" y="1213329"/>
            <a:ext cx="4455664" cy="310896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9" name="Content Placeholder 2">
            <a:extLst>
              <a:ext uri="{FF2B5EF4-FFF2-40B4-BE49-F238E27FC236}">
                <a16:creationId xmlns:a16="http://schemas.microsoft.com/office/drawing/2014/main" id="{992F88BB-A06B-2591-F079-0198D290EBDA}"/>
              </a:ext>
            </a:extLst>
          </p:cNvPr>
          <p:cNvSpPr>
            <a:spLocks noGrp="1"/>
          </p:cNvSpPr>
          <p:nvPr>
            <p:ph idx="21"/>
          </p:nvPr>
        </p:nvSpPr>
        <p:spPr>
          <a:xfrm>
            <a:off x="9304036" y="4447035"/>
            <a:ext cx="4455664" cy="310896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pic>
        <p:nvPicPr>
          <p:cNvPr id="51" name="Graphic 5"/>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pic>
        <p:nvPicPr>
          <p:cNvPr id="12" name="Picture 9"/>
          <p:cNvPicPr>
            <a:picLocks noChangeAspect="1"/>
          </p:cNvPicPr>
          <p:nvPr/>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151778" y="1183768"/>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8499836" y="1183768"/>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3151778" y="4416691"/>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8499836" y="4416691"/>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pic>
        <p:nvPicPr>
          <p:cNvPr id="19" name="Graphic 1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pic>
        <p:nvPicPr>
          <p:cNvPr id="12" name="Picture 9"/>
          <p:cNvPicPr>
            <a:picLocks noChangeAspect="1"/>
          </p:cNvPicPr>
          <p:nvPr/>
        </p:nvPicPr>
        <p:blipFill rotWithShape="1">
          <a:blip r:embed="rId2"/>
          <a:srcRect t="411" b="15208"/>
          <a:stretch/>
        </p:blipFill>
        <p:spPr>
          <a:xfrm>
            <a:off x="3151778" y="1093600"/>
            <a:ext cx="10664235" cy="6696855"/>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151778" y="1183768"/>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5B476585-8E72-477F-AE3D-EAAC27CD53E1}"/>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8499836" y="1183768"/>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3151778" y="4416691"/>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8499836" y="4416691"/>
            <a:ext cx="525296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pic>
        <p:nvPicPr>
          <p:cNvPr id="20" name="Graphic 1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pic>
        <p:nvPicPr>
          <p:cNvPr id="8" name="Picture 3"/>
          <p:cNvPicPr>
            <a:picLocks noChangeAspect="1"/>
          </p:cNvPicPr>
          <p:nvPr/>
        </p:nvPicPr>
        <p:blipFill rotWithShape="1">
          <a:blip r:embed="rId2"/>
          <a:srcRect t="411" b="15208"/>
          <a:stretch/>
        </p:blipFill>
        <p:spPr>
          <a:xfrm>
            <a:off x="0" y="1"/>
            <a:ext cx="13816013" cy="7790454"/>
          </a:xfrm>
          <a:prstGeom prst="rect">
            <a:avLst/>
          </a:prstGeom>
        </p:spPr>
      </p:pic>
      <p:sp>
        <p:nvSpPr>
          <p:cNvPr id="3" name="Straight Connector 2">
            <a:extLst>
              <a:ext uri="{FF2B5EF4-FFF2-40B4-BE49-F238E27FC236}">
                <a16:creationId xmlns:a16="http://schemas.microsoft.com/office/drawing/2014/main" id="{245701EE-7D4B-4CD0-8E2D-7582A6E268BF}"/>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5" name="Straight Connector 4">
            <a:extLst>
              <a:ext uri="{FF2B5EF4-FFF2-40B4-BE49-F238E27FC236}">
                <a16:creationId xmlns:a16="http://schemas.microsoft.com/office/drawing/2014/main" id="{982525B2-50D6-49B3-85CF-7FD4DC9010C4}"/>
              </a:ext>
            </a:extLst>
          </p:cNvPr>
          <p:cNvSpPr>
            <a:spLocks noGrp="1"/>
          </p:cNvSpPr>
          <p:nvPr/>
        </p:nv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6" name="Rectangle 5">
            <a:extLst>
              <a:ext uri="{FF2B5EF4-FFF2-40B4-BE49-F238E27FC236}">
                <a16:creationId xmlns:a16="http://schemas.microsoft.com/office/drawing/2014/main" id="{FDC62DE9-501B-0E58-23C3-EB8217FC8242}"/>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pic>
        <p:nvPicPr>
          <p:cNvPr id="11" name="Picture 3"/>
          <p:cNvPicPr>
            <a:picLocks noChangeAspect="1"/>
          </p:cNvPicPr>
          <p:nvPr/>
        </p:nvPicPr>
        <p:blipFill rotWithShape="1">
          <a:blip r:embed="rId2"/>
          <a:srcRect t="411" b="15208"/>
          <a:stretch/>
        </p:blipFill>
        <p:spPr>
          <a:xfrm>
            <a:off x="0" y="1"/>
            <a:ext cx="13816013" cy="7790454"/>
          </a:xfrm>
          <a:prstGeom prst="rect">
            <a:avLst/>
          </a:prstGeom>
        </p:spPr>
      </p:pic>
      <p:pic>
        <p:nvPicPr>
          <p:cNvPr id="12" name="Graphic 2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Straight Connector 4">
            <a:extLst>
              <a:ext uri="{FF2B5EF4-FFF2-40B4-BE49-F238E27FC236}">
                <a16:creationId xmlns:a16="http://schemas.microsoft.com/office/drawing/2014/main" id="{891B26CB-E4C7-4880-9C6C-B2842F0F256C}"/>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8" name="Rectangle 7">
            <a:extLst>
              <a:ext uri="{FF2B5EF4-FFF2-40B4-BE49-F238E27FC236}">
                <a16:creationId xmlns:a16="http://schemas.microsoft.com/office/drawing/2014/main" id="{956169EE-B2FE-72CA-E152-62C742301928}"/>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4"/>
          <p:cNvPicPr>
            <a:picLocks noChangeAspect="1"/>
          </p:cNvPicPr>
          <p:nvPr/>
        </p:nvPicPr>
        <p:blipFill rotWithShape="1">
          <a:blip r:embed="rId2"/>
          <a:srcRect b="89455"/>
          <a:stretch/>
        </p:blipFill>
        <p:spPr>
          <a:xfrm>
            <a:off x="0" y="0"/>
            <a:ext cx="13816013" cy="987008"/>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3" name="Graphic 6"/>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9" name="Picture 4"/>
          <p:cNvPicPr>
            <a:picLocks noChangeAspect="1"/>
          </p:cNvPicPr>
          <p:nvPr/>
        </p:nvPicPr>
        <p:blipFill rotWithShape="1">
          <a:blip r:embed="rId2"/>
          <a:srcRect b="89455"/>
          <a:stretch/>
        </p:blipFill>
        <p:spPr>
          <a:xfrm>
            <a:off x="0" y="1"/>
            <a:ext cx="13816013" cy="96892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rgbClr val="00B0B0"/>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3" name="Graphic 6"/>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3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tx1"/>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A82367DA-EA23-4017-83EF-F15FB691710F}"/>
              </a:ext>
            </a:extLst>
          </p:cNvPr>
          <p:cNvSpPr>
            <a:spLocks noGrp="1"/>
          </p:cNvSpPr>
          <p:nvPr/>
        </p:nvSpPr>
        <p:spPr>
          <a:xfrm>
            <a:off x="-11513" y="1031261"/>
            <a:ext cx="1382961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12" name="Graphic 6"/>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1182336" y="226532"/>
            <a:ext cx="2207541" cy="637068"/>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6851693"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FFA7F355-FD5A-4FD3-B361-D8EA9A19B019}"/>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0"/>
            <a:ext cx="6851693"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pic>
        <p:nvPicPr>
          <p:cNvPr id="14" name="Graphic 7"/>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1182336" y="226532"/>
            <a:ext cx="2207541" cy="637068"/>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2"/>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6E75FFC7-061C-4AF5-AE9F-B76D36B74486}"/>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15" name="Graphic 4"/>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2"/>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56313" y="4215184"/>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6901106" y="4215184"/>
            <a:ext cx="6851693" cy="3102895"/>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2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rgbClr val="00B0B0"/>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473BBCAD-2863-473F-A9BA-F9E6611495B4}"/>
              </a:ext>
            </a:extLst>
          </p:cNvPr>
          <p:cNvSpPr>
            <a:spLocks noGrp="1"/>
          </p:cNvSpPr>
          <p:nvPr/>
        </p:nvSpPr>
        <p:spPr>
          <a:xfrm>
            <a:off x="-11513" y="1031261"/>
            <a:ext cx="1382961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12" name="Graphic 4"/>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1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8E13BC61-5B49-4D3F-8F95-5AF5A10D6BFB}"/>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12" name="Graphic 4"/>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4" y="1068620"/>
            <a:ext cx="3365613"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757A284A-90D0-4A3C-8B47-B276FDA45FF9}"/>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18" name="Graphic 4"/>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7E979962-0759-23DF-32DB-D0CD359342EB}"/>
              </a:ext>
            </a:extLst>
          </p:cNvPr>
          <p:cNvSpPr>
            <a:spLocks noGrp="1"/>
          </p:cNvSpPr>
          <p:nvPr>
            <p:ph idx="13"/>
          </p:nvPr>
        </p:nvSpPr>
        <p:spPr>
          <a:xfrm>
            <a:off x="3485646" y="1068620"/>
            <a:ext cx="3365613"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Content Placeholder 2">
            <a:extLst>
              <a:ext uri="{FF2B5EF4-FFF2-40B4-BE49-F238E27FC236}">
                <a16:creationId xmlns:a16="http://schemas.microsoft.com/office/drawing/2014/main" id="{3C48C2AA-6DCF-2113-0F4A-563B829401D8}"/>
              </a:ext>
            </a:extLst>
          </p:cNvPr>
          <p:cNvSpPr>
            <a:spLocks noGrp="1"/>
          </p:cNvSpPr>
          <p:nvPr>
            <p:ph idx="14"/>
          </p:nvPr>
        </p:nvSpPr>
        <p:spPr>
          <a:xfrm>
            <a:off x="6919684" y="1064551"/>
            <a:ext cx="3365613"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Content Placeholder 2">
            <a:extLst>
              <a:ext uri="{FF2B5EF4-FFF2-40B4-BE49-F238E27FC236}">
                <a16:creationId xmlns:a16="http://schemas.microsoft.com/office/drawing/2014/main" id="{FABB98E7-507A-C91D-3F69-3E24F9F923C2}"/>
              </a:ext>
            </a:extLst>
          </p:cNvPr>
          <p:cNvSpPr>
            <a:spLocks noGrp="1"/>
          </p:cNvSpPr>
          <p:nvPr>
            <p:ph idx="15"/>
          </p:nvPr>
        </p:nvSpPr>
        <p:spPr>
          <a:xfrm>
            <a:off x="10349017" y="1064551"/>
            <a:ext cx="3365613"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2692491"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4" name="Straight Connector 3">
            <a:extLst>
              <a:ext uri="{FF2B5EF4-FFF2-40B4-BE49-F238E27FC236}">
                <a16:creationId xmlns:a16="http://schemas.microsoft.com/office/drawing/2014/main" id="{41164EFF-6CDD-493F-A003-2D323ED2BFCB}"/>
              </a:ext>
            </a:extLst>
          </p:cNvPr>
          <p:cNvSpPr>
            <a:spLocks noGrp="1"/>
          </p:cNvSpPr>
          <p:nvPr/>
        </p:nv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16" name="Graphic 4"/>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7E979962-0759-23DF-32DB-D0CD359342EB}"/>
              </a:ext>
            </a:extLst>
          </p:cNvPr>
          <p:cNvSpPr>
            <a:spLocks noGrp="1"/>
          </p:cNvSpPr>
          <p:nvPr>
            <p:ph idx="13"/>
          </p:nvPr>
        </p:nvSpPr>
        <p:spPr>
          <a:xfrm>
            <a:off x="2794843" y="1068620"/>
            <a:ext cx="2692491"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A0779F03-6675-4A88-5F90-45B413D3F3ED}"/>
              </a:ext>
            </a:extLst>
          </p:cNvPr>
          <p:cNvSpPr>
            <a:spLocks noGrp="1"/>
          </p:cNvSpPr>
          <p:nvPr>
            <p:ph idx="14"/>
          </p:nvPr>
        </p:nvSpPr>
        <p:spPr>
          <a:xfrm>
            <a:off x="5549839" y="1068620"/>
            <a:ext cx="2692491"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7124E13D-E020-EF52-162D-EF4D4B13B837}"/>
              </a:ext>
            </a:extLst>
          </p:cNvPr>
          <p:cNvSpPr>
            <a:spLocks noGrp="1"/>
          </p:cNvSpPr>
          <p:nvPr>
            <p:ph idx="15"/>
          </p:nvPr>
        </p:nvSpPr>
        <p:spPr>
          <a:xfrm>
            <a:off x="8304010" y="1063425"/>
            <a:ext cx="2692491"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2">
            <a:extLst>
              <a:ext uri="{FF2B5EF4-FFF2-40B4-BE49-F238E27FC236}">
                <a16:creationId xmlns:a16="http://schemas.microsoft.com/office/drawing/2014/main" id="{6281DB7D-26A1-2DBE-F053-C8EBE03F280A}"/>
              </a:ext>
            </a:extLst>
          </p:cNvPr>
          <p:cNvSpPr>
            <a:spLocks noGrp="1"/>
          </p:cNvSpPr>
          <p:nvPr>
            <p:ph idx="16"/>
          </p:nvPr>
        </p:nvSpPr>
        <p:spPr>
          <a:xfrm>
            <a:off x="11046669" y="1063425"/>
            <a:ext cx="2692491" cy="6208359"/>
          </a:xfrm>
        </p:spPr>
        <p:txBody>
          <a:bodyPr/>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pic>
        <p:nvPicPr>
          <p:cNvPr id="16" name="Picture 6"/>
          <p:cNvPicPr>
            <a:picLocks noChangeAspect="1"/>
          </p:cNvPicPr>
          <p:nvPr/>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6912512" y="54048"/>
            <a:ext cx="6814736" cy="931155"/>
          </a:xfrm>
        </p:spPr>
        <p:txBody>
          <a:bodyPr lIns="216000">
            <a:noAutofit/>
          </a:bodyPr>
          <a:lstStyle>
            <a:lvl1pPr>
              <a:buNone/>
              <a:defRPr sz="2720">
                <a:solidFill>
                  <a:schemeClr val="accent3"/>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Straight Connector 12">
            <a:extLst>
              <a:ext uri="{FF2B5EF4-FFF2-40B4-BE49-F238E27FC236}">
                <a16:creationId xmlns:a16="http://schemas.microsoft.com/office/drawing/2014/main" id="{C93F390B-B49A-43C7-8CB2-E60221F7C2C3}"/>
              </a:ext>
            </a:extLst>
          </p:cNvPr>
          <p:cNvSpPr>
            <a:spLocks noGrp="1"/>
          </p:cNvSpPr>
          <p:nvPr/>
        </p:nv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2" name="Graphic 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491487B1-7E70-4624-A892-AEB92B6499C7}"/>
              </a:ext>
            </a:extLst>
          </p:cNvPr>
          <p:cNvSpPr>
            <a:spLocks noGrp="1"/>
          </p:cNvSpPr>
          <p:nvPr/>
        </p:nvSpPr>
        <p:spPr>
          <a:xfrm>
            <a:off x="4644163" y="1031261"/>
            <a:ext cx="9178946"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1" name="Graphic 1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74878" b="15208"/>
          <a:stretch/>
        </p:blipFill>
        <p:spPr>
          <a:xfrm flipH="1">
            <a:off x="1200" y="2"/>
            <a:ext cx="3470895"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4" y="1068620"/>
            <a:ext cx="10186503"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2FF6E313-804D-4BE6-92B0-376CD2BEA808}"/>
              </a:ext>
            </a:extLst>
          </p:cNvPr>
          <p:cNvSpPr>
            <a:spLocks noGrp="1"/>
          </p:cNvSpPr>
          <p:nvPr/>
        </p:nvSpPr>
        <p:spPr>
          <a:xfrm>
            <a:off x="3490629" y="1031261"/>
            <a:ext cx="1032121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1"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buNone/>
              <a:defRPr sz="2720">
                <a:solidFill>
                  <a:srgbClr val="00B0B0"/>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Straight Connector 11">
            <a:extLst>
              <a:ext uri="{FF2B5EF4-FFF2-40B4-BE49-F238E27FC236}">
                <a16:creationId xmlns:a16="http://schemas.microsoft.com/office/drawing/2014/main" id="{09CE7D0B-D7F5-4AA8-825E-95044D2F0B94}"/>
              </a:ext>
            </a:extLst>
          </p:cNvPr>
          <p:cNvSpPr>
            <a:spLocks noGrp="1"/>
          </p:cNvSpPr>
          <p:nvPr/>
        </p:nvSpPr>
        <p:spPr>
          <a:xfrm>
            <a:off x="6942547" y="1031261"/>
            <a:ext cx="6894408"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9219FB40-9047-409E-B352-0D49034EB718}"/>
              </a:ext>
            </a:extLst>
          </p:cNvPr>
          <p:cNvSpPr>
            <a:spLocks noGrp="1"/>
          </p:cNvSpPr>
          <p:nvPr/>
        </p:nvSpPr>
        <p:spPr>
          <a:xfrm>
            <a:off x="4667194"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pic>
        <p:nvPicPr>
          <p:cNvPr id="15" name="Picture 10"/>
          <p:cNvPicPr>
            <a:picLocks noChangeAspect="1"/>
          </p:cNvPicPr>
          <p:nvPr/>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1" y="1094858"/>
            <a:ext cx="509941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D811FA1B-C346-4CA1-BC42-0261AF1A72F9}"/>
              </a:ext>
            </a:extLst>
          </p:cNvPr>
          <p:cNvSpPr>
            <a:spLocks noGrp="1"/>
          </p:cNvSpPr>
          <p:nvPr/>
        </p:nv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14"/>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BA977802-675B-C4B5-646E-13D61D596666}"/>
              </a:ext>
            </a:extLst>
          </p:cNvPr>
          <p:cNvSpPr>
            <a:spLocks noGrp="1"/>
          </p:cNvSpPr>
          <p:nvPr>
            <p:ph idx="14"/>
          </p:nvPr>
        </p:nvSpPr>
        <p:spPr>
          <a:xfrm>
            <a:off x="3536241" y="3277162"/>
            <a:ext cx="509941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06A23010-1DF5-8D2C-48B1-B7258D75A34C}"/>
              </a:ext>
            </a:extLst>
          </p:cNvPr>
          <p:cNvSpPr>
            <a:spLocks noGrp="1"/>
          </p:cNvSpPr>
          <p:nvPr>
            <p:ph idx="15"/>
          </p:nvPr>
        </p:nvSpPr>
        <p:spPr>
          <a:xfrm>
            <a:off x="3536241" y="5459466"/>
            <a:ext cx="509941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FE9A5FA4-B9E9-4F76-447B-7D7434903C99}"/>
              </a:ext>
            </a:extLst>
          </p:cNvPr>
          <p:cNvSpPr>
            <a:spLocks noGrp="1"/>
          </p:cNvSpPr>
          <p:nvPr>
            <p:ph idx="16"/>
          </p:nvPr>
        </p:nvSpPr>
        <p:spPr>
          <a:xfrm>
            <a:off x="8623331" y="1094858"/>
            <a:ext cx="509941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B0011F44-9FEB-046F-FCCC-08822A736BEA}"/>
              </a:ext>
            </a:extLst>
          </p:cNvPr>
          <p:cNvSpPr>
            <a:spLocks noGrp="1"/>
          </p:cNvSpPr>
          <p:nvPr>
            <p:ph idx="17"/>
          </p:nvPr>
        </p:nvSpPr>
        <p:spPr>
          <a:xfrm>
            <a:off x="8623331" y="3277162"/>
            <a:ext cx="509941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2">
            <a:extLst>
              <a:ext uri="{FF2B5EF4-FFF2-40B4-BE49-F238E27FC236}">
                <a16:creationId xmlns:a16="http://schemas.microsoft.com/office/drawing/2014/main" id="{A8B60158-3AF7-5BA6-9FCD-29B680E74B72}"/>
              </a:ext>
            </a:extLst>
          </p:cNvPr>
          <p:cNvSpPr>
            <a:spLocks noGrp="1"/>
          </p:cNvSpPr>
          <p:nvPr>
            <p:ph idx="18"/>
          </p:nvPr>
        </p:nvSpPr>
        <p:spPr>
          <a:xfrm>
            <a:off x="8623331" y="5459466"/>
            <a:ext cx="509941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pic>
        <p:nvPicPr>
          <p:cNvPr id="20" name="Picture 6"/>
          <p:cNvPicPr>
            <a:picLocks noChangeAspect="1"/>
          </p:cNvPicPr>
          <p:nvPr/>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1" y="1094858"/>
            <a:ext cx="3345216" cy="3089777"/>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02A94FCF-26B7-4533-9862-92E134E51B17}"/>
              </a:ext>
            </a:extLst>
          </p:cNvPr>
          <p:cNvSpPr>
            <a:spLocks noGrp="1"/>
          </p:cNvSpPr>
          <p:nvPr/>
        </p:nv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6" name="Graphic 14"/>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BA977802-675B-C4B5-646E-13D61D596666}"/>
              </a:ext>
            </a:extLst>
          </p:cNvPr>
          <p:cNvSpPr>
            <a:spLocks noGrp="1"/>
          </p:cNvSpPr>
          <p:nvPr>
            <p:ph idx="14"/>
          </p:nvPr>
        </p:nvSpPr>
        <p:spPr>
          <a:xfrm>
            <a:off x="3536241" y="4255697"/>
            <a:ext cx="3345216" cy="3089777"/>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Content Placeholder 2">
            <a:extLst>
              <a:ext uri="{FF2B5EF4-FFF2-40B4-BE49-F238E27FC236}">
                <a16:creationId xmlns:a16="http://schemas.microsoft.com/office/drawing/2014/main" id="{5F3356B7-4018-E178-DEE1-D9DD7820C15F}"/>
              </a:ext>
            </a:extLst>
          </p:cNvPr>
          <p:cNvSpPr>
            <a:spLocks noGrp="1"/>
          </p:cNvSpPr>
          <p:nvPr>
            <p:ph idx="15"/>
          </p:nvPr>
        </p:nvSpPr>
        <p:spPr>
          <a:xfrm>
            <a:off x="6945603" y="1094858"/>
            <a:ext cx="3345216" cy="3089777"/>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 name="Content Placeholder 2">
            <a:extLst>
              <a:ext uri="{FF2B5EF4-FFF2-40B4-BE49-F238E27FC236}">
                <a16:creationId xmlns:a16="http://schemas.microsoft.com/office/drawing/2014/main" id="{C56A5C0F-D072-6A77-9892-B9795B5FFE86}"/>
              </a:ext>
            </a:extLst>
          </p:cNvPr>
          <p:cNvSpPr>
            <a:spLocks noGrp="1"/>
          </p:cNvSpPr>
          <p:nvPr>
            <p:ph idx="16"/>
          </p:nvPr>
        </p:nvSpPr>
        <p:spPr>
          <a:xfrm>
            <a:off x="6945603" y="4255697"/>
            <a:ext cx="3345216" cy="3089777"/>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Content Placeholder 2">
            <a:extLst>
              <a:ext uri="{FF2B5EF4-FFF2-40B4-BE49-F238E27FC236}">
                <a16:creationId xmlns:a16="http://schemas.microsoft.com/office/drawing/2014/main" id="{FADFB523-4BA2-CE0B-233F-904E76631A2B}"/>
              </a:ext>
            </a:extLst>
          </p:cNvPr>
          <p:cNvSpPr>
            <a:spLocks noGrp="1"/>
          </p:cNvSpPr>
          <p:nvPr>
            <p:ph idx="17"/>
          </p:nvPr>
        </p:nvSpPr>
        <p:spPr>
          <a:xfrm>
            <a:off x="10377529" y="1094858"/>
            <a:ext cx="3345216" cy="3089777"/>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7" name="Content Placeholder 2">
            <a:extLst>
              <a:ext uri="{FF2B5EF4-FFF2-40B4-BE49-F238E27FC236}">
                <a16:creationId xmlns:a16="http://schemas.microsoft.com/office/drawing/2014/main" id="{3038E16B-0549-37B5-3369-58C28EC569B8}"/>
              </a:ext>
            </a:extLst>
          </p:cNvPr>
          <p:cNvSpPr>
            <a:spLocks noGrp="1"/>
          </p:cNvSpPr>
          <p:nvPr>
            <p:ph idx="18"/>
          </p:nvPr>
        </p:nvSpPr>
        <p:spPr>
          <a:xfrm>
            <a:off x="10377529" y="4255697"/>
            <a:ext cx="3345216" cy="3089777"/>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4" y="1068620"/>
            <a:ext cx="10186503"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6FA5AA3D-912B-4D1A-99A5-B20A7F35A4C2}"/>
              </a:ext>
            </a:extLst>
          </p:cNvPr>
          <p:cNvSpPr>
            <a:spLocks noGrp="1"/>
          </p:cNvSpPr>
          <p:nvPr/>
        </p:nv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14"/>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pic>
        <p:nvPicPr>
          <p:cNvPr id="16" name="Picture 3"/>
          <p:cNvPicPr>
            <a:picLocks noChangeAspect="1"/>
          </p:cNvPicPr>
          <p:nvPr/>
        </p:nvPicPr>
        <p:blipFill rotWithShape="1">
          <a:blip r:embed="rId2"/>
          <a:srcRect l="55468" b="15208"/>
          <a:stretch/>
        </p:blipFill>
        <p:spPr>
          <a:xfrm>
            <a:off x="7663456" y="1"/>
            <a:ext cx="615255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2" y="54048"/>
            <a:ext cx="7533229" cy="931155"/>
          </a:xfrm>
        </p:spPr>
        <p:txBody>
          <a:bodyPr lIns="216000">
            <a:noAutofit/>
          </a:bodyPr>
          <a:lstStyle>
            <a:lvl1pPr>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636" y="1072479"/>
            <a:ext cx="7533230"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7791182" y="1072479"/>
            <a:ext cx="5931562"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Straight Connector 12">
            <a:extLst>
              <a:ext uri="{FF2B5EF4-FFF2-40B4-BE49-F238E27FC236}">
                <a16:creationId xmlns:a16="http://schemas.microsoft.com/office/drawing/2014/main" id="{ED92E000-BE52-437E-A2C7-9540C2A95B30}"/>
              </a:ext>
            </a:extLst>
          </p:cNvPr>
          <p:cNvSpPr>
            <a:spLocks noGrp="1"/>
          </p:cNvSpPr>
          <p:nvPr/>
        </p:nvSpPr>
        <p:spPr>
          <a:xfrm>
            <a:off x="-11513" y="1031261"/>
            <a:ext cx="762872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2" name="Graphic 14"/>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59041" b="15208"/>
          <a:stretch/>
        </p:blipFill>
        <p:spPr>
          <a:xfrm>
            <a:off x="8157096" y="1"/>
            <a:ext cx="565891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2" y="29844"/>
            <a:ext cx="8107422"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8083926"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8394335" y="1068620"/>
            <a:ext cx="5315291"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C137F9FB-75BF-49F0-BF96-C779184DFF08}"/>
              </a:ext>
            </a:extLst>
          </p:cNvPr>
          <p:cNvSpPr>
            <a:spLocks noGrp="1"/>
          </p:cNvSpPr>
          <p:nvPr/>
        </p:nvSpPr>
        <p:spPr>
          <a:xfrm>
            <a:off x="61854" y="1031261"/>
            <a:ext cx="8095243"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1" name="Graphic 9"/>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16" name="Picture 3"/>
          <p:cNvPicPr>
            <a:picLocks noChangeAspect="1"/>
          </p:cNvPicPr>
          <p:nvPr/>
        </p:nvPicPr>
        <p:blipFill rotWithShape="1">
          <a:blip r:embed="rId2"/>
          <a:srcRect l="49803" b="15208"/>
          <a:stretch/>
        </p:blipFill>
        <p:spPr>
          <a:xfrm>
            <a:off x="6880810" y="1"/>
            <a:ext cx="693520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635" y="1072479"/>
            <a:ext cx="6814737"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908007" y="1072479"/>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Straight Connector 12">
            <a:extLst>
              <a:ext uri="{FF2B5EF4-FFF2-40B4-BE49-F238E27FC236}">
                <a16:creationId xmlns:a16="http://schemas.microsoft.com/office/drawing/2014/main" id="{0F4DFD1B-DC47-4C3B-A1B5-CB8EB18D283A}"/>
              </a:ext>
            </a:extLst>
          </p:cNvPr>
          <p:cNvSpPr>
            <a:spLocks noGrp="1"/>
          </p:cNvSpPr>
          <p:nvPr/>
        </p:nvSpPr>
        <p:spPr>
          <a:xfrm>
            <a:off x="-11513" y="1031261"/>
            <a:ext cx="6935203"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2" name="Graphic 14"/>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74818" b="15208"/>
          <a:stretch/>
        </p:blipFill>
        <p:spPr>
          <a:xfrm>
            <a:off x="10336898" y="1"/>
            <a:ext cx="3479115"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1023111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10168850"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10465630" y="1068620"/>
            <a:ext cx="3243994"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1CFCDBBE-32F9-4E8A-9172-58A2DBD1F24B}"/>
              </a:ext>
            </a:extLst>
          </p:cNvPr>
          <p:cNvSpPr>
            <a:spLocks noGrp="1"/>
          </p:cNvSpPr>
          <p:nvPr/>
        </p:nvSpPr>
        <p:spPr>
          <a:xfrm>
            <a:off x="61856" y="1031261"/>
            <a:ext cx="10231110"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1" name="Graphic 7"/>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6" name="Picture 3"/>
          <p:cNvPicPr>
            <a:picLocks noChangeAspect="1"/>
          </p:cNvPicPr>
          <p:nvPr/>
        </p:nvPicPr>
        <p:blipFill rotWithShape="1">
          <a:blip r:embed="rId2"/>
          <a:srcRect l="50000" b="15208"/>
          <a:stretch/>
        </p:blipFill>
        <p:spPr>
          <a:xfrm>
            <a:off x="6908006" y="1"/>
            <a:ext cx="690800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7567" y="1068620"/>
            <a:ext cx="6814737"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908007" y="1072479"/>
            <a:ext cx="6814737"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Straight Connector 12">
            <a:extLst>
              <a:ext uri="{FF2B5EF4-FFF2-40B4-BE49-F238E27FC236}">
                <a16:creationId xmlns:a16="http://schemas.microsoft.com/office/drawing/2014/main" id="{F133804D-1870-4516-B871-01B56BC700EB}"/>
              </a:ext>
            </a:extLst>
          </p:cNvPr>
          <p:cNvSpPr>
            <a:spLocks noGrp="1"/>
          </p:cNvSpPr>
          <p:nvPr/>
        </p:nvSpPr>
        <p:spPr>
          <a:xfrm>
            <a:off x="-11513" y="1031261"/>
            <a:ext cx="6935203"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2"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66765" b="15208"/>
          <a:stretch/>
        </p:blipFill>
        <p:spPr>
          <a:xfrm>
            <a:off x="9224274" y="1"/>
            <a:ext cx="4591739"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9150907"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2" y="1068620"/>
            <a:ext cx="9095220"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9279317"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A0A8A731-8366-4AA8-9674-36D9C38E4380}"/>
              </a:ext>
            </a:extLst>
          </p:cNvPr>
          <p:cNvSpPr>
            <a:spLocks noGrp="1"/>
          </p:cNvSpPr>
          <p:nvPr/>
        </p:nvSpPr>
        <p:spPr>
          <a:xfrm>
            <a:off x="61856"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7"/>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buNone/>
              <a:defRPr>
                <a:solidFill>
                  <a:schemeClr val="accent3"/>
                </a:solidFill>
              </a:defRPr>
            </a:lvl1pPr>
          </a:lstStyle>
          <a:p>
            <a:r>
              <a:t>Click to edit Master title style</a:t>
            </a:r>
          </a:p>
        </p:txBody>
      </p:sp>
      <p:pic>
        <p:nvPicPr>
          <p:cNvPr id="5" name="Graphic 4"/>
          <p:cNvPicPr>
            <a:picLocks noChangeAspect="1"/>
          </p:cNvPicPr>
          <p:nvPr/>
        </p:nvPicPr>
        <p:blipFill rotWithShape="1">
          <a:blip>
            <a:extLs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pic>
        <p:nvPicPr>
          <p:cNvPr id="16" name="Picture 2"/>
          <p:cNvPicPr>
            <a:picLocks noChangeAspect="1"/>
          </p:cNvPicPr>
          <p:nvPr/>
        </p:nvPicPr>
        <p:blipFill rotWithShape="1">
          <a:blip r:embed="rId2"/>
          <a:srcRect l="50009" b="15208"/>
          <a:stretch/>
        </p:blipFill>
        <p:spPr>
          <a:xfrm flipH="1">
            <a:off x="1203" y="2"/>
            <a:ext cx="6906806"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6912512" y="54048"/>
            <a:ext cx="6814736" cy="931155"/>
          </a:xfrm>
        </p:spPr>
        <p:txBody>
          <a:bodyPr lIns="216000">
            <a:noAutofit/>
          </a:bodyPr>
          <a:lstStyle>
            <a:lvl1pPr>
              <a:buNone/>
              <a:defRPr sz="2720">
                <a:solidFill>
                  <a:schemeClr val="accent3"/>
                </a:solidFill>
                <a:latin typeface="Montserrat ExtraBold"/>
                <a:ea typeface="Montserrat ExtraBold"/>
                <a:cs typeface="Montserrat ExtraBold"/>
              </a:defRPr>
            </a:lvl1pPr>
          </a:lstStyle>
          <a:p>
            <a:r>
              <a:t>Click to edit Master title style</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Straight Connector 12">
            <a:extLst>
              <a:ext uri="{FF2B5EF4-FFF2-40B4-BE49-F238E27FC236}">
                <a16:creationId xmlns:a16="http://schemas.microsoft.com/office/drawing/2014/main" id="{A9494C7E-2807-4D99-B1CE-8DEEEA6B2E08}"/>
              </a:ext>
            </a:extLst>
          </p:cNvPr>
          <p:cNvSpPr>
            <a:spLocks noGrp="1"/>
          </p:cNvSpPr>
          <p:nvPr/>
        </p:nv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1" name="Graphic 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7" name="Content Placeholder 2">
            <a:extLst>
              <a:ext uri="{FF2B5EF4-FFF2-40B4-BE49-F238E27FC236}">
                <a16:creationId xmlns:a16="http://schemas.microsoft.com/office/drawing/2014/main" id="{F2D68CC5-AFB1-7E7C-3152-EBD05B19582E}"/>
              </a:ext>
            </a:extLst>
          </p:cNvPr>
          <p:cNvSpPr>
            <a:spLocks noGrp="1"/>
          </p:cNvSpPr>
          <p:nvPr>
            <p:ph idx="1"/>
          </p:nvPr>
        </p:nvSpPr>
        <p:spPr>
          <a:xfrm>
            <a:off x="6964344" y="1094858"/>
            <a:ext cx="6783030"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58EC6866-3896-5410-51C0-7E1124600067}"/>
              </a:ext>
            </a:extLst>
          </p:cNvPr>
          <p:cNvSpPr>
            <a:spLocks noGrp="1"/>
          </p:cNvSpPr>
          <p:nvPr>
            <p:ph idx="14"/>
          </p:nvPr>
        </p:nvSpPr>
        <p:spPr>
          <a:xfrm>
            <a:off x="6964344" y="3277162"/>
            <a:ext cx="6783030"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064F9E18-1BB7-10E3-BABB-065A73BEA9E1}"/>
              </a:ext>
            </a:extLst>
          </p:cNvPr>
          <p:cNvSpPr>
            <a:spLocks noGrp="1"/>
          </p:cNvSpPr>
          <p:nvPr>
            <p:ph idx="15"/>
          </p:nvPr>
        </p:nvSpPr>
        <p:spPr>
          <a:xfrm>
            <a:off x="6964344" y="5459466"/>
            <a:ext cx="6783030"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6" name="Picture 3"/>
          <p:cNvPicPr>
            <a:picLocks noChangeAspect="1"/>
          </p:cNvPicPr>
          <p:nvPr/>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buNone/>
              <a:defRPr sz="2720">
                <a:solidFill>
                  <a:schemeClr val="accent3"/>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2pPr>
            <a:lvl3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3pPr>
            <a:lvl4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4pPr>
            <a:lvl5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Straight Connector 12">
            <a:extLst>
              <a:ext uri="{FF2B5EF4-FFF2-40B4-BE49-F238E27FC236}">
                <a16:creationId xmlns:a16="http://schemas.microsoft.com/office/drawing/2014/main" id="{78D4D3E2-8976-4DA5-A847-51299AE2418D}"/>
              </a:ext>
            </a:extLst>
          </p:cNvPr>
          <p:cNvSpPr>
            <a:spLocks noGrp="1"/>
          </p:cNvSpPr>
          <p:nvPr/>
        </p:nv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2" name="Graphic 11"/>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3" name="Picture 6"/>
          <p:cNvPicPr>
            <a:picLocks noChangeAspect="1"/>
          </p:cNvPicPr>
          <p:nvPr/>
        </p:nvPicPr>
        <p:blipFill rotWithShape="1">
          <a:blip r:embed="rId2"/>
          <a:srcRect b="15208"/>
          <a:stretch/>
        </p:blipFill>
        <p:spPr>
          <a:xfrm>
            <a:off x="0" y="-14393"/>
            <a:ext cx="13816013" cy="7790454"/>
          </a:xfrm>
          <a:prstGeom prst="rect">
            <a:avLst/>
          </a:prstGeom>
        </p:spPr>
      </p:pic>
      <p:pic>
        <p:nvPicPr>
          <p:cNvPr id="4" name="Graphic 26"/>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pic>
        <p:nvPicPr>
          <p:cNvPr id="15" name="Picture 8"/>
          <p:cNvPicPr>
            <a:picLocks noChangeAspect="1"/>
          </p:cNvPicPr>
          <p:nvPr/>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2121600"/>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526E3F1B-EC6D-4F86-B95B-6B0EFD22EA29}"/>
              </a:ext>
            </a:extLst>
          </p:cNvPr>
          <p:cNvSpPr>
            <a:spLocks noGrp="1"/>
          </p:cNvSpPr>
          <p:nvPr/>
        </p:nvSpPr>
        <p:spPr>
          <a:xfrm>
            <a:off x="4667194"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59F8A103-4B41-2712-00C6-513CA67525E2}"/>
              </a:ext>
            </a:extLst>
          </p:cNvPr>
          <p:cNvSpPr>
            <a:spLocks noGrp="1"/>
          </p:cNvSpPr>
          <p:nvPr>
            <p:ph idx="14"/>
          </p:nvPr>
        </p:nvSpPr>
        <p:spPr>
          <a:xfrm>
            <a:off x="4678510" y="3240699"/>
            <a:ext cx="2937263" cy="4117895"/>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CBD34335-A5EA-B703-4B0C-108748C5EBDC}"/>
              </a:ext>
            </a:extLst>
          </p:cNvPr>
          <p:cNvSpPr>
            <a:spLocks noGrp="1"/>
          </p:cNvSpPr>
          <p:nvPr>
            <p:ph idx="16"/>
          </p:nvPr>
        </p:nvSpPr>
        <p:spPr>
          <a:xfrm>
            <a:off x="7737883" y="3240699"/>
            <a:ext cx="2937263" cy="4117895"/>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D36465B6-BB22-F588-9B6E-C0D187962790}"/>
              </a:ext>
            </a:extLst>
          </p:cNvPr>
          <p:cNvSpPr>
            <a:spLocks noGrp="1"/>
          </p:cNvSpPr>
          <p:nvPr>
            <p:ph idx="18"/>
          </p:nvPr>
        </p:nvSpPr>
        <p:spPr>
          <a:xfrm>
            <a:off x="10797256" y="3240699"/>
            <a:ext cx="2937263" cy="4117895"/>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66765" b="15208"/>
          <a:stretch/>
        </p:blipFill>
        <p:spPr>
          <a:xfrm>
            <a:off x="9224274" y="1"/>
            <a:ext cx="4591739"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9150907"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2" y="1068620"/>
            <a:ext cx="9095220"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9279317" y="1068620"/>
            <a:ext cx="4430309"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27AF32CF-D5A2-4C11-B465-4846838396C0}"/>
              </a:ext>
            </a:extLst>
          </p:cNvPr>
          <p:cNvSpPr>
            <a:spLocks noGrp="1"/>
          </p:cNvSpPr>
          <p:nvPr/>
        </p:nvSpPr>
        <p:spPr>
          <a:xfrm>
            <a:off x="61856" y="1031261"/>
            <a:ext cx="9150907"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1" name="Graphic 7"/>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2" name="Picture 3"/>
          <p:cNvPicPr>
            <a:picLocks noChangeAspect="1"/>
          </p:cNvPicPr>
          <p:nvPr/>
        </p:nvPicPr>
        <p:blipFill rotWithShape="1">
          <a:blip r:embed="rId2"/>
          <a:srcRect b="15208"/>
          <a:stretch/>
        </p:blipFill>
        <p:spPr>
          <a:xfrm>
            <a:off x="0" y="-60960"/>
            <a:ext cx="13816013" cy="7842387"/>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13" name="Picture 3"/>
          <p:cNvPicPr>
            <a:picLocks noChangeAspect="1"/>
          </p:cNvPicPr>
          <p:nvPr/>
        </p:nvPicPr>
        <p:blipFill rotWithShape="1">
          <a:blip r:embed="rId2"/>
          <a:srcRect b="15208"/>
          <a:stretch/>
        </p:blipFill>
        <p:spPr>
          <a:xfrm>
            <a:off x="0" y="-14393"/>
            <a:ext cx="13816013" cy="7790454"/>
          </a:xfrm>
          <a:prstGeom prst="rect">
            <a:avLst/>
          </a:prstGeom>
        </p:spPr>
      </p:pic>
      <p:pic>
        <p:nvPicPr>
          <p:cNvPr id="14" name="Graphic 2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67801" y="227647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18279" y="227647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1463" y="227647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48953"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3040"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0295" y="968377"/>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pic>
        <p:nvPicPr>
          <p:cNvPr id="16" name="Picture 3"/>
          <p:cNvPicPr>
            <a:picLocks noChangeAspect="1"/>
          </p:cNvPicPr>
          <p:nvPr/>
        </p:nvPicPr>
        <p:blipFill rotWithShape="1">
          <a:blip r:embed="rId2"/>
          <a:srcRect b="15208"/>
          <a:stretch/>
        </p:blipFill>
        <p:spPr>
          <a:xfrm>
            <a:off x="0" y="-14393"/>
            <a:ext cx="13816013" cy="7790454"/>
          </a:xfrm>
          <a:prstGeom prst="rect">
            <a:avLst/>
          </a:prstGeom>
        </p:spPr>
      </p:pic>
      <p:pic>
        <p:nvPicPr>
          <p:cNvPr id="17" name="Graphic 2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74531" y="89716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25009" y="89716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8193" y="89716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52255"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6342"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3597" y="5285015"/>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
        <p:nvSpPr>
          <p:cNvPr id="3" name="Straight Connector 2">
            <a:extLst>
              <a:ext uri="{FF2B5EF4-FFF2-40B4-BE49-F238E27FC236}">
                <a16:creationId xmlns:a16="http://schemas.microsoft.com/office/drawing/2014/main" id="{0007141D-2210-49EA-B846-0EE18A2B870F}"/>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2" name="Straight Connector 11">
            <a:extLst>
              <a:ext uri="{FF2B5EF4-FFF2-40B4-BE49-F238E27FC236}">
                <a16:creationId xmlns:a16="http://schemas.microsoft.com/office/drawing/2014/main" id="{9D74F6F8-59E5-43E6-B1A0-58ABE6996951}"/>
              </a:ext>
            </a:extLst>
          </p:cNvPr>
          <p:cNvSpPr>
            <a:spLocks noGrp="1"/>
          </p:cNvSpPr>
          <p:nvPr/>
        </p:nv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3" name="Rectangle 12">
            <a:extLst>
              <a:ext uri="{FF2B5EF4-FFF2-40B4-BE49-F238E27FC236}">
                <a16:creationId xmlns:a16="http://schemas.microsoft.com/office/drawing/2014/main" id="{C714418D-FC80-9159-7513-DCF61D357F44}"/>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26" name="Picture 3"/>
          <p:cNvPicPr>
            <a:picLocks noChangeAspect="1"/>
          </p:cNvPicPr>
          <p:nvPr/>
        </p:nvPicPr>
        <p:blipFill rotWithShape="1">
          <a:blip r:embed="rId2"/>
          <a:srcRect b="15208"/>
          <a:stretch/>
        </p:blipFill>
        <p:spPr>
          <a:xfrm>
            <a:off x="0" y="-14393"/>
            <a:ext cx="13816013" cy="7790454"/>
          </a:xfrm>
          <a:prstGeom prst="rect">
            <a:avLst/>
          </a:prstGeom>
        </p:spPr>
      </p:pic>
      <p:sp>
        <p:nvSpPr>
          <p:cNvPr id="19" name="Straight Connector 18">
            <a:extLst>
              <a:ext uri="{FF2B5EF4-FFF2-40B4-BE49-F238E27FC236}">
                <a16:creationId xmlns:a16="http://schemas.microsoft.com/office/drawing/2014/main" id="{36FF43F0-D02E-4DA6-B54C-02F755D08A85}"/>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0" name="Straight Connector 19">
            <a:extLst>
              <a:ext uri="{FF2B5EF4-FFF2-40B4-BE49-F238E27FC236}">
                <a16:creationId xmlns:a16="http://schemas.microsoft.com/office/drawing/2014/main" id="{5951F5B6-4F34-4BEA-A24E-CEDE2855DCCC}"/>
              </a:ext>
            </a:extLst>
          </p:cNvPr>
          <p:cNvSpPr>
            <a:spLocks noGrp="1"/>
          </p:cNvSpPr>
          <p:nvPr/>
        </p:nvSpPr>
        <p:spPr>
          <a:xfrm flipV="1">
            <a:off x="503708"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1" name="Straight Connector 20">
            <a:extLst>
              <a:ext uri="{FF2B5EF4-FFF2-40B4-BE49-F238E27FC236}">
                <a16:creationId xmlns:a16="http://schemas.microsoft.com/office/drawing/2014/main" id="{22E161C1-6EE2-45BE-A98B-69FB455C12C9}"/>
              </a:ext>
            </a:extLst>
          </p:cNvPr>
          <p:cNvSpPr>
            <a:spLocks noGrp="1"/>
          </p:cNvSpPr>
          <p:nvPr/>
        </p:nvSpPr>
        <p:spPr>
          <a:xfrm flipV="1">
            <a:off x="13312304"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2" name="Straight Connector 21">
            <a:extLst>
              <a:ext uri="{FF2B5EF4-FFF2-40B4-BE49-F238E27FC236}">
                <a16:creationId xmlns:a16="http://schemas.microsoft.com/office/drawing/2014/main" id="{7BA1D4FA-E12D-44AF-B3BF-4A4CAD8B3E1E}"/>
              </a:ext>
            </a:extLst>
          </p:cNvPr>
          <p:cNvSpPr>
            <a:spLocks noGrp="1"/>
          </p:cNvSpPr>
          <p:nvPr/>
        </p:nvSpPr>
        <p:spPr>
          <a:xfrm>
            <a:off x="0" y="901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3" name="Straight Connector 22">
            <a:extLst>
              <a:ext uri="{FF2B5EF4-FFF2-40B4-BE49-F238E27FC236}">
                <a16:creationId xmlns:a16="http://schemas.microsoft.com/office/drawing/2014/main" id="{0A1AAC44-8E63-47E7-8E67-B7BF8702C4E8}"/>
              </a:ext>
            </a:extLst>
          </p:cNvPr>
          <p:cNvSpPr>
            <a:spLocks noGrp="1"/>
          </p:cNvSpPr>
          <p:nvPr/>
        </p:nv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pic>
        <p:nvPicPr>
          <p:cNvPr id="32" name="Graphic 2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67801" y="227647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18279" y="227647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1463" y="227647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48953"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3040"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0295" y="968377"/>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pic>
        <p:nvPicPr>
          <p:cNvPr id="26" name="Picture 3"/>
          <p:cNvPicPr>
            <a:picLocks noChangeAspect="1"/>
          </p:cNvPicPr>
          <p:nvPr/>
        </p:nvPicPr>
        <p:blipFill rotWithShape="1">
          <a:blip r:embed="rId2"/>
          <a:srcRect b="15208"/>
          <a:stretch/>
        </p:blipFill>
        <p:spPr>
          <a:xfrm>
            <a:off x="0" y="-14393"/>
            <a:ext cx="13816013" cy="7790454"/>
          </a:xfrm>
          <a:prstGeom prst="rect">
            <a:avLst/>
          </a:prstGeom>
        </p:spPr>
      </p:pic>
      <p:sp>
        <p:nvSpPr>
          <p:cNvPr id="19" name="Straight Connector 18">
            <a:extLst>
              <a:ext uri="{FF2B5EF4-FFF2-40B4-BE49-F238E27FC236}">
                <a16:creationId xmlns:a16="http://schemas.microsoft.com/office/drawing/2014/main" id="{A5D2EB88-03B4-4035-8AD1-BC49E1280AE7}"/>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0" name="Straight Connector 19">
            <a:extLst>
              <a:ext uri="{FF2B5EF4-FFF2-40B4-BE49-F238E27FC236}">
                <a16:creationId xmlns:a16="http://schemas.microsoft.com/office/drawing/2014/main" id="{55010129-ADF9-4B4A-B066-22CD035FBEC1}"/>
              </a:ext>
            </a:extLst>
          </p:cNvPr>
          <p:cNvSpPr>
            <a:spLocks noGrp="1"/>
          </p:cNvSpPr>
          <p:nvPr/>
        </p:nvSpPr>
        <p:spPr>
          <a:xfrm flipV="1">
            <a:off x="503708"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1" name="Straight Connector 20">
            <a:extLst>
              <a:ext uri="{FF2B5EF4-FFF2-40B4-BE49-F238E27FC236}">
                <a16:creationId xmlns:a16="http://schemas.microsoft.com/office/drawing/2014/main" id="{AB224CC5-D9A2-43CE-8F3C-7008DDC4EAE3}"/>
              </a:ext>
            </a:extLst>
          </p:cNvPr>
          <p:cNvSpPr>
            <a:spLocks noGrp="1"/>
          </p:cNvSpPr>
          <p:nvPr/>
        </p:nvSpPr>
        <p:spPr>
          <a:xfrm flipV="1">
            <a:off x="13312304"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2" name="Straight Connector 21">
            <a:extLst>
              <a:ext uri="{FF2B5EF4-FFF2-40B4-BE49-F238E27FC236}">
                <a16:creationId xmlns:a16="http://schemas.microsoft.com/office/drawing/2014/main" id="{1D2866EF-CCC1-4E88-8879-DCE5E0CD42CD}"/>
              </a:ext>
            </a:extLst>
          </p:cNvPr>
          <p:cNvSpPr>
            <a:spLocks noGrp="1"/>
          </p:cNvSpPr>
          <p:nvPr/>
        </p:nvSpPr>
        <p:spPr>
          <a:xfrm>
            <a:off x="0" y="901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23" name="Straight Connector 22">
            <a:extLst>
              <a:ext uri="{FF2B5EF4-FFF2-40B4-BE49-F238E27FC236}">
                <a16:creationId xmlns:a16="http://schemas.microsoft.com/office/drawing/2014/main" id="{50B635CD-BB7D-429D-9D41-A2F65E4E7E34}"/>
              </a:ext>
            </a:extLst>
          </p:cNvPr>
          <p:cNvSpPr>
            <a:spLocks noGrp="1"/>
          </p:cNvSpPr>
          <p:nvPr/>
        </p:nv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pic>
        <p:nvPicPr>
          <p:cNvPr id="32" name="Graphic 2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74531" y="89716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25009" y="89716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8193" y="89716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52255"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6342"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3597" y="5285015"/>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styles0</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pic>
        <p:nvPicPr>
          <p:cNvPr id="15" name="Picture 2"/>
          <p:cNvPicPr>
            <a:picLocks noChangeAspect="1"/>
          </p:cNvPicPr>
          <p:nvPr/>
        </p:nvPicPr>
        <p:blipFill rotWithShape="1">
          <a:blip r:embed="rId2"/>
          <a:srcRect b="15208"/>
          <a:stretch/>
        </p:blipFill>
        <p:spPr>
          <a:xfrm flipH="1">
            <a:off x="1200" y="2"/>
            <a:ext cx="344686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chemeClr val="accent3"/>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08D7E2BE-D56F-4670-889F-092706A8F6BF}"/>
              </a:ext>
            </a:extLst>
          </p:cNvPr>
          <p:cNvSpPr>
            <a:spLocks noGrp="1"/>
          </p:cNvSpPr>
          <p:nvPr/>
        </p:nvSpPr>
        <p:spPr>
          <a:xfrm>
            <a:off x="3490629" y="1031261"/>
            <a:ext cx="1032121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sp>
      <p:pic>
        <p:nvPicPr>
          <p:cNvPr id="20"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0E22F811-2A64-5904-F62F-F5545E1FEE44}"/>
              </a:ext>
            </a:extLst>
          </p:cNvPr>
          <p:cNvSpPr>
            <a:spLocks noGrp="1"/>
          </p:cNvSpPr>
          <p:nvPr>
            <p:ph idx="14"/>
          </p:nvPr>
        </p:nvSpPr>
        <p:spPr>
          <a:xfrm>
            <a:off x="6927340" y="1068622"/>
            <a:ext cx="3365613" cy="3102895"/>
          </a:xfrm>
        </p:spPr>
        <p:txBody>
          <a:bodyPr>
            <a:normAutofit/>
          </a:bodyPr>
          <a:lstStyle>
            <a:lvl1pPr marL="203976" indent="-203976">
              <a:lnSpc>
                <a:spcPct val="90000"/>
              </a:lnSpc>
              <a:spcBef>
                <a:spcPts val="0"/>
              </a:spcBef>
              <a:spcAft>
                <a:spcPts val="680"/>
              </a:spcAft>
              <a:buNone/>
              <a:defRPr sz="1813"/>
            </a:lvl1pPr>
            <a:lvl2pPr marL="652723" indent="-326362">
              <a:lnSpc>
                <a:spcPct val="90000"/>
              </a:lnSpc>
              <a:spcBef>
                <a:spcPts val="0"/>
              </a:spcBef>
              <a:spcAft>
                <a:spcPts val="680"/>
              </a:spcAft>
              <a:buNone/>
              <a:defRPr sz="1586"/>
            </a:lvl2pPr>
            <a:lvl3pPr marL="979085" indent="-326362">
              <a:lnSpc>
                <a:spcPct val="90000"/>
              </a:lnSpc>
              <a:spcBef>
                <a:spcPts val="0"/>
              </a:spcBef>
              <a:spcAft>
                <a:spcPts val="680"/>
              </a:spcAft>
              <a:buNone/>
              <a:defRPr sz="1360"/>
            </a:lvl3pPr>
            <a:lvl4pPr marL="1305446" indent="-326362">
              <a:lnSpc>
                <a:spcPct val="90000"/>
              </a:lnSpc>
              <a:spcBef>
                <a:spcPts val="0"/>
              </a:spcBef>
              <a:spcAft>
                <a:spcPts val="680"/>
              </a:spcAft>
              <a:buNone/>
              <a:defRPr sz="1247"/>
            </a:lvl4pPr>
            <a:lvl5pPr marL="1631808" indent="-326362">
              <a:lnSpc>
                <a:spcPct val="90000"/>
              </a:lnSpc>
              <a:spcBef>
                <a:spcPts val="0"/>
              </a:spcBef>
              <a:spcAft>
                <a:spcPts val="680"/>
              </a:spcAft>
              <a:buNone/>
              <a:defRPr sz="1247"/>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5D55BAED-4AB6-CA10-27A7-7B8B6B71B7E4}"/>
              </a:ext>
            </a:extLst>
          </p:cNvPr>
          <p:cNvSpPr>
            <a:spLocks noGrp="1"/>
          </p:cNvSpPr>
          <p:nvPr>
            <p:ph idx="15"/>
          </p:nvPr>
        </p:nvSpPr>
        <p:spPr>
          <a:xfrm>
            <a:off x="6927340" y="4215184"/>
            <a:ext cx="3365613" cy="3102895"/>
          </a:xfrm>
        </p:spPr>
        <p:txBody>
          <a:bodyPr>
            <a:normAutofit/>
          </a:bodyPr>
          <a:lstStyle>
            <a:lvl1pPr marL="203976" indent="-203976">
              <a:lnSpc>
                <a:spcPct val="90000"/>
              </a:lnSpc>
              <a:spcBef>
                <a:spcPts val="0"/>
              </a:spcBef>
              <a:spcAft>
                <a:spcPts val="680"/>
              </a:spcAft>
              <a:buNone/>
              <a:defRPr sz="1813"/>
            </a:lvl1pPr>
            <a:lvl2pPr marL="652723" indent="-326362">
              <a:lnSpc>
                <a:spcPct val="90000"/>
              </a:lnSpc>
              <a:spcBef>
                <a:spcPts val="0"/>
              </a:spcBef>
              <a:spcAft>
                <a:spcPts val="680"/>
              </a:spcAft>
              <a:buNone/>
              <a:defRPr sz="1586"/>
            </a:lvl2pPr>
            <a:lvl3pPr marL="979085" indent="-326362">
              <a:lnSpc>
                <a:spcPct val="90000"/>
              </a:lnSpc>
              <a:spcBef>
                <a:spcPts val="0"/>
              </a:spcBef>
              <a:spcAft>
                <a:spcPts val="680"/>
              </a:spcAft>
              <a:buNone/>
              <a:defRPr sz="1360"/>
            </a:lvl3pPr>
            <a:lvl4pPr marL="1305446" indent="-326362">
              <a:lnSpc>
                <a:spcPct val="90000"/>
              </a:lnSpc>
              <a:spcBef>
                <a:spcPts val="0"/>
              </a:spcBef>
              <a:spcAft>
                <a:spcPts val="680"/>
              </a:spcAft>
              <a:buNone/>
              <a:defRPr sz="1247"/>
            </a:lvl4pPr>
            <a:lvl5pPr marL="1631808" indent="-326362">
              <a:lnSpc>
                <a:spcPct val="90000"/>
              </a:lnSpc>
              <a:spcBef>
                <a:spcPts val="0"/>
              </a:spcBef>
              <a:spcAft>
                <a:spcPts val="680"/>
              </a:spcAft>
              <a:buNone/>
              <a:defRPr sz="1247"/>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16BF6D8D-3D39-13B0-51CD-FD1455E555EF}"/>
              </a:ext>
            </a:extLst>
          </p:cNvPr>
          <p:cNvSpPr>
            <a:spLocks noGrp="1"/>
          </p:cNvSpPr>
          <p:nvPr>
            <p:ph idx="16"/>
          </p:nvPr>
        </p:nvSpPr>
        <p:spPr>
          <a:xfrm>
            <a:off x="3523596" y="1062312"/>
            <a:ext cx="3365613" cy="3102895"/>
          </a:xfrm>
        </p:spPr>
        <p:txBody>
          <a:bodyPr>
            <a:normAutofit/>
          </a:bodyPr>
          <a:lstStyle>
            <a:lvl1pPr marL="203976" indent="-203976">
              <a:lnSpc>
                <a:spcPct val="90000"/>
              </a:lnSpc>
              <a:spcBef>
                <a:spcPts val="0"/>
              </a:spcBef>
              <a:spcAft>
                <a:spcPts val="680"/>
              </a:spcAft>
              <a:buNone/>
              <a:defRPr sz="1813"/>
            </a:lvl1pPr>
            <a:lvl2pPr marL="652723" indent="-326362">
              <a:lnSpc>
                <a:spcPct val="90000"/>
              </a:lnSpc>
              <a:spcBef>
                <a:spcPts val="0"/>
              </a:spcBef>
              <a:spcAft>
                <a:spcPts val="680"/>
              </a:spcAft>
              <a:buNone/>
              <a:defRPr sz="1586"/>
            </a:lvl2pPr>
            <a:lvl3pPr marL="979085" indent="-326362">
              <a:lnSpc>
                <a:spcPct val="90000"/>
              </a:lnSpc>
              <a:spcBef>
                <a:spcPts val="0"/>
              </a:spcBef>
              <a:spcAft>
                <a:spcPts val="680"/>
              </a:spcAft>
              <a:buNone/>
              <a:defRPr sz="1360"/>
            </a:lvl3pPr>
            <a:lvl4pPr marL="1305446" indent="-326362">
              <a:lnSpc>
                <a:spcPct val="90000"/>
              </a:lnSpc>
              <a:spcBef>
                <a:spcPts val="0"/>
              </a:spcBef>
              <a:spcAft>
                <a:spcPts val="680"/>
              </a:spcAft>
              <a:buNone/>
              <a:defRPr sz="1247"/>
            </a:lvl4pPr>
            <a:lvl5pPr marL="1631808" indent="-326362">
              <a:lnSpc>
                <a:spcPct val="90000"/>
              </a:lnSpc>
              <a:spcBef>
                <a:spcPts val="0"/>
              </a:spcBef>
              <a:spcAft>
                <a:spcPts val="680"/>
              </a:spcAft>
              <a:buNone/>
              <a:defRPr sz="1247"/>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2">
            <a:extLst>
              <a:ext uri="{FF2B5EF4-FFF2-40B4-BE49-F238E27FC236}">
                <a16:creationId xmlns:a16="http://schemas.microsoft.com/office/drawing/2014/main" id="{A75785A2-BDE6-3648-9F8A-5C38E5A381E5}"/>
              </a:ext>
            </a:extLst>
          </p:cNvPr>
          <p:cNvSpPr>
            <a:spLocks noGrp="1"/>
          </p:cNvSpPr>
          <p:nvPr>
            <p:ph idx="17"/>
          </p:nvPr>
        </p:nvSpPr>
        <p:spPr>
          <a:xfrm>
            <a:off x="10368389" y="1062312"/>
            <a:ext cx="3365613" cy="3102895"/>
          </a:xfrm>
        </p:spPr>
        <p:txBody>
          <a:bodyPr>
            <a:normAutofit/>
          </a:bodyPr>
          <a:lstStyle>
            <a:lvl1pPr marL="203976" indent="-203976">
              <a:lnSpc>
                <a:spcPct val="90000"/>
              </a:lnSpc>
              <a:spcBef>
                <a:spcPts val="0"/>
              </a:spcBef>
              <a:spcAft>
                <a:spcPts val="680"/>
              </a:spcAft>
              <a:buNone/>
              <a:defRPr sz="1813"/>
            </a:lvl1pPr>
            <a:lvl2pPr marL="652723" indent="-326362">
              <a:lnSpc>
                <a:spcPct val="90000"/>
              </a:lnSpc>
              <a:spcBef>
                <a:spcPts val="0"/>
              </a:spcBef>
              <a:spcAft>
                <a:spcPts val="680"/>
              </a:spcAft>
              <a:buNone/>
              <a:defRPr sz="1586"/>
            </a:lvl2pPr>
            <a:lvl3pPr marL="979085" indent="-326362">
              <a:lnSpc>
                <a:spcPct val="90000"/>
              </a:lnSpc>
              <a:spcBef>
                <a:spcPts val="0"/>
              </a:spcBef>
              <a:spcAft>
                <a:spcPts val="680"/>
              </a:spcAft>
              <a:buNone/>
              <a:defRPr sz="1360"/>
            </a:lvl3pPr>
            <a:lvl4pPr marL="1305446" indent="-326362">
              <a:lnSpc>
                <a:spcPct val="90000"/>
              </a:lnSpc>
              <a:spcBef>
                <a:spcPts val="0"/>
              </a:spcBef>
              <a:spcAft>
                <a:spcPts val="680"/>
              </a:spcAft>
              <a:buNone/>
              <a:defRPr sz="1247"/>
            </a:lvl4pPr>
            <a:lvl5pPr marL="1631808" indent="-326362">
              <a:lnSpc>
                <a:spcPct val="90000"/>
              </a:lnSpc>
              <a:spcBef>
                <a:spcPts val="0"/>
              </a:spcBef>
              <a:spcAft>
                <a:spcPts val="680"/>
              </a:spcAft>
              <a:buNone/>
              <a:defRPr sz="1247"/>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2">
            <a:extLst>
              <a:ext uri="{FF2B5EF4-FFF2-40B4-BE49-F238E27FC236}">
                <a16:creationId xmlns:a16="http://schemas.microsoft.com/office/drawing/2014/main" id="{230450BE-FC27-D918-BC10-BA7CC1814448}"/>
              </a:ext>
            </a:extLst>
          </p:cNvPr>
          <p:cNvSpPr>
            <a:spLocks noGrp="1"/>
          </p:cNvSpPr>
          <p:nvPr>
            <p:ph idx="18"/>
          </p:nvPr>
        </p:nvSpPr>
        <p:spPr>
          <a:xfrm>
            <a:off x="3523596" y="4208876"/>
            <a:ext cx="3365613" cy="3102895"/>
          </a:xfrm>
        </p:spPr>
        <p:txBody>
          <a:bodyPr>
            <a:normAutofit/>
          </a:bodyPr>
          <a:lstStyle>
            <a:lvl1pPr marL="203976" indent="-203976">
              <a:lnSpc>
                <a:spcPct val="90000"/>
              </a:lnSpc>
              <a:spcBef>
                <a:spcPts val="0"/>
              </a:spcBef>
              <a:spcAft>
                <a:spcPts val="680"/>
              </a:spcAft>
              <a:buNone/>
              <a:defRPr sz="1813"/>
            </a:lvl1pPr>
            <a:lvl2pPr marL="652723" indent="-326362">
              <a:lnSpc>
                <a:spcPct val="90000"/>
              </a:lnSpc>
              <a:spcBef>
                <a:spcPts val="0"/>
              </a:spcBef>
              <a:spcAft>
                <a:spcPts val="680"/>
              </a:spcAft>
              <a:buNone/>
              <a:defRPr sz="1586"/>
            </a:lvl2pPr>
            <a:lvl3pPr marL="979085" indent="-326362">
              <a:lnSpc>
                <a:spcPct val="90000"/>
              </a:lnSpc>
              <a:spcBef>
                <a:spcPts val="0"/>
              </a:spcBef>
              <a:spcAft>
                <a:spcPts val="680"/>
              </a:spcAft>
              <a:buNone/>
              <a:defRPr sz="1360"/>
            </a:lvl3pPr>
            <a:lvl4pPr marL="1305446" indent="-326362">
              <a:lnSpc>
                <a:spcPct val="90000"/>
              </a:lnSpc>
              <a:spcBef>
                <a:spcPts val="0"/>
              </a:spcBef>
              <a:spcAft>
                <a:spcPts val="680"/>
              </a:spcAft>
              <a:buNone/>
              <a:defRPr sz="1247"/>
            </a:lvl4pPr>
            <a:lvl5pPr marL="1631808" indent="-326362">
              <a:lnSpc>
                <a:spcPct val="90000"/>
              </a:lnSpc>
              <a:spcBef>
                <a:spcPts val="0"/>
              </a:spcBef>
              <a:spcAft>
                <a:spcPts val="680"/>
              </a:spcAft>
              <a:buNone/>
              <a:defRPr sz="1247"/>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Content Placeholder 2">
            <a:extLst>
              <a:ext uri="{FF2B5EF4-FFF2-40B4-BE49-F238E27FC236}">
                <a16:creationId xmlns:a16="http://schemas.microsoft.com/office/drawing/2014/main" id="{E5C72FB4-3066-DBE9-DF90-35FF6D19C2E7}"/>
              </a:ext>
            </a:extLst>
          </p:cNvPr>
          <p:cNvSpPr>
            <a:spLocks noGrp="1"/>
          </p:cNvSpPr>
          <p:nvPr>
            <p:ph idx="19"/>
          </p:nvPr>
        </p:nvSpPr>
        <p:spPr>
          <a:xfrm>
            <a:off x="10368389" y="4208876"/>
            <a:ext cx="3365613" cy="3102895"/>
          </a:xfrm>
        </p:spPr>
        <p:txBody>
          <a:bodyPr>
            <a:normAutofit/>
          </a:bodyPr>
          <a:lstStyle>
            <a:lvl1pPr marL="203976" indent="-203976">
              <a:lnSpc>
                <a:spcPct val="90000"/>
              </a:lnSpc>
              <a:spcBef>
                <a:spcPts val="0"/>
              </a:spcBef>
              <a:spcAft>
                <a:spcPts val="680"/>
              </a:spcAft>
              <a:buNone/>
              <a:defRPr sz="1813"/>
            </a:lvl1pPr>
            <a:lvl2pPr marL="652723" indent="-326362">
              <a:lnSpc>
                <a:spcPct val="90000"/>
              </a:lnSpc>
              <a:spcBef>
                <a:spcPts val="0"/>
              </a:spcBef>
              <a:spcAft>
                <a:spcPts val="680"/>
              </a:spcAft>
              <a:buNone/>
              <a:defRPr sz="1586"/>
            </a:lvl2pPr>
            <a:lvl3pPr marL="979085" indent="-326362">
              <a:lnSpc>
                <a:spcPct val="90000"/>
              </a:lnSpc>
              <a:spcBef>
                <a:spcPts val="0"/>
              </a:spcBef>
              <a:spcAft>
                <a:spcPts val="680"/>
              </a:spcAft>
              <a:buNone/>
              <a:defRPr sz="1360"/>
            </a:lvl3pPr>
            <a:lvl4pPr marL="1305446" indent="-326362">
              <a:lnSpc>
                <a:spcPct val="90000"/>
              </a:lnSpc>
              <a:spcBef>
                <a:spcPts val="0"/>
              </a:spcBef>
              <a:spcAft>
                <a:spcPts val="680"/>
              </a:spcAft>
              <a:buNone/>
              <a:defRPr sz="1247"/>
            </a:lvl4pPr>
            <a:lvl5pPr marL="1631808" indent="-326362">
              <a:lnSpc>
                <a:spcPct val="90000"/>
              </a:lnSpc>
              <a:spcBef>
                <a:spcPts val="0"/>
              </a:spcBef>
              <a:spcAft>
                <a:spcPts val="680"/>
              </a:spcAft>
              <a:buNone/>
              <a:defRPr sz="1247"/>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1_Title and Content">
    <p:spTree>
      <p:nvGrpSpPr>
        <p:cNvPr id="1" name=""/>
        <p:cNvGrpSpPr/>
        <p:nvPr/>
      </p:nvGrpSpPr>
      <p:grpSpPr>
        <a:xfrm>
          <a:off x="0" y="0"/>
          <a:ext cx="0" cy="0"/>
          <a:chOff x="0" y="0"/>
          <a:chExt cx="0" cy="0"/>
        </a:xfrm>
      </p:grpSpPr>
      <p:pic>
        <p:nvPicPr>
          <p:cNvPr id="9" name="Picture 2"/>
          <p:cNvPicPr>
            <a:picLocks noChangeAspect="1"/>
          </p:cNvPicPr>
          <p:nvPr/>
        </p:nvPicPr>
        <p:blipFill rotWithShape="1">
          <a:blip r:embed="rId2"/>
          <a:srcRect r="33887" b="15208"/>
          <a:stretch/>
        </p:blipFill>
        <p:spPr>
          <a:xfrm flipH="1">
            <a:off x="4446483" y="2"/>
            <a:ext cx="9369528" cy="7768312"/>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pic>
        <p:nvPicPr>
          <p:cNvPr id="11" name="Graphic 1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76109" y="185869"/>
            <a:ext cx="2881072" cy="816000"/>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40633-C39C-4144-D3A2-248E5DCA5CF6}"/>
              </a:ext>
            </a:extLst>
          </p:cNvPr>
          <p:cNvSpPr>
            <a:spLocks noGrp="1"/>
          </p:cNvSpPr>
          <p:nvPr>
            <p:ph type="title"/>
          </p:nvPr>
        </p:nvSpPr>
        <p:spPr>
          <a:xfrm>
            <a:off x="1811608" y="404544"/>
            <a:ext cx="9020398" cy="518160"/>
          </a:xfrm>
        </p:spPr>
        <p:txBody>
          <a:bodyPr>
            <a:normAutofit/>
          </a:bodyPr>
          <a:lstStyle>
            <a:lvl1pPr>
              <a:buNone/>
              <a:defRPr sz="2720">
                <a:latin typeface="Montserrat ExtraBold"/>
                <a:ea typeface="Montserrat ExtraBold"/>
                <a:cs typeface="Montserrat ExtraBold"/>
              </a:defRPr>
            </a:lvl1pPr>
          </a:lstStyle>
          <a:p>
            <a:r>
              <a:t>Click to edit Master title style</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46_Title and Content">
    <p:spTree>
      <p:nvGrpSpPr>
        <p:cNvPr id="1" name=""/>
        <p:cNvGrpSpPr/>
        <p:nvPr/>
      </p:nvGrpSpPr>
      <p:grpSpPr>
        <a:xfrm>
          <a:off x="0" y="0"/>
          <a:ext cx="0" cy="0"/>
          <a:chOff x="0" y="0"/>
          <a:chExt cx="0" cy="0"/>
        </a:xfrm>
      </p:grpSpPr>
      <p:pic>
        <p:nvPicPr>
          <p:cNvPr id="19" name="Picture 3"/>
          <p:cNvPicPr>
            <a:picLocks noChangeAspect="1"/>
          </p:cNvPicPr>
          <p:nvPr/>
        </p:nvPicPr>
        <p:blipFill rotWithShape="1">
          <a:blip r:embed="rId2"/>
          <a:srcRect t="411" b="15208"/>
          <a:stretch/>
        </p:blipFill>
        <p:spPr>
          <a:xfrm>
            <a:off x="0" y="0"/>
            <a:ext cx="13816013" cy="7790454"/>
          </a:xfrm>
          <a:prstGeom prst="rect">
            <a:avLst/>
          </a:prstGeom>
        </p:spPr>
      </p:pic>
      <p:pic>
        <p:nvPicPr>
          <p:cNvPr id="20" name="Graphic 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14" name="Straight Connector 13">
            <a:extLst>
              <a:ext uri="{FF2B5EF4-FFF2-40B4-BE49-F238E27FC236}">
                <a16:creationId xmlns:a16="http://schemas.microsoft.com/office/drawing/2014/main" id="{9D4E9A0F-04CC-40C9-9977-46CF52B2A45E}"/>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5" name="Straight Connector 14">
            <a:extLst>
              <a:ext uri="{FF2B5EF4-FFF2-40B4-BE49-F238E27FC236}">
                <a16:creationId xmlns:a16="http://schemas.microsoft.com/office/drawing/2014/main" id="{B4272FB5-F8DE-4511-A68F-C22EA7C9A74C}"/>
              </a:ext>
            </a:extLst>
          </p:cNvPr>
          <p:cNvSpPr>
            <a:spLocks noGrp="1"/>
          </p:cNvSpPr>
          <p:nvPr/>
        </p:nv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16" name="Rectangle 15">
            <a:extLst>
              <a:ext uri="{FF2B5EF4-FFF2-40B4-BE49-F238E27FC236}">
                <a16:creationId xmlns:a16="http://schemas.microsoft.com/office/drawing/2014/main" id="{1FC131EB-41CC-64C2-8E76-F942E2B1DF44}"/>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pic>
        <p:nvPicPr>
          <p:cNvPr id="18" name="Picture 3"/>
          <p:cNvPicPr>
            <a:picLocks noChangeAspect="1"/>
          </p:cNvPicPr>
          <p:nvPr/>
        </p:nvPicPr>
        <p:blipFill rotWithShape="1">
          <a:blip r:embed="rId2"/>
          <a:srcRect t="411" b="15208"/>
          <a:stretch/>
        </p:blipFill>
        <p:spPr>
          <a:xfrm>
            <a:off x="0" y="0"/>
            <a:ext cx="13816013" cy="7790454"/>
          </a:xfrm>
          <a:prstGeom prst="rect">
            <a:avLst/>
          </a:prstGeom>
        </p:spPr>
      </p:pic>
      <p:pic>
        <p:nvPicPr>
          <p:cNvPr id="19" name="Graphic 2"/>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6" name="Straight Connector 5">
            <a:extLst>
              <a:ext uri="{FF2B5EF4-FFF2-40B4-BE49-F238E27FC236}">
                <a16:creationId xmlns:a16="http://schemas.microsoft.com/office/drawing/2014/main" id="{4D2BF32E-2AD0-4129-9521-638F561DF59C}"/>
              </a:ext>
            </a:extLst>
          </p:cNvPr>
          <p:cNvSpPr>
            <a:spLocks noGrp="1"/>
          </p:cNvSpPr>
          <p:nvPr/>
        </p:nv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14" name="Straight Connector 13">
            <a:extLst>
              <a:ext uri="{FF2B5EF4-FFF2-40B4-BE49-F238E27FC236}">
                <a16:creationId xmlns:a16="http://schemas.microsoft.com/office/drawing/2014/main" id="{0F4A3C59-1B47-4FC2-A305-87998B308E83}"/>
              </a:ext>
            </a:extLst>
          </p:cNvPr>
          <p:cNvSpPr>
            <a:spLocks noGrp="1"/>
          </p:cNvSpPr>
          <p:nvPr/>
        </p:nv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15" name="Rectangle 14">
            <a:extLst>
              <a:ext uri="{FF2B5EF4-FFF2-40B4-BE49-F238E27FC236}">
                <a16:creationId xmlns:a16="http://schemas.microsoft.com/office/drawing/2014/main" id="{139ACDF4-E9BA-50D8-8C8D-8FED16FBEF76}"/>
              </a:ext>
            </a:extLst>
          </p:cNvPr>
          <p:cNvSpPr>
            <a:spLocks noGrp="1"/>
          </p:cNvSpPr>
          <p:nvPr/>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pic>
        <p:nvPicPr>
          <p:cNvPr id="15" name="Picture 3"/>
          <p:cNvPicPr>
            <a:picLocks noChangeAspect="1"/>
          </p:cNvPicPr>
          <p:nvPr/>
        </p:nvPicPr>
        <p:blipFill rotWithShape="1">
          <a:blip r:embed="rId2"/>
          <a:srcRect l="74735" b="15208"/>
          <a:stretch/>
        </p:blipFill>
        <p:spPr>
          <a:xfrm>
            <a:off x="10325385" y="1"/>
            <a:ext cx="3490628"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10231110" cy="931155"/>
          </a:xfrm>
        </p:spPr>
        <p:txBody>
          <a:bodyPr lIns="216000">
            <a:noAutofit/>
          </a:bodyPr>
          <a:lstStyle>
            <a:lvl1pPr algn="l">
              <a:buNone/>
              <a:defRPr sz="2720">
                <a:solidFill>
                  <a:schemeClr val="tx1"/>
                </a:solidFill>
                <a:latin typeface="Montserrat ExtraBold"/>
                <a:ea typeface="Montserrat ExtraBold"/>
                <a:cs typeface="Montserrat ExtraBold"/>
              </a:defRPr>
            </a:lvl1pPr>
          </a:lstStyle>
          <a:p>
            <a:r>
              <a:t>Click to edit Master title style</a:t>
            </a:r>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10168850" cy="6208359"/>
          </a:xfrm>
        </p:spPr>
        <p:txBody>
          <a:bodyPr tIns="108000" bIns="108000"/>
          <a:lstStyle>
            <a:lvl1pPr marL="203976" indent="-326362">
              <a:lnSpc>
                <a:spcPct val="90000"/>
              </a:lnSpc>
              <a:spcBef>
                <a:spcPts val="0"/>
              </a:spcBef>
              <a:spcAft>
                <a:spcPts val="680"/>
              </a:spcAft>
              <a:buNone/>
              <a:defRPr/>
            </a:lvl1pPr>
            <a:lvl2pPr marL="652723" indent="-326362">
              <a:lnSpc>
                <a:spcPct val="90000"/>
              </a:lnSpc>
              <a:spcBef>
                <a:spcPts val="0"/>
              </a:spcBef>
              <a:spcAft>
                <a:spcPts val="680"/>
              </a:spcAft>
              <a:buNone/>
              <a:defRPr/>
            </a:lvl2pPr>
            <a:lvl3pPr marL="979085" indent="-326362">
              <a:lnSpc>
                <a:spcPct val="90000"/>
              </a:lnSpc>
              <a:spcBef>
                <a:spcPts val="0"/>
              </a:spcBef>
              <a:spcAft>
                <a:spcPts val="680"/>
              </a:spcAft>
              <a:buNone/>
              <a:defRPr/>
            </a:lvl3pPr>
            <a:lvl4pPr marL="1305446" indent="-326362">
              <a:lnSpc>
                <a:spcPct val="90000"/>
              </a:lnSpc>
              <a:spcBef>
                <a:spcPts val="0"/>
              </a:spcBef>
              <a:spcAft>
                <a:spcPts val="680"/>
              </a:spcAft>
              <a:buNone/>
              <a:defRPr/>
            </a:lvl4pPr>
            <a:lvl5pPr marL="1631808" indent="-326362">
              <a:lnSpc>
                <a:spcPct val="90000"/>
              </a:lnSpc>
              <a:spcBef>
                <a:spcPts val="0"/>
              </a:spcBef>
              <a:spcAft>
                <a:spcPts val="680"/>
              </a:spcAft>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idx="12"/>
          </p:nvPr>
        </p:nvSpPr>
        <p:spPr>
          <a:xfrm>
            <a:off x="56313" y="7358593"/>
            <a:ext cx="901894" cy="349802"/>
          </a:xfrm>
          <a:prstGeom prst="rect">
            <a:avLst/>
          </a:prstGeom>
        </p:spPr>
        <p:txBody>
          <a:bodyPr/>
          <a:lstStyle>
            <a:lvl1pPr>
              <a:buNone/>
              <a:defRPr sz="1133"/>
            </a:lvl1pPr>
          </a:lstStyle>
          <a:p>
            <a:fld id="{31EDE896-AC2C-481E-AE90-43E2336744F8}" type="slidenum">
              <a:t>‹#›</a:t>
            </a:fld>
            <a:endParaRPr/>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10431090" y="1068620"/>
            <a:ext cx="3278534" cy="6208359"/>
          </a:xfrm>
        </p:spPr>
        <p:txBody>
          <a:bodyPr/>
          <a:lstStyle>
            <a:lvl1pPr marL="0" indent="0" algn="ctr">
              <a:lnSpc>
                <a:spcPct val="90000"/>
              </a:lnSpc>
              <a:spcBef>
                <a:spcPts val="0"/>
              </a:spcBef>
              <a:spcAft>
                <a:spcPts val="680"/>
              </a:spcAft>
              <a:buNone/>
              <a:defRPr>
                <a:solidFill>
                  <a:srgbClr val="00B0B0"/>
                </a:solidFill>
                <a:latin typeface="Montserrat ExtraBold"/>
                <a:ea typeface="Montserrat ExtraBold"/>
                <a:cs typeface="Montserrat ExtraBold"/>
              </a:defRPr>
            </a:lvl1pPr>
            <a:lvl2pPr marL="652723" indent="-326362">
              <a:lnSpc>
                <a:spcPct val="90000"/>
              </a:lnSpc>
              <a:spcBef>
                <a:spcPts val="0"/>
              </a:spcBef>
              <a:spcAft>
                <a:spcPts val="680"/>
              </a:spcAft>
              <a:buNone/>
              <a:defRPr>
                <a:solidFill>
                  <a:schemeClr val="accent3"/>
                </a:solidFill>
              </a:defRPr>
            </a:lvl2pPr>
            <a:lvl3pPr marL="979085" indent="-326362">
              <a:lnSpc>
                <a:spcPct val="90000"/>
              </a:lnSpc>
              <a:spcBef>
                <a:spcPts val="0"/>
              </a:spcBef>
              <a:spcAft>
                <a:spcPts val="680"/>
              </a:spcAft>
              <a:buNone/>
              <a:defRPr>
                <a:solidFill>
                  <a:schemeClr val="accent3"/>
                </a:solidFill>
              </a:defRPr>
            </a:lvl3pPr>
            <a:lvl4pPr marL="1305446" indent="-326362">
              <a:lnSpc>
                <a:spcPct val="90000"/>
              </a:lnSpc>
              <a:spcBef>
                <a:spcPts val="0"/>
              </a:spcBef>
              <a:spcAft>
                <a:spcPts val="680"/>
              </a:spcAft>
              <a:buNone/>
              <a:defRPr>
                <a:solidFill>
                  <a:schemeClr val="accent3"/>
                </a:solidFill>
              </a:defRPr>
            </a:lvl4pPr>
            <a:lvl5pPr marL="1631808" indent="-326362">
              <a:lnSpc>
                <a:spcPct val="90000"/>
              </a:lnSpc>
              <a:spcBef>
                <a:spcPts val="0"/>
              </a:spcBef>
              <a:spcAft>
                <a:spcPts val="680"/>
              </a:spcAft>
              <a:buNone/>
              <a:defRPr>
                <a:solidFill>
                  <a:schemeClr val="accent3"/>
                </a:solidFill>
              </a:defRPr>
            </a:lvl5pPr>
          </a:lstStyle>
          <a:p>
            <a:pPr lvl="0">
              <a:buNone/>
            </a:pPr>
            <a:r>
              <a:t>Click to edit Master text styles</a:t>
            </a:r>
          </a:p>
        </p:txBody>
      </p:sp>
      <p:sp>
        <p:nvSpPr>
          <p:cNvPr id="12" name="Straight Connector 11">
            <a:extLst>
              <a:ext uri="{FF2B5EF4-FFF2-40B4-BE49-F238E27FC236}">
                <a16:creationId xmlns:a16="http://schemas.microsoft.com/office/drawing/2014/main" id="{EF808148-F3CD-43A8-8E0D-D250C0F510B1}"/>
              </a:ext>
            </a:extLst>
          </p:cNvPr>
          <p:cNvSpPr>
            <a:spLocks noGrp="1"/>
          </p:cNvSpPr>
          <p:nvPr/>
        </p:nvSpPr>
        <p:spPr>
          <a:xfrm>
            <a:off x="61856" y="1031261"/>
            <a:ext cx="1023111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sp>
      <p:pic>
        <p:nvPicPr>
          <p:cNvPr id="21" name="Graphic 7"/>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2_Custom Layout">
    <p:spTree>
      <p:nvGrpSpPr>
        <p:cNvPr id="1" name=""/>
        <p:cNvGrpSpPr/>
        <p:nvPr/>
      </p:nvGrpSpPr>
      <p:grpSpPr>
        <a:xfrm>
          <a:off x="0" y="0"/>
          <a:ext cx="0" cy="0"/>
          <a:chOff x="0" y="0"/>
          <a:chExt cx="0" cy="0"/>
        </a:xfrm>
      </p:grpSpPr>
      <p:pic>
        <p:nvPicPr>
          <p:cNvPr id="6" name="Picture 3"/>
          <p:cNvPicPr>
            <a:picLocks noChangeAspect="1"/>
          </p:cNvPicPr>
          <p:nvPr/>
        </p:nvPicPr>
        <p:blipFill rotWithShape="1">
          <a:blip r:embed="rId2"/>
          <a:srcRect b="15208"/>
          <a:stretch/>
        </p:blipFill>
        <p:spPr>
          <a:xfrm>
            <a:off x="0" y="0"/>
            <a:ext cx="13816013" cy="7790454"/>
          </a:xfrm>
          <a:prstGeom prst="rect">
            <a:avLst/>
          </a:prstGeom>
        </p:spPr>
      </p:pic>
      <p:sp>
        <p:nvSpPr>
          <p:cNvPr id="2" name="Title 1">
            <a:extLst>
              <a:ext uri="{FF2B5EF4-FFF2-40B4-BE49-F238E27FC236}">
                <a16:creationId xmlns:a16="http://schemas.microsoft.com/office/drawing/2014/main" id="{2CBE9737-B1C7-7E5D-0532-56CCAAAD5515}"/>
              </a:ext>
            </a:extLst>
          </p:cNvPr>
          <p:cNvSpPr>
            <a:spLocks noGrp="1"/>
          </p:cNvSpPr>
          <p:nvPr>
            <p:ph type="title"/>
          </p:nvPr>
        </p:nvSpPr>
        <p:spPr>
          <a:xfrm>
            <a:off x="56315" y="64007"/>
            <a:ext cx="10783500" cy="914252"/>
          </a:xfrm>
        </p:spPr>
        <p:txBody>
          <a:bodyPr/>
          <a:lstStyle/>
          <a:p>
            <a:r>
              <a:t>Click to edit Master title style</a:t>
            </a:r>
          </a:p>
        </p:txBody>
      </p:sp>
      <p:sp>
        <p:nvSpPr>
          <p:cNvPr id="3" name="Slide Number Placeholder 2">
            <a:extLst>
              <a:ext uri="{FF2B5EF4-FFF2-40B4-BE49-F238E27FC236}">
                <a16:creationId xmlns:a16="http://schemas.microsoft.com/office/drawing/2014/main" id="{39DEFB82-E0F3-2C9B-870C-2E9ED5DF3279}"/>
              </a:ext>
            </a:extLst>
          </p:cNvPr>
          <p:cNvSpPr>
            <a:spLocks noGrp="1"/>
          </p:cNvSpPr>
          <p:nvPr>
            <p:ph type="sldNum" idx="10"/>
          </p:nvPr>
        </p:nvSpPr>
        <p:spPr/>
        <p:txBody>
          <a:bodyPr/>
          <a:lstStyle/>
          <a:p>
            <a:fld id="{31EDE896-AC2C-481E-AE90-43E2336744F8}" type="slidenum">
              <a:t>‹#›</a:t>
            </a:fld>
            <a:endParaRPr/>
          </a:p>
        </p:txBody>
      </p:sp>
      <p:pic>
        <p:nvPicPr>
          <p:cNvPr id="9" name="Graphic 9"/>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2"/>
          <p:cNvPicPr>
            <a:picLocks noChangeAspect="1"/>
          </p:cNvPicPr>
          <p:nvPr/>
        </p:nvPicPr>
        <p:blipFill rotWithShape="1">
          <a:blip r:embed="rId2"/>
          <a:srcRect t="411" b="15208"/>
          <a:stretch/>
        </p:blipFill>
        <p:spPr>
          <a:xfrm>
            <a:off x="0" y="1"/>
            <a:ext cx="13816013" cy="7790454"/>
          </a:xfrm>
          <a:prstGeom prst="rect">
            <a:avLst/>
          </a:prstGeom>
        </p:spPr>
      </p:pic>
      <p:pic>
        <p:nvPicPr>
          <p:cNvPr id="14" name="Picture 8"/>
          <p:cNvPicPr>
            <a:picLocks noChangeAspect="1"/>
          </p:cNvPicPr>
          <p:nvPr/>
        </p:nvPicPr>
        <p:blipFill>
          <a:blip r:embed="rId3"/>
          <a:stretch>
            <a:fillRect/>
          </a:stretch>
        </p:blipFill>
        <p:spPr>
          <a:xfrm>
            <a:off x="11615056" y="279400"/>
            <a:ext cx="1788788" cy="460534"/>
          </a:xfrm>
          <a:prstGeom prst="rect">
            <a:avLst/>
          </a:prstGeom>
        </p:spPr>
      </p:pic>
      <p:sp>
        <p:nvSpPr>
          <p:cNvPr id="10" name="Straight Connector 9">
            <a:extLst>
              <a:ext uri="{FF2B5EF4-FFF2-40B4-BE49-F238E27FC236}">
                <a16:creationId xmlns:a16="http://schemas.microsoft.com/office/drawing/2014/main" id="{B6197110-950C-4746-B1B2-B6D529DC0091}"/>
              </a:ext>
            </a:extLst>
          </p:cNvPr>
          <p:cNvSpPr>
            <a:spLocks noGrp="1"/>
          </p:cNvSpPr>
          <p:nvPr/>
        </p:nvSpPr>
        <p:spPr>
          <a:xfrm>
            <a:off x="11475356" y="330200"/>
            <a:ext cx="1" cy="31045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9" name="Picture 3"/>
          <p:cNvPicPr>
            <a:picLocks noChangeAspect="1"/>
          </p:cNvPicPr>
          <p:nvPr/>
        </p:nvPicPr>
        <p:blipFill rotWithShape="1">
          <a:blip r:embed="rId2"/>
          <a:srcRect b="15208"/>
          <a:stretch/>
        </p:blipFill>
        <p:spPr>
          <a:xfrm>
            <a:off x="0" y="-14393"/>
            <a:ext cx="13816013" cy="7790454"/>
          </a:xfrm>
          <a:prstGeom prst="rect">
            <a:avLst/>
          </a:prstGeom>
        </p:spPr>
      </p:pic>
      <p:pic>
        <p:nvPicPr>
          <p:cNvPr id="10" name="Graphic 23"/>
          <p:cNvPicPr>
            <a:picLocks noChangeAspect="1"/>
          </p:cNvPicPr>
          <p:nvPr/>
        </p:nvPicPr>
        <p:blipFill rotWithShape="1">
          <a:blip>
            <a:extLs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3" name="Straight Connector 2">
            <a:extLst>
              <a:ext uri="{FF2B5EF4-FFF2-40B4-BE49-F238E27FC236}">
                <a16:creationId xmlns:a16="http://schemas.microsoft.com/office/drawing/2014/main" id="{FA026240-0FFB-4F93-B680-B4A3105B86E3}"/>
              </a:ext>
            </a:extLst>
          </p:cNvPr>
          <p:cNvSpPr>
            <a:spLocks noGrp="1"/>
          </p:cNvSpPr>
          <p:nvPr/>
        </p:nvSpPr>
        <p:spPr>
          <a:xfrm>
            <a:off x="0" y="6966654"/>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sp>
      <p:sp>
        <p:nvSpPr>
          <p:cNvPr id="6" name="Rectangle 5">
            <a:extLst>
              <a:ext uri="{FF2B5EF4-FFF2-40B4-BE49-F238E27FC236}">
                <a16:creationId xmlns:a16="http://schemas.microsoft.com/office/drawing/2014/main" id="{20805BD5-4803-1A83-A65B-A82810CBC6C8}"/>
              </a:ext>
            </a:extLst>
          </p:cNvPr>
          <p:cNvSpPr>
            <a:spLocks noGrp="1"/>
          </p:cNvSpPr>
          <p:nvPr/>
        </p:nvSpPr>
        <p:spPr>
          <a:xfrm>
            <a:off x="0" y="6976532"/>
            <a:ext cx="13803313" cy="795867"/>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3" name="Picture 8"/>
          <p:cNvPicPr>
            <a:picLocks noChangeAspect="1"/>
          </p:cNvPicPr>
          <p:nvPr/>
        </p:nvPicPr>
        <p:blipFill>
          <a:blip r:embed="rId2"/>
          <a:stretch>
            <a:fillRect/>
          </a:stretch>
        </p:blipFill>
        <p:spPr>
          <a:xfrm>
            <a:off x="-4041" y="-14393"/>
            <a:ext cx="13820054" cy="7772400"/>
          </a:xfrm>
          <a:prstGeom prst="rect">
            <a:avLst/>
          </a:prstGeom>
        </p:spPr>
      </p:pic>
      <p:pic>
        <p:nvPicPr>
          <p:cNvPr id="4" name="Picture 9"/>
          <p:cNvPicPr>
            <a:picLocks noChangeAspect="1"/>
          </p:cNvPicPr>
          <p:nvPr/>
        </p:nvPicPr>
        <p:blipFill>
          <a:blip r:embed="rId3"/>
          <a:stretch>
            <a:fillRect/>
          </a:stretch>
        </p:blipFill>
        <p:spPr>
          <a:xfrm>
            <a:off x="3305975" y="1464008"/>
            <a:ext cx="2580444" cy="1768323"/>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9BFD4-31EF-C745-FAD1-9BF63FA33D09}"/>
              </a:ext>
            </a:extLst>
          </p:cNvPr>
          <p:cNvSpPr>
            <a:spLocks noGrp="1"/>
          </p:cNvSpPr>
          <p:nvPr>
            <p:ph type="ctrTitle"/>
          </p:nvPr>
        </p:nvSpPr>
        <p:spPr>
          <a:xfrm>
            <a:off x="1727002" y="1272013"/>
            <a:ext cx="10362010" cy="2705947"/>
          </a:xfrm>
        </p:spPr>
        <p:txBody>
          <a:bodyPr anchor="b"/>
          <a:lstStyle>
            <a:lvl1pPr algn="ctr">
              <a:buNone/>
              <a:defRPr sz="6799"/>
            </a:lvl1pPr>
          </a:lstStyle>
          <a:p>
            <a:r>
              <a:t>Click to edit Master title style</a:t>
            </a:r>
          </a:p>
        </p:txBody>
      </p:sp>
      <p:sp>
        <p:nvSpPr>
          <p:cNvPr id="3" name="Subtitle 2">
            <a:extLst>
              <a:ext uri="{FF2B5EF4-FFF2-40B4-BE49-F238E27FC236}">
                <a16:creationId xmlns:a16="http://schemas.microsoft.com/office/drawing/2014/main" id="{63A4255D-EC01-5902-DAF4-9020A4F2783A}"/>
              </a:ext>
            </a:extLst>
          </p:cNvPr>
          <p:cNvSpPr>
            <a:spLocks noGrp="1"/>
          </p:cNvSpPr>
          <p:nvPr>
            <p:ph type="subTitle" idx="1"/>
          </p:nvPr>
        </p:nvSpPr>
        <p:spPr>
          <a:xfrm>
            <a:off x="1727002" y="4082310"/>
            <a:ext cx="10362010" cy="1876530"/>
          </a:xfrm>
        </p:spPr>
        <p:txBody>
          <a:bodyPr/>
          <a:lstStyle>
            <a:lvl1pPr marL="0" indent="0" algn="ctr">
              <a:buNone/>
              <a:defRPr sz="2720"/>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t>Click to edit Master subtitle style</a:t>
            </a:r>
          </a:p>
        </p:txBody>
      </p:sp>
      <p:sp>
        <p:nvSpPr>
          <p:cNvPr id="4" name="Date Placeholder 3">
            <a:extLst>
              <a:ext uri="{FF2B5EF4-FFF2-40B4-BE49-F238E27FC236}">
                <a16:creationId xmlns:a16="http://schemas.microsoft.com/office/drawing/2014/main" id="{C0C87B92-BA1F-2940-D407-5A339A8EE5C8}"/>
              </a:ext>
            </a:extLst>
          </p:cNvPr>
          <p:cNvSpPr>
            <a:spLocks noGrp="1"/>
          </p:cNvSpPr>
          <p:nvPr>
            <p:ph type="dt" idx="10"/>
          </p:nvPr>
        </p:nvSpPr>
        <p:spPr/>
        <p:txBody>
          <a:body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97A82AD4-3B6D-A682-2198-CA0DDD0BFCB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737782-72C9-72BA-233E-6BE78AC7A507}"/>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E63A8-2535-B027-C688-98EBC90511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48E93BC-4572-7204-65FD-1072DCA6E01E}"/>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472B809-3F5C-9599-F1BD-D09CB571F4D6}"/>
              </a:ext>
            </a:extLst>
          </p:cNvPr>
          <p:cNvSpPr>
            <a:spLocks noGrp="1"/>
          </p:cNvSpPr>
          <p:nvPr>
            <p:ph type="dt" idx="10"/>
          </p:nvPr>
        </p:nvSpPr>
        <p:spPr/>
        <p:txBody>
          <a:body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FEA321B0-FF39-88D6-348B-9665AFC2052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76C4440-22FA-10F1-0031-8055AEDFF4FE}"/>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B355C-ED06-A7AC-5502-FE6EB9821A1D}"/>
              </a:ext>
            </a:extLst>
          </p:cNvPr>
          <p:cNvSpPr>
            <a:spLocks noGrp="1"/>
          </p:cNvSpPr>
          <p:nvPr>
            <p:ph type="title"/>
          </p:nvPr>
        </p:nvSpPr>
        <p:spPr>
          <a:xfrm>
            <a:off x="942655" y="1937704"/>
            <a:ext cx="11916311" cy="3233102"/>
          </a:xfrm>
        </p:spPr>
        <p:txBody>
          <a:bodyPr anchor="b"/>
          <a:lstStyle>
            <a:lvl1pPr>
              <a:buNone/>
              <a:defRPr sz="6799"/>
            </a:lvl1pPr>
          </a:lstStyle>
          <a:p>
            <a:r>
              <a:t>Click to edit Master title style</a:t>
            </a:r>
          </a:p>
        </p:txBody>
      </p:sp>
      <p:sp>
        <p:nvSpPr>
          <p:cNvPr id="3" name="Text Placeholder 2">
            <a:extLst>
              <a:ext uri="{FF2B5EF4-FFF2-40B4-BE49-F238E27FC236}">
                <a16:creationId xmlns:a16="http://schemas.microsoft.com/office/drawing/2014/main" id="{F15690C2-08B0-5D42-1B9F-2C5F4555EDEE}"/>
              </a:ext>
            </a:extLst>
          </p:cNvPr>
          <p:cNvSpPr>
            <a:spLocks noGrp="1"/>
          </p:cNvSpPr>
          <p:nvPr>
            <p:ph type="body" idx="1"/>
          </p:nvPr>
        </p:nvSpPr>
        <p:spPr>
          <a:xfrm>
            <a:off x="942655" y="5201392"/>
            <a:ext cx="11916311" cy="1700212"/>
          </a:xfrm>
        </p:spPr>
        <p:txBody>
          <a:bodyPr/>
          <a:lstStyle>
            <a:lvl1pPr marL="0" indent="0">
              <a:buNone/>
              <a:defRPr sz="2720">
                <a:solidFill>
                  <a:schemeClr val="tx1">
                    <a:tint val="75000"/>
                  </a:schemeClr>
                </a:solidFill>
              </a:defRPr>
            </a:lvl1pPr>
            <a:lvl2pPr marL="518099" indent="0">
              <a:buNone/>
              <a:defRPr sz="2266">
                <a:solidFill>
                  <a:schemeClr val="tx1">
                    <a:tint val="75000"/>
                  </a:schemeClr>
                </a:solidFill>
              </a:defRPr>
            </a:lvl2pPr>
            <a:lvl3pPr marL="1036198" indent="0">
              <a:buNone/>
              <a:defRPr sz="2040">
                <a:solidFill>
                  <a:schemeClr val="tx1">
                    <a:tint val="75000"/>
                  </a:schemeClr>
                </a:solidFill>
              </a:defRPr>
            </a:lvl3pPr>
            <a:lvl4pPr marL="1554297" indent="0">
              <a:buNone/>
              <a:defRPr sz="1813">
                <a:solidFill>
                  <a:schemeClr val="tx1">
                    <a:tint val="75000"/>
                  </a:schemeClr>
                </a:solidFill>
              </a:defRPr>
            </a:lvl4pPr>
            <a:lvl5pPr marL="2072396" indent="0">
              <a:buNone/>
              <a:defRPr sz="1813">
                <a:solidFill>
                  <a:schemeClr val="tx1">
                    <a:tint val="75000"/>
                  </a:schemeClr>
                </a:solidFill>
              </a:defRPr>
            </a:lvl5pPr>
            <a:lvl6pPr marL="2590495" indent="0">
              <a:buNone/>
              <a:defRPr sz="1813">
                <a:solidFill>
                  <a:schemeClr val="tx1">
                    <a:tint val="75000"/>
                  </a:schemeClr>
                </a:solidFill>
              </a:defRPr>
            </a:lvl6pPr>
            <a:lvl7pPr marL="3108594" indent="0">
              <a:buNone/>
              <a:defRPr sz="1813">
                <a:solidFill>
                  <a:schemeClr val="tx1">
                    <a:tint val="75000"/>
                  </a:schemeClr>
                </a:solidFill>
              </a:defRPr>
            </a:lvl7pPr>
            <a:lvl8pPr marL="3626693" indent="0">
              <a:buNone/>
              <a:defRPr sz="1813">
                <a:solidFill>
                  <a:schemeClr val="tx1">
                    <a:tint val="75000"/>
                  </a:schemeClr>
                </a:solidFill>
              </a:defRPr>
            </a:lvl8pPr>
            <a:lvl9pPr marL="4144792" indent="0">
              <a:buNone/>
              <a:defRPr sz="1813">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2B1EACA-56A1-4260-E0AE-D87EDA28741C}"/>
              </a:ext>
            </a:extLst>
          </p:cNvPr>
          <p:cNvSpPr>
            <a:spLocks noGrp="1"/>
          </p:cNvSpPr>
          <p:nvPr>
            <p:ph type="dt" idx="10"/>
          </p:nvPr>
        </p:nvSpPr>
        <p:spPr/>
        <p:txBody>
          <a:body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41C103E3-1B5F-DAD5-0718-AA401191853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B649FA7-54E4-C46F-1C60-9EAC3AE63A2C}"/>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FB819-5562-6593-FEA0-FBA7971B217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1254D53-491A-37AD-8B6F-AE9568470F25}"/>
              </a:ext>
            </a:extLst>
          </p:cNvPr>
          <p:cNvSpPr>
            <a:spLocks noGrp="1"/>
          </p:cNvSpPr>
          <p:nvPr>
            <p:ph idx="1"/>
          </p:nvPr>
        </p:nvSpPr>
        <p:spPr>
          <a:xfrm>
            <a:off x="949851" y="2069042"/>
            <a:ext cx="5871806" cy="493151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B95ED32-A2B2-705B-4321-B57F80E1D7E7}"/>
              </a:ext>
            </a:extLst>
          </p:cNvPr>
          <p:cNvSpPr>
            <a:spLocks noGrp="1"/>
          </p:cNvSpPr>
          <p:nvPr>
            <p:ph idx="2"/>
          </p:nvPr>
        </p:nvSpPr>
        <p:spPr>
          <a:xfrm>
            <a:off x="6994356" y="2069042"/>
            <a:ext cx="5871806" cy="493151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DE3A687-3633-A416-B286-42ECE026E2B3}"/>
              </a:ext>
            </a:extLst>
          </p:cNvPr>
          <p:cNvSpPr>
            <a:spLocks noGrp="1"/>
          </p:cNvSpPr>
          <p:nvPr>
            <p:ph type="dt" idx="10"/>
          </p:nvPr>
        </p:nvSpPr>
        <p:spPr/>
        <p:txBody>
          <a:bodyPr/>
          <a:lstStyle/>
          <a:p>
            <a:fld id="{472E79C7-151F-4CDA-AC36-BBDA0A554019}" type="datetimeFigureOut">
              <a:t>10/12/2026</a:t>
            </a:fld>
            <a:endParaRPr/>
          </a:p>
        </p:txBody>
      </p:sp>
      <p:sp>
        <p:nvSpPr>
          <p:cNvPr id="6" name="Footer Placeholder 5">
            <a:extLst>
              <a:ext uri="{FF2B5EF4-FFF2-40B4-BE49-F238E27FC236}">
                <a16:creationId xmlns:a16="http://schemas.microsoft.com/office/drawing/2014/main" id="{9F1FD817-8984-F5C1-65C2-FAD537DA364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964F925-151E-6CE6-01B0-A96DD01EC13C}"/>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ED46-86DB-E42D-5B75-96A1574D9A61}"/>
              </a:ext>
            </a:extLst>
          </p:cNvPr>
          <p:cNvSpPr>
            <a:spLocks noGrp="1"/>
          </p:cNvSpPr>
          <p:nvPr>
            <p:ph type="title"/>
          </p:nvPr>
        </p:nvSpPr>
        <p:spPr>
          <a:xfrm>
            <a:off x="951651" y="413810"/>
            <a:ext cx="11916311" cy="1502305"/>
          </a:xfrm>
        </p:spPr>
        <p:txBody>
          <a:bodyPr/>
          <a:lstStyle/>
          <a:p>
            <a:r>
              <a:t>Click to edit Master title style</a:t>
            </a:r>
          </a:p>
        </p:txBody>
      </p:sp>
      <p:sp>
        <p:nvSpPr>
          <p:cNvPr id="3" name="Text Placeholder 2">
            <a:extLst>
              <a:ext uri="{FF2B5EF4-FFF2-40B4-BE49-F238E27FC236}">
                <a16:creationId xmlns:a16="http://schemas.microsoft.com/office/drawing/2014/main" id="{85F064F6-B740-6B47-6D36-ABFDF9FFD18D}"/>
              </a:ext>
            </a:extLst>
          </p:cNvPr>
          <p:cNvSpPr>
            <a:spLocks noGrp="1"/>
          </p:cNvSpPr>
          <p:nvPr>
            <p:ph type="body" idx="1"/>
          </p:nvPr>
        </p:nvSpPr>
        <p:spPr>
          <a:xfrm>
            <a:off x="951653" y="1905320"/>
            <a:ext cx="5844821" cy="933767"/>
          </a:xfrm>
        </p:spPr>
        <p:txBody>
          <a:bodyPr anchor="b"/>
          <a:lstStyle>
            <a:lvl1pPr marL="0" indent="0">
              <a:buNone/>
              <a:defRPr sz="2720" b="1"/>
            </a:lvl1pPr>
            <a:lvl2pPr marL="518099" indent="0">
              <a:buNone/>
              <a:defRPr sz="2266" b="1"/>
            </a:lvl2pPr>
            <a:lvl3pPr marL="1036198" indent="0">
              <a:buNone/>
              <a:defRPr sz="2040" b="1"/>
            </a:lvl3pPr>
            <a:lvl4pPr marL="1554297" indent="0">
              <a:buNone/>
              <a:defRPr sz="1813" b="1"/>
            </a:lvl4pPr>
            <a:lvl5pPr marL="2072396" indent="0">
              <a:buNone/>
              <a:defRPr sz="1813" b="1"/>
            </a:lvl5pPr>
            <a:lvl6pPr marL="2590495" indent="0">
              <a:buNone/>
              <a:defRPr sz="1813" b="1"/>
            </a:lvl6pPr>
            <a:lvl7pPr marL="3108594" indent="0">
              <a:buNone/>
              <a:defRPr sz="1813" b="1"/>
            </a:lvl7pPr>
            <a:lvl8pPr marL="3626693" indent="0">
              <a:buNone/>
              <a:defRPr sz="1813" b="1"/>
            </a:lvl8pPr>
            <a:lvl9pPr marL="4144792" indent="0">
              <a:buNone/>
              <a:defRPr sz="1813" b="1"/>
            </a:lvl9pPr>
          </a:lstStyle>
          <a:p>
            <a:pPr lvl="0">
              <a:buNone/>
            </a:pPr>
            <a:r>
              <a:t>Click to edit Master text styles</a:t>
            </a:r>
          </a:p>
        </p:txBody>
      </p:sp>
      <p:sp>
        <p:nvSpPr>
          <p:cNvPr id="4" name="Content Placeholder 3">
            <a:extLst>
              <a:ext uri="{FF2B5EF4-FFF2-40B4-BE49-F238E27FC236}">
                <a16:creationId xmlns:a16="http://schemas.microsoft.com/office/drawing/2014/main" id="{DAB634DD-01F9-96F8-B7EA-36C36FDD836B}"/>
              </a:ext>
            </a:extLst>
          </p:cNvPr>
          <p:cNvSpPr>
            <a:spLocks noGrp="1"/>
          </p:cNvSpPr>
          <p:nvPr>
            <p:ph idx="2"/>
          </p:nvPr>
        </p:nvSpPr>
        <p:spPr>
          <a:xfrm>
            <a:off x="951653" y="2839085"/>
            <a:ext cx="5844821" cy="417586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704BD7E-E5C3-511D-32A4-313BC0E7A220}"/>
              </a:ext>
            </a:extLst>
          </p:cNvPr>
          <p:cNvSpPr>
            <a:spLocks noGrp="1"/>
          </p:cNvSpPr>
          <p:nvPr>
            <p:ph type="body" idx="3"/>
          </p:nvPr>
        </p:nvSpPr>
        <p:spPr>
          <a:xfrm>
            <a:off x="6994357" y="1905320"/>
            <a:ext cx="5873605" cy="933767"/>
          </a:xfrm>
        </p:spPr>
        <p:txBody>
          <a:bodyPr anchor="b"/>
          <a:lstStyle>
            <a:lvl1pPr marL="0" indent="0">
              <a:buNone/>
              <a:defRPr sz="2720" b="1"/>
            </a:lvl1pPr>
            <a:lvl2pPr marL="518099" indent="0">
              <a:buNone/>
              <a:defRPr sz="2266" b="1"/>
            </a:lvl2pPr>
            <a:lvl3pPr marL="1036198" indent="0">
              <a:buNone/>
              <a:defRPr sz="2040" b="1"/>
            </a:lvl3pPr>
            <a:lvl4pPr marL="1554297" indent="0">
              <a:buNone/>
              <a:defRPr sz="1813" b="1"/>
            </a:lvl4pPr>
            <a:lvl5pPr marL="2072396" indent="0">
              <a:buNone/>
              <a:defRPr sz="1813" b="1"/>
            </a:lvl5pPr>
            <a:lvl6pPr marL="2590495" indent="0">
              <a:buNone/>
              <a:defRPr sz="1813" b="1"/>
            </a:lvl6pPr>
            <a:lvl7pPr marL="3108594" indent="0">
              <a:buNone/>
              <a:defRPr sz="1813" b="1"/>
            </a:lvl7pPr>
            <a:lvl8pPr marL="3626693" indent="0">
              <a:buNone/>
              <a:defRPr sz="1813" b="1"/>
            </a:lvl8pPr>
            <a:lvl9pPr marL="4144792" indent="0">
              <a:buNone/>
              <a:defRPr sz="1813" b="1"/>
            </a:lvl9pPr>
          </a:lstStyle>
          <a:p>
            <a:pPr lvl="0">
              <a:buNone/>
            </a:pPr>
            <a:r>
              <a:t>Click to edit Master text styles</a:t>
            </a:r>
          </a:p>
        </p:txBody>
      </p:sp>
      <p:sp>
        <p:nvSpPr>
          <p:cNvPr id="6" name="Content Placeholder 5">
            <a:extLst>
              <a:ext uri="{FF2B5EF4-FFF2-40B4-BE49-F238E27FC236}">
                <a16:creationId xmlns:a16="http://schemas.microsoft.com/office/drawing/2014/main" id="{AB8A1B32-EA34-BDE3-AAC4-5BA817C62AD0}"/>
              </a:ext>
            </a:extLst>
          </p:cNvPr>
          <p:cNvSpPr>
            <a:spLocks noGrp="1"/>
          </p:cNvSpPr>
          <p:nvPr>
            <p:ph idx="4"/>
          </p:nvPr>
        </p:nvSpPr>
        <p:spPr>
          <a:xfrm>
            <a:off x="6994357" y="2839085"/>
            <a:ext cx="5873605" cy="417586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616126E-0191-386D-583F-BB0566FE949A}"/>
              </a:ext>
            </a:extLst>
          </p:cNvPr>
          <p:cNvSpPr>
            <a:spLocks noGrp="1"/>
          </p:cNvSpPr>
          <p:nvPr>
            <p:ph type="dt" idx="10"/>
          </p:nvPr>
        </p:nvSpPr>
        <p:spPr/>
        <p:txBody>
          <a:bodyPr/>
          <a:lstStyle/>
          <a:p>
            <a:fld id="{472E79C7-151F-4CDA-AC36-BBDA0A554019}" type="datetimeFigureOut">
              <a:t>10/12/2026</a:t>
            </a:fld>
            <a:endParaRPr/>
          </a:p>
        </p:txBody>
      </p:sp>
      <p:sp>
        <p:nvSpPr>
          <p:cNvPr id="8" name="Footer Placeholder 7">
            <a:extLst>
              <a:ext uri="{FF2B5EF4-FFF2-40B4-BE49-F238E27FC236}">
                <a16:creationId xmlns:a16="http://schemas.microsoft.com/office/drawing/2014/main" id="{DB4807BC-B001-3E03-146B-8331EB0CBD9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3377E9E8-FF58-08FC-2248-A6DB45E1F6AB}"/>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1570504-78ED-78A8-442F-A669105AFEBF}"/>
              </a:ext>
            </a:extLst>
          </p:cNvPr>
          <p:cNvSpPr>
            <a:spLocks noGrp="1"/>
          </p:cNvSpPr>
          <p:nvPr>
            <p:ph type="pic" idx="10"/>
          </p:nvPr>
        </p:nvSpPr>
        <p:spPr>
          <a:xfrm>
            <a:off x="921388" y="1954749"/>
            <a:ext cx="1536161" cy="1456472"/>
          </a:xfrm>
          <a:prstGeom prst="rect">
            <a:avLst/>
          </a:prstGeom>
          <a:ln w="28575">
            <a:solidFill>
              <a:schemeClr val="bg1"/>
            </a:solidFill>
          </a:ln>
        </p:spPr>
        <p:txBody>
          <a:bodyPr/>
          <a:lstStyle/>
          <a:p>
            <a:endParaRPr/>
          </a:p>
        </p:txBody>
      </p:sp>
      <p:sp>
        <p:nvSpPr>
          <p:cNvPr id="7" name="Text Placeholder 6">
            <a:extLst>
              <a:ext uri="{FF2B5EF4-FFF2-40B4-BE49-F238E27FC236}">
                <a16:creationId xmlns:a16="http://schemas.microsoft.com/office/drawing/2014/main" id="{9DB758C6-EB7F-80F7-1391-77E69CC40D3F}"/>
              </a:ext>
            </a:extLst>
          </p:cNvPr>
          <p:cNvSpPr>
            <a:spLocks noGrp="1"/>
          </p:cNvSpPr>
          <p:nvPr>
            <p:ph type="body" idx="11"/>
          </p:nvPr>
        </p:nvSpPr>
        <p:spPr>
          <a:xfrm>
            <a:off x="2529485" y="1954748"/>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19" name="Picture Placeholder 3">
            <a:extLst>
              <a:ext uri="{FF2B5EF4-FFF2-40B4-BE49-F238E27FC236}">
                <a16:creationId xmlns:a16="http://schemas.microsoft.com/office/drawing/2014/main" id="{D2C0F890-CA91-B1D8-7E46-D49B77A20AB5}"/>
              </a:ext>
            </a:extLst>
          </p:cNvPr>
          <p:cNvSpPr>
            <a:spLocks noGrp="1"/>
          </p:cNvSpPr>
          <p:nvPr>
            <p:ph type="pic" idx="12"/>
          </p:nvPr>
        </p:nvSpPr>
        <p:spPr>
          <a:xfrm>
            <a:off x="921388" y="3886201"/>
            <a:ext cx="1536161" cy="1456472"/>
          </a:xfrm>
          <a:prstGeom prst="rect">
            <a:avLst/>
          </a:prstGeom>
          <a:ln w="28575">
            <a:solidFill>
              <a:schemeClr val="bg1"/>
            </a:solidFill>
          </a:ln>
        </p:spPr>
        <p:txBody>
          <a:bodyPr/>
          <a:lstStyle/>
          <a:p>
            <a:endParaRPr/>
          </a:p>
        </p:txBody>
      </p:sp>
      <p:sp>
        <p:nvSpPr>
          <p:cNvPr id="20" name="Text Placeholder 6">
            <a:extLst>
              <a:ext uri="{FF2B5EF4-FFF2-40B4-BE49-F238E27FC236}">
                <a16:creationId xmlns:a16="http://schemas.microsoft.com/office/drawing/2014/main" id="{18D77740-01A2-1E18-B191-CD7E5B2D014A}"/>
              </a:ext>
            </a:extLst>
          </p:cNvPr>
          <p:cNvSpPr>
            <a:spLocks noGrp="1"/>
          </p:cNvSpPr>
          <p:nvPr>
            <p:ph type="body" idx="13"/>
          </p:nvPr>
        </p:nvSpPr>
        <p:spPr>
          <a:xfrm>
            <a:off x="2529485" y="3886201"/>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1" name="Picture Placeholder 3">
            <a:extLst>
              <a:ext uri="{FF2B5EF4-FFF2-40B4-BE49-F238E27FC236}">
                <a16:creationId xmlns:a16="http://schemas.microsoft.com/office/drawing/2014/main" id="{6E82999E-0B22-98DF-D64B-3A1FB7E34676}"/>
              </a:ext>
            </a:extLst>
          </p:cNvPr>
          <p:cNvSpPr>
            <a:spLocks noGrp="1"/>
          </p:cNvSpPr>
          <p:nvPr>
            <p:ph type="pic" idx="14"/>
          </p:nvPr>
        </p:nvSpPr>
        <p:spPr>
          <a:xfrm>
            <a:off x="921388" y="5817654"/>
            <a:ext cx="1536161" cy="1456472"/>
          </a:xfrm>
          <a:prstGeom prst="rect">
            <a:avLst/>
          </a:prstGeom>
          <a:ln w="28575">
            <a:solidFill>
              <a:schemeClr val="bg1"/>
            </a:solidFill>
          </a:ln>
        </p:spPr>
        <p:txBody>
          <a:bodyPr/>
          <a:lstStyle/>
          <a:p>
            <a:endParaRPr/>
          </a:p>
        </p:txBody>
      </p:sp>
      <p:sp>
        <p:nvSpPr>
          <p:cNvPr id="22" name="Text Placeholder 6">
            <a:extLst>
              <a:ext uri="{FF2B5EF4-FFF2-40B4-BE49-F238E27FC236}">
                <a16:creationId xmlns:a16="http://schemas.microsoft.com/office/drawing/2014/main" id="{F3F02F59-93AA-985F-C473-4697F4B40545}"/>
              </a:ext>
            </a:extLst>
          </p:cNvPr>
          <p:cNvSpPr>
            <a:spLocks noGrp="1"/>
          </p:cNvSpPr>
          <p:nvPr>
            <p:ph type="body" idx="15"/>
          </p:nvPr>
        </p:nvSpPr>
        <p:spPr>
          <a:xfrm>
            <a:off x="2529485" y="5817655"/>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3" name="Picture Placeholder 3">
            <a:extLst>
              <a:ext uri="{FF2B5EF4-FFF2-40B4-BE49-F238E27FC236}">
                <a16:creationId xmlns:a16="http://schemas.microsoft.com/office/drawing/2014/main" id="{928E95BC-03BB-EF30-2C37-FF87D8FE7E3F}"/>
              </a:ext>
            </a:extLst>
          </p:cNvPr>
          <p:cNvSpPr>
            <a:spLocks noGrp="1"/>
          </p:cNvSpPr>
          <p:nvPr>
            <p:ph type="pic" idx="16"/>
          </p:nvPr>
        </p:nvSpPr>
        <p:spPr>
          <a:xfrm>
            <a:off x="7161285" y="1954749"/>
            <a:ext cx="1536161" cy="1456472"/>
          </a:xfrm>
          <a:prstGeom prst="rect">
            <a:avLst/>
          </a:prstGeom>
          <a:ln w="28575">
            <a:solidFill>
              <a:schemeClr val="bg1"/>
            </a:solidFill>
          </a:ln>
        </p:spPr>
        <p:txBody>
          <a:bodyPr/>
          <a:lstStyle/>
          <a:p>
            <a:endParaRPr/>
          </a:p>
        </p:txBody>
      </p:sp>
      <p:sp>
        <p:nvSpPr>
          <p:cNvPr id="24" name="Text Placeholder 6">
            <a:extLst>
              <a:ext uri="{FF2B5EF4-FFF2-40B4-BE49-F238E27FC236}">
                <a16:creationId xmlns:a16="http://schemas.microsoft.com/office/drawing/2014/main" id="{4967118C-D322-9130-1FE8-9318E5DE98CF}"/>
              </a:ext>
            </a:extLst>
          </p:cNvPr>
          <p:cNvSpPr>
            <a:spLocks noGrp="1"/>
          </p:cNvSpPr>
          <p:nvPr>
            <p:ph type="body" idx="17"/>
          </p:nvPr>
        </p:nvSpPr>
        <p:spPr>
          <a:xfrm>
            <a:off x="8769382" y="1954748"/>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5" name="Picture Placeholder 3">
            <a:extLst>
              <a:ext uri="{FF2B5EF4-FFF2-40B4-BE49-F238E27FC236}">
                <a16:creationId xmlns:a16="http://schemas.microsoft.com/office/drawing/2014/main" id="{A0E49E41-599E-7D7B-0587-5461EED0CB73}"/>
              </a:ext>
            </a:extLst>
          </p:cNvPr>
          <p:cNvSpPr>
            <a:spLocks noGrp="1"/>
          </p:cNvSpPr>
          <p:nvPr>
            <p:ph type="pic" idx="18"/>
          </p:nvPr>
        </p:nvSpPr>
        <p:spPr>
          <a:xfrm>
            <a:off x="7161285" y="3886201"/>
            <a:ext cx="1536161" cy="1456472"/>
          </a:xfrm>
          <a:prstGeom prst="rect">
            <a:avLst/>
          </a:prstGeom>
          <a:ln w="28575">
            <a:solidFill>
              <a:schemeClr val="bg1"/>
            </a:solidFill>
          </a:ln>
        </p:spPr>
        <p:txBody>
          <a:bodyPr/>
          <a:lstStyle/>
          <a:p>
            <a:endParaRPr/>
          </a:p>
        </p:txBody>
      </p:sp>
      <p:sp>
        <p:nvSpPr>
          <p:cNvPr id="26" name="Text Placeholder 6">
            <a:extLst>
              <a:ext uri="{FF2B5EF4-FFF2-40B4-BE49-F238E27FC236}">
                <a16:creationId xmlns:a16="http://schemas.microsoft.com/office/drawing/2014/main" id="{111075E3-A575-F777-D68F-A6864101B5AE}"/>
              </a:ext>
            </a:extLst>
          </p:cNvPr>
          <p:cNvSpPr>
            <a:spLocks noGrp="1"/>
          </p:cNvSpPr>
          <p:nvPr>
            <p:ph type="body" idx="19"/>
          </p:nvPr>
        </p:nvSpPr>
        <p:spPr>
          <a:xfrm>
            <a:off x="8769382" y="3886201"/>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7" name="Picture Placeholder 3">
            <a:extLst>
              <a:ext uri="{FF2B5EF4-FFF2-40B4-BE49-F238E27FC236}">
                <a16:creationId xmlns:a16="http://schemas.microsoft.com/office/drawing/2014/main" id="{1B8EE070-7AF7-E460-6430-831222EC8295}"/>
              </a:ext>
            </a:extLst>
          </p:cNvPr>
          <p:cNvSpPr>
            <a:spLocks noGrp="1"/>
          </p:cNvSpPr>
          <p:nvPr>
            <p:ph type="pic" idx="20"/>
          </p:nvPr>
        </p:nvSpPr>
        <p:spPr>
          <a:xfrm>
            <a:off x="7161285" y="5817654"/>
            <a:ext cx="1536161" cy="1456472"/>
          </a:xfrm>
          <a:prstGeom prst="rect">
            <a:avLst/>
          </a:prstGeom>
          <a:ln w="28575">
            <a:solidFill>
              <a:schemeClr val="bg1"/>
            </a:solidFill>
          </a:ln>
        </p:spPr>
        <p:txBody>
          <a:bodyPr/>
          <a:lstStyle/>
          <a:p>
            <a:endParaRPr/>
          </a:p>
        </p:txBody>
      </p:sp>
      <p:sp>
        <p:nvSpPr>
          <p:cNvPr id="28" name="Text Placeholder 6">
            <a:extLst>
              <a:ext uri="{FF2B5EF4-FFF2-40B4-BE49-F238E27FC236}">
                <a16:creationId xmlns:a16="http://schemas.microsoft.com/office/drawing/2014/main" id="{E835CB3F-483E-817C-1488-99130B7D1821}"/>
              </a:ext>
            </a:extLst>
          </p:cNvPr>
          <p:cNvSpPr>
            <a:spLocks noGrp="1"/>
          </p:cNvSpPr>
          <p:nvPr>
            <p:ph type="body" idx="21"/>
          </p:nvPr>
        </p:nvSpPr>
        <p:spPr>
          <a:xfrm>
            <a:off x="8769382" y="5817655"/>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3" name="Title 1">
            <a:extLst>
              <a:ext uri="{FF2B5EF4-FFF2-40B4-BE49-F238E27FC236}">
                <a16:creationId xmlns:a16="http://schemas.microsoft.com/office/drawing/2014/main" id="{637D1427-2F04-DB32-0424-34F84AF47EE3}"/>
              </a:ext>
            </a:extLst>
          </p:cNvPr>
          <p:cNvSpPr>
            <a:spLocks noGrp="1"/>
          </p:cNvSpPr>
          <p:nvPr>
            <p:ph type="title"/>
          </p:nvPr>
        </p:nvSpPr>
        <p:spPr>
          <a:xfrm>
            <a:off x="1494991" y="411741"/>
            <a:ext cx="9020398" cy="518160"/>
          </a:xfrm>
        </p:spPr>
        <p:txBody>
          <a:bodyPr>
            <a:normAutofit/>
          </a:bodyPr>
          <a:lstStyle>
            <a:lvl1pPr>
              <a:buNone/>
              <a:defRPr sz="2720">
                <a:latin typeface="Montserrat ExtraBold"/>
                <a:ea typeface="Montserrat ExtraBold"/>
                <a:cs typeface="Montserrat ExtraBold"/>
              </a:defRPr>
            </a:lvl1pPr>
          </a:lstStyle>
          <a:p>
            <a:r>
              <a:t>Click to edit Master title style</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40633-C39C-4144-D3A2-248E5DCA5CF6}"/>
              </a:ext>
            </a:extLst>
          </p:cNvPr>
          <p:cNvSpPr>
            <a:spLocks noGrp="1"/>
          </p:cNvSpPr>
          <p:nvPr>
            <p:ph type="title"/>
          </p:nvPr>
        </p:nvSpPr>
        <p:spPr>
          <a:xfrm>
            <a:off x="1494991" y="411741"/>
            <a:ext cx="9020398" cy="518160"/>
          </a:xfrm>
        </p:spPr>
        <p:txBody>
          <a:bodyPr>
            <a:normAutofit/>
          </a:bodyPr>
          <a:lstStyle>
            <a:lvl1pPr>
              <a:buNone/>
              <a:defRPr sz="2720">
                <a:latin typeface="Montserrat ExtraBold"/>
                <a:ea typeface="Montserrat ExtraBold"/>
                <a:cs typeface="Montserrat ExtraBold"/>
              </a:defRPr>
            </a:lvl1pPr>
          </a:lstStyle>
          <a:p>
            <a:r>
              <a:t>Click to edit Master title style</a:t>
            </a:r>
          </a:p>
        </p:txBody>
      </p:sp>
      <p:pic>
        <p:nvPicPr>
          <p:cNvPr id="7" name="Picture 7"/>
          <p:cNvPicPr>
            <a:picLocks noChangeAspect="1"/>
          </p:cNvPicPr>
          <p:nvPr/>
        </p:nvPicPr>
        <p:blipFill rotWithShape="1">
          <a:blip r:embed="rId2"/>
          <a:srcRect l="26179" r="26738" b="32685"/>
          <a:stretch/>
        </p:blipFill>
        <p:spPr>
          <a:xfrm>
            <a:off x="417358" y="380246"/>
            <a:ext cx="741172" cy="586798"/>
          </a:xfrm>
          <a:prstGeom prst="rect">
            <a:avLst/>
          </a:prstGeom>
        </p:spPr>
      </p:pic>
      <p:sp>
        <p:nvSpPr>
          <p:cNvPr id="4" name="Straight Connector 3">
            <a:extLst>
              <a:ext uri="{FF2B5EF4-FFF2-40B4-BE49-F238E27FC236}">
                <a16:creationId xmlns:a16="http://schemas.microsoft.com/office/drawing/2014/main" id="{DFEC5B12-CBFB-4F84-A256-406875E3B7D2}"/>
              </a:ext>
            </a:extLst>
          </p:cNvPr>
          <p:cNvSpPr>
            <a:spLocks noGrp="1"/>
          </p:cNvSpPr>
          <p:nvPr/>
        </p:nvSpPr>
        <p:spPr>
          <a:xfrm>
            <a:off x="1352818" y="404544"/>
            <a:ext cx="0" cy="5181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1A2CB-3FF2-1D00-11E5-2D326273EBB8}"/>
              </a:ext>
            </a:extLst>
          </p:cNvPr>
          <p:cNvSpPr>
            <a:spLocks noGrp="1"/>
          </p:cNvSpPr>
          <p:nvPr>
            <p:ph type="dt" idx="10"/>
          </p:nvPr>
        </p:nvSpPr>
        <p:spPr/>
        <p:txBody>
          <a:bodyPr/>
          <a:lstStyle/>
          <a:p>
            <a:fld id="{472E79C7-151F-4CDA-AC36-BBDA0A554019}" type="datetimeFigureOut">
              <a:t>10/12/2026</a:t>
            </a:fld>
            <a:endParaRPr/>
          </a:p>
        </p:txBody>
      </p:sp>
      <p:sp>
        <p:nvSpPr>
          <p:cNvPr id="3" name="Footer Placeholder 2">
            <a:extLst>
              <a:ext uri="{FF2B5EF4-FFF2-40B4-BE49-F238E27FC236}">
                <a16:creationId xmlns:a16="http://schemas.microsoft.com/office/drawing/2014/main" id="{1E0398C0-CE64-3949-5A88-68645ED2855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B7687D-986A-68B2-2E74-8E8686F55C98}"/>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79DC1-63CB-79F4-7D72-C9013C1CF9EC}"/>
              </a:ext>
            </a:extLst>
          </p:cNvPr>
          <p:cNvSpPr>
            <a:spLocks noGrp="1"/>
          </p:cNvSpPr>
          <p:nvPr>
            <p:ph type="title"/>
          </p:nvPr>
        </p:nvSpPr>
        <p:spPr>
          <a:xfrm>
            <a:off x="951653" y="518160"/>
            <a:ext cx="4456023" cy="1813560"/>
          </a:xfrm>
        </p:spPr>
        <p:txBody>
          <a:bodyPr anchor="b"/>
          <a:lstStyle>
            <a:lvl1pPr>
              <a:buNone/>
              <a:defRPr sz="3626"/>
            </a:lvl1pPr>
          </a:lstStyle>
          <a:p>
            <a:r>
              <a:t>Click to edit Master title style</a:t>
            </a:r>
          </a:p>
        </p:txBody>
      </p:sp>
      <p:sp>
        <p:nvSpPr>
          <p:cNvPr id="3" name="Content Placeholder 2">
            <a:extLst>
              <a:ext uri="{FF2B5EF4-FFF2-40B4-BE49-F238E27FC236}">
                <a16:creationId xmlns:a16="http://schemas.microsoft.com/office/drawing/2014/main" id="{61C775F1-E677-C791-7901-C85FF23071B7}"/>
              </a:ext>
            </a:extLst>
          </p:cNvPr>
          <p:cNvSpPr>
            <a:spLocks noGrp="1"/>
          </p:cNvSpPr>
          <p:nvPr>
            <p:ph idx="1"/>
          </p:nvPr>
        </p:nvSpPr>
        <p:spPr>
          <a:xfrm>
            <a:off x="5873605" y="1119083"/>
            <a:ext cx="6994357" cy="5523441"/>
          </a:xfrm>
        </p:spPr>
        <p:txBody>
          <a:bodyPr/>
          <a:lstStyle>
            <a:lvl1pPr>
              <a:buNone/>
              <a:defRPr sz="3626"/>
            </a:lvl1pPr>
            <a:lvl2pPr>
              <a:buNone/>
              <a:defRPr sz="3173"/>
            </a:lvl2pPr>
            <a:lvl3pPr>
              <a:buNone/>
              <a:defRPr sz="2720"/>
            </a:lvl3pPr>
            <a:lvl4pPr>
              <a:buNone/>
              <a:defRPr sz="2266"/>
            </a:lvl4pPr>
            <a:lvl5pPr>
              <a:buNone/>
              <a:defRPr sz="2266"/>
            </a:lvl5pPr>
            <a:lvl6pPr>
              <a:buNone/>
              <a:defRPr sz="2266"/>
            </a:lvl6pPr>
            <a:lvl7pPr>
              <a:buNone/>
              <a:defRPr sz="2266"/>
            </a:lvl7pPr>
            <a:lvl8pPr>
              <a:buNone/>
              <a:defRPr sz="2266"/>
            </a:lvl8pPr>
            <a:lvl9pPr>
              <a:buNone/>
              <a:defRPr sz="2266"/>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77BC809-045F-E2D2-9BCF-663442F69BA1}"/>
              </a:ext>
            </a:extLst>
          </p:cNvPr>
          <p:cNvSpPr>
            <a:spLocks noGrp="1"/>
          </p:cNvSpPr>
          <p:nvPr>
            <p:ph type="body" idx="2"/>
          </p:nvPr>
        </p:nvSpPr>
        <p:spPr>
          <a:xfrm>
            <a:off x="951653" y="2331719"/>
            <a:ext cx="4456023" cy="4319800"/>
          </a:xfrm>
        </p:spPr>
        <p:txBody>
          <a:bodyPr/>
          <a:lstStyle>
            <a:lvl1pPr marL="0" indent="0">
              <a:buNone/>
              <a:defRPr sz="1813"/>
            </a:lvl1pPr>
            <a:lvl2pPr marL="518099" indent="0">
              <a:buNone/>
              <a:defRPr sz="1586"/>
            </a:lvl2pPr>
            <a:lvl3pPr marL="1036198" indent="0">
              <a:buNone/>
              <a:defRPr sz="1360"/>
            </a:lvl3pPr>
            <a:lvl4pPr marL="1554297" indent="0">
              <a:buNone/>
              <a:defRPr sz="1133"/>
            </a:lvl4pPr>
            <a:lvl5pPr marL="2072396" indent="0">
              <a:buNone/>
              <a:defRPr sz="1133"/>
            </a:lvl5pPr>
            <a:lvl6pPr marL="2590495" indent="0">
              <a:buNone/>
              <a:defRPr sz="1133"/>
            </a:lvl6pPr>
            <a:lvl7pPr marL="3108594" indent="0">
              <a:buNone/>
              <a:defRPr sz="1133"/>
            </a:lvl7pPr>
            <a:lvl8pPr marL="3626693" indent="0">
              <a:buNone/>
              <a:defRPr sz="1133"/>
            </a:lvl8pPr>
            <a:lvl9pPr marL="4144792" indent="0">
              <a:buNone/>
              <a:defRPr sz="1133"/>
            </a:lvl9pPr>
          </a:lstStyle>
          <a:p>
            <a:pPr lvl="0">
              <a:buNone/>
            </a:pPr>
            <a:r>
              <a:t>Click to edit Master text styles</a:t>
            </a:r>
          </a:p>
        </p:txBody>
      </p:sp>
      <p:sp>
        <p:nvSpPr>
          <p:cNvPr id="5" name="Date Placeholder 4">
            <a:extLst>
              <a:ext uri="{FF2B5EF4-FFF2-40B4-BE49-F238E27FC236}">
                <a16:creationId xmlns:a16="http://schemas.microsoft.com/office/drawing/2014/main" id="{19162563-ABBE-65A0-DAC9-44D5C45D623F}"/>
              </a:ext>
            </a:extLst>
          </p:cNvPr>
          <p:cNvSpPr>
            <a:spLocks noGrp="1"/>
          </p:cNvSpPr>
          <p:nvPr>
            <p:ph type="dt" idx="10"/>
          </p:nvPr>
        </p:nvSpPr>
        <p:spPr/>
        <p:txBody>
          <a:bodyPr/>
          <a:lstStyle/>
          <a:p>
            <a:fld id="{472E79C7-151F-4CDA-AC36-BBDA0A554019}" type="datetimeFigureOut">
              <a:t>10/12/2026</a:t>
            </a:fld>
            <a:endParaRPr/>
          </a:p>
        </p:txBody>
      </p:sp>
      <p:sp>
        <p:nvSpPr>
          <p:cNvPr id="6" name="Footer Placeholder 5">
            <a:extLst>
              <a:ext uri="{FF2B5EF4-FFF2-40B4-BE49-F238E27FC236}">
                <a16:creationId xmlns:a16="http://schemas.microsoft.com/office/drawing/2014/main" id="{79689CA3-21D1-950F-F72D-1C1F65E3E77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2CDEFB1-9629-2AE1-E750-ACDDF4D7D765}"/>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A042-0766-ADEC-1A64-CE9A3C64245F}"/>
              </a:ext>
            </a:extLst>
          </p:cNvPr>
          <p:cNvSpPr>
            <a:spLocks noGrp="1"/>
          </p:cNvSpPr>
          <p:nvPr>
            <p:ph type="title"/>
          </p:nvPr>
        </p:nvSpPr>
        <p:spPr>
          <a:xfrm>
            <a:off x="951653" y="518160"/>
            <a:ext cx="4456023" cy="1813560"/>
          </a:xfrm>
        </p:spPr>
        <p:txBody>
          <a:bodyPr anchor="b"/>
          <a:lstStyle>
            <a:lvl1pPr>
              <a:buNone/>
              <a:defRPr sz="3626"/>
            </a:lvl1pPr>
          </a:lstStyle>
          <a:p>
            <a:r>
              <a:t>Click to edit Master title style</a:t>
            </a:r>
          </a:p>
        </p:txBody>
      </p:sp>
      <p:sp>
        <p:nvSpPr>
          <p:cNvPr id="3" name="Picture Placeholder 2">
            <a:extLst>
              <a:ext uri="{FF2B5EF4-FFF2-40B4-BE49-F238E27FC236}">
                <a16:creationId xmlns:a16="http://schemas.microsoft.com/office/drawing/2014/main" id="{A87C483E-D397-E287-8940-4DDBB62BCB8F}"/>
              </a:ext>
            </a:extLst>
          </p:cNvPr>
          <p:cNvSpPr>
            <a:spLocks noGrp="1"/>
          </p:cNvSpPr>
          <p:nvPr>
            <p:ph type="pic" idx="1"/>
          </p:nvPr>
        </p:nvSpPr>
        <p:spPr>
          <a:xfrm>
            <a:off x="5873605" y="1119083"/>
            <a:ext cx="6994357" cy="5523441"/>
          </a:xfrm>
        </p:spPr>
        <p:txBody>
          <a:bodyPr/>
          <a:lstStyle>
            <a:lvl1pPr marL="0" indent="0">
              <a:buNone/>
              <a:defRPr sz="3626"/>
            </a:lvl1pPr>
            <a:lvl2pPr marL="518099" indent="0">
              <a:buNone/>
              <a:defRPr sz="3173"/>
            </a:lvl2pPr>
            <a:lvl3pPr marL="1036198" indent="0">
              <a:buNone/>
              <a:defRPr sz="2720"/>
            </a:lvl3pPr>
            <a:lvl4pPr marL="1554297" indent="0">
              <a:buNone/>
              <a:defRPr sz="2266"/>
            </a:lvl4pPr>
            <a:lvl5pPr marL="2072396" indent="0">
              <a:buNone/>
              <a:defRPr sz="2266"/>
            </a:lvl5pPr>
            <a:lvl6pPr marL="2590495" indent="0">
              <a:buNone/>
              <a:defRPr sz="2266"/>
            </a:lvl6pPr>
            <a:lvl7pPr marL="3108594" indent="0">
              <a:buNone/>
              <a:defRPr sz="2266"/>
            </a:lvl7pPr>
            <a:lvl8pPr marL="3626693" indent="0">
              <a:buNone/>
              <a:defRPr sz="2266"/>
            </a:lvl8pPr>
            <a:lvl9pPr marL="4144792" indent="0">
              <a:buNone/>
              <a:defRPr sz="2266"/>
            </a:lvl9pPr>
          </a:lstStyle>
          <a:p>
            <a:endParaRPr/>
          </a:p>
        </p:txBody>
      </p:sp>
      <p:sp>
        <p:nvSpPr>
          <p:cNvPr id="4" name="Text Placeholder 3">
            <a:extLst>
              <a:ext uri="{FF2B5EF4-FFF2-40B4-BE49-F238E27FC236}">
                <a16:creationId xmlns:a16="http://schemas.microsoft.com/office/drawing/2014/main" id="{4DC3EDD0-2633-F65A-45B2-D0DC1BFBC7A3}"/>
              </a:ext>
            </a:extLst>
          </p:cNvPr>
          <p:cNvSpPr>
            <a:spLocks noGrp="1"/>
          </p:cNvSpPr>
          <p:nvPr>
            <p:ph type="body" idx="2"/>
          </p:nvPr>
        </p:nvSpPr>
        <p:spPr>
          <a:xfrm>
            <a:off x="951653" y="2331719"/>
            <a:ext cx="4456023" cy="4319800"/>
          </a:xfrm>
        </p:spPr>
        <p:txBody>
          <a:bodyPr/>
          <a:lstStyle>
            <a:lvl1pPr marL="0" indent="0">
              <a:buNone/>
              <a:defRPr sz="1813"/>
            </a:lvl1pPr>
            <a:lvl2pPr marL="518099" indent="0">
              <a:buNone/>
              <a:defRPr sz="1586"/>
            </a:lvl2pPr>
            <a:lvl3pPr marL="1036198" indent="0">
              <a:buNone/>
              <a:defRPr sz="1360"/>
            </a:lvl3pPr>
            <a:lvl4pPr marL="1554297" indent="0">
              <a:buNone/>
              <a:defRPr sz="1133"/>
            </a:lvl4pPr>
            <a:lvl5pPr marL="2072396" indent="0">
              <a:buNone/>
              <a:defRPr sz="1133"/>
            </a:lvl5pPr>
            <a:lvl6pPr marL="2590495" indent="0">
              <a:buNone/>
              <a:defRPr sz="1133"/>
            </a:lvl6pPr>
            <a:lvl7pPr marL="3108594" indent="0">
              <a:buNone/>
              <a:defRPr sz="1133"/>
            </a:lvl7pPr>
            <a:lvl8pPr marL="3626693" indent="0">
              <a:buNone/>
              <a:defRPr sz="1133"/>
            </a:lvl8pPr>
            <a:lvl9pPr marL="4144792" indent="0">
              <a:buNone/>
              <a:defRPr sz="1133"/>
            </a:lvl9pPr>
          </a:lstStyle>
          <a:p>
            <a:pPr lvl="0">
              <a:buNone/>
            </a:pPr>
            <a:r>
              <a:t>Click to edit Master text styles</a:t>
            </a:r>
          </a:p>
        </p:txBody>
      </p:sp>
      <p:sp>
        <p:nvSpPr>
          <p:cNvPr id="5" name="Date Placeholder 4">
            <a:extLst>
              <a:ext uri="{FF2B5EF4-FFF2-40B4-BE49-F238E27FC236}">
                <a16:creationId xmlns:a16="http://schemas.microsoft.com/office/drawing/2014/main" id="{CB5F6015-EB45-9B48-2B37-37BFD2C16603}"/>
              </a:ext>
            </a:extLst>
          </p:cNvPr>
          <p:cNvSpPr>
            <a:spLocks noGrp="1"/>
          </p:cNvSpPr>
          <p:nvPr>
            <p:ph type="dt" idx="10"/>
          </p:nvPr>
        </p:nvSpPr>
        <p:spPr/>
        <p:txBody>
          <a:bodyPr/>
          <a:lstStyle/>
          <a:p>
            <a:fld id="{472E79C7-151F-4CDA-AC36-BBDA0A554019}" type="datetimeFigureOut">
              <a:t>10/12/2026</a:t>
            </a:fld>
            <a:endParaRPr/>
          </a:p>
        </p:txBody>
      </p:sp>
      <p:sp>
        <p:nvSpPr>
          <p:cNvPr id="6" name="Footer Placeholder 5">
            <a:extLst>
              <a:ext uri="{FF2B5EF4-FFF2-40B4-BE49-F238E27FC236}">
                <a16:creationId xmlns:a16="http://schemas.microsoft.com/office/drawing/2014/main" id="{0302807C-8FB6-0E12-6B01-C64766B34FC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8AD5857-8EB2-D618-76F2-83C15301AEB9}"/>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4_Content_with_Background_V">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B8EE94B-CEFF-6528-DFB9-ECE42AF430DD}"/>
              </a:ext>
            </a:extLst>
          </p:cNvPr>
          <p:cNvSpPr>
            <a:spLocks noGrp="1"/>
          </p:cNvSpPr>
          <p:nvPr>
            <p:ph type="sldNum" idx="12"/>
          </p:nvPr>
        </p:nvSpPr>
        <p:spPr>
          <a:xfrm>
            <a:off x="12872397" y="7399745"/>
            <a:ext cx="844679" cy="267277"/>
          </a:xfrm>
        </p:spPr>
        <p:txBody>
          <a:bodyPr/>
          <a:lstStyle>
            <a:lvl1pPr>
              <a:buNone/>
              <a:defRPr sz="1586"/>
            </a:lvl1pPr>
          </a:lstStyle>
          <a:p>
            <a:fld id="{4CF182C2-E1D6-4D77-88E5-8807ACA60A64}" type="slidenum">
              <a:t>‹#›</a:t>
            </a:fld>
            <a:endParaRPr/>
          </a:p>
        </p:txBody>
      </p:sp>
      <p:sp>
        <p:nvSpPr>
          <p:cNvPr id="18" name="Text Placeholder 17">
            <a:extLst>
              <a:ext uri="{FF2B5EF4-FFF2-40B4-BE49-F238E27FC236}">
                <a16:creationId xmlns:a16="http://schemas.microsoft.com/office/drawing/2014/main" id="{7FC5FE4F-6D8D-3F2A-77BA-16D757D63BDF}"/>
              </a:ext>
            </a:extLst>
          </p:cNvPr>
          <p:cNvSpPr>
            <a:spLocks noGrp="1"/>
          </p:cNvSpPr>
          <p:nvPr>
            <p:ph type="body" idx="14" hasCustomPrompt="1"/>
          </p:nvPr>
        </p:nvSpPr>
        <p:spPr>
          <a:xfrm>
            <a:off x="647628" y="591629"/>
            <a:ext cx="13069445" cy="466062"/>
          </a:xfrm>
        </p:spPr>
        <p:txBody>
          <a:bodyPr tIns="72000" bIns="72000" anchor="ctr">
            <a:normAutofit/>
          </a:bodyPr>
          <a:lstStyle>
            <a:lvl1pPr marL="0" indent="0">
              <a:buNone/>
              <a:defRPr sz="2720">
                <a:latin typeface="+mj-lt"/>
                <a:ea typeface="+mj-lt"/>
                <a:cs typeface="+mj-lt"/>
              </a:defRPr>
            </a:lvl1pPr>
            <a:lvl2pPr>
              <a:buNone/>
              <a:defRPr>
                <a:latin typeface="+mj-lt"/>
                <a:ea typeface="+mj-lt"/>
                <a:cs typeface="+mj-lt"/>
              </a:defRPr>
            </a:lvl2pPr>
            <a:lvl3pPr>
              <a:buNone/>
              <a:defRPr>
                <a:latin typeface="+mj-lt"/>
                <a:ea typeface="+mj-lt"/>
                <a:cs typeface="+mj-lt"/>
              </a:defRPr>
            </a:lvl3pPr>
            <a:lvl4pPr>
              <a:buNone/>
              <a:defRPr>
                <a:latin typeface="+mj-lt"/>
                <a:ea typeface="+mj-lt"/>
                <a:cs typeface="+mj-lt"/>
              </a:defRPr>
            </a:lvl4pPr>
            <a:lvl5pPr>
              <a:buNone/>
              <a:defRPr>
                <a:latin typeface="+mj-lt"/>
                <a:ea typeface="+mj-lt"/>
                <a:cs typeface="+mj-lt"/>
              </a:defRPr>
            </a:lvl5pPr>
          </a:lstStyle>
          <a:p>
            <a:pPr lvl="0">
              <a:buNone/>
            </a:pPr>
            <a:r>
              <a:t>Слайдын гарчиг</a:t>
            </a:r>
          </a:p>
        </p:txBody>
      </p:sp>
      <p:sp>
        <p:nvSpPr>
          <p:cNvPr id="19" name="Rectangle 18">
            <a:extLst>
              <a:ext uri="{FF2B5EF4-FFF2-40B4-BE49-F238E27FC236}">
                <a16:creationId xmlns:a16="http://schemas.microsoft.com/office/drawing/2014/main" id="{567C0DEB-A5D0-76E7-3801-3342A9DFB70D}"/>
              </a:ext>
            </a:extLst>
          </p:cNvPr>
          <p:cNvSpPr>
            <a:spLocks noGrp="1"/>
          </p:cNvSpPr>
          <p:nvPr/>
        </p:nvSpPr>
        <p:spPr>
          <a:xfrm>
            <a:off x="1" y="745594"/>
            <a:ext cx="647626" cy="158126"/>
          </a:xfrm>
          <a:prstGeom prst="rect">
            <a:avLst/>
          </a:prstGeom>
          <a:gradFill rotWithShape="1">
            <a:gsLst>
              <a:gs pos="0">
                <a:srgbClr val="00B0F0"/>
              </a:gs>
              <a:gs pos="100000">
                <a:srgbClr val="1732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40"/>
          </a:p>
        </p:txBody>
      </p:sp>
      <p:sp>
        <p:nvSpPr>
          <p:cNvPr id="8" name="Title 1">
            <a:extLst>
              <a:ext uri="{FF2B5EF4-FFF2-40B4-BE49-F238E27FC236}">
                <a16:creationId xmlns:a16="http://schemas.microsoft.com/office/drawing/2014/main" id="{4E872348-5708-5EC4-6A27-2CD6E477B23B}"/>
              </a:ext>
            </a:extLst>
          </p:cNvPr>
          <p:cNvSpPr>
            <a:spLocks noGrp="1"/>
          </p:cNvSpPr>
          <p:nvPr>
            <p:ph type="title" hasCustomPrompt="1"/>
          </p:nvPr>
        </p:nvSpPr>
        <p:spPr>
          <a:xfrm>
            <a:off x="1279063" y="154728"/>
            <a:ext cx="12536952" cy="377228"/>
          </a:xfrm>
          <a:prstGeom prst="rect">
            <a:avLst/>
          </a:prstGeom>
          <a:gradFill>
            <a:gsLst>
              <a:gs pos="100000">
                <a:schemeClr val="bg2">
                  <a:lumMod val="50000"/>
                </a:schemeClr>
              </a:gs>
              <a:gs pos="0">
                <a:schemeClr val="bg1"/>
              </a:gs>
            </a:gsLst>
            <a:lin/>
          </a:gradFill>
        </p:spPr>
        <p:txBody>
          <a:bodyPr>
            <a:noAutofit/>
          </a:bodyPr>
          <a:lstStyle>
            <a:lvl1pPr>
              <a:buNone/>
              <a:defRPr sz="1813">
                <a:solidFill>
                  <a:schemeClr val="bg1"/>
                </a:solidFill>
              </a:defRPr>
            </a:lvl1pPr>
          </a:lstStyle>
          <a:p>
            <a:r>
              <a:t>Презентацийн бүлгийн гарчиг</a:t>
            </a:r>
          </a:p>
        </p:txBody>
      </p:sp>
      <p:pic>
        <p:nvPicPr>
          <p:cNvPr id="25" name="Picture 9"/>
          <p:cNvPicPr>
            <a:picLocks noChangeAspect="1"/>
          </p:cNvPicPr>
          <p:nvPr/>
        </p:nvPicPr>
        <p:blipFill rotWithShape="1">
          <a:blip r:embed="rId2"/>
          <a:srcRect t="12367" b="13184"/>
          <a:stretch/>
        </p:blipFill>
        <p:spPr>
          <a:xfrm>
            <a:off x="98944" y="160108"/>
            <a:ext cx="1180121" cy="371850"/>
          </a:xfrm>
          <a:prstGeom prst="rect">
            <a:avLst/>
          </a:prstGeom>
        </p:spPr>
      </p:pic>
      <p:sp>
        <p:nvSpPr>
          <p:cNvPr id="2" name="Content Placeholder 8">
            <a:extLst>
              <a:ext uri="{FF2B5EF4-FFF2-40B4-BE49-F238E27FC236}">
                <a16:creationId xmlns:a16="http://schemas.microsoft.com/office/drawing/2014/main" id="{3A607B8F-821E-F61B-3E97-CEEA6668CC73}"/>
              </a:ext>
            </a:extLst>
          </p:cNvPr>
          <p:cNvSpPr>
            <a:spLocks noGrp="1"/>
          </p:cNvSpPr>
          <p:nvPr>
            <p:ph idx="20"/>
          </p:nvPr>
        </p:nvSpPr>
        <p:spPr>
          <a:xfrm>
            <a:off x="109740" y="1172029"/>
            <a:ext cx="3106805" cy="1532891"/>
          </a:xfrm>
          <a:prstGeom prst="snip1Rect">
            <a:avLst/>
          </a:prstGeom>
          <a:solidFill>
            <a:schemeClr val="accent3"/>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p:txBody>
      </p:sp>
      <p:sp>
        <p:nvSpPr>
          <p:cNvPr id="7" name="Content Placeholder 8">
            <a:extLst>
              <a:ext uri="{FF2B5EF4-FFF2-40B4-BE49-F238E27FC236}">
                <a16:creationId xmlns:a16="http://schemas.microsoft.com/office/drawing/2014/main" id="{23530E9A-8225-29DD-A50E-9E27EC557629}"/>
              </a:ext>
            </a:extLst>
          </p:cNvPr>
          <p:cNvSpPr>
            <a:spLocks noGrp="1"/>
          </p:cNvSpPr>
          <p:nvPr>
            <p:ph idx="21"/>
          </p:nvPr>
        </p:nvSpPr>
        <p:spPr>
          <a:xfrm>
            <a:off x="6970435" y="1172029"/>
            <a:ext cx="3106805" cy="1532891"/>
          </a:xfrm>
          <a:prstGeom prst="snip1Rect">
            <a:avLst/>
          </a:prstGeom>
          <a:solidFill>
            <a:schemeClr val="tx2"/>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p:txBody>
      </p:sp>
      <p:sp>
        <p:nvSpPr>
          <p:cNvPr id="11" name="Content Placeholder 8">
            <a:extLst>
              <a:ext uri="{FF2B5EF4-FFF2-40B4-BE49-F238E27FC236}">
                <a16:creationId xmlns:a16="http://schemas.microsoft.com/office/drawing/2014/main" id="{5D790BF0-B5E3-8DC4-C431-8B4D76E65FC4}"/>
              </a:ext>
            </a:extLst>
          </p:cNvPr>
          <p:cNvSpPr>
            <a:spLocks noGrp="1"/>
          </p:cNvSpPr>
          <p:nvPr>
            <p:ph idx="22"/>
          </p:nvPr>
        </p:nvSpPr>
        <p:spPr>
          <a:xfrm>
            <a:off x="3537036" y="1172029"/>
            <a:ext cx="3106805" cy="1532891"/>
          </a:xfrm>
          <a:prstGeom prst="snip1Rect">
            <a:avLst/>
          </a:prstGeom>
          <a:solidFill>
            <a:schemeClr val="accent2"/>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bg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p:txBody>
      </p:sp>
      <p:sp>
        <p:nvSpPr>
          <p:cNvPr id="12" name="Content Placeholder 8">
            <a:extLst>
              <a:ext uri="{FF2B5EF4-FFF2-40B4-BE49-F238E27FC236}">
                <a16:creationId xmlns:a16="http://schemas.microsoft.com/office/drawing/2014/main" id="{4903A89F-0792-BC6B-9CF8-3020C6343870}"/>
              </a:ext>
            </a:extLst>
          </p:cNvPr>
          <p:cNvSpPr>
            <a:spLocks noGrp="1"/>
          </p:cNvSpPr>
          <p:nvPr>
            <p:ph idx="23"/>
          </p:nvPr>
        </p:nvSpPr>
        <p:spPr>
          <a:xfrm>
            <a:off x="10397731" y="1172029"/>
            <a:ext cx="3106805" cy="1532891"/>
          </a:xfrm>
          <a:prstGeom prst="snip1Rect">
            <a:avLst/>
          </a:prstGeom>
          <a:solidFill>
            <a:schemeClr val="accent5"/>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p:txBody>
      </p:sp>
      <p:sp>
        <p:nvSpPr>
          <p:cNvPr id="9" name="Content Placeholder 8">
            <a:extLst>
              <a:ext uri="{FF2B5EF4-FFF2-40B4-BE49-F238E27FC236}">
                <a16:creationId xmlns:a16="http://schemas.microsoft.com/office/drawing/2014/main" id="{984A5AA3-388E-29C5-9090-2399EF888529}"/>
              </a:ext>
            </a:extLst>
          </p:cNvPr>
          <p:cNvSpPr>
            <a:spLocks noGrp="1"/>
          </p:cNvSpPr>
          <p:nvPr>
            <p:ph idx="13"/>
          </p:nvPr>
        </p:nvSpPr>
        <p:spPr>
          <a:xfrm>
            <a:off x="311483" y="1970860"/>
            <a:ext cx="3132678" cy="3724275"/>
          </a:xfrm>
          <a:prstGeom prst="rect">
            <a:avLst/>
          </a:prstGeom>
          <a:solidFill>
            <a:schemeClr val="accent3">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 name="Content Placeholder 8">
            <a:extLst>
              <a:ext uri="{FF2B5EF4-FFF2-40B4-BE49-F238E27FC236}">
                <a16:creationId xmlns:a16="http://schemas.microsoft.com/office/drawing/2014/main" id="{41F00675-B3BF-6884-EC3F-B3DF1E6189CB}"/>
              </a:ext>
            </a:extLst>
          </p:cNvPr>
          <p:cNvSpPr>
            <a:spLocks noGrp="1"/>
          </p:cNvSpPr>
          <p:nvPr>
            <p:ph idx="15"/>
          </p:nvPr>
        </p:nvSpPr>
        <p:spPr>
          <a:xfrm>
            <a:off x="7172179" y="1970860"/>
            <a:ext cx="3132678" cy="3724275"/>
          </a:xfrm>
          <a:prstGeom prst="rect">
            <a:avLst/>
          </a:prstGeom>
          <a:solidFill>
            <a:schemeClr val="tx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8">
            <a:extLst>
              <a:ext uri="{FF2B5EF4-FFF2-40B4-BE49-F238E27FC236}">
                <a16:creationId xmlns:a16="http://schemas.microsoft.com/office/drawing/2014/main" id="{4DF15865-1D82-6730-92F6-ECE8C0EA3360}"/>
              </a:ext>
            </a:extLst>
          </p:cNvPr>
          <p:cNvSpPr>
            <a:spLocks noGrp="1"/>
          </p:cNvSpPr>
          <p:nvPr>
            <p:ph idx="18"/>
          </p:nvPr>
        </p:nvSpPr>
        <p:spPr>
          <a:xfrm>
            <a:off x="3738779" y="1970860"/>
            <a:ext cx="3132678" cy="3724275"/>
          </a:xfrm>
          <a:prstGeom prst="rect">
            <a:avLst/>
          </a:prstGeom>
          <a:solidFill>
            <a:schemeClr val="accent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Content Placeholder 8">
            <a:extLst>
              <a:ext uri="{FF2B5EF4-FFF2-40B4-BE49-F238E27FC236}">
                <a16:creationId xmlns:a16="http://schemas.microsoft.com/office/drawing/2014/main" id="{103BC1BE-EA7D-2041-7B25-26B4C6903BB6}"/>
              </a:ext>
            </a:extLst>
          </p:cNvPr>
          <p:cNvSpPr>
            <a:spLocks noGrp="1"/>
          </p:cNvSpPr>
          <p:nvPr>
            <p:ph idx="19"/>
          </p:nvPr>
        </p:nvSpPr>
        <p:spPr>
          <a:xfrm>
            <a:off x="10599475" y="1970860"/>
            <a:ext cx="3132678" cy="3724275"/>
          </a:xfrm>
          <a:prstGeom prst="rect">
            <a:avLst/>
          </a:prstGeom>
          <a:solidFill>
            <a:schemeClr val="accent5">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Content Placeholder 8">
            <a:extLst>
              <a:ext uri="{FF2B5EF4-FFF2-40B4-BE49-F238E27FC236}">
                <a16:creationId xmlns:a16="http://schemas.microsoft.com/office/drawing/2014/main" id="{7AABB321-DA8A-4CE5-E680-3260398BE0EC}"/>
              </a:ext>
            </a:extLst>
          </p:cNvPr>
          <p:cNvSpPr>
            <a:spLocks noGrp="1"/>
          </p:cNvSpPr>
          <p:nvPr>
            <p:ph idx="24"/>
          </p:nvPr>
        </p:nvSpPr>
        <p:spPr>
          <a:xfrm>
            <a:off x="311483" y="5759907"/>
            <a:ext cx="3132678" cy="1537517"/>
          </a:xfrm>
          <a:prstGeom prst="rect">
            <a:avLst/>
          </a:prstGeom>
          <a:solidFill>
            <a:schemeClr val="accent3">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 name="Content Placeholder 8">
            <a:extLst>
              <a:ext uri="{FF2B5EF4-FFF2-40B4-BE49-F238E27FC236}">
                <a16:creationId xmlns:a16="http://schemas.microsoft.com/office/drawing/2014/main" id="{19A7BECC-EF19-32B1-0178-38BD99888473}"/>
              </a:ext>
            </a:extLst>
          </p:cNvPr>
          <p:cNvSpPr>
            <a:spLocks noGrp="1"/>
          </p:cNvSpPr>
          <p:nvPr>
            <p:ph idx="25"/>
          </p:nvPr>
        </p:nvSpPr>
        <p:spPr>
          <a:xfrm>
            <a:off x="7172179" y="5759907"/>
            <a:ext cx="3132678" cy="1537517"/>
          </a:xfrm>
          <a:prstGeom prst="rect">
            <a:avLst/>
          </a:prstGeom>
          <a:solidFill>
            <a:schemeClr val="tx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8">
            <a:extLst>
              <a:ext uri="{FF2B5EF4-FFF2-40B4-BE49-F238E27FC236}">
                <a16:creationId xmlns:a16="http://schemas.microsoft.com/office/drawing/2014/main" id="{ECCFFC64-0FD1-2778-A5B4-91271FE9B1A5}"/>
              </a:ext>
            </a:extLst>
          </p:cNvPr>
          <p:cNvSpPr>
            <a:spLocks noGrp="1"/>
          </p:cNvSpPr>
          <p:nvPr>
            <p:ph idx="26"/>
          </p:nvPr>
        </p:nvSpPr>
        <p:spPr>
          <a:xfrm>
            <a:off x="3738779" y="5759907"/>
            <a:ext cx="3132678" cy="1537517"/>
          </a:xfrm>
          <a:prstGeom prst="rect">
            <a:avLst/>
          </a:prstGeom>
          <a:solidFill>
            <a:schemeClr val="accent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Content Placeholder 8">
            <a:extLst>
              <a:ext uri="{FF2B5EF4-FFF2-40B4-BE49-F238E27FC236}">
                <a16:creationId xmlns:a16="http://schemas.microsoft.com/office/drawing/2014/main" id="{30064E02-E268-D39E-3A1C-0A8DE8703327}"/>
              </a:ext>
            </a:extLst>
          </p:cNvPr>
          <p:cNvSpPr>
            <a:spLocks noGrp="1"/>
          </p:cNvSpPr>
          <p:nvPr>
            <p:ph idx="27"/>
          </p:nvPr>
        </p:nvSpPr>
        <p:spPr>
          <a:xfrm>
            <a:off x="10599475" y="5759907"/>
            <a:ext cx="3132678" cy="1537517"/>
          </a:xfrm>
          <a:prstGeom prst="rect">
            <a:avLst/>
          </a:prstGeom>
          <a:solidFill>
            <a:schemeClr val="accent5">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C29667B-B11B-7C87-0CA8-652356414044}"/>
              </a:ext>
            </a:extLst>
          </p:cNvPr>
          <p:cNvSpPr>
            <a:spLocks noGrp="1"/>
          </p:cNvSpPr>
          <p:nvPr/>
        </p:nvSpPr>
        <p:spPr>
          <a:xfrm>
            <a:off x="454580" y="122678"/>
            <a:ext cx="13346484" cy="301621"/>
          </a:xfrm>
          <a:prstGeom prst="rect">
            <a:avLst/>
          </a:prstGeom>
          <a:solidFill>
            <a:srgbClr val="00C0F3">
              <a:alpha val="10000"/>
            </a:srgbClr>
          </a:solidFill>
        </p:spPr>
        <p:txBody>
          <a:bodyPr wrap="square">
            <a:spAutoFit/>
          </a:bodyPr>
          <a:lstStyle/>
          <a:p>
            <a:pPr algn="r" defTabSz="1036213">
              <a:buNone/>
            </a:pPr>
            <a:endParaRPr sz="1360" b="1">
              <a:solidFill>
                <a:schemeClr val="bg1"/>
              </a:solidFill>
              <a:latin typeface="Roboto Condensed"/>
              <a:ea typeface="Roboto Condensed"/>
              <a:cs typeface="Roboto Condensed"/>
            </a:endParaRPr>
          </a:p>
        </p:txBody>
      </p:sp>
      <p:pic>
        <p:nvPicPr>
          <p:cNvPr id="19" name="Picture 2"/>
          <p:cNvPicPr>
            <a:picLocks noChangeAspect="1"/>
          </p:cNvPicPr>
          <p:nvPr/>
        </p:nvPicPr>
        <p:blipFill>
          <a:blip r:embed="rId2"/>
          <a:srcRect/>
          <a:stretch>
            <a:fillRect/>
          </a:stretch>
        </p:blipFill>
        <p:spPr>
          <a:xfrm>
            <a:off x="88868" y="8326"/>
            <a:ext cx="1336122" cy="565497"/>
          </a:xfrm>
          <a:prstGeom prst="rect">
            <a:avLst/>
          </a:prstGeom>
        </p:spPr>
      </p:pic>
      <p:sp>
        <p:nvSpPr>
          <p:cNvPr id="11" name="Text Placeholder 10">
            <a:extLst>
              <a:ext uri="{FF2B5EF4-FFF2-40B4-BE49-F238E27FC236}">
                <a16:creationId xmlns:a16="http://schemas.microsoft.com/office/drawing/2014/main" id="{55C01EDE-A70A-A788-F777-D801E9FC2F21}"/>
              </a:ext>
            </a:extLst>
          </p:cNvPr>
          <p:cNvSpPr>
            <a:spLocks noGrp="1"/>
          </p:cNvSpPr>
          <p:nvPr>
            <p:ph type="body" idx="13" hasCustomPrompt="1"/>
          </p:nvPr>
        </p:nvSpPr>
        <p:spPr>
          <a:xfrm>
            <a:off x="6447473" y="128483"/>
            <a:ext cx="7368540" cy="311945"/>
          </a:xfrm>
          <a:prstGeom prst="rect">
            <a:avLst/>
          </a:prstGeom>
          <a:noFill/>
        </p:spPr>
        <p:txBody>
          <a:bodyPr wrap="square">
            <a:spAutoFit/>
          </a:bodyPr>
          <a:lstStyle>
            <a:lvl1pPr marL="0" indent="0" algn="r">
              <a:buNone/>
              <a:defRPr sz="1586" b="1">
                <a:solidFill>
                  <a:srgbClr val="00C0F3"/>
                </a:solidFill>
                <a:latin typeface="Roboto Condensed"/>
                <a:ea typeface="Roboto Condensed"/>
                <a:cs typeface="Roboto Condensed"/>
              </a:defRPr>
            </a:lvl1pPr>
          </a:lstStyle>
          <a:p>
            <a:pPr marL="0" lvl="0" algn="r" defTabSz="1036213">
              <a:buNone/>
            </a:pPr>
            <a:r>
              <a:t>CLICK TO EDIT MASTER TEXT STYLES</a:t>
            </a:r>
          </a:p>
        </p:txBody>
      </p:sp>
      <p:sp>
        <p:nvSpPr>
          <p:cNvPr id="12" name="Rectangle 11">
            <a:extLst>
              <a:ext uri="{FF2B5EF4-FFF2-40B4-BE49-F238E27FC236}">
                <a16:creationId xmlns:a16="http://schemas.microsoft.com/office/drawing/2014/main" id="{9ADB2BFD-A57F-1028-E386-F4972CA668AB}"/>
              </a:ext>
            </a:extLst>
          </p:cNvPr>
          <p:cNvSpPr>
            <a:spLocks noGrp="1"/>
          </p:cNvSpPr>
          <p:nvPr/>
        </p:nvSpPr>
        <p:spPr>
          <a:xfrm>
            <a:off x="-5397" y="7729581"/>
            <a:ext cx="13821410" cy="51815"/>
          </a:xfrm>
          <a:prstGeom prst="rect">
            <a:avLst/>
          </a:prstGeom>
          <a:gradFill rotWithShape="1">
            <a:gsLst>
              <a:gs pos="0">
                <a:srgbClr val="00B0F0"/>
              </a:gs>
              <a:gs pos="100000">
                <a:srgbClr val="1732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40">
              <a:latin typeface="Roboto Condensed"/>
              <a:ea typeface="Roboto Condensed"/>
              <a:cs typeface="Roboto Condensed"/>
            </a:endParaRPr>
          </a:p>
        </p:txBody>
      </p:sp>
      <p:sp>
        <p:nvSpPr>
          <p:cNvPr id="13" name="Rectangle 12">
            <a:extLst>
              <a:ext uri="{FF2B5EF4-FFF2-40B4-BE49-F238E27FC236}">
                <a16:creationId xmlns:a16="http://schemas.microsoft.com/office/drawing/2014/main" id="{45064319-322A-9969-B1A4-71021443D0EA}"/>
              </a:ext>
            </a:extLst>
          </p:cNvPr>
          <p:cNvSpPr>
            <a:spLocks noGrp="1"/>
          </p:cNvSpPr>
          <p:nvPr/>
        </p:nvSpPr>
        <p:spPr>
          <a:xfrm>
            <a:off x="1" y="786683"/>
            <a:ext cx="647626" cy="158126"/>
          </a:xfrm>
          <a:prstGeom prst="rect">
            <a:avLst/>
          </a:prstGeom>
          <a:gradFill rotWithShape="1">
            <a:gsLst>
              <a:gs pos="0">
                <a:srgbClr val="00B0F0"/>
              </a:gs>
              <a:gs pos="100000">
                <a:srgbClr val="1732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40"/>
          </a:p>
        </p:txBody>
      </p:sp>
      <p:sp>
        <p:nvSpPr>
          <p:cNvPr id="16" name="Text Placeholder 15">
            <a:extLst>
              <a:ext uri="{FF2B5EF4-FFF2-40B4-BE49-F238E27FC236}">
                <a16:creationId xmlns:a16="http://schemas.microsoft.com/office/drawing/2014/main" id="{339BE184-D681-F942-1A5C-65027509E40C}"/>
              </a:ext>
            </a:extLst>
          </p:cNvPr>
          <p:cNvSpPr>
            <a:spLocks noGrp="1"/>
          </p:cNvSpPr>
          <p:nvPr>
            <p:ph type="body" idx="14" hasCustomPrompt="1"/>
          </p:nvPr>
        </p:nvSpPr>
        <p:spPr>
          <a:xfrm>
            <a:off x="647627" y="672154"/>
            <a:ext cx="6864831" cy="374846"/>
          </a:xfrm>
          <a:prstGeom prst="rect">
            <a:avLst/>
          </a:prstGeom>
          <a:noFill/>
        </p:spPr>
        <p:txBody>
          <a:bodyPr wrap="square">
            <a:spAutoFit/>
          </a:bodyPr>
          <a:lstStyle>
            <a:lvl1pPr marL="0" indent="0">
              <a:buNone/>
              <a:defRPr sz="2040" b="1">
                <a:solidFill>
                  <a:srgbClr val="173276"/>
                </a:solidFill>
                <a:latin typeface="Roboto Condensed"/>
                <a:ea typeface="Roboto Condensed"/>
                <a:cs typeface="Roboto Condensed"/>
              </a:defRPr>
            </a:lvl1pPr>
            <a:lvl2pPr>
              <a:buNone/>
              <a:defRPr sz="2040"/>
            </a:lvl2pPr>
            <a:lvl3pPr>
              <a:buNone/>
              <a:defRPr sz="2040"/>
            </a:lvl3pPr>
            <a:lvl4pPr>
              <a:buNone/>
              <a:defRPr/>
            </a:lvl4pPr>
            <a:lvl5pPr>
              <a:buNone/>
              <a:defRPr/>
            </a:lvl5pPr>
          </a:lstStyle>
          <a:p>
            <a:pPr marL="0" lvl="0" defTabSz="1036213">
              <a:buNone/>
            </a:pPr>
            <a:r>
              <a:t>CLICK TO EDIT MASTER TEXT STYLES</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6"/>
          <p:cNvPicPr>
            <a:picLocks noChangeAspect="1"/>
          </p:cNvPicPr>
          <p:nvPr/>
        </p:nvPicPr>
        <p:blipFill rotWithShape="1">
          <a:blip r:embed="rId2"/>
          <a:srcRect l="2627" t="1100" r="2122" b="549"/>
          <a:stretch/>
        </p:blipFill>
        <p:spPr>
          <a:xfrm>
            <a:off x="-7996" y="1"/>
            <a:ext cx="13824009" cy="7772400"/>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9BFD4-31EF-C745-FAD1-9BF63FA33D09}"/>
              </a:ext>
            </a:extLst>
          </p:cNvPr>
          <p:cNvSpPr>
            <a:spLocks noGrp="1"/>
          </p:cNvSpPr>
          <p:nvPr>
            <p:ph type="ctrTitle"/>
          </p:nvPr>
        </p:nvSpPr>
        <p:spPr>
          <a:xfrm>
            <a:off x="1727002" y="1272011"/>
            <a:ext cx="10362010" cy="2705947"/>
          </a:xfrm>
        </p:spPr>
        <p:txBody>
          <a:bodyPr anchor="b"/>
          <a:lstStyle>
            <a:lvl1pPr algn="ctr">
              <a:buNone/>
              <a:defRPr sz="6799"/>
            </a:lvl1pPr>
          </a:lstStyle>
          <a:p>
            <a:r>
              <a:t>Click to edit Master title style</a:t>
            </a:r>
          </a:p>
        </p:txBody>
      </p:sp>
      <p:sp>
        <p:nvSpPr>
          <p:cNvPr id="3" name="Subtitle 2">
            <a:extLst>
              <a:ext uri="{FF2B5EF4-FFF2-40B4-BE49-F238E27FC236}">
                <a16:creationId xmlns:a16="http://schemas.microsoft.com/office/drawing/2014/main" id="{63A4255D-EC01-5902-DAF4-9020A4F2783A}"/>
              </a:ext>
            </a:extLst>
          </p:cNvPr>
          <p:cNvSpPr>
            <a:spLocks noGrp="1"/>
          </p:cNvSpPr>
          <p:nvPr>
            <p:ph type="subTitle" idx="1"/>
          </p:nvPr>
        </p:nvSpPr>
        <p:spPr>
          <a:xfrm>
            <a:off x="1727002" y="4082310"/>
            <a:ext cx="10362010" cy="1876530"/>
          </a:xfrm>
        </p:spPr>
        <p:txBody>
          <a:bodyPr/>
          <a:lstStyle>
            <a:lvl1pPr marL="0" indent="0" algn="ctr">
              <a:buNone/>
              <a:defRPr sz="2720"/>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t>Click to edit Master subtitle style</a:t>
            </a:r>
          </a:p>
        </p:txBody>
      </p:sp>
      <p:sp>
        <p:nvSpPr>
          <p:cNvPr id="4" name="Date Placeholder 3">
            <a:extLst>
              <a:ext uri="{FF2B5EF4-FFF2-40B4-BE49-F238E27FC236}">
                <a16:creationId xmlns:a16="http://schemas.microsoft.com/office/drawing/2014/main" id="{C0C87B92-BA1F-2940-D407-5A339A8EE5C8}"/>
              </a:ext>
            </a:extLst>
          </p:cNvPr>
          <p:cNvSpPr>
            <a:spLocks noGrp="1"/>
          </p:cNvSpPr>
          <p:nvPr>
            <p:ph type="dt" idx="10"/>
          </p:nvPr>
        </p:nvSpPr>
        <p:spPr/>
        <p:txBody>
          <a:body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97A82AD4-3B6D-A682-2198-CA0DDD0BFCB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737782-72C9-72BA-233E-6BE78AC7A507}"/>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E63A8-2535-B027-C688-98EBC90511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48E93BC-4572-7204-65FD-1072DCA6E01E}"/>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472B809-3F5C-9599-F1BD-D09CB571F4D6}"/>
              </a:ext>
            </a:extLst>
          </p:cNvPr>
          <p:cNvSpPr>
            <a:spLocks noGrp="1"/>
          </p:cNvSpPr>
          <p:nvPr>
            <p:ph type="dt" idx="10"/>
          </p:nvPr>
        </p:nvSpPr>
        <p:spPr/>
        <p:txBody>
          <a:body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FEA321B0-FF39-88D6-348B-9665AFC2052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76C4440-22FA-10F1-0031-8055AEDFF4FE}"/>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B355C-ED06-A7AC-5502-FE6EB9821A1D}"/>
              </a:ext>
            </a:extLst>
          </p:cNvPr>
          <p:cNvSpPr>
            <a:spLocks noGrp="1"/>
          </p:cNvSpPr>
          <p:nvPr>
            <p:ph type="title"/>
          </p:nvPr>
        </p:nvSpPr>
        <p:spPr>
          <a:xfrm>
            <a:off x="942655" y="1937704"/>
            <a:ext cx="11916311" cy="3233102"/>
          </a:xfrm>
        </p:spPr>
        <p:txBody>
          <a:bodyPr anchor="b"/>
          <a:lstStyle>
            <a:lvl1pPr>
              <a:buNone/>
              <a:defRPr sz="6799"/>
            </a:lvl1pPr>
          </a:lstStyle>
          <a:p>
            <a:r>
              <a:t>Click to edit Master title style</a:t>
            </a:r>
          </a:p>
        </p:txBody>
      </p:sp>
      <p:sp>
        <p:nvSpPr>
          <p:cNvPr id="3" name="Text Placeholder 2">
            <a:extLst>
              <a:ext uri="{FF2B5EF4-FFF2-40B4-BE49-F238E27FC236}">
                <a16:creationId xmlns:a16="http://schemas.microsoft.com/office/drawing/2014/main" id="{F15690C2-08B0-5D42-1B9F-2C5F4555EDEE}"/>
              </a:ext>
            </a:extLst>
          </p:cNvPr>
          <p:cNvSpPr>
            <a:spLocks noGrp="1"/>
          </p:cNvSpPr>
          <p:nvPr>
            <p:ph type="body" idx="1"/>
          </p:nvPr>
        </p:nvSpPr>
        <p:spPr>
          <a:xfrm>
            <a:off x="942655" y="5201392"/>
            <a:ext cx="11916311" cy="1700212"/>
          </a:xfrm>
        </p:spPr>
        <p:txBody>
          <a:bodyPr/>
          <a:lstStyle>
            <a:lvl1pPr marL="0" indent="0">
              <a:buNone/>
              <a:defRPr sz="2720">
                <a:solidFill>
                  <a:schemeClr val="tx1">
                    <a:tint val="75000"/>
                  </a:schemeClr>
                </a:solidFill>
              </a:defRPr>
            </a:lvl1pPr>
            <a:lvl2pPr marL="518099" indent="0">
              <a:buNone/>
              <a:defRPr sz="2266">
                <a:solidFill>
                  <a:schemeClr val="tx1">
                    <a:tint val="75000"/>
                  </a:schemeClr>
                </a:solidFill>
              </a:defRPr>
            </a:lvl2pPr>
            <a:lvl3pPr marL="1036198" indent="0">
              <a:buNone/>
              <a:defRPr sz="2040">
                <a:solidFill>
                  <a:schemeClr val="tx1">
                    <a:tint val="75000"/>
                  </a:schemeClr>
                </a:solidFill>
              </a:defRPr>
            </a:lvl3pPr>
            <a:lvl4pPr marL="1554297" indent="0">
              <a:buNone/>
              <a:defRPr sz="1813">
                <a:solidFill>
                  <a:schemeClr val="tx1">
                    <a:tint val="75000"/>
                  </a:schemeClr>
                </a:solidFill>
              </a:defRPr>
            </a:lvl4pPr>
            <a:lvl5pPr marL="2072396" indent="0">
              <a:buNone/>
              <a:defRPr sz="1813">
                <a:solidFill>
                  <a:schemeClr val="tx1">
                    <a:tint val="75000"/>
                  </a:schemeClr>
                </a:solidFill>
              </a:defRPr>
            </a:lvl5pPr>
            <a:lvl6pPr marL="2590495" indent="0">
              <a:buNone/>
              <a:defRPr sz="1813">
                <a:solidFill>
                  <a:schemeClr val="tx1">
                    <a:tint val="75000"/>
                  </a:schemeClr>
                </a:solidFill>
              </a:defRPr>
            </a:lvl6pPr>
            <a:lvl7pPr marL="3108594" indent="0">
              <a:buNone/>
              <a:defRPr sz="1813">
                <a:solidFill>
                  <a:schemeClr val="tx1">
                    <a:tint val="75000"/>
                  </a:schemeClr>
                </a:solidFill>
              </a:defRPr>
            </a:lvl7pPr>
            <a:lvl8pPr marL="3626693" indent="0">
              <a:buNone/>
              <a:defRPr sz="1813">
                <a:solidFill>
                  <a:schemeClr val="tx1">
                    <a:tint val="75000"/>
                  </a:schemeClr>
                </a:solidFill>
              </a:defRPr>
            </a:lvl8pPr>
            <a:lvl9pPr marL="4144792" indent="0">
              <a:buNone/>
              <a:defRPr sz="1813">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2B1EACA-56A1-4260-E0AE-D87EDA28741C}"/>
              </a:ext>
            </a:extLst>
          </p:cNvPr>
          <p:cNvSpPr>
            <a:spLocks noGrp="1"/>
          </p:cNvSpPr>
          <p:nvPr>
            <p:ph type="dt" idx="10"/>
          </p:nvPr>
        </p:nvSpPr>
        <p:spPr/>
        <p:txBody>
          <a:body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41C103E3-1B5F-DAD5-0718-AA401191853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B649FA7-54E4-C46F-1C60-9EAC3AE63A2C}"/>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FB819-5562-6593-FEA0-FBA7971B217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1254D53-491A-37AD-8B6F-AE9568470F25}"/>
              </a:ext>
            </a:extLst>
          </p:cNvPr>
          <p:cNvSpPr>
            <a:spLocks noGrp="1"/>
          </p:cNvSpPr>
          <p:nvPr>
            <p:ph idx="1"/>
          </p:nvPr>
        </p:nvSpPr>
        <p:spPr>
          <a:xfrm>
            <a:off x="949851" y="2069042"/>
            <a:ext cx="5871806" cy="493151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B95ED32-A2B2-705B-4321-B57F80E1D7E7}"/>
              </a:ext>
            </a:extLst>
          </p:cNvPr>
          <p:cNvSpPr>
            <a:spLocks noGrp="1"/>
          </p:cNvSpPr>
          <p:nvPr>
            <p:ph idx="2"/>
          </p:nvPr>
        </p:nvSpPr>
        <p:spPr>
          <a:xfrm>
            <a:off x="6994356" y="2069042"/>
            <a:ext cx="5871806" cy="493151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DE3A687-3633-A416-B286-42ECE026E2B3}"/>
              </a:ext>
            </a:extLst>
          </p:cNvPr>
          <p:cNvSpPr>
            <a:spLocks noGrp="1"/>
          </p:cNvSpPr>
          <p:nvPr>
            <p:ph type="dt" idx="10"/>
          </p:nvPr>
        </p:nvSpPr>
        <p:spPr/>
        <p:txBody>
          <a:bodyPr/>
          <a:lstStyle/>
          <a:p>
            <a:fld id="{472E79C7-151F-4CDA-AC36-BBDA0A554019}" type="datetimeFigureOut">
              <a:t>10/12/2026</a:t>
            </a:fld>
            <a:endParaRPr/>
          </a:p>
        </p:txBody>
      </p:sp>
      <p:sp>
        <p:nvSpPr>
          <p:cNvPr id="6" name="Footer Placeholder 5">
            <a:extLst>
              <a:ext uri="{FF2B5EF4-FFF2-40B4-BE49-F238E27FC236}">
                <a16:creationId xmlns:a16="http://schemas.microsoft.com/office/drawing/2014/main" id="{9F1FD817-8984-F5C1-65C2-FAD537DA364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964F925-151E-6CE6-01B0-A96DD01EC13C}"/>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ED46-86DB-E42D-5B75-96A1574D9A61}"/>
              </a:ext>
            </a:extLst>
          </p:cNvPr>
          <p:cNvSpPr>
            <a:spLocks noGrp="1"/>
          </p:cNvSpPr>
          <p:nvPr>
            <p:ph type="title"/>
          </p:nvPr>
        </p:nvSpPr>
        <p:spPr>
          <a:xfrm>
            <a:off x="951651" y="413809"/>
            <a:ext cx="11916311" cy="1502305"/>
          </a:xfrm>
        </p:spPr>
        <p:txBody>
          <a:bodyPr/>
          <a:lstStyle/>
          <a:p>
            <a:r>
              <a:t>Click to edit Master title style</a:t>
            </a:r>
          </a:p>
        </p:txBody>
      </p:sp>
      <p:sp>
        <p:nvSpPr>
          <p:cNvPr id="3" name="Text Placeholder 2">
            <a:extLst>
              <a:ext uri="{FF2B5EF4-FFF2-40B4-BE49-F238E27FC236}">
                <a16:creationId xmlns:a16="http://schemas.microsoft.com/office/drawing/2014/main" id="{85F064F6-B740-6B47-6D36-ABFDF9FFD18D}"/>
              </a:ext>
            </a:extLst>
          </p:cNvPr>
          <p:cNvSpPr>
            <a:spLocks noGrp="1"/>
          </p:cNvSpPr>
          <p:nvPr>
            <p:ph type="body" idx="1"/>
          </p:nvPr>
        </p:nvSpPr>
        <p:spPr>
          <a:xfrm>
            <a:off x="951651" y="1905318"/>
            <a:ext cx="5844821" cy="933767"/>
          </a:xfrm>
        </p:spPr>
        <p:txBody>
          <a:bodyPr anchor="b"/>
          <a:lstStyle>
            <a:lvl1pPr marL="0" indent="0">
              <a:buNone/>
              <a:defRPr sz="2720" b="1"/>
            </a:lvl1pPr>
            <a:lvl2pPr marL="518099" indent="0">
              <a:buNone/>
              <a:defRPr sz="2266" b="1"/>
            </a:lvl2pPr>
            <a:lvl3pPr marL="1036198" indent="0">
              <a:buNone/>
              <a:defRPr sz="2040" b="1"/>
            </a:lvl3pPr>
            <a:lvl4pPr marL="1554297" indent="0">
              <a:buNone/>
              <a:defRPr sz="1813" b="1"/>
            </a:lvl4pPr>
            <a:lvl5pPr marL="2072396" indent="0">
              <a:buNone/>
              <a:defRPr sz="1813" b="1"/>
            </a:lvl5pPr>
            <a:lvl6pPr marL="2590495" indent="0">
              <a:buNone/>
              <a:defRPr sz="1813" b="1"/>
            </a:lvl6pPr>
            <a:lvl7pPr marL="3108594" indent="0">
              <a:buNone/>
              <a:defRPr sz="1813" b="1"/>
            </a:lvl7pPr>
            <a:lvl8pPr marL="3626693" indent="0">
              <a:buNone/>
              <a:defRPr sz="1813" b="1"/>
            </a:lvl8pPr>
            <a:lvl9pPr marL="4144792" indent="0">
              <a:buNone/>
              <a:defRPr sz="1813" b="1"/>
            </a:lvl9pPr>
          </a:lstStyle>
          <a:p>
            <a:pPr lvl="0">
              <a:buNone/>
            </a:pPr>
            <a:r>
              <a:t>Click to edit Master text styles</a:t>
            </a:r>
          </a:p>
        </p:txBody>
      </p:sp>
      <p:sp>
        <p:nvSpPr>
          <p:cNvPr id="4" name="Content Placeholder 3">
            <a:extLst>
              <a:ext uri="{FF2B5EF4-FFF2-40B4-BE49-F238E27FC236}">
                <a16:creationId xmlns:a16="http://schemas.microsoft.com/office/drawing/2014/main" id="{DAB634DD-01F9-96F8-B7EA-36C36FDD836B}"/>
              </a:ext>
            </a:extLst>
          </p:cNvPr>
          <p:cNvSpPr>
            <a:spLocks noGrp="1"/>
          </p:cNvSpPr>
          <p:nvPr>
            <p:ph idx="2"/>
          </p:nvPr>
        </p:nvSpPr>
        <p:spPr>
          <a:xfrm>
            <a:off x="951651" y="2839085"/>
            <a:ext cx="5844821" cy="417586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704BD7E-E5C3-511D-32A4-313BC0E7A220}"/>
              </a:ext>
            </a:extLst>
          </p:cNvPr>
          <p:cNvSpPr>
            <a:spLocks noGrp="1"/>
          </p:cNvSpPr>
          <p:nvPr>
            <p:ph type="body" idx="3"/>
          </p:nvPr>
        </p:nvSpPr>
        <p:spPr>
          <a:xfrm>
            <a:off x="6994357" y="1905318"/>
            <a:ext cx="5873605" cy="933767"/>
          </a:xfrm>
        </p:spPr>
        <p:txBody>
          <a:bodyPr anchor="b"/>
          <a:lstStyle>
            <a:lvl1pPr marL="0" indent="0">
              <a:buNone/>
              <a:defRPr sz="2720" b="1"/>
            </a:lvl1pPr>
            <a:lvl2pPr marL="518099" indent="0">
              <a:buNone/>
              <a:defRPr sz="2266" b="1"/>
            </a:lvl2pPr>
            <a:lvl3pPr marL="1036198" indent="0">
              <a:buNone/>
              <a:defRPr sz="2040" b="1"/>
            </a:lvl3pPr>
            <a:lvl4pPr marL="1554297" indent="0">
              <a:buNone/>
              <a:defRPr sz="1813" b="1"/>
            </a:lvl4pPr>
            <a:lvl5pPr marL="2072396" indent="0">
              <a:buNone/>
              <a:defRPr sz="1813" b="1"/>
            </a:lvl5pPr>
            <a:lvl6pPr marL="2590495" indent="0">
              <a:buNone/>
              <a:defRPr sz="1813" b="1"/>
            </a:lvl6pPr>
            <a:lvl7pPr marL="3108594" indent="0">
              <a:buNone/>
              <a:defRPr sz="1813" b="1"/>
            </a:lvl7pPr>
            <a:lvl8pPr marL="3626693" indent="0">
              <a:buNone/>
              <a:defRPr sz="1813" b="1"/>
            </a:lvl8pPr>
            <a:lvl9pPr marL="4144792" indent="0">
              <a:buNone/>
              <a:defRPr sz="1813" b="1"/>
            </a:lvl9pPr>
          </a:lstStyle>
          <a:p>
            <a:pPr lvl="0">
              <a:buNone/>
            </a:pPr>
            <a:r>
              <a:t>Click to edit Master text styles</a:t>
            </a:r>
          </a:p>
        </p:txBody>
      </p:sp>
      <p:sp>
        <p:nvSpPr>
          <p:cNvPr id="6" name="Content Placeholder 5">
            <a:extLst>
              <a:ext uri="{FF2B5EF4-FFF2-40B4-BE49-F238E27FC236}">
                <a16:creationId xmlns:a16="http://schemas.microsoft.com/office/drawing/2014/main" id="{AB8A1B32-EA34-BDE3-AAC4-5BA817C62AD0}"/>
              </a:ext>
            </a:extLst>
          </p:cNvPr>
          <p:cNvSpPr>
            <a:spLocks noGrp="1"/>
          </p:cNvSpPr>
          <p:nvPr>
            <p:ph idx="4"/>
          </p:nvPr>
        </p:nvSpPr>
        <p:spPr>
          <a:xfrm>
            <a:off x="6994357" y="2839085"/>
            <a:ext cx="5873605" cy="417586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616126E-0191-386D-583F-BB0566FE949A}"/>
              </a:ext>
            </a:extLst>
          </p:cNvPr>
          <p:cNvSpPr>
            <a:spLocks noGrp="1"/>
          </p:cNvSpPr>
          <p:nvPr>
            <p:ph type="dt" idx="10"/>
          </p:nvPr>
        </p:nvSpPr>
        <p:spPr/>
        <p:txBody>
          <a:bodyPr/>
          <a:lstStyle/>
          <a:p>
            <a:fld id="{472E79C7-151F-4CDA-AC36-BBDA0A554019}" type="datetimeFigureOut">
              <a:t>10/12/2026</a:t>
            </a:fld>
            <a:endParaRPr/>
          </a:p>
        </p:txBody>
      </p:sp>
      <p:sp>
        <p:nvSpPr>
          <p:cNvPr id="8" name="Footer Placeholder 7">
            <a:extLst>
              <a:ext uri="{FF2B5EF4-FFF2-40B4-BE49-F238E27FC236}">
                <a16:creationId xmlns:a16="http://schemas.microsoft.com/office/drawing/2014/main" id="{DB4807BC-B001-3E03-146B-8331EB0CBD9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3377E9E8-FF58-08FC-2248-A6DB45E1F6AB}"/>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1570504-78ED-78A8-442F-A669105AFEBF}"/>
              </a:ext>
            </a:extLst>
          </p:cNvPr>
          <p:cNvSpPr>
            <a:spLocks noGrp="1"/>
          </p:cNvSpPr>
          <p:nvPr>
            <p:ph type="pic" idx="10"/>
          </p:nvPr>
        </p:nvSpPr>
        <p:spPr>
          <a:xfrm>
            <a:off x="921388" y="1954748"/>
            <a:ext cx="1536161" cy="1456472"/>
          </a:xfrm>
          <a:prstGeom prst="rect">
            <a:avLst/>
          </a:prstGeom>
          <a:ln w="28575">
            <a:solidFill>
              <a:schemeClr val="bg1"/>
            </a:solidFill>
          </a:ln>
        </p:spPr>
        <p:txBody>
          <a:bodyPr/>
          <a:lstStyle/>
          <a:p>
            <a:endParaRPr/>
          </a:p>
        </p:txBody>
      </p:sp>
      <p:sp>
        <p:nvSpPr>
          <p:cNvPr id="7" name="Text Placeholder 6">
            <a:extLst>
              <a:ext uri="{FF2B5EF4-FFF2-40B4-BE49-F238E27FC236}">
                <a16:creationId xmlns:a16="http://schemas.microsoft.com/office/drawing/2014/main" id="{9DB758C6-EB7F-80F7-1391-77E69CC40D3F}"/>
              </a:ext>
            </a:extLst>
          </p:cNvPr>
          <p:cNvSpPr>
            <a:spLocks noGrp="1"/>
          </p:cNvSpPr>
          <p:nvPr>
            <p:ph type="body" idx="11"/>
          </p:nvPr>
        </p:nvSpPr>
        <p:spPr>
          <a:xfrm>
            <a:off x="2529485" y="1954748"/>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19" name="Picture Placeholder 3">
            <a:extLst>
              <a:ext uri="{FF2B5EF4-FFF2-40B4-BE49-F238E27FC236}">
                <a16:creationId xmlns:a16="http://schemas.microsoft.com/office/drawing/2014/main" id="{D2C0F890-CA91-B1D8-7E46-D49B77A20AB5}"/>
              </a:ext>
            </a:extLst>
          </p:cNvPr>
          <p:cNvSpPr>
            <a:spLocks noGrp="1"/>
          </p:cNvSpPr>
          <p:nvPr>
            <p:ph type="pic" idx="12"/>
          </p:nvPr>
        </p:nvSpPr>
        <p:spPr>
          <a:xfrm>
            <a:off x="921388" y="3886201"/>
            <a:ext cx="1536161" cy="1456472"/>
          </a:xfrm>
          <a:prstGeom prst="rect">
            <a:avLst/>
          </a:prstGeom>
          <a:ln w="28575">
            <a:solidFill>
              <a:schemeClr val="bg1"/>
            </a:solidFill>
          </a:ln>
        </p:spPr>
        <p:txBody>
          <a:bodyPr/>
          <a:lstStyle/>
          <a:p>
            <a:endParaRPr/>
          </a:p>
        </p:txBody>
      </p:sp>
      <p:sp>
        <p:nvSpPr>
          <p:cNvPr id="20" name="Text Placeholder 6">
            <a:extLst>
              <a:ext uri="{FF2B5EF4-FFF2-40B4-BE49-F238E27FC236}">
                <a16:creationId xmlns:a16="http://schemas.microsoft.com/office/drawing/2014/main" id="{18D77740-01A2-1E18-B191-CD7E5B2D014A}"/>
              </a:ext>
            </a:extLst>
          </p:cNvPr>
          <p:cNvSpPr>
            <a:spLocks noGrp="1"/>
          </p:cNvSpPr>
          <p:nvPr>
            <p:ph type="body" idx="13"/>
          </p:nvPr>
        </p:nvSpPr>
        <p:spPr>
          <a:xfrm>
            <a:off x="2529485" y="3886200"/>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1" name="Picture Placeholder 3">
            <a:extLst>
              <a:ext uri="{FF2B5EF4-FFF2-40B4-BE49-F238E27FC236}">
                <a16:creationId xmlns:a16="http://schemas.microsoft.com/office/drawing/2014/main" id="{6E82999E-0B22-98DF-D64B-3A1FB7E34676}"/>
              </a:ext>
            </a:extLst>
          </p:cNvPr>
          <p:cNvSpPr>
            <a:spLocks noGrp="1"/>
          </p:cNvSpPr>
          <p:nvPr>
            <p:ph type="pic" idx="14"/>
          </p:nvPr>
        </p:nvSpPr>
        <p:spPr>
          <a:xfrm>
            <a:off x="921388" y="5817654"/>
            <a:ext cx="1536161" cy="1456472"/>
          </a:xfrm>
          <a:prstGeom prst="rect">
            <a:avLst/>
          </a:prstGeom>
          <a:ln w="28575">
            <a:solidFill>
              <a:schemeClr val="bg1"/>
            </a:solidFill>
          </a:ln>
        </p:spPr>
        <p:txBody>
          <a:bodyPr/>
          <a:lstStyle/>
          <a:p>
            <a:endParaRPr/>
          </a:p>
        </p:txBody>
      </p:sp>
      <p:sp>
        <p:nvSpPr>
          <p:cNvPr id="22" name="Text Placeholder 6">
            <a:extLst>
              <a:ext uri="{FF2B5EF4-FFF2-40B4-BE49-F238E27FC236}">
                <a16:creationId xmlns:a16="http://schemas.microsoft.com/office/drawing/2014/main" id="{F3F02F59-93AA-985F-C473-4697F4B40545}"/>
              </a:ext>
            </a:extLst>
          </p:cNvPr>
          <p:cNvSpPr>
            <a:spLocks noGrp="1"/>
          </p:cNvSpPr>
          <p:nvPr>
            <p:ph type="body" idx="15"/>
          </p:nvPr>
        </p:nvSpPr>
        <p:spPr>
          <a:xfrm>
            <a:off x="2529485" y="5817653"/>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3" name="Picture Placeholder 3">
            <a:extLst>
              <a:ext uri="{FF2B5EF4-FFF2-40B4-BE49-F238E27FC236}">
                <a16:creationId xmlns:a16="http://schemas.microsoft.com/office/drawing/2014/main" id="{928E95BC-03BB-EF30-2C37-FF87D8FE7E3F}"/>
              </a:ext>
            </a:extLst>
          </p:cNvPr>
          <p:cNvSpPr>
            <a:spLocks noGrp="1"/>
          </p:cNvSpPr>
          <p:nvPr>
            <p:ph type="pic" idx="16"/>
          </p:nvPr>
        </p:nvSpPr>
        <p:spPr>
          <a:xfrm>
            <a:off x="7161285" y="1954748"/>
            <a:ext cx="1536161" cy="1456472"/>
          </a:xfrm>
          <a:prstGeom prst="rect">
            <a:avLst/>
          </a:prstGeom>
          <a:ln w="28575">
            <a:solidFill>
              <a:schemeClr val="bg1"/>
            </a:solidFill>
          </a:ln>
        </p:spPr>
        <p:txBody>
          <a:bodyPr/>
          <a:lstStyle/>
          <a:p>
            <a:endParaRPr/>
          </a:p>
        </p:txBody>
      </p:sp>
      <p:sp>
        <p:nvSpPr>
          <p:cNvPr id="24" name="Text Placeholder 6">
            <a:extLst>
              <a:ext uri="{FF2B5EF4-FFF2-40B4-BE49-F238E27FC236}">
                <a16:creationId xmlns:a16="http://schemas.microsoft.com/office/drawing/2014/main" id="{4967118C-D322-9130-1FE8-9318E5DE98CF}"/>
              </a:ext>
            </a:extLst>
          </p:cNvPr>
          <p:cNvSpPr>
            <a:spLocks noGrp="1"/>
          </p:cNvSpPr>
          <p:nvPr>
            <p:ph type="body" idx="17"/>
          </p:nvPr>
        </p:nvSpPr>
        <p:spPr>
          <a:xfrm>
            <a:off x="8769382" y="1954748"/>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5" name="Picture Placeholder 3">
            <a:extLst>
              <a:ext uri="{FF2B5EF4-FFF2-40B4-BE49-F238E27FC236}">
                <a16:creationId xmlns:a16="http://schemas.microsoft.com/office/drawing/2014/main" id="{A0E49E41-599E-7D7B-0587-5461EED0CB73}"/>
              </a:ext>
            </a:extLst>
          </p:cNvPr>
          <p:cNvSpPr>
            <a:spLocks noGrp="1"/>
          </p:cNvSpPr>
          <p:nvPr>
            <p:ph type="pic" idx="18"/>
          </p:nvPr>
        </p:nvSpPr>
        <p:spPr>
          <a:xfrm>
            <a:off x="7161285" y="3886201"/>
            <a:ext cx="1536161" cy="1456472"/>
          </a:xfrm>
          <a:prstGeom prst="rect">
            <a:avLst/>
          </a:prstGeom>
          <a:ln w="28575">
            <a:solidFill>
              <a:schemeClr val="bg1"/>
            </a:solidFill>
          </a:ln>
        </p:spPr>
        <p:txBody>
          <a:bodyPr/>
          <a:lstStyle/>
          <a:p>
            <a:endParaRPr/>
          </a:p>
        </p:txBody>
      </p:sp>
      <p:sp>
        <p:nvSpPr>
          <p:cNvPr id="26" name="Text Placeholder 6">
            <a:extLst>
              <a:ext uri="{FF2B5EF4-FFF2-40B4-BE49-F238E27FC236}">
                <a16:creationId xmlns:a16="http://schemas.microsoft.com/office/drawing/2014/main" id="{111075E3-A575-F777-D68F-A6864101B5AE}"/>
              </a:ext>
            </a:extLst>
          </p:cNvPr>
          <p:cNvSpPr>
            <a:spLocks noGrp="1"/>
          </p:cNvSpPr>
          <p:nvPr>
            <p:ph type="body" idx="19"/>
          </p:nvPr>
        </p:nvSpPr>
        <p:spPr>
          <a:xfrm>
            <a:off x="8769382" y="3886200"/>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27" name="Picture Placeholder 3">
            <a:extLst>
              <a:ext uri="{FF2B5EF4-FFF2-40B4-BE49-F238E27FC236}">
                <a16:creationId xmlns:a16="http://schemas.microsoft.com/office/drawing/2014/main" id="{1B8EE070-7AF7-E460-6430-831222EC8295}"/>
              </a:ext>
            </a:extLst>
          </p:cNvPr>
          <p:cNvSpPr>
            <a:spLocks noGrp="1"/>
          </p:cNvSpPr>
          <p:nvPr>
            <p:ph type="pic" idx="20"/>
          </p:nvPr>
        </p:nvSpPr>
        <p:spPr>
          <a:xfrm>
            <a:off x="7161285" y="5817654"/>
            <a:ext cx="1536161" cy="1456472"/>
          </a:xfrm>
          <a:prstGeom prst="rect">
            <a:avLst/>
          </a:prstGeom>
          <a:ln w="28575">
            <a:solidFill>
              <a:schemeClr val="bg1"/>
            </a:solidFill>
          </a:ln>
        </p:spPr>
        <p:txBody>
          <a:bodyPr/>
          <a:lstStyle/>
          <a:p>
            <a:endParaRPr/>
          </a:p>
        </p:txBody>
      </p:sp>
      <p:sp>
        <p:nvSpPr>
          <p:cNvPr id="28" name="Text Placeholder 6">
            <a:extLst>
              <a:ext uri="{FF2B5EF4-FFF2-40B4-BE49-F238E27FC236}">
                <a16:creationId xmlns:a16="http://schemas.microsoft.com/office/drawing/2014/main" id="{E835CB3F-483E-817C-1488-99130B7D1821}"/>
              </a:ext>
            </a:extLst>
          </p:cNvPr>
          <p:cNvSpPr>
            <a:spLocks noGrp="1"/>
          </p:cNvSpPr>
          <p:nvPr>
            <p:ph type="body" idx="21"/>
          </p:nvPr>
        </p:nvSpPr>
        <p:spPr>
          <a:xfrm>
            <a:off x="8769382" y="5817653"/>
            <a:ext cx="4125243" cy="1456473"/>
          </a:xfrm>
          <a:prstGeom prst="rect">
            <a:avLst/>
          </a:prstGeom>
          <a:ln w="28575">
            <a:solidFill>
              <a:schemeClr val="bg1"/>
            </a:solidFill>
          </a:ln>
        </p:spPr>
        <p:txBody>
          <a:bodyPr>
            <a:noAutofit/>
          </a:bodyPr>
          <a:lstStyle>
            <a:lvl1pPr>
              <a:buNone/>
              <a:defRPr sz="3626">
                <a:latin typeface="Montserrat SemiBold"/>
                <a:ea typeface="Montserrat SemiBold"/>
                <a:cs typeface="Montserrat SemiBold"/>
              </a:defRPr>
            </a:lvl1pPr>
            <a:lvl2pPr>
              <a:buNone/>
              <a:defRPr sz="2720">
                <a:latin typeface="Montserrat SemiBold"/>
                <a:ea typeface="Montserrat SemiBold"/>
                <a:cs typeface="Montserrat SemiBold"/>
              </a:defRPr>
            </a:lvl2pPr>
            <a:lvl3pPr>
              <a:buNone/>
              <a:defRPr sz="2720">
                <a:latin typeface="Montserrat SemiBold"/>
                <a:ea typeface="Montserrat SemiBold"/>
                <a:cs typeface="Montserrat SemiBold"/>
              </a:defRPr>
            </a:lvl3pPr>
            <a:lvl4pPr>
              <a:buNone/>
              <a:defRPr sz="2720">
                <a:latin typeface="Montserrat SemiBold"/>
                <a:ea typeface="Montserrat SemiBold"/>
                <a:cs typeface="Montserrat SemiBold"/>
              </a:defRPr>
            </a:lvl4pPr>
            <a:lvl5pPr>
              <a:buNone/>
              <a:defRPr sz="2720">
                <a:latin typeface="Montserrat SemiBold"/>
                <a:ea typeface="Montserrat SemiBold"/>
                <a:cs typeface="Montserrat SemiBold"/>
              </a:defRPr>
            </a:lvl5pPr>
          </a:lstStyle>
          <a:p>
            <a:pPr lvl="0">
              <a:buNone/>
            </a:pPr>
            <a:r>
              <a:t>Click to edit Master text </a:t>
            </a:r>
          </a:p>
        </p:txBody>
      </p:sp>
      <p:sp>
        <p:nvSpPr>
          <p:cNvPr id="3" name="Title 1">
            <a:extLst>
              <a:ext uri="{FF2B5EF4-FFF2-40B4-BE49-F238E27FC236}">
                <a16:creationId xmlns:a16="http://schemas.microsoft.com/office/drawing/2014/main" id="{637D1427-2F04-DB32-0424-34F84AF47EE3}"/>
              </a:ext>
            </a:extLst>
          </p:cNvPr>
          <p:cNvSpPr>
            <a:spLocks noGrp="1"/>
          </p:cNvSpPr>
          <p:nvPr>
            <p:ph type="title"/>
          </p:nvPr>
        </p:nvSpPr>
        <p:spPr>
          <a:xfrm>
            <a:off x="1494989" y="411741"/>
            <a:ext cx="9020398" cy="518160"/>
          </a:xfrm>
        </p:spPr>
        <p:txBody>
          <a:bodyPr>
            <a:normAutofit/>
          </a:bodyPr>
          <a:lstStyle>
            <a:lvl1pPr>
              <a:buNone/>
              <a:defRPr sz="2720">
                <a:latin typeface="Montserrat ExtraBold"/>
                <a:ea typeface="Montserrat ExtraBold"/>
                <a:cs typeface="Montserrat ExtraBold"/>
              </a:defRPr>
            </a:lvl1pPr>
          </a:lstStyle>
          <a:p>
            <a:r>
              <a:t>Click to edit Master title style</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40633-C39C-4144-D3A2-248E5DCA5CF6}"/>
              </a:ext>
            </a:extLst>
          </p:cNvPr>
          <p:cNvSpPr>
            <a:spLocks noGrp="1"/>
          </p:cNvSpPr>
          <p:nvPr>
            <p:ph type="title"/>
          </p:nvPr>
        </p:nvSpPr>
        <p:spPr>
          <a:xfrm>
            <a:off x="1494989" y="411741"/>
            <a:ext cx="9020398" cy="518160"/>
          </a:xfrm>
        </p:spPr>
        <p:txBody>
          <a:bodyPr>
            <a:normAutofit/>
          </a:bodyPr>
          <a:lstStyle>
            <a:lvl1pPr>
              <a:buNone/>
              <a:defRPr sz="2720">
                <a:latin typeface="Montserrat ExtraBold"/>
                <a:ea typeface="Montserrat ExtraBold"/>
                <a:cs typeface="Montserrat ExtraBold"/>
              </a:defRPr>
            </a:lvl1pPr>
          </a:lstStyle>
          <a:p>
            <a:r>
              <a:t>Click to edit Master title style</a:t>
            </a:r>
          </a:p>
        </p:txBody>
      </p:sp>
      <p:pic>
        <p:nvPicPr>
          <p:cNvPr id="7" name="Picture 7"/>
          <p:cNvPicPr>
            <a:picLocks noChangeAspect="1"/>
          </p:cNvPicPr>
          <p:nvPr/>
        </p:nvPicPr>
        <p:blipFill rotWithShape="1">
          <a:blip r:embed="rId2"/>
          <a:srcRect l="26179" r="26738" b="32685"/>
          <a:stretch/>
        </p:blipFill>
        <p:spPr>
          <a:xfrm>
            <a:off x="417358" y="380246"/>
            <a:ext cx="741172" cy="586798"/>
          </a:xfrm>
          <a:prstGeom prst="rect">
            <a:avLst/>
          </a:prstGeom>
        </p:spPr>
      </p:pic>
      <p:sp>
        <p:nvSpPr>
          <p:cNvPr id="4" name="Straight Connector 3">
            <a:extLst>
              <a:ext uri="{FF2B5EF4-FFF2-40B4-BE49-F238E27FC236}">
                <a16:creationId xmlns:a16="http://schemas.microsoft.com/office/drawing/2014/main" id="{A8950B75-7E2A-42FC-9A4D-1E69551B3F9C}"/>
              </a:ext>
            </a:extLst>
          </p:cNvPr>
          <p:cNvSpPr>
            <a:spLocks noGrp="1"/>
          </p:cNvSpPr>
          <p:nvPr/>
        </p:nvSpPr>
        <p:spPr>
          <a:xfrm>
            <a:off x="1352818" y="404544"/>
            <a:ext cx="0" cy="5181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1A2CB-3FF2-1D00-11E5-2D326273EBB8}"/>
              </a:ext>
            </a:extLst>
          </p:cNvPr>
          <p:cNvSpPr>
            <a:spLocks noGrp="1"/>
          </p:cNvSpPr>
          <p:nvPr>
            <p:ph type="dt" idx="10"/>
          </p:nvPr>
        </p:nvSpPr>
        <p:spPr/>
        <p:txBody>
          <a:bodyPr/>
          <a:lstStyle/>
          <a:p>
            <a:fld id="{472E79C7-151F-4CDA-AC36-BBDA0A554019}" type="datetimeFigureOut">
              <a:t>10/12/2026</a:t>
            </a:fld>
            <a:endParaRPr/>
          </a:p>
        </p:txBody>
      </p:sp>
      <p:sp>
        <p:nvSpPr>
          <p:cNvPr id="3" name="Footer Placeholder 2">
            <a:extLst>
              <a:ext uri="{FF2B5EF4-FFF2-40B4-BE49-F238E27FC236}">
                <a16:creationId xmlns:a16="http://schemas.microsoft.com/office/drawing/2014/main" id="{1E0398C0-CE64-3949-5A88-68645ED2855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B7687D-986A-68B2-2E74-8E8686F55C98}"/>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79DC1-63CB-79F4-7D72-C9013C1CF9EC}"/>
              </a:ext>
            </a:extLst>
          </p:cNvPr>
          <p:cNvSpPr>
            <a:spLocks noGrp="1"/>
          </p:cNvSpPr>
          <p:nvPr>
            <p:ph type="title"/>
          </p:nvPr>
        </p:nvSpPr>
        <p:spPr>
          <a:xfrm>
            <a:off x="951651" y="518160"/>
            <a:ext cx="4456023" cy="1813560"/>
          </a:xfrm>
        </p:spPr>
        <p:txBody>
          <a:bodyPr anchor="b"/>
          <a:lstStyle>
            <a:lvl1pPr>
              <a:buNone/>
              <a:defRPr sz="3626"/>
            </a:lvl1pPr>
          </a:lstStyle>
          <a:p>
            <a:r>
              <a:t>Click to edit Master title style</a:t>
            </a:r>
          </a:p>
        </p:txBody>
      </p:sp>
      <p:sp>
        <p:nvSpPr>
          <p:cNvPr id="3" name="Content Placeholder 2">
            <a:extLst>
              <a:ext uri="{FF2B5EF4-FFF2-40B4-BE49-F238E27FC236}">
                <a16:creationId xmlns:a16="http://schemas.microsoft.com/office/drawing/2014/main" id="{61C775F1-E677-C791-7901-C85FF23071B7}"/>
              </a:ext>
            </a:extLst>
          </p:cNvPr>
          <p:cNvSpPr>
            <a:spLocks noGrp="1"/>
          </p:cNvSpPr>
          <p:nvPr>
            <p:ph idx="1"/>
          </p:nvPr>
        </p:nvSpPr>
        <p:spPr>
          <a:xfrm>
            <a:off x="5873605" y="1119082"/>
            <a:ext cx="6994357" cy="5523442"/>
          </a:xfrm>
        </p:spPr>
        <p:txBody>
          <a:bodyPr/>
          <a:lstStyle>
            <a:lvl1pPr>
              <a:buNone/>
              <a:defRPr sz="3626"/>
            </a:lvl1pPr>
            <a:lvl2pPr>
              <a:buNone/>
              <a:defRPr sz="3173"/>
            </a:lvl2pPr>
            <a:lvl3pPr>
              <a:buNone/>
              <a:defRPr sz="2720"/>
            </a:lvl3pPr>
            <a:lvl4pPr>
              <a:buNone/>
              <a:defRPr sz="2266"/>
            </a:lvl4pPr>
            <a:lvl5pPr>
              <a:buNone/>
              <a:defRPr sz="2266"/>
            </a:lvl5pPr>
            <a:lvl6pPr>
              <a:buNone/>
              <a:defRPr sz="2266"/>
            </a:lvl6pPr>
            <a:lvl7pPr>
              <a:buNone/>
              <a:defRPr sz="2266"/>
            </a:lvl7pPr>
            <a:lvl8pPr>
              <a:buNone/>
              <a:defRPr sz="2266"/>
            </a:lvl8pPr>
            <a:lvl9pPr>
              <a:buNone/>
              <a:defRPr sz="2266"/>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77BC809-045F-E2D2-9BCF-663442F69BA1}"/>
              </a:ext>
            </a:extLst>
          </p:cNvPr>
          <p:cNvSpPr>
            <a:spLocks noGrp="1"/>
          </p:cNvSpPr>
          <p:nvPr>
            <p:ph type="body" idx="2"/>
          </p:nvPr>
        </p:nvSpPr>
        <p:spPr>
          <a:xfrm>
            <a:off x="951651" y="2331720"/>
            <a:ext cx="4456023" cy="4319800"/>
          </a:xfrm>
        </p:spPr>
        <p:txBody>
          <a:bodyPr/>
          <a:lstStyle>
            <a:lvl1pPr marL="0" indent="0">
              <a:buNone/>
              <a:defRPr sz="1813"/>
            </a:lvl1pPr>
            <a:lvl2pPr marL="518099" indent="0">
              <a:buNone/>
              <a:defRPr sz="1586"/>
            </a:lvl2pPr>
            <a:lvl3pPr marL="1036198" indent="0">
              <a:buNone/>
              <a:defRPr sz="1360"/>
            </a:lvl3pPr>
            <a:lvl4pPr marL="1554297" indent="0">
              <a:buNone/>
              <a:defRPr sz="1133"/>
            </a:lvl4pPr>
            <a:lvl5pPr marL="2072396" indent="0">
              <a:buNone/>
              <a:defRPr sz="1133"/>
            </a:lvl5pPr>
            <a:lvl6pPr marL="2590495" indent="0">
              <a:buNone/>
              <a:defRPr sz="1133"/>
            </a:lvl6pPr>
            <a:lvl7pPr marL="3108594" indent="0">
              <a:buNone/>
              <a:defRPr sz="1133"/>
            </a:lvl7pPr>
            <a:lvl8pPr marL="3626693" indent="0">
              <a:buNone/>
              <a:defRPr sz="1133"/>
            </a:lvl8pPr>
            <a:lvl9pPr marL="4144792" indent="0">
              <a:buNone/>
              <a:defRPr sz="1133"/>
            </a:lvl9pPr>
          </a:lstStyle>
          <a:p>
            <a:pPr lvl="0">
              <a:buNone/>
            </a:pPr>
            <a:r>
              <a:t>Click to edit Master text styles</a:t>
            </a:r>
          </a:p>
        </p:txBody>
      </p:sp>
      <p:sp>
        <p:nvSpPr>
          <p:cNvPr id="5" name="Date Placeholder 4">
            <a:extLst>
              <a:ext uri="{FF2B5EF4-FFF2-40B4-BE49-F238E27FC236}">
                <a16:creationId xmlns:a16="http://schemas.microsoft.com/office/drawing/2014/main" id="{19162563-ABBE-65A0-DAC9-44D5C45D623F}"/>
              </a:ext>
            </a:extLst>
          </p:cNvPr>
          <p:cNvSpPr>
            <a:spLocks noGrp="1"/>
          </p:cNvSpPr>
          <p:nvPr>
            <p:ph type="dt" idx="10"/>
          </p:nvPr>
        </p:nvSpPr>
        <p:spPr/>
        <p:txBody>
          <a:bodyPr/>
          <a:lstStyle/>
          <a:p>
            <a:fld id="{472E79C7-151F-4CDA-AC36-BBDA0A554019}" type="datetimeFigureOut">
              <a:t>10/12/2026</a:t>
            </a:fld>
            <a:endParaRPr/>
          </a:p>
        </p:txBody>
      </p:sp>
      <p:sp>
        <p:nvSpPr>
          <p:cNvPr id="6" name="Footer Placeholder 5">
            <a:extLst>
              <a:ext uri="{FF2B5EF4-FFF2-40B4-BE49-F238E27FC236}">
                <a16:creationId xmlns:a16="http://schemas.microsoft.com/office/drawing/2014/main" id="{79689CA3-21D1-950F-F72D-1C1F65E3E77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2CDEFB1-9629-2AE1-E750-ACDDF4D7D765}"/>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A042-0766-ADEC-1A64-CE9A3C64245F}"/>
              </a:ext>
            </a:extLst>
          </p:cNvPr>
          <p:cNvSpPr>
            <a:spLocks noGrp="1"/>
          </p:cNvSpPr>
          <p:nvPr>
            <p:ph type="title"/>
          </p:nvPr>
        </p:nvSpPr>
        <p:spPr>
          <a:xfrm>
            <a:off x="951651" y="518160"/>
            <a:ext cx="4456023" cy="1813560"/>
          </a:xfrm>
        </p:spPr>
        <p:txBody>
          <a:bodyPr anchor="b"/>
          <a:lstStyle>
            <a:lvl1pPr>
              <a:buNone/>
              <a:defRPr sz="3626"/>
            </a:lvl1pPr>
          </a:lstStyle>
          <a:p>
            <a:r>
              <a:t>Click to edit Master title style</a:t>
            </a:r>
          </a:p>
        </p:txBody>
      </p:sp>
      <p:sp>
        <p:nvSpPr>
          <p:cNvPr id="3" name="Picture Placeholder 2">
            <a:extLst>
              <a:ext uri="{FF2B5EF4-FFF2-40B4-BE49-F238E27FC236}">
                <a16:creationId xmlns:a16="http://schemas.microsoft.com/office/drawing/2014/main" id="{A87C483E-D397-E287-8940-4DDBB62BCB8F}"/>
              </a:ext>
            </a:extLst>
          </p:cNvPr>
          <p:cNvSpPr>
            <a:spLocks noGrp="1"/>
          </p:cNvSpPr>
          <p:nvPr>
            <p:ph type="pic" idx="1"/>
          </p:nvPr>
        </p:nvSpPr>
        <p:spPr>
          <a:xfrm>
            <a:off x="5873605" y="1119082"/>
            <a:ext cx="6994357" cy="5523442"/>
          </a:xfrm>
        </p:spPr>
        <p:txBody>
          <a:bodyPr/>
          <a:lstStyle>
            <a:lvl1pPr marL="0" indent="0">
              <a:buNone/>
              <a:defRPr sz="3626"/>
            </a:lvl1pPr>
            <a:lvl2pPr marL="518099" indent="0">
              <a:buNone/>
              <a:defRPr sz="3173"/>
            </a:lvl2pPr>
            <a:lvl3pPr marL="1036198" indent="0">
              <a:buNone/>
              <a:defRPr sz="2720"/>
            </a:lvl3pPr>
            <a:lvl4pPr marL="1554297" indent="0">
              <a:buNone/>
              <a:defRPr sz="2266"/>
            </a:lvl4pPr>
            <a:lvl5pPr marL="2072396" indent="0">
              <a:buNone/>
              <a:defRPr sz="2266"/>
            </a:lvl5pPr>
            <a:lvl6pPr marL="2590495" indent="0">
              <a:buNone/>
              <a:defRPr sz="2266"/>
            </a:lvl6pPr>
            <a:lvl7pPr marL="3108594" indent="0">
              <a:buNone/>
              <a:defRPr sz="2266"/>
            </a:lvl7pPr>
            <a:lvl8pPr marL="3626693" indent="0">
              <a:buNone/>
              <a:defRPr sz="2266"/>
            </a:lvl8pPr>
            <a:lvl9pPr marL="4144792" indent="0">
              <a:buNone/>
              <a:defRPr sz="2266"/>
            </a:lvl9pPr>
          </a:lstStyle>
          <a:p>
            <a:endParaRPr/>
          </a:p>
        </p:txBody>
      </p:sp>
      <p:sp>
        <p:nvSpPr>
          <p:cNvPr id="4" name="Text Placeholder 3">
            <a:extLst>
              <a:ext uri="{FF2B5EF4-FFF2-40B4-BE49-F238E27FC236}">
                <a16:creationId xmlns:a16="http://schemas.microsoft.com/office/drawing/2014/main" id="{4DC3EDD0-2633-F65A-45B2-D0DC1BFBC7A3}"/>
              </a:ext>
            </a:extLst>
          </p:cNvPr>
          <p:cNvSpPr>
            <a:spLocks noGrp="1"/>
          </p:cNvSpPr>
          <p:nvPr>
            <p:ph type="body" idx="2"/>
          </p:nvPr>
        </p:nvSpPr>
        <p:spPr>
          <a:xfrm>
            <a:off x="951651" y="2331720"/>
            <a:ext cx="4456023" cy="4319800"/>
          </a:xfrm>
        </p:spPr>
        <p:txBody>
          <a:bodyPr/>
          <a:lstStyle>
            <a:lvl1pPr marL="0" indent="0">
              <a:buNone/>
              <a:defRPr sz="1813"/>
            </a:lvl1pPr>
            <a:lvl2pPr marL="518099" indent="0">
              <a:buNone/>
              <a:defRPr sz="1586"/>
            </a:lvl2pPr>
            <a:lvl3pPr marL="1036198" indent="0">
              <a:buNone/>
              <a:defRPr sz="1360"/>
            </a:lvl3pPr>
            <a:lvl4pPr marL="1554297" indent="0">
              <a:buNone/>
              <a:defRPr sz="1133"/>
            </a:lvl4pPr>
            <a:lvl5pPr marL="2072396" indent="0">
              <a:buNone/>
              <a:defRPr sz="1133"/>
            </a:lvl5pPr>
            <a:lvl6pPr marL="2590495" indent="0">
              <a:buNone/>
              <a:defRPr sz="1133"/>
            </a:lvl6pPr>
            <a:lvl7pPr marL="3108594" indent="0">
              <a:buNone/>
              <a:defRPr sz="1133"/>
            </a:lvl7pPr>
            <a:lvl8pPr marL="3626693" indent="0">
              <a:buNone/>
              <a:defRPr sz="1133"/>
            </a:lvl8pPr>
            <a:lvl9pPr marL="4144792" indent="0">
              <a:buNone/>
              <a:defRPr sz="1133"/>
            </a:lvl9pPr>
          </a:lstStyle>
          <a:p>
            <a:pPr lvl="0">
              <a:buNone/>
            </a:pPr>
            <a:r>
              <a:t>Click to edit Master text styles</a:t>
            </a:r>
          </a:p>
        </p:txBody>
      </p:sp>
      <p:sp>
        <p:nvSpPr>
          <p:cNvPr id="5" name="Date Placeholder 4">
            <a:extLst>
              <a:ext uri="{FF2B5EF4-FFF2-40B4-BE49-F238E27FC236}">
                <a16:creationId xmlns:a16="http://schemas.microsoft.com/office/drawing/2014/main" id="{CB5F6015-EB45-9B48-2B37-37BFD2C16603}"/>
              </a:ext>
            </a:extLst>
          </p:cNvPr>
          <p:cNvSpPr>
            <a:spLocks noGrp="1"/>
          </p:cNvSpPr>
          <p:nvPr>
            <p:ph type="dt" idx="10"/>
          </p:nvPr>
        </p:nvSpPr>
        <p:spPr/>
        <p:txBody>
          <a:bodyPr/>
          <a:lstStyle/>
          <a:p>
            <a:fld id="{472E79C7-151F-4CDA-AC36-BBDA0A554019}" type="datetimeFigureOut">
              <a:t>10/12/2026</a:t>
            </a:fld>
            <a:endParaRPr/>
          </a:p>
        </p:txBody>
      </p:sp>
      <p:sp>
        <p:nvSpPr>
          <p:cNvPr id="6" name="Footer Placeholder 5">
            <a:extLst>
              <a:ext uri="{FF2B5EF4-FFF2-40B4-BE49-F238E27FC236}">
                <a16:creationId xmlns:a16="http://schemas.microsoft.com/office/drawing/2014/main" id="{0302807C-8FB6-0E12-6B01-C64766B34FC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8AD5857-8EB2-D618-76F2-83C15301AEB9}"/>
              </a:ext>
            </a:extLst>
          </p:cNvPr>
          <p:cNvSpPr>
            <a:spLocks noGrp="1"/>
          </p:cNvSpPr>
          <p:nvPr>
            <p:ph type="sldNum" idx="12"/>
          </p:nvPr>
        </p:nvSpPr>
        <p:spPr/>
        <p:txBody>
          <a:bodyPr/>
          <a:lstStyle/>
          <a:p>
            <a:fld id="{27DE548E-D5EB-44AF-A428-F25EAE3F826E}" type="slidenum">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4_Content_with_Background_V">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B8EE94B-CEFF-6528-DFB9-ECE42AF430DD}"/>
              </a:ext>
            </a:extLst>
          </p:cNvPr>
          <p:cNvSpPr>
            <a:spLocks noGrp="1"/>
          </p:cNvSpPr>
          <p:nvPr>
            <p:ph type="sldNum" idx="12"/>
          </p:nvPr>
        </p:nvSpPr>
        <p:spPr>
          <a:xfrm>
            <a:off x="12872394" y="7399744"/>
            <a:ext cx="844679" cy="267277"/>
          </a:xfrm>
        </p:spPr>
        <p:txBody>
          <a:bodyPr/>
          <a:lstStyle>
            <a:lvl1pPr>
              <a:buNone/>
              <a:defRPr sz="1586"/>
            </a:lvl1pPr>
          </a:lstStyle>
          <a:p>
            <a:fld id="{4CF182C2-E1D6-4D77-88E5-8807ACA60A64}" type="slidenum">
              <a:t>‹#›</a:t>
            </a:fld>
            <a:endParaRPr/>
          </a:p>
        </p:txBody>
      </p:sp>
      <p:sp>
        <p:nvSpPr>
          <p:cNvPr id="18" name="Text Placeholder 17">
            <a:extLst>
              <a:ext uri="{FF2B5EF4-FFF2-40B4-BE49-F238E27FC236}">
                <a16:creationId xmlns:a16="http://schemas.microsoft.com/office/drawing/2014/main" id="{7FC5FE4F-6D8D-3F2A-77BA-16D757D63BDF}"/>
              </a:ext>
            </a:extLst>
          </p:cNvPr>
          <p:cNvSpPr>
            <a:spLocks noGrp="1"/>
          </p:cNvSpPr>
          <p:nvPr>
            <p:ph type="body" idx="14" hasCustomPrompt="1"/>
          </p:nvPr>
        </p:nvSpPr>
        <p:spPr>
          <a:xfrm>
            <a:off x="647628" y="591629"/>
            <a:ext cx="13069445" cy="466062"/>
          </a:xfrm>
        </p:spPr>
        <p:txBody>
          <a:bodyPr tIns="72000" bIns="72000" anchor="ctr">
            <a:normAutofit/>
          </a:bodyPr>
          <a:lstStyle>
            <a:lvl1pPr marL="0" indent="0">
              <a:buNone/>
              <a:defRPr sz="2720">
                <a:latin typeface="+mj-lt"/>
                <a:ea typeface="+mj-lt"/>
                <a:cs typeface="+mj-lt"/>
              </a:defRPr>
            </a:lvl1pPr>
            <a:lvl2pPr>
              <a:buNone/>
              <a:defRPr>
                <a:latin typeface="+mj-lt"/>
                <a:ea typeface="+mj-lt"/>
                <a:cs typeface="+mj-lt"/>
              </a:defRPr>
            </a:lvl2pPr>
            <a:lvl3pPr>
              <a:buNone/>
              <a:defRPr>
                <a:latin typeface="+mj-lt"/>
                <a:ea typeface="+mj-lt"/>
                <a:cs typeface="+mj-lt"/>
              </a:defRPr>
            </a:lvl3pPr>
            <a:lvl4pPr>
              <a:buNone/>
              <a:defRPr>
                <a:latin typeface="+mj-lt"/>
                <a:ea typeface="+mj-lt"/>
                <a:cs typeface="+mj-lt"/>
              </a:defRPr>
            </a:lvl4pPr>
            <a:lvl5pPr>
              <a:buNone/>
              <a:defRPr>
                <a:latin typeface="+mj-lt"/>
                <a:ea typeface="+mj-lt"/>
                <a:cs typeface="+mj-lt"/>
              </a:defRPr>
            </a:lvl5pPr>
          </a:lstStyle>
          <a:p>
            <a:pPr lvl="0">
              <a:buNone/>
            </a:pPr>
            <a:r>
              <a:t>Слайдын гарчиг</a:t>
            </a:r>
          </a:p>
        </p:txBody>
      </p:sp>
      <p:sp>
        <p:nvSpPr>
          <p:cNvPr id="19" name="Rectangle 18">
            <a:extLst>
              <a:ext uri="{FF2B5EF4-FFF2-40B4-BE49-F238E27FC236}">
                <a16:creationId xmlns:a16="http://schemas.microsoft.com/office/drawing/2014/main" id="{567C0DEB-A5D0-76E7-3801-3342A9DFB70D}"/>
              </a:ext>
            </a:extLst>
          </p:cNvPr>
          <p:cNvSpPr>
            <a:spLocks noGrp="1"/>
          </p:cNvSpPr>
          <p:nvPr/>
        </p:nvSpPr>
        <p:spPr>
          <a:xfrm>
            <a:off x="1" y="745595"/>
            <a:ext cx="647626" cy="158126"/>
          </a:xfrm>
          <a:prstGeom prst="rect">
            <a:avLst/>
          </a:prstGeom>
          <a:gradFill rotWithShape="1">
            <a:gsLst>
              <a:gs pos="0">
                <a:srgbClr val="00B0F0"/>
              </a:gs>
              <a:gs pos="100000">
                <a:srgbClr val="1732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40"/>
          </a:p>
        </p:txBody>
      </p:sp>
      <p:sp>
        <p:nvSpPr>
          <p:cNvPr id="8" name="Title 1">
            <a:extLst>
              <a:ext uri="{FF2B5EF4-FFF2-40B4-BE49-F238E27FC236}">
                <a16:creationId xmlns:a16="http://schemas.microsoft.com/office/drawing/2014/main" id="{4E872348-5708-5EC4-6A27-2CD6E477B23B}"/>
              </a:ext>
            </a:extLst>
          </p:cNvPr>
          <p:cNvSpPr>
            <a:spLocks noGrp="1"/>
          </p:cNvSpPr>
          <p:nvPr>
            <p:ph type="title" hasCustomPrompt="1"/>
          </p:nvPr>
        </p:nvSpPr>
        <p:spPr>
          <a:xfrm>
            <a:off x="1279063" y="154728"/>
            <a:ext cx="12536952" cy="377228"/>
          </a:xfrm>
          <a:prstGeom prst="rect">
            <a:avLst/>
          </a:prstGeom>
          <a:gradFill>
            <a:gsLst>
              <a:gs pos="100000">
                <a:schemeClr val="bg2">
                  <a:lumMod val="50000"/>
                </a:schemeClr>
              </a:gs>
              <a:gs pos="0">
                <a:schemeClr val="bg1"/>
              </a:gs>
            </a:gsLst>
            <a:lin/>
          </a:gradFill>
        </p:spPr>
        <p:txBody>
          <a:bodyPr>
            <a:noAutofit/>
          </a:bodyPr>
          <a:lstStyle>
            <a:lvl1pPr>
              <a:buNone/>
              <a:defRPr sz="1813">
                <a:solidFill>
                  <a:schemeClr val="bg1"/>
                </a:solidFill>
              </a:defRPr>
            </a:lvl1pPr>
          </a:lstStyle>
          <a:p>
            <a:r>
              <a:t>Презентацийн бүлгийн гарчиг</a:t>
            </a:r>
          </a:p>
        </p:txBody>
      </p:sp>
      <p:pic>
        <p:nvPicPr>
          <p:cNvPr id="25" name="Picture 9"/>
          <p:cNvPicPr>
            <a:picLocks noChangeAspect="1"/>
          </p:cNvPicPr>
          <p:nvPr/>
        </p:nvPicPr>
        <p:blipFill rotWithShape="1">
          <a:blip r:embed="rId2"/>
          <a:srcRect t="12367" b="13184"/>
          <a:stretch/>
        </p:blipFill>
        <p:spPr>
          <a:xfrm>
            <a:off x="98942" y="160108"/>
            <a:ext cx="1180121" cy="371850"/>
          </a:xfrm>
          <a:prstGeom prst="rect">
            <a:avLst/>
          </a:prstGeom>
        </p:spPr>
      </p:pic>
      <p:sp>
        <p:nvSpPr>
          <p:cNvPr id="2" name="Content Placeholder 8">
            <a:extLst>
              <a:ext uri="{FF2B5EF4-FFF2-40B4-BE49-F238E27FC236}">
                <a16:creationId xmlns:a16="http://schemas.microsoft.com/office/drawing/2014/main" id="{3A607B8F-821E-F61B-3E97-CEEA6668CC73}"/>
              </a:ext>
            </a:extLst>
          </p:cNvPr>
          <p:cNvSpPr>
            <a:spLocks noGrp="1"/>
          </p:cNvSpPr>
          <p:nvPr>
            <p:ph idx="20"/>
          </p:nvPr>
        </p:nvSpPr>
        <p:spPr>
          <a:xfrm>
            <a:off x="109737" y="1172028"/>
            <a:ext cx="3106805" cy="1532891"/>
          </a:xfrm>
          <a:prstGeom prst="snip1Rect">
            <a:avLst/>
          </a:prstGeom>
          <a:solidFill>
            <a:schemeClr val="accent3"/>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p:txBody>
      </p:sp>
      <p:sp>
        <p:nvSpPr>
          <p:cNvPr id="7" name="Content Placeholder 8">
            <a:extLst>
              <a:ext uri="{FF2B5EF4-FFF2-40B4-BE49-F238E27FC236}">
                <a16:creationId xmlns:a16="http://schemas.microsoft.com/office/drawing/2014/main" id="{23530E9A-8225-29DD-A50E-9E27EC557629}"/>
              </a:ext>
            </a:extLst>
          </p:cNvPr>
          <p:cNvSpPr>
            <a:spLocks noGrp="1"/>
          </p:cNvSpPr>
          <p:nvPr>
            <p:ph idx="21"/>
          </p:nvPr>
        </p:nvSpPr>
        <p:spPr>
          <a:xfrm>
            <a:off x="6970433" y="1172028"/>
            <a:ext cx="3106805" cy="1532891"/>
          </a:xfrm>
          <a:prstGeom prst="snip1Rect">
            <a:avLst/>
          </a:prstGeom>
          <a:solidFill>
            <a:schemeClr val="tx2"/>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p:txBody>
      </p:sp>
      <p:sp>
        <p:nvSpPr>
          <p:cNvPr id="11" name="Content Placeholder 8">
            <a:extLst>
              <a:ext uri="{FF2B5EF4-FFF2-40B4-BE49-F238E27FC236}">
                <a16:creationId xmlns:a16="http://schemas.microsoft.com/office/drawing/2014/main" id="{5D790BF0-B5E3-8DC4-C431-8B4D76E65FC4}"/>
              </a:ext>
            </a:extLst>
          </p:cNvPr>
          <p:cNvSpPr>
            <a:spLocks noGrp="1"/>
          </p:cNvSpPr>
          <p:nvPr>
            <p:ph idx="22"/>
          </p:nvPr>
        </p:nvSpPr>
        <p:spPr>
          <a:xfrm>
            <a:off x="3537033" y="1172028"/>
            <a:ext cx="3106805" cy="1532891"/>
          </a:xfrm>
          <a:prstGeom prst="snip1Rect">
            <a:avLst/>
          </a:prstGeom>
          <a:solidFill>
            <a:schemeClr val="accent2"/>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bg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p:txBody>
      </p:sp>
      <p:sp>
        <p:nvSpPr>
          <p:cNvPr id="12" name="Content Placeholder 8">
            <a:extLst>
              <a:ext uri="{FF2B5EF4-FFF2-40B4-BE49-F238E27FC236}">
                <a16:creationId xmlns:a16="http://schemas.microsoft.com/office/drawing/2014/main" id="{4903A89F-0792-BC6B-9CF8-3020C6343870}"/>
              </a:ext>
            </a:extLst>
          </p:cNvPr>
          <p:cNvSpPr>
            <a:spLocks noGrp="1"/>
          </p:cNvSpPr>
          <p:nvPr>
            <p:ph idx="23"/>
          </p:nvPr>
        </p:nvSpPr>
        <p:spPr>
          <a:xfrm>
            <a:off x="10397729" y="1172028"/>
            <a:ext cx="3106805" cy="1532891"/>
          </a:xfrm>
          <a:prstGeom prst="snip1Rect">
            <a:avLst/>
          </a:prstGeom>
          <a:solidFill>
            <a:schemeClr val="accent5"/>
          </a:solidFill>
        </p:spPr>
        <p:txBody>
          <a:bodyPr>
            <a:normAutofit/>
          </a:bodyPr>
          <a:lstStyle>
            <a:lvl1pPr marL="0" indent="0">
              <a:buNone/>
              <a:defRPr sz="2040">
                <a:solidFill>
                  <a:schemeClr val="bg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p:txBody>
      </p:sp>
      <p:sp>
        <p:nvSpPr>
          <p:cNvPr id="9" name="Content Placeholder 8">
            <a:extLst>
              <a:ext uri="{FF2B5EF4-FFF2-40B4-BE49-F238E27FC236}">
                <a16:creationId xmlns:a16="http://schemas.microsoft.com/office/drawing/2014/main" id="{984A5AA3-388E-29C5-9090-2399EF888529}"/>
              </a:ext>
            </a:extLst>
          </p:cNvPr>
          <p:cNvSpPr>
            <a:spLocks noGrp="1"/>
          </p:cNvSpPr>
          <p:nvPr>
            <p:ph idx="13"/>
          </p:nvPr>
        </p:nvSpPr>
        <p:spPr>
          <a:xfrm>
            <a:off x="311481" y="1970858"/>
            <a:ext cx="3132678" cy="3724275"/>
          </a:xfrm>
          <a:prstGeom prst="rect">
            <a:avLst/>
          </a:prstGeom>
          <a:solidFill>
            <a:schemeClr val="accent3">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 name="Content Placeholder 8">
            <a:extLst>
              <a:ext uri="{FF2B5EF4-FFF2-40B4-BE49-F238E27FC236}">
                <a16:creationId xmlns:a16="http://schemas.microsoft.com/office/drawing/2014/main" id="{41F00675-B3BF-6884-EC3F-B3DF1E6189CB}"/>
              </a:ext>
            </a:extLst>
          </p:cNvPr>
          <p:cNvSpPr>
            <a:spLocks noGrp="1"/>
          </p:cNvSpPr>
          <p:nvPr>
            <p:ph idx="15"/>
          </p:nvPr>
        </p:nvSpPr>
        <p:spPr>
          <a:xfrm>
            <a:off x="7172177" y="1970858"/>
            <a:ext cx="3132678" cy="3724275"/>
          </a:xfrm>
          <a:prstGeom prst="rect">
            <a:avLst/>
          </a:prstGeom>
          <a:solidFill>
            <a:schemeClr val="tx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8">
            <a:extLst>
              <a:ext uri="{FF2B5EF4-FFF2-40B4-BE49-F238E27FC236}">
                <a16:creationId xmlns:a16="http://schemas.microsoft.com/office/drawing/2014/main" id="{4DF15865-1D82-6730-92F6-ECE8C0EA3360}"/>
              </a:ext>
            </a:extLst>
          </p:cNvPr>
          <p:cNvSpPr>
            <a:spLocks noGrp="1"/>
          </p:cNvSpPr>
          <p:nvPr>
            <p:ph idx="18"/>
          </p:nvPr>
        </p:nvSpPr>
        <p:spPr>
          <a:xfrm>
            <a:off x="3738777" y="1970858"/>
            <a:ext cx="3132678" cy="3724275"/>
          </a:xfrm>
          <a:prstGeom prst="rect">
            <a:avLst/>
          </a:prstGeom>
          <a:solidFill>
            <a:schemeClr val="accent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Content Placeholder 8">
            <a:extLst>
              <a:ext uri="{FF2B5EF4-FFF2-40B4-BE49-F238E27FC236}">
                <a16:creationId xmlns:a16="http://schemas.microsoft.com/office/drawing/2014/main" id="{103BC1BE-EA7D-2041-7B25-26B4C6903BB6}"/>
              </a:ext>
            </a:extLst>
          </p:cNvPr>
          <p:cNvSpPr>
            <a:spLocks noGrp="1"/>
          </p:cNvSpPr>
          <p:nvPr>
            <p:ph idx="19"/>
          </p:nvPr>
        </p:nvSpPr>
        <p:spPr>
          <a:xfrm>
            <a:off x="10599473" y="1970858"/>
            <a:ext cx="3132678" cy="3724275"/>
          </a:xfrm>
          <a:prstGeom prst="rect">
            <a:avLst/>
          </a:prstGeom>
          <a:solidFill>
            <a:schemeClr val="accent5">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Content Placeholder 8">
            <a:extLst>
              <a:ext uri="{FF2B5EF4-FFF2-40B4-BE49-F238E27FC236}">
                <a16:creationId xmlns:a16="http://schemas.microsoft.com/office/drawing/2014/main" id="{7AABB321-DA8A-4CE5-E680-3260398BE0EC}"/>
              </a:ext>
            </a:extLst>
          </p:cNvPr>
          <p:cNvSpPr>
            <a:spLocks noGrp="1"/>
          </p:cNvSpPr>
          <p:nvPr>
            <p:ph idx="24"/>
          </p:nvPr>
        </p:nvSpPr>
        <p:spPr>
          <a:xfrm>
            <a:off x="311481" y="5759906"/>
            <a:ext cx="3132678" cy="1537517"/>
          </a:xfrm>
          <a:prstGeom prst="rect">
            <a:avLst/>
          </a:prstGeom>
          <a:solidFill>
            <a:schemeClr val="accent3">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 name="Content Placeholder 8">
            <a:extLst>
              <a:ext uri="{FF2B5EF4-FFF2-40B4-BE49-F238E27FC236}">
                <a16:creationId xmlns:a16="http://schemas.microsoft.com/office/drawing/2014/main" id="{19A7BECC-EF19-32B1-0178-38BD99888473}"/>
              </a:ext>
            </a:extLst>
          </p:cNvPr>
          <p:cNvSpPr>
            <a:spLocks noGrp="1"/>
          </p:cNvSpPr>
          <p:nvPr>
            <p:ph idx="25"/>
          </p:nvPr>
        </p:nvSpPr>
        <p:spPr>
          <a:xfrm>
            <a:off x="7172177" y="5759906"/>
            <a:ext cx="3132678" cy="1537517"/>
          </a:xfrm>
          <a:prstGeom prst="rect">
            <a:avLst/>
          </a:prstGeom>
          <a:solidFill>
            <a:schemeClr val="tx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8">
            <a:extLst>
              <a:ext uri="{FF2B5EF4-FFF2-40B4-BE49-F238E27FC236}">
                <a16:creationId xmlns:a16="http://schemas.microsoft.com/office/drawing/2014/main" id="{ECCFFC64-0FD1-2778-A5B4-91271FE9B1A5}"/>
              </a:ext>
            </a:extLst>
          </p:cNvPr>
          <p:cNvSpPr>
            <a:spLocks noGrp="1"/>
          </p:cNvSpPr>
          <p:nvPr>
            <p:ph idx="26"/>
          </p:nvPr>
        </p:nvSpPr>
        <p:spPr>
          <a:xfrm>
            <a:off x="3738777" y="5759906"/>
            <a:ext cx="3132678" cy="1537517"/>
          </a:xfrm>
          <a:prstGeom prst="rect">
            <a:avLst/>
          </a:prstGeom>
          <a:solidFill>
            <a:schemeClr val="accent2">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Content Placeholder 8">
            <a:extLst>
              <a:ext uri="{FF2B5EF4-FFF2-40B4-BE49-F238E27FC236}">
                <a16:creationId xmlns:a16="http://schemas.microsoft.com/office/drawing/2014/main" id="{30064E02-E268-D39E-3A1C-0A8DE8703327}"/>
              </a:ext>
            </a:extLst>
          </p:cNvPr>
          <p:cNvSpPr>
            <a:spLocks noGrp="1"/>
          </p:cNvSpPr>
          <p:nvPr>
            <p:ph idx="27"/>
          </p:nvPr>
        </p:nvSpPr>
        <p:spPr>
          <a:xfrm>
            <a:off x="10599473" y="5759906"/>
            <a:ext cx="3132678" cy="1537517"/>
          </a:xfrm>
          <a:prstGeom prst="rect">
            <a:avLst/>
          </a:prstGeom>
          <a:solidFill>
            <a:schemeClr val="accent5">
              <a:lumMod val="20000"/>
              <a:lumOff val="80000"/>
            </a:schemeClr>
          </a:solidFill>
        </p:spPr>
        <p:txBody>
          <a:bodyPr>
            <a:normAutofit/>
          </a:bodyPr>
          <a:lstStyle>
            <a:lvl1pPr marL="0" indent="0">
              <a:buNone/>
              <a:defRPr sz="2040">
                <a:solidFill>
                  <a:schemeClr val="tx1"/>
                </a:solidFill>
                <a:latin typeface="+mj-lt"/>
                <a:ea typeface="+mj-lt"/>
                <a:cs typeface="+mj-lt"/>
              </a:defRPr>
            </a:lvl1pPr>
            <a:lvl2pPr marL="518087" indent="0">
              <a:buNone/>
              <a:defRPr sz="1813">
                <a:solidFill>
                  <a:schemeClr val="tx1"/>
                </a:solidFill>
                <a:latin typeface="+mn-lt"/>
                <a:ea typeface="+mn-lt"/>
                <a:cs typeface="+mn-lt"/>
              </a:defRPr>
            </a:lvl2pPr>
            <a:lvl3pPr marL="1036172" indent="0">
              <a:buNone/>
              <a:defRPr sz="1813">
                <a:solidFill>
                  <a:schemeClr val="tx1"/>
                </a:solidFill>
                <a:latin typeface="+mn-lt"/>
                <a:ea typeface="+mn-lt"/>
                <a:cs typeface="+mn-lt"/>
              </a:defRPr>
            </a:lvl3pPr>
            <a:lvl4pPr marL="1554259" indent="0">
              <a:buNone/>
              <a:defRPr sz="1360">
                <a:solidFill>
                  <a:schemeClr val="tx1"/>
                </a:solidFill>
                <a:latin typeface="+mn-lt"/>
                <a:ea typeface="+mn-lt"/>
                <a:cs typeface="+mn-lt"/>
              </a:defRPr>
            </a:lvl4pPr>
            <a:lvl5pPr marL="2072344" indent="0">
              <a:buNone/>
              <a:defRPr sz="1191">
                <a:solidFill>
                  <a:schemeClr val="tx1"/>
                </a:solidFill>
                <a:latin typeface="+mn-lt"/>
                <a:ea typeface="+mn-lt"/>
                <a:cs typeface="+mn-lt"/>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C29667B-B11B-7C87-0CA8-652356414044}"/>
              </a:ext>
            </a:extLst>
          </p:cNvPr>
          <p:cNvSpPr>
            <a:spLocks noGrp="1"/>
          </p:cNvSpPr>
          <p:nvPr/>
        </p:nvSpPr>
        <p:spPr>
          <a:xfrm>
            <a:off x="454580" y="122676"/>
            <a:ext cx="13346484" cy="301621"/>
          </a:xfrm>
          <a:prstGeom prst="rect">
            <a:avLst/>
          </a:prstGeom>
          <a:solidFill>
            <a:srgbClr val="00C0F3">
              <a:alpha val="10000"/>
            </a:srgbClr>
          </a:solidFill>
        </p:spPr>
        <p:txBody>
          <a:bodyPr wrap="square">
            <a:spAutoFit/>
          </a:bodyPr>
          <a:lstStyle/>
          <a:p>
            <a:pPr algn="r" defTabSz="1036213">
              <a:buNone/>
            </a:pPr>
            <a:endParaRPr sz="1360" b="1">
              <a:solidFill>
                <a:schemeClr val="bg1"/>
              </a:solidFill>
              <a:latin typeface="Roboto Condensed"/>
              <a:ea typeface="Roboto Condensed"/>
              <a:cs typeface="Roboto Condensed"/>
            </a:endParaRPr>
          </a:p>
        </p:txBody>
      </p:sp>
      <p:pic>
        <p:nvPicPr>
          <p:cNvPr id="19" name="Picture 2"/>
          <p:cNvPicPr>
            <a:picLocks noChangeAspect="1"/>
          </p:cNvPicPr>
          <p:nvPr/>
        </p:nvPicPr>
        <p:blipFill>
          <a:blip r:embed="rId2"/>
          <a:srcRect/>
          <a:stretch>
            <a:fillRect/>
          </a:stretch>
        </p:blipFill>
        <p:spPr>
          <a:xfrm>
            <a:off x="88865" y="8326"/>
            <a:ext cx="1336122" cy="565497"/>
          </a:xfrm>
          <a:prstGeom prst="rect">
            <a:avLst/>
          </a:prstGeom>
        </p:spPr>
      </p:pic>
      <p:sp>
        <p:nvSpPr>
          <p:cNvPr id="11" name="Text Placeholder 10">
            <a:extLst>
              <a:ext uri="{FF2B5EF4-FFF2-40B4-BE49-F238E27FC236}">
                <a16:creationId xmlns:a16="http://schemas.microsoft.com/office/drawing/2014/main" id="{55C01EDE-A70A-A788-F777-D801E9FC2F21}"/>
              </a:ext>
            </a:extLst>
          </p:cNvPr>
          <p:cNvSpPr>
            <a:spLocks noGrp="1"/>
          </p:cNvSpPr>
          <p:nvPr>
            <p:ph type="body" idx="13" hasCustomPrompt="1"/>
          </p:nvPr>
        </p:nvSpPr>
        <p:spPr>
          <a:xfrm>
            <a:off x="6447473" y="128482"/>
            <a:ext cx="7368540" cy="311945"/>
          </a:xfrm>
          <a:prstGeom prst="rect">
            <a:avLst/>
          </a:prstGeom>
          <a:noFill/>
        </p:spPr>
        <p:txBody>
          <a:bodyPr wrap="square">
            <a:spAutoFit/>
          </a:bodyPr>
          <a:lstStyle>
            <a:lvl1pPr marL="0" indent="0" algn="r">
              <a:buNone/>
              <a:defRPr sz="1586" b="1">
                <a:solidFill>
                  <a:srgbClr val="00C0F3"/>
                </a:solidFill>
                <a:latin typeface="Roboto Condensed"/>
                <a:ea typeface="Roboto Condensed"/>
                <a:cs typeface="Roboto Condensed"/>
              </a:defRPr>
            </a:lvl1pPr>
          </a:lstStyle>
          <a:p>
            <a:pPr marL="0" lvl="0" algn="r" defTabSz="1036213">
              <a:buNone/>
            </a:pPr>
            <a:r>
              <a:t>CLICK TO EDIT MASTER TEXT STYLES</a:t>
            </a:r>
          </a:p>
        </p:txBody>
      </p:sp>
      <p:sp>
        <p:nvSpPr>
          <p:cNvPr id="12" name="Rectangle 11">
            <a:extLst>
              <a:ext uri="{FF2B5EF4-FFF2-40B4-BE49-F238E27FC236}">
                <a16:creationId xmlns:a16="http://schemas.microsoft.com/office/drawing/2014/main" id="{9ADB2BFD-A57F-1028-E386-F4972CA668AB}"/>
              </a:ext>
            </a:extLst>
          </p:cNvPr>
          <p:cNvSpPr>
            <a:spLocks noGrp="1"/>
          </p:cNvSpPr>
          <p:nvPr/>
        </p:nvSpPr>
        <p:spPr>
          <a:xfrm>
            <a:off x="-5397" y="7729580"/>
            <a:ext cx="13821410" cy="51815"/>
          </a:xfrm>
          <a:prstGeom prst="rect">
            <a:avLst/>
          </a:prstGeom>
          <a:gradFill rotWithShape="1">
            <a:gsLst>
              <a:gs pos="0">
                <a:srgbClr val="00B0F0"/>
              </a:gs>
              <a:gs pos="100000">
                <a:srgbClr val="1732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40">
              <a:latin typeface="Roboto Condensed"/>
              <a:ea typeface="Roboto Condensed"/>
              <a:cs typeface="Roboto Condensed"/>
            </a:endParaRPr>
          </a:p>
        </p:txBody>
      </p:sp>
      <p:sp>
        <p:nvSpPr>
          <p:cNvPr id="13" name="Rectangle 12">
            <a:extLst>
              <a:ext uri="{FF2B5EF4-FFF2-40B4-BE49-F238E27FC236}">
                <a16:creationId xmlns:a16="http://schemas.microsoft.com/office/drawing/2014/main" id="{45064319-322A-9969-B1A4-71021443D0EA}"/>
              </a:ext>
            </a:extLst>
          </p:cNvPr>
          <p:cNvSpPr>
            <a:spLocks noGrp="1"/>
          </p:cNvSpPr>
          <p:nvPr/>
        </p:nvSpPr>
        <p:spPr>
          <a:xfrm>
            <a:off x="1" y="786684"/>
            <a:ext cx="647626" cy="158126"/>
          </a:xfrm>
          <a:prstGeom prst="rect">
            <a:avLst/>
          </a:prstGeom>
          <a:gradFill rotWithShape="1">
            <a:gsLst>
              <a:gs pos="0">
                <a:srgbClr val="00B0F0"/>
              </a:gs>
              <a:gs pos="100000">
                <a:srgbClr val="1732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40"/>
          </a:p>
        </p:txBody>
      </p:sp>
      <p:sp>
        <p:nvSpPr>
          <p:cNvPr id="16" name="Text Placeholder 15">
            <a:extLst>
              <a:ext uri="{FF2B5EF4-FFF2-40B4-BE49-F238E27FC236}">
                <a16:creationId xmlns:a16="http://schemas.microsoft.com/office/drawing/2014/main" id="{339BE184-D681-F942-1A5C-65027509E40C}"/>
              </a:ext>
            </a:extLst>
          </p:cNvPr>
          <p:cNvSpPr>
            <a:spLocks noGrp="1"/>
          </p:cNvSpPr>
          <p:nvPr>
            <p:ph type="body" idx="14" hasCustomPrompt="1"/>
          </p:nvPr>
        </p:nvSpPr>
        <p:spPr>
          <a:xfrm>
            <a:off x="647627" y="672154"/>
            <a:ext cx="6864831" cy="374846"/>
          </a:xfrm>
          <a:prstGeom prst="rect">
            <a:avLst/>
          </a:prstGeom>
          <a:noFill/>
        </p:spPr>
        <p:txBody>
          <a:bodyPr wrap="square">
            <a:spAutoFit/>
          </a:bodyPr>
          <a:lstStyle>
            <a:lvl1pPr marL="0" indent="0">
              <a:buNone/>
              <a:defRPr sz="2040" b="1">
                <a:solidFill>
                  <a:srgbClr val="173276"/>
                </a:solidFill>
                <a:latin typeface="Roboto Condensed"/>
                <a:ea typeface="Roboto Condensed"/>
                <a:cs typeface="Roboto Condensed"/>
              </a:defRPr>
            </a:lvl1pPr>
            <a:lvl2pPr>
              <a:buNone/>
              <a:defRPr sz="2040"/>
            </a:lvl2pPr>
            <a:lvl3pPr>
              <a:buNone/>
              <a:defRPr sz="2040"/>
            </a:lvl3pPr>
            <a:lvl4pPr>
              <a:buNone/>
              <a:defRPr/>
            </a:lvl4pPr>
            <a:lvl5pPr>
              <a:buNone/>
              <a:defRPr/>
            </a:lvl5pPr>
          </a:lstStyle>
          <a:p>
            <a:pPr marL="0" lvl="0" defTabSz="1036213">
              <a:buNone/>
            </a:pPr>
            <a:r>
              <a:t>CLICK TO EDIT MASTER TEXT STYLES</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6"/>
          <p:cNvPicPr>
            <a:picLocks noChangeAspect="1"/>
          </p:cNvPicPr>
          <p:nvPr/>
        </p:nvPicPr>
        <p:blipFill rotWithShape="1">
          <a:blip r:embed="rId2"/>
          <a:srcRect l="2627" t="1100" r="2122" b="549"/>
          <a:stretch/>
        </p:blipFill>
        <p:spPr>
          <a:xfrm>
            <a:off x="-7996" y="0"/>
            <a:ext cx="13824009" cy="7772400"/>
          </a:xfrm>
          <a:prstGeom prst="rect">
            <a:avLst/>
          </a:prstGeom>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5" name="Graphic 4">
            <a:extLst>
              <a:ext uri="{FF2B5EF4-FFF2-40B4-BE49-F238E27FC236}">
                <a16:creationId xmlns:a16="http://schemas.microsoft.com/office/drawing/2014/main" id="{2560485F-B314-8DCF-FA6C-914F23D7A910}"/>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grpSp>
        <p:nvGrpSpPr>
          <p:cNvPr id="2" name="Group 1">
            <a:extLst>
              <a:ext uri="{FF2B5EF4-FFF2-40B4-BE49-F238E27FC236}">
                <a16:creationId xmlns:a16="http://schemas.microsoft.com/office/drawing/2014/main" id="{BF1648A6-D7C0-9908-C1D0-84516C728533}"/>
              </a:ext>
            </a:extLst>
          </p:cNvPr>
          <p:cNvGrpSpPr/>
          <p:nvPr userDrawn="1"/>
        </p:nvGrpSpPr>
        <p:grpSpPr>
          <a:xfrm>
            <a:off x="0" y="0"/>
            <a:ext cx="13816013" cy="7772400"/>
            <a:chOff x="0" y="0"/>
            <a:chExt cx="12192000" cy="7772400"/>
          </a:xfrm>
        </p:grpSpPr>
        <p:cxnSp>
          <p:nvCxnSpPr>
            <p:cNvPr id="11" name="Straight Connector 10">
              <a:extLst>
                <a:ext uri="{FF2B5EF4-FFF2-40B4-BE49-F238E27FC236}">
                  <a16:creationId xmlns:a16="http://schemas.microsoft.com/office/drawing/2014/main" id="{DDEB228C-1965-A65A-8089-3E55EA64337B}"/>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98CB098-9925-85C5-0605-3976D3B544B7}"/>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DB43426-5B14-5081-DCC4-EB5DADD69A78}"/>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B63C06-A950-234C-087F-5CA28A38C555}"/>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BFFBD3-C52D-AD95-1B85-F714C0238E1C}"/>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Content Placeholder 2">
            <a:extLst>
              <a:ext uri="{FF2B5EF4-FFF2-40B4-BE49-F238E27FC236}">
                <a16:creationId xmlns:a16="http://schemas.microsoft.com/office/drawing/2014/main" id="{1C891A62-1884-AC8B-EC00-D7E218CFCAB1}"/>
              </a:ext>
            </a:extLst>
          </p:cNvPr>
          <p:cNvSpPr>
            <a:spLocks noGrp="1"/>
          </p:cNvSpPr>
          <p:nvPr>
            <p:ph idx="1"/>
          </p:nvPr>
        </p:nvSpPr>
        <p:spPr>
          <a:xfrm>
            <a:off x="618843" y="1085858"/>
            <a:ext cx="6378721"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Content Placeholder 2">
            <a:extLst>
              <a:ext uri="{FF2B5EF4-FFF2-40B4-BE49-F238E27FC236}">
                <a16:creationId xmlns:a16="http://schemas.microsoft.com/office/drawing/2014/main" id="{EBF42B1F-C0FB-BF4B-C88C-D748E3DAD792}"/>
              </a:ext>
            </a:extLst>
          </p:cNvPr>
          <p:cNvSpPr>
            <a:spLocks noGrp="1"/>
          </p:cNvSpPr>
          <p:nvPr>
            <p:ph idx="10"/>
          </p:nvPr>
        </p:nvSpPr>
        <p:spPr>
          <a:xfrm>
            <a:off x="618844" y="3851203"/>
            <a:ext cx="6378720"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9A505F9F-CF8C-447D-D2ED-C3A950FC2CD5}"/>
              </a:ext>
            </a:extLst>
          </p:cNvPr>
          <p:cNvSpPr>
            <a:spLocks noGrp="1"/>
          </p:cNvSpPr>
          <p:nvPr>
            <p:ph idx="11"/>
          </p:nvPr>
        </p:nvSpPr>
        <p:spPr>
          <a:xfrm>
            <a:off x="7145705" y="1077298"/>
            <a:ext cx="6089025" cy="5451523"/>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1249266056"/>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sp>
        <p:nvSpPr>
          <p:cNvPr id="2" name="Title 1">
            <a:extLst>
              <a:ext uri="{FF2B5EF4-FFF2-40B4-BE49-F238E27FC236}">
                <a16:creationId xmlns:a16="http://schemas.microsoft.com/office/drawing/2014/main" id="{7774AC14-E195-DD3D-9FAA-0992137DB69B}"/>
              </a:ext>
            </a:extLst>
          </p:cNvPr>
          <p:cNvSpPr>
            <a:spLocks noGrp="1"/>
          </p:cNvSpPr>
          <p:nvPr>
            <p:ph type="title"/>
          </p:nvPr>
        </p:nvSpPr>
        <p:spPr>
          <a:xfrm>
            <a:off x="272189" y="170922"/>
            <a:ext cx="10783500" cy="432129"/>
          </a:xfrm>
          <a:ln>
            <a:noFill/>
          </a:ln>
        </p:spPr>
        <p:txBody>
          <a:bodyPr lIns="216000">
            <a:normAutofit/>
          </a:bodyPr>
          <a:lstStyle>
            <a:lvl1pPr>
              <a:defRPr sz="2720">
                <a:solidFill>
                  <a:srgbClr val="F29800"/>
                </a:solidFill>
              </a:defRPr>
            </a:lvl1pPr>
          </a:lstStyle>
          <a:p>
            <a:r>
              <a:rPr lang="en-US"/>
              <a:t>Click to edit Master title style</a:t>
            </a:r>
            <a:endParaRPr lang="mn-MN"/>
          </a:p>
        </p:txBody>
      </p:sp>
      <p:sp>
        <p:nvSpPr>
          <p:cNvPr id="11" name="Text Placeholder 16">
            <a:extLst>
              <a:ext uri="{FF2B5EF4-FFF2-40B4-BE49-F238E27FC236}">
                <a16:creationId xmlns:a16="http://schemas.microsoft.com/office/drawing/2014/main" id="{53F91A52-62CB-5482-23D1-96745CACFE9F}"/>
              </a:ext>
            </a:extLst>
          </p:cNvPr>
          <p:cNvSpPr>
            <a:spLocks noGrp="1"/>
          </p:cNvSpPr>
          <p:nvPr>
            <p:ph type="body" sz="quarter" idx="13"/>
          </p:nvPr>
        </p:nvSpPr>
        <p:spPr>
          <a:xfrm>
            <a:off x="431751" y="6680200"/>
            <a:ext cx="12765420" cy="927100"/>
          </a:xfrm>
        </p:spPr>
        <p:txBody>
          <a:bodyPr>
            <a:normAutofit/>
          </a:bodyPr>
          <a:lstStyle>
            <a:lvl1pPr>
              <a:defRPr sz="2040">
                <a:solidFill>
                  <a:schemeClr val="accent3"/>
                </a:solidFill>
                <a:latin typeface="+mj-lt"/>
              </a:defRPr>
            </a:lvl1pPr>
          </a:lstStyle>
          <a:p>
            <a:pPr lvl="0"/>
            <a:r>
              <a:rPr lang="en-US"/>
              <a:t>Click to edit Master text styles</a:t>
            </a:r>
          </a:p>
        </p:txBody>
      </p:sp>
      <p:sp>
        <p:nvSpPr>
          <p:cNvPr id="13" name="Content Placeholder 2">
            <a:extLst>
              <a:ext uri="{FF2B5EF4-FFF2-40B4-BE49-F238E27FC236}">
                <a16:creationId xmlns:a16="http://schemas.microsoft.com/office/drawing/2014/main" id="{69E5AC58-ACCD-70F5-3224-DAFDC1D3F2D7}"/>
              </a:ext>
            </a:extLst>
          </p:cNvPr>
          <p:cNvSpPr>
            <a:spLocks noGrp="1"/>
          </p:cNvSpPr>
          <p:nvPr>
            <p:ph idx="1"/>
          </p:nvPr>
        </p:nvSpPr>
        <p:spPr>
          <a:xfrm>
            <a:off x="618843" y="1114733"/>
            <a:ext cx="12572715"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5" name="Content Placeholder 2">
            <a:extLst>
              <a:ext uri="{FF2B5EF4-FFF2-40B4-BE49-F238E27FC236}">
                <a16:creationId xmlns:a16="http://schemas.microsoft.com/office/drawing/2014/main" id="{369D25D2-62A1-619C-4115-BF066443CE6A}"/>
              </a:ext>
            </a:extLst>
          </p:cNvPr>
          <p:cNvSpPr>
            <a:spLocks noGrp="1"/>
          </p:cNvSpPr>
          <p:nvPr>
            <p:ph idx="14"/>
          </p:nvPr>
        </p:nvSpPr>
        <p:spPr>
          <a:xfrm>
            <a:off x="618843" y="3855854"/>
            <a:ext cx="6289151"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6" name="Content Placeholder 2">
            <a:extLst>
              <a:ext uri="{FF2B5EF4-FFF2-40B4-BE49-F238E27FC236}">
                <a16:creationId xmlns:a16="http://schemas.microsoft.com/office/drawing/2014/main" id="{87621419-1F4A-C404-C235-C07736D12D73}"/>
              </a:ext>
            </a:extLst>
          </p:cNvPr>
          <p:cNvSpPr>
            <a:spLocks noGrp="1"/>
          </p:cNvSpPr>
          <p:nvPr>
            <p:ph idx="15"/>
          </p:nvPr>
        </p:nvSpPr>
        <p:spPr>
          <a:xfrm>
            <a:off x="6965574" y="3855854"/>
            <a:ext cx="6225985"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5" name="Slide Number Placeholder 4">
            <a:extLst>
              <a:ext uri="{FF2B5EF4-FFF2-40B4-BE49-F238E27FC236}">
                <a16:creationId xmlns:a16="http://schemas.microsoft.com/office/drawing/2014/main" id="{0EF89481-9345-581F-2A94-9AEF8B3D30A1}"/>
              </a:ext>
            </a:extLst>
          </p:cNvPr>
          <p:cNvSpPr>
            <a:spLocks noGrp="1"/>
          </p:cNvSpPr>
          <p:nvPr>
            <p:ph type="sldNum" sz="quarter" idx="16"/>
          </p:nvPr>
        </p:nvSpPr>
        <p:spPr/>
        <p:txBody>
          <a:bodyPr/>
          <a:lstStyle/>
          <a:p>
            <a:fld id="{31EDE896-AC2C-481E-AE90-43E2336744F8}" type="slidenum">
              <a:rPr lang="mn-MN" smtClean="0"/>
              <a:pPr/>
              <a:t>‹#›</a:t>
            </a:fld>
            <a:endParaRPr lang="mn-MN"/>
          </a:p>
        </p:txBody>
      </p:sp>
      <p:sp>
        <p:nvSpPr>
          <p:cNvPr id="7" name="Text Placeholder 6">
            <a:extLst>
              <a:ext uri="{FF2B5EF4-FFF2-40B4-BE49-F238E27FC236}">
                <a16:creationId xmlns:a16="http://schemas.microsoft.com/office/drawing/2014/main" id="{7269D697-650E-8FDD-FDF4-1679822D1119}"/>
              </a:ext>
            </a:extLst>
          </p:cNvPr>
          <p:cNvSpPr>
            <a:spLocks noGrp="1"/>
          </p:cNvSpPr>
          <p:nvPr>
            <p:ph type="body" sz="quarter" idx="17"/>
          </p:nvPr>
        </p:nvSpPr>
        <p:spPr>
          <a:xfrm>
            <a:off x="270924" y="693892"/>
            <a:ext cx="10784765" cy="263525"/>
          </a:xfrm>
        </p:spPr>
        <p:txBody>
          <a:bodyPr>
            <a:noAutofit/>
          </a:bodyPr>
          <a:lstStyle>
            <a:lvl1pPr>
              <a:defRPr sz="2266">
                <a:solidFill>
                  <a:schemeClr val="bg1"/>
                </a:solidFill>
              </a:defRPr>
            </a:lvl1pPr>
            <a:lvl2pPr>
              <a:defRPr sz="2266">
                <a:solidFill>
                  <a:schemeClr val="bg1"/>
                </a:solidFill>
              </a:defRPr>
            </a:lvl2pPr>
            <a:lvl3pPr>
              <a:defRPr sz="2266">
                <a:solidFill>
                  <a:schemeClr val="bg1"/>
                </a:solidFill>
              </a:defRPr>
            </a:lvl3pPr>
            <a:lvl4pPr>
              <a:defRPr sz="2266">
                <a:solidFill>
                  <a:schemeClr val="bg1"/>
                </a:solidFill>
              </a:defRPr>
            </a:lvl4pPr>
            <a:lvl5pPr>
              <a:defRPr sz="2266">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6" name="Graphic 5">
            <a:extLst>
              <a:ext uri="{FF2B5EF4-FFF2-40B4-BE49-F238E27FC236}">
                <a16:creationId xmlns:a16="http://schemas.microsoft.com/office/drawing/2014/main" id="{18C05FEE-D13C-0D06-39C2-3B147E97F796}"/>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17" name="Group 16">
            <a:extLst>
              <a:ext uri="{FF2B5EF4-FFF2-40B4-BE49-F238E27FC236}">
                <a16:creationId xmlns:a16="http://schemas.microsoft.com/office/drawing/2014/main" id="{35E1D153-6983-243C-88C1-0402C306BE95}"/>
              </a:ext>
            </a:extLst>
          </p:cNvPr>
          <p:cNvGrpSpPr/>
          <p:nvPr userDrawn="1"/>
        </p:nvGrpSpPr>
        <p:grpSpPr>
          <a:xfrm>
            <a:off x="0" y="0"/>
            <a:ext cx="13816013" cy="7772400"/>
            <a:chOff x="0" y="0"/>
            <a:chExt cx="12192000" cy="7772400"/>
          </a:xfrm>
        </p:grpSpPr>
        <p:cxnSp>
          <p:nvCxnSpPr>
            <p:cNvPr id="18" name="Straight Connector 17">
              <a:extLst>
                <a:ext uri="{FF2B5EF4-FFF2-40B4-BE49-F238E27FC236}">
                  <a16:creationId xmlns:a16="http://schemas.microsoft.com/office/drawing/2014/main" id="{FE1927EE-5571-0532-3E97-83C375247EF2}"/>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CDFC7D9-8F97-5138-ADF0-88D7F6FD9110}"/>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6B99F4-7972-1012-3C30-1194D4FCD61D}"/>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E05599-A4E5-4619-68BD-166320CFD56B}"/>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4040FB8-DA97-3466-D639-B14D7FAB1F25}"/>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8096933"/>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16" name="Graphic 15">
            <a:extLst>
              <a:ext uri="{FF2B5EF4-FFF2-40B4-BE49-F238E27FC236}">
                <a16:creationId xmlns:a16="http://schemas.microsoft.com/office/drawing/2014/main" id="{E1E18EAA-0528-EF10-F13B-77A598CB81E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4AEB0270-C071-3BBC-4998-DBF49BE03B2C}"/>
              </a:ext>
            </a:extLst>
          </p:cNvPr>
          <p:cNvGrpSpPr/>
          <p:nvPr userDrawn="1"/>
        </p:nvGrpSpPr>
        <p:grpSpPr>
          <a:xfrm>
            <a:off x="0" y="6616700"/>
            <a:ext cx="13816013" cy="1155700"/>
            <a:chOff x="0" y="6616700"/>
            <a:chExt cx="13816013" cy="1155700"/>
          </a:xfrm>
        </p:grpSpPr>
        <p:cxnSp>
          <p:nvCxnSpPr>
            <p:cNvPr id="4" name="Straight Connector 3">
              <a:extLst>
                <a:ext uri="{FF2B5EF4-FFF2-40B4-BE49-F238E27FC236}">
                  <a16:creationId xmlns:a16="http://schemas.microsoft.com/office/drawing/2014/main" id="{F495790D-FEC5-ECB1-B0C5-3E3693BCE44E}"/>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6D1D890-BC04-572D-CE38-C666A1103D60}"/>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37193575"/>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16" name="Graphic 15">
            <a:extLst>
              <a:ext uri="{FF2B5EF4-FFF2-40B4-BE49-F238E27FC236}">
                <a16:creationId xmlns:a16="http://schemas.microsoft.com/office/drawing/2014/main" id="{E1E18EAA-0528-EF10-F13B-77A598CB81E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4098869229"/>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F27A4942-C9A9-8D2C-6EB4-6064E03FC404}"/>
              </a:ext>
            </a:extLst>
          </p:cNvPr>
          <p:cNvPicPr>
            <a:picLocks noChangeAspect="1"/>
          </p:cNvPicPr>
          <p:nvPr userDrawn="1"/>
        </p:nvPicPr>
        <p:blipFill rotWithShape="1">
          <a:blip r:embed="rId2"/>
          <a:srcRect t="411" b="15208"/>
          <a:stretch/>
        </p:blipFill>
        <p:spPr>
          <a:xfrm>
            <a:off x="0" y="0"/>
            <a:ext cx="13816013" cy="7790454"/>
          </a:xfrm>
          <a:prstGeom prst="rect">
            <a:avLst/>
          </a:prstGeom>
        </p:spPr>
      </p:pic>
      <p:sp>
        <p:nvSpPr>
          <p:cNvPr id="3" name="Subtitle 2">
            <a:extLst>
              <a:ext uri="{FF2B5EF4-FFF2-40B4-BE49-F238E27FC236}">
                <a16:creationId xmlns:a16="http://schemas.microsoft.com/office/drawing/2014/main" id="{52F41A3B-6806-3C96-8F8A-B9EEA9F99A3E}"/>
              </a:ext>
            </a:extLst>
          </p:cNvPr>
          <p:cNvSpPr>
            <a:spLocks noGrp="1"/>
          </p:cNvSpPr>
          <p:nvPr>
            <p:ph type="subTitle" idx="1"/>
          </p:nvPr>
        </p:nvSpPr>
        <p:spPr>
          <a:xfrm>
            <a:off x="610209" y="5449038"/>
            <a:ext cx="13116669" cy="1170039"/>
          </a:xfrm>
        </p:spPr>
        <p:txBody>
          <a:bodyPr lIns="72000" tIns="36000" rIns="72000" bIns="36000"/>
          <a:lstStyle>
            <a:lvl1pPr marL="0" indent="0" algn="l">
              <a:buNone/>
              <a:defRPr sz="2720">
                <a:ln>
                  <a:noFill/>
                </a:ln>
                <a:solidFill>
                  <a:srgbClr val="16B2B8"/>
                </a:solidFill>
                <a:latin typeface="+mj-lt"/>
              </a:defRPr>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rPr lang="en-US"/>
              <a:t>Click to edit Master subtitle style</a:t>
            </a:r>
            <a:endParaRPr lang="mn-MN"/>
          </a:p>
        </p:txBody>
      </p:sp>
      <p:sp>
        <p:nvSpPr>
          <p:cNvPr id="6" name="Title 5">
            <a:extLst>
              <a:ext uri="{FF2B5EF4-FFF2-40B4-BE49-F238E27FC236}">
                <a16:creationId xmlns:a16="http://schemas.microsoft.com/office/drawing/2014/main" id="{07FD3CF6-CD93-3EA5-86AD-14A65FF52E6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2803665"/>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D35B7FDC-EB59-954C-67B4-B2D74B379DC8}"/>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92A8E9E3-D3B4-1027-04B6-C86F861C325D}"/>
              </a:ext>
            </a:extLst>
          </p:cNvPr>
          <p:cNvSpPr>
            <a:spLocks noGrp="1"/>
          </p:cNvSpPr>
          <p:nvPr>
            <p:ph type="ctrTitle" hasCustomPrompt="1"/>
          </p:nvPr>
        </p:nvSpPr>
        <p:spPr>
          <a:xfrm>
            <a:off x="656261" y="3242679"/>
            <a:ext cx="13070617" cy="2005780"/>
          </a:xfrm>
          <a:noFill/>
        </p:spPr>
        <p:txBody>
          <a:bodyPr anchor="ctr" anchorCtr="0">
            <a:noAutofit/>
          </a:bodyPr>
          <a:lstStyle>
            <a:lvl1pPr algn="l">
              <a:lnSpc>
                <a:spcPct val="100000"/>
              </a:lnSpc>
              <a:defRPr sz="10879">
                <a:ln w="19050">
                  <a:noFill/>
                </a:ln>
                <a:solidFill>
                  <a:srgbClr val="00B0B0"/>
                </a:solidFill>
                <a:latin typeface="Montserrat ExtraBold" pitchFamily="2" charset="0"/>
              </a:defRPr>
            </a:lvl1pPr>
          </a:lstStyle>
          <a:p>
            <a:r>
              <a:rPr lang="en-US"/>
              <a:t>PPT TITLE</a:t>
            </a:r>
            <a:endParaRPr lang="mn-MN"/>
          </a:p>
        </p:txBody>
      </p:sp>
      <p:sp>
        <p:nvSpPr>
          <p:cNvPr id="3" name="Subtitle 2">
            <a:extLst>
              <a:ext uri="{FF2B5EF4-FFF2-40B4-BE49-F238E27FC236}">
                <a16:creationId xmlns:a16="http://schemas.microsoft.com/office/drawing/2014/main" id="{52F41A3B-6806-3C96-8F8A-B9EEA9F99A3E}"/>
              </a:ext>
            </a:extLst>
          </p:cNvPr>
          <p:cNvSpPr>
            <a:spLocks noGrp="1"/>
          </p:cNvSpPr>
          <p:nvPr>
            <p:ph type="subTitle" idx="1"/>
          </p:nvPr>
        </p:nvSpPr>
        <p:spPr>
          <a:xfrm>
            <a:off x="656260" y="5449038"/>
            <a:ext cx="13070616" cy="1170039"/>
          </a:xfrm>
        </p:spPr>
        <p:txBody>
          <a:bodyPr lIns="72000" tIns="36000" rIns="72000" bIns="36000"/>
          <a:lstStyle>
            <a:lvl1pPr marL="0" indent="0" algn="l">
              <a:buNone/>
              <a:defRPr sz="2720">
                <a:ln>
                  <a:noFill/>
                </a:ln>
                <a:solidFill>
                  <a:schemeClr val="accent3"/>
                </a:solidFill>
                <a:latin typeface="+mj-lt"/>
              </a:defRPr>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rPr lang="en-US"/>
              <a:t>Click to edit Master subtitle style</a:t>
            </a:r>
            <a:endParaRPr lang="mn-MN"/>
          </a:p>
        </p:txBody>
      </p:sp>
      <p:cxnSp>
        <p:nvCxnSpPr>
          <p:cNvPr id="8" name="Straight Connector 7">
            <a:extLst>
              <a:ext uri="{FF2B5EF4-FFF2-40B4-BE49-F238E27FC236}">
                <a16:creationId xmlns:a16="http://schemas.microsoft.com/office/drawing/2014/main" id="{67066F75-F79C-03DA-0955-43EEB5E32504}"/>
              </a:ext>
            </a:extLst>
          </p:cNvPr>
          <p:cNvCxnSpPr>
            <a:cxnSpLocks/>
          </p:cNvCxnSpPr>
          <p:nvPr userDrawn="1"/>
        </p:nvCxnSpPr>
        <p:spPr>
          <a:xfrm>
            <a:off x="448201" y="5281889"/>
            <a:ext cx="7975110" cy="0"/>
          </a:xfrm>
          <a:prstGeom prst="line">
            <a:avLst/>
          </a:prstGeom>
          <a:ln w="762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73D2ED9-0780-BC0B-066D-715E389FFB41}"/>
              </a:ext>
            </a:extLst>
          </p:cNvPr>
          <p:cNvGrpSpPr/>
          <p:nvPr userDrawn="1"/>
        </p:nvGrpSpPr>
        <p:grpSpPr>
          <a:xfrm>
            <a:off x="10707413" y="271528"/>
            <a:ext cx="2812154" cy="1565230"/>
            <a:chOff x="1879663" y="1954465"/>
            <a:chExt cx="2160079" cy="1202150"/>
          </a:xfrm>
        </p:grpSpPr>
        <p:sp>
          <p:nvSpPr>
            <p:cNvPr id="5" name="Freeform: Shape 4">
              <a:extLst>
                <a:ext uri="{FF2B5EF4-FFF2-40B4-BE49-F238E27FC236}">
                  <a16:creationId xmlns:a16="http://schemas.microsoft.com/office/drawing/2014/main" id="{FF877310-0F30-4EE7-A5BC-C86C3AFF5883}"/>
                </a:ext>
              </a:extLst>
            </p:cNvPr>
            <p:cNvSpPr/>
            <p:nvPr/>
          </p:nvSpPr>
          <p:spPr>
            <a:xfrm>
              <a:off x="2573369" y="2113723"/>
              <a:ext cx="772763" cy="613505"/>
            </a:xfrm>
            <a:custGeom>
              <a:avLst/>
              <a:gdLst>
                <a:gd name="connsiteX0" fmla="*/ 0 w 772763"/>
                <a:gd name="connsiteY0" fmla="*/ 227076 h 613505"/>
                <a:gd name="connsiteX1" fmla="*/ 226981 w 772763"/>
                <a:gd name="connsiteY1" fmla="*/ 95 h 613505"/>
                <a:gd name="connsiteX2" fmla="*/ 347758 w 772763"/>
                <a:gd name="connsiteY2" fmla="*/ 120872 h 613505"/>
                <a:gd name="connsiteX3" fmla="*/ 280130 w 772763"/>
                <a:gd name="connsiteY3" fmla="*/ 188500 h 613505"/>
                <a:gd name="connsiteX4" fmla="*/ 226981 w 772763"/>
                <a:gd name="connsiteY4" fmla="*/ 135350 h 613505"/>
                <a:gd name="connsiteX5" fmla="*/ 135255 w 772763"/>
                <a:gd name="connsiteY5" fmla="*/ 227076 h 613505"/>
                <a:gd name="connsiteX6" fmla="*/ 226981 w 772763"/>
                <a:gd name="connsiteY6" fmla="*/ 318802 h 613505"/>
                <a:gd name="connsiteX7" fmla="*/ 545783 w 772763"/>
                <a:gd name="connsiteY7" fmla="*/ 0 h 613505"/>
                <a:gd name="connsiteX8" fmla="*/ 772763 w 772763"/>
                <a:gd name="connsiteY8" fmla="*/ 226981 h 613505"/>
                <a:gd name="connsiteX9" fmla="*/ 545783 w 772763"/>
                <a:gd name="connsiteY9" fmla="*/ 453962 h 613505"/>
                <a:gd name="connsiteX10" fmla="*/ 425005 w 772763"/>
                <a:gd name="connsiteY10" fmla="*/ 333184 h 613505"/>
                <a:gd name="connsiteX11" fmla="*/ 492633 w 772763"/>
                <a:gd name="connsiteY11" fmla="*/ 265557 h 613505"/>
                <a:gd name="connsiteX12" fmla="*/ 545783 w 772763"/>
                <a:gd name="connsiteY12" fmla="*/ 318706 h 613505"/>
                <a:gd name="connsiteX13" fmla="*/ 637508 w 772763"/>
                <a:gd name="connsiteY13" fmla="*/ 226981 h 613505"/>
                <a:gd name="connsiteX14" fmla="*/ 545783 w 772763"/>
                <a:gd name="connsiteY14" fmla="*/ 135255 h 613505"/>
                <a:gd name="connsiteX15" fmla="*/ 226981 w 772763"/>
                <a:gd name="connsiteY15" fmla="*/ 454057 h 613505"/>
                <a:gd name="connsiteX16" fmla="*/ 0 w 772763"/>
                <a:gd name="connsiteY16" fmla="*/ 227076 h 613505"/>
                <a:gd name="connsiteX17" fmla="*/ 0 w 772763"/>
                <a:gd name="connsiteY17" fmla="*/ 227076 h 613505"/>
                <a:gd name="connsiteX18" fmla="*/ 265557 w 772763"/>
                <a:gd name="connsiteY18" fmla="*/ 492728 h 613505"/>
                <a:gd name="connsiteX19" fmla="*/ 386334 w 772763"/>
                <a:gd name="connsiteY19" fmla="*/ 613505 h 613505"/>
                <a:gd name="connsiteX20" fmla="*/ 507111 w 772763"/>
                <a:gd name="connsiteY20" fmla="*/ 492728 h 613505"/>
                <a:gd name="connsiteX21" fmla="*/ 386334 w 772763"/>
                <a:gd name="connsiteY21" fmla="*/ 371951 h 613505"/>
                <a:gd name="connsiteX22" fmla="*/ 265557 w 772763"/>
                <a:gd name="connsiteY22" fmla="*/ 492728 h 613505"/>
                <a:gd name="connsiteX23" fmla="*/ 265557 w 772763"/>
                <a:gd name="connsiteY23" fmla="*/ 492728 h 613505"/>
                <a:gd name="connsiteX24" fmla="*/ 386334 w 772763"/>
                <a:gd name="connsiteY24" fmla="*/ 441008 h 613505"/>
                <a:gd name="connsiteX25" fmla="*/ 386334 w 772763"/>
                <a:gd name="connsiteY25" fmla="*/ 544449 h 613505"/>
                <a:gd name="connsiteX26" fmla="*/ 438055 w 772763"/>
                <a:gd name="connsiteY26" fmla="*/ 492728 h 613505"/>
                <a:gd name="connsiteX27" fmla="*/ 386334 w 772763"/>
                <a:gd name="connsiteY27" fmla="*/ 441008 h 61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72763" h="613505">
                  <a:moveTo>
                    <a:pt x="0" y="227076"/>
                  </a:moveTo>
                  <a:lnTo>
                    <a:pt x="226981" y="95"/>
                  </a:lnTo>
                  <a:lnTo>
                    <a:pt x="347758" y="120872"/>
                  </a:lnTo>
                  <a:lnTo>
                    <a:pt x="280130" y="188500"/>
                  </a:lnTo>
                  <a:lnTo>
                    <a:pt x="226981" y="135350"/>
                  </a:lnTo>
                  <a:lnTo>
                    <a:pt x="135255" y="227076"/>
                  </a:lnTo>
                  <a:lnTo>
                    <a:pt x="226981" y="318802"/>
                  </a:lnTo>
                  <a:lnTo>
                    <a:pt x="545783" y="0"/>
                  </a:lnTo>
                  <a:lnTo>
                    <a:pt x="772763" y="226981"/>
                  </a:lnTo>
                  <a:lnTo>
                    <a:pt x="545783" y="453962"/>
                  </a:lnTo>
                  <a:lnTo>
                    <a:pt x="425005" y="333184"/>
                  </a:lnTo>
                  <a:lnTo>
                    <a:pt x="492633" y="265557"/>
                  </a:lnTo>
                  <a:lnTo>
                    <a:pt x="545783" y="318706"/>
                  </a:lnTo>
                  <a:lnTo>
                    <a:pt x="637508" y="226981"/>
                  </a:lnTo>
                  <a:lnTo>
                    <a:pt x="545783" y="135255"/>
                  </a:lnTo>
                  <a:lnTo>
                    <a:pt x="226981" y="454057"/>
                  </a:lnTo>
                  <a:lnTo>
                    <a:pt x="0" y="227076"/>
                  </a:lnTo>
                  <a:lnTo>
                    <a:pt x="0" y="227076"/>
                  </a:lnTo>
                  <a:close/>
                  <a:moveTo>
                    <a:pt x="265557" y="492728"/>
                  </a:moveTo>
                  <a:lnTo>
                    <a:pt x="386334" y="613505"/>
                  </a:lnTo>
                  <a:lnTo>
                    <a:pt x="507111" y="492728"/>
                  </a:lnTo>
                  <a:lnTo>
                    <a:pt x="386334" y="371951"/>
                  </a:lnTo>
                  <a:lnTo>
                    <a:pt x="265557" y="492728"/>
                  </a:lnTo>
                  <a:lnTo>
                    <a:pt x="265557" y="492728"/>
                  </a:lnTo>
                  <a:close/>
                  <a:moveTo>
                    <a:pt x="386334" y="441008"/>
                  </a:moveTo>
                  <a:lnTo>
                    <a:pt x="386334" y="544449"/>
                  </a:lnTo>
                  <a:lnTo>
                    <a:pt x="438055" y="492728"/>
                  </a:lnTo>
                  <a:lnTo>
                    <a:pt x="386334" y="441008"/>
                  </a:lnTo>
                  <a:close/>
                </a:path>
              </a:pathLst>
            </a:custGeom>
            <a:solidFill>
              <a:srgbClr val="D89539"/>
            </a:solidFill>
            <a:ln w="9525" cap="flat">
              <a:noFill/>
              <a:prstDash val="solid"/>
              <a:miter/>
            </a:ln>
          </p:spPr>
          <p:txBody>
            <a:bodyPr rtlCol="0" anchor="ctr"/>
            <a:lstStyle/>
            <a:p>
              <a:endParaRPr lang="mn-MN" sz="2040"/>
            </a:p>
          </p:txBody>
        </p:sp>
        <p:sp>
          <p:nvSpPr>
            <p:cNvPr id="6" name="Freeform: Shape 5">
              <a:extLst>
                <a:ext uri="{FF2B5EF4-FFF2-40B4-BE49-F238E27FC236}">
                  <a16:creationId xmlns:a16="http://schemas.microsoft.com/office/drawing/2014/main" id="{930D3D23-B327-A41F-F206-CF2ECF606F9A}"/>
                </a:ext>
              </a:extLst>
            </p:cNvPr>
            <p:cNvSpPr/>
            <p:nvPr/>
          </p:nvSpPr>
          <p:spPr>
            <a:xfrm>
              <a:off x="1879663" y="2788855"/>
              <a:ext cx="2160079" cy="180879"/>
            </a:xfrm>
            <a:custGeom>
              <a:avLst/>
              <a:gdLst>
                <a:gd name="connsiteX0" fmla="*/ 1921478 w 2160079"/>
                <a:gd name="connsiteY0" fmla="*/ 153924 h 180879"/>
                <a:gd name="connsiteX1" fmla="*/ 1921478 w 2160079"/>
                <a:gd name="connsiteY1" fmla="*/ 119253 h 180879"/>
                <a:gd name="connsiteX2" fmla="*/ 1961483 w 2160079"/>
                <a:gd name="connsiteY2" fmla="*/ 76962 h 180879"/>
                <a:gd name="connsiteX3" fmla="*/ 1921478 w 2160079"/>
                <a:gd name="connsiteY3" fmla="*/ 34671 h 180879"/>
                <a:gd name="connsiteX4" fmla="*/ 1921478 w 2160079"/>
                <a:gd name="connsiteY4" fmla="*/ 0 h 180879"/>
                <a:gd name="connsiteX5" fmla="*/ 2003774 w 2160079"/>
                <a:gd name="connsiteY5" fmla="*/ 76962 h 180879"/>
                <a:gd name="connsiteX6" fmla="*/ 1921478 w 2160079"/>
                <a:gd name="connsiteY6" fmla="*/ 153924 h 180879"/>
                <a:gd name="connsiteX7" fmla="*/ 1921478 w 2160079"/>
                <a:gd name="connsiteY7" fmla="*/ 153924 h 180879"/>
                <a:gd name="connsiteX8" fmla="*/ 2040731 w 2160079"/>
                <a:gd name="connsiteY8" fmla="*/ 2953 h 180879"/>
                <a:gd name="connsiteX9" fmla="*/ 2038636 w 2160079"/>
                <a:gd name="connsiteY9" fmla="*/ 61913 h 180879"/>
                <a:gd name="connsiteX10" fmla="*/ 2017109 w 2160079"/>
                <a:gd name="connsiteY10" fmla="*/ 117348 h 180879"/>
                <a:gd name="connsiteX11" fmla="*/ 2011394 w 2160079"/>
                <a:gd name="connsiteY11" fmla="*/ 116681 h 180879"/>
                <a:gd name="connsiteX12" fmla="*/ 2009108 w 2160079"/>
                <a:gd name="connsiteY12" fmla="*/ 150971 h 180879"/>
                <a:gd name="connsiteX13" fmla="*/ 2028158 w 2160079"/>
                <a:gd name="connsiteY13" fmla="*/ 153543 h 180879"/>
                <a:gd name="connsiteX14" fmla="*/ 2075498 w 2160079"/>
                <a:gd name="connsiteY14" fmla="*/ 60293 h 180879"/>
                <a:gd name="connsiteX15" fmla="*/ 2076355 w 2160079"/>
                <a:gd name="connsiteY15" fmla="*/ 36195 h 180879"/>
                <a:gd name="connsiteX16" fmla="*/ 2118836 w 2160079"/>
                <a:gd name="connsiteY16" fmla="*/ 36195 h 180879"/>
                <a:gd name="connsiteX17" fmla="*/ 2118836 w 2160079"/>
                <a:gd name="connsiteY17" fmla="*/ 151067 h 180879"/>
                <a:gd name="connsiteX18" fmla="*/ 2160080 w 2160079"/>
                <a:gd name="connsiteY18" fmla="*/ 151067 h 180879"/>
                <a:gd name="connsiteX19" fmla="*/ 2160080 w 2160079"/>
                <a:gd name="connsiteY19" fmla="*/ 3048 h 180879"/>
                <a:gd name="connsiteX20" fmla="*/ 2040731 w 2160079"/>
                <a:gd name="connsiteY20" fmla="*/ 3048 h 180879"/>
                <a:gd name="connsiteX21" fmla="*/ 1921478 w 2160079"/>
                <a:gd name="connsiteY21" fmla="*/ 0 h 180879"/>
                <a:gd name="connsiteX22" fmla="*/ 1921478 w 2160079"/>
                <a:gd name="connsiteY22" fmla="*/ 34671 h 180879"/>
                <a:gd name="connsiteX23" fmla="*/ 1881473 w 2160079"/>
                <a:gd name="connsiteY23" fmla="*/ 76962 h 180879"/>
                <a:gd name="connsiteX24" fmla="*/ 1921478 w 2160079"/>
                <a:gd name="connsiteY24" fmla="*/ 119253 h 180879"/>
                <a:gd name="connsiteX25" fmla="*/ 1921478 w 2160079"/>
                <a:gd name="connsiteY25" fmla="*/ 153924 h 180879"/>
                <a:gd name="connsiteX26" fmla="*/ 1840992 w 2160079"/>
                <a:gd name="connsiteY26" fmla="*/ 93917 h 180879"/>
                <a:gd name="connsiteX27" fmla="*/ 1840992 w 2160079"/>
                <a:gd name="connsiteY27" fmla="*/ 59912 h 180879"/>
                <a:gd name="connsiteX28" fmla="*/ 1921478 w 2160079"/>
                <a:gd name="connsiteY28" fmla="*/ 0 h 180879"/>
                <a:gd name="connsiteX29" fmla="*/ 1921478 w 2160079"/>
                <a:gd name="connsiteY29" fmla="*/ 0 h 180879"/>
                <a:gd name="connsiteX30" fmla="*/ 1840992 w 2160079"/>
                <a:gd name="connsiteY30" fmla="*/ 36100 h 180879"/>
                <a:gd name="connsiteX31" fmla="*/ 1842611 w 2160079"/>
                <a:gd name="connsiteY31" fmla="*/ 36100 h 180879"/>
                <a:gd name="connsiteX32" fmla="*/ 1842802 w 2160079"/>
                <a:gd name="connsiteY32" fmla="*/ 2857 h 180879"/>
                <a:gd name="connsiteX33" fmla="*/ 1840992 w 2160079"/>
                <a:gd name="connsiteY33" fmla="*/ 2857 h 180879"/>
                <a:gd name="connsiteX34" fmla="*/ 1840992 w 2160079"/>
                <a:gd name="connsiteY34" fmla="*/ 36100 h 180879"/>
                <a:gd name="connsiteX35" fmla="*/ 1840992 w 2160079"/>
                <a:gd name="connsiteY35" fmla="*/ 2953 h 180879"/>
                <a:gd name="connsiteX36" fmla="*/ 1840992 w 2160079"/>
                <a:gd name="connsiteY36" fmla="*/ 36195 h 180879"/>
                <a:gd name="connsiteX37" fmla="*/ 1775555 w 2160079"/>
                <a:gd name="connsiteY37" fmla="*/ 36195 h 180879"/>
                <a:gd name="connsiteX38" fmla="*/ 1775555 w 2160079"/>
                <a:gd name="connsiteY38" fmla="*/ 151067 h 180879"/>
                <a:gd name="connsiteX39" fmla="*/ 1734312 w 2160079"/>
                <a:gd name="connsiteY39" fmla="*/ 151067 h 180879"/>
                <a:gd name="connsiteX40" fmla="*/ 1734312 w 2160079"/>
                <a:gd name="connsiteY40" fmla="*/ 3048 h 180879"/>
                <a:gd name="connsiteX41" fmla="*/ 1840992 w 2160079"/>
                <a:gd name="connsiteY41" fmla="*/ 3048 h 180879"/>
                <a:gd name="connsiteX42" fmla="*/ 1840992 w 2160079"/>
                <a:gd name="connsiteY42" fmla="*/ 2953 h 180879"/>
                <a:gd name="connsiteX43" fmla="*/ 1840992 w 2160079"/>
                <a:gd name="connsiteY43" fmla="*/ 59912 h 180879"/>
                <a:gd name="connsiteX44" fmla="*/ 1839182 w 2160079"/>
                <a:gd name="connsiteY44" fmla="*/ 76962 h 180879"/>
                <a:gd name="connsiteX45" fmla="*/ 1840992 w 2160079"/>
                <a:gd name="connsiteY45" fmla="*/ 93917 h 180879"/>
                <a:gd name="connsiteX46" fmla="*/ 1840992 w 2160079"/>
                <a:gd name="connsiteY46" fmla="*/ 59912 h 180879"/>
                <a:gd name="connsiteX47" fmla="*/ 1840992 w 2160079"/>
                <a:gd name="connsiteY47" fmla="*/ 59912 h 180879"/>
                <a:gd name="connsiteX48" fmla="*/ 1457135 w 2160079"/>
                <a:gd name="connsiteY48" fmla="*/ 153924 h 180879"/>
                <a:gd name="connsiteX49" fmla="*/ 1457135 w 2160079"/>
                <a:gd name="connsiteY49" fmla="*/ 119253 h 180879"/>
                <a:gd name="connsiteX50" fmla="*/ 1497139 w 2160079"/>
                <a:gd name="connsiteY50" fmla="*/ 76962 h 180879"/>
                <a:gd name="connsiteX51" fmla="*/ 1457135 w 2160079"/>
                <a:gd name="connsiteY51" fmla="*/ 34671 h 180879"/>
                <a:gd name="connsiteX52" fmla="*/ 1457135 w 2160079"/>
                <a:gd name="connsiteY52" fmla="*/ 0 h 180879"/>
                <a:gd name="connsiteX53" fmla="*/ 1539431 w 2160079"/>
                <a:gd name="connsiteY53" fmla="*/ 76962 h 180879"/>
                <a:gd name="connsiteX54" fmla="*/ 1457135 w 2160079"/>
                <a:gd name="connsiteY54" fmla="*/ 153924 h 180879"/>
                <a:gd name="connsiteX55" fmla="*/ 1457135 w 2160079"/>
                <a:gd name="connsiteY55" fmla="*/ 153924 h 180879"/>
                <a:gd name="connsiteX56" fmla="*/ 1660779 w 2160079"/>
                <a:gd name="connsiteY56" fmla="*/ 2953 h 180879"/>
                <a:gd name="connsiteX57" fmla="*/ 1660779 w 2160079"/>
                <a:gd name="connsiteY57" fmla="*/ 58579 h 180879"/>
                <a:gd name="connsiteX58" fmla="*/ 1603724 w 2160079"/>
                <a:gd name="connsiteY58" fmla="*/ 58579 h 180879"/>
                <a:gd name="connsiteX59" fmla="*/ 1603724 w 2160079"/>
                <a:gd name="connsiteY59" fmla="*/ 2953 h 180879"/>
                <a:gd name="connsiteX60" fmla="*/ 1561814 w 2160079"/>
                <a:gd name="connsiteY60" fmla="*/ 2953 h 180879"/>
                <a:gd name="connsiteX61" fmla="*/ 1561814 w 2160079"/>
                <a:gd name="connsiteY61" fmla="*/ 150971 h 180879"/>
                <a:gd name="connsiteX62" fmla="*/ 1603724 w 2160079"/>
                <a:gd name="connsiteY62" fmla="*/ 150971 h 180879"/>
                <a:gd name="connsiteX63" fmla="*/ 1603724 w 2160079"/>
                <a:gd name="connsiteY63" fmla="*/ 93250 h 180879"/>
                <a:gd name="connsiteX64" fmla="*/ 1660779 w 2160079"/>
                <a:gd name="connsiteY64" fmla="*/ 93250 h 180879"/>
                <a:gd name="connsiteX65" fmla="*/ 1660779 w 2160079"/>
                <a:gd name="connsiteY65" fmla="*/ 150971 h 180879"/>
                <a:gd name="connsiteX66" fmla="*/ 1702689 w 2160079"/>
                <a:gd name="connsiteY66" fmla="*/ 150971 h 180879"/>
                <a:gd name="connsiteX67" fmla="*/ 1702689 w 2160079"/>
                <a:gd name="connsiteY67" fmla="*/ 2953 h 180879"/>
                <a:gd name="connsiteX68" fmla="*/ 1660779 w 2160079"/>
                <a:gd name="connsiteY68" fmla="*/ 2953 h 180879"/>
                <a:gd name="connsiteX69" fmla="*/ 1457135 w 2160079"/>
                <a:gd name="connsiteY69" fmla="*/ 0 h 180879"/>
                <a:gd name="connsiteX70" fmla="*/ 1457135 w 2160079"/>
                <a:gd name="connsiteY70" fmla="*/ 34671 h 180879"/>
                <a:gd name="connsiteX71" fmla="*/ 1417130 w 2160079"/>
                <a:gd name="connsiteY71" fmla="*/ 76962 h 180879"/>
                <a:gd name="connsiteX72" fmla="*/ 1457135 w 2160079"/>
                <a:gd name="connsiteY72" fmla="*/ 119253 h 180879"/>
                <a:gd name="connsiteX73" fmla="*/ 1457135 w 2160079"/>
                <a:gd name="connsiteY73" fmla="*/ 153924 h 180879"/>
                <a:gd name="connsiteX74" fmla="*/ 1374839 w 2160079"/>
                <a:gd name="connsiteY74" fmla="*/ 76962 h 180879"/>
                <a:gd name="connsiteX75" fmla="*/ 1457135 w 2160079"/>
                <a:gd name="connsiteY75" fmla="*/ 0 h 180879"/>
                <a:gd name="connsiteX76" fmla="*/ 1457135 w 2160079"/>
                <a:gd name="connsiteY76" fmla="*/ 0 h 180879"/>
                <a:gd name="connsiteX77" fmla="*/ 378905 w 2160079"/>
                <a:gd name="connsiteY77" fmla="*/ 150971 h 180879"/>
                <a:gd name="connsiteX78" fmla="*/ 378905 w 2160079"/>
                <a:gd name="connsiteY78" fmla="*/ 117729 h 180879"/>
                <a:gd name="connsiteX79" fmla="*/ 406908 w 2160079"/>
                <a:gd name="connsiteY79" fmla="*/ 117729 h 180879"/>
                <a:gd name="connsiteX80" fmla="*/ 406908 w 2160079"/>
                <a:gd name="connsiteY80" fmla="*/ 36100 h 180879"/>
                <a:gd name="connsiteX81" fmla="*/ 378905 w 2160079"/>
                <a:gd name="connsiteY81" fmla="*/ 36100 h 180879"/>
                <a:gd name="connsiteX82" fmla="*/ 378905 w 2160079"/>
                <a:gd name="connsiteY82" fmla="*/ 2857 h 180879"/>
                <a:gd name="connsiteX83" fmla="*/ 448151 w 2160079"/>
                <a:gd name="connsiteY83" fmla="*/ 2857 h 180879"/>
                <a:gd name="connsiteX84" fmla="*/ 448151 w 2160079"/>
                <a:gd name="connsiteY84" fmla="*/ 117729 h 180879"/>
                <a:gd name="connsiteX85" fmla="*/ 468249 w 2160079"/>
                <a:gd name="connsiteY85" fmla="*/ 117729 h 180879"/>
                <a:gd name="connsiteX86" fmla="*/ 468249 w 2160079"/>
                <a:gd name="connsiteY86" fmla="*/ 180784 h 180879"/>
                <a:gd name="connsiteX87" fmla="*/ 429959 w 2160079"/>
                <a:gd name="connsiteY87" fmla="*/ 180784 h 180879"/>
                <a:gd name="connsiteX88" fmla="*/ 429959 w 2160079"/>
                <a:gd name="connsiteY88" fmla="*/ 150971 h 180879"/>
                <a:gd name="connsiteX89" fmla="*/ 378905 w 2160079"/>
                <a:gd name="connsiteY89" fmla="*/ 150971 h 180879"/>
                <a:gd name="connsiteX90" fmla="*/ 378905 w 2160079"/>
                <a:gd name="connsiteY90" fmla="*/ 150971 h 180879"/>
                <a:gd name="connsiteX91" fmla="*/ 539496 w 2160079"/>
                <a:gd name="connsiteY91" fmla="*/ 0 h 180879"/>
                <a:gd name="connsiteX92" fmla="*/ 475393 w 2160079"/>
                <a:gd name="connsiteY92" fmla="*/ 27908 h 180879"/>
                <a:gd name="connsiteX93" fmla="*/ 501872 w 2160079"/>
                <a:gd name="connsiteY93" fmla="*/ 52006 h 180879"/>
                <a:gd name="connsiteX94" fmla="*/ 537401 w 2160079"/>
                <a:gd name="connsiteY94" fmla="*/ 34671 h 180879"/>
                <a:gd name="connsiteX95" fmla="*/ 572738 w 2160079"/>
                <a:gd name="connsiteY95" fmla="*/ 60865 h 180879"/>
                <a:gd name="connsiteX96" fmla="*/ 519684 w 2160079"/>
                <a:gd name="connsiteY96" fmla="*/ 60865 h 180879"/>
                <a:gd name="connsiteX97" fmla="*/ 519684 w 2160079"/>
                <a:gd name="connsiteY97" fmla="*/ 91726 h 180879"/>
                <a:gd name="connsiteX98" fmla="*/ 573215 w 2160079"/>
                <a:gd name="connsiteY98" fmla="*/ 91726 h 180879"/>
                <a:gd name="connsiteX99" fmla="*/ 537496 w 2160079"/>
                <a:gd name="connsiteY99" fmla="*/ 119253 h 180879"/>
                <a:gd name="connsiteX100" fmla="*/ 501967 w 2160079"/>
                <a:gd name="connsiteY100" fmla="*/ 101917 h 180879"/>
                <a:gd name="connsiteX101" fmla="*/ 475488 w 2160079"/>
                <a:gd name="connsiteY101" fmla="*/ 126016 h 180879"/>
                <a:gd name="connsiteX102" fmla="*/ 539591 w 2160079"/>
                <a:gd name="connsiteY102" fmla="*/ 153924 h 180879"/>
                <a:gd name="connsiteX103" fmla="*/ 617601 w 2160079"/>
                <a:gd name="connsiteY103" fmla="*/ 76962 h 180879"/>
                <a:gd name="connsiteX104" fmla="*/ 539496 w 2160079"/>
                <a:gd name="connsiteY104" fmla="*/ 0 h 180879"/>
                <a:gd name="connsiteX105" fmla="*/ 539496 w 2160079"/>
                <a:gd name="connsiteY105" fmla="*/ 0 h 180879"/>
                <a:gd name="connsiteX106" fmla="*/ 739140 w 2160079"/>
                <a:gd name="connsiteY106" fmla="*/ 2953 h 180879"/>
                <a:gd name="connsiteX107" fmla="*/ 739140 w 2160079"/>
                <a:gd name="connsiteY107" fmla="*/ 58579 h 180879"/>
                <a:gd name="connsiteX108" fmla="*/ 682085 w 2160079"/>
                <a:gd name="connsiteY108" fmla="*/ 58579 h 180879"/>
                <a:gd name="connsiteX109" fmla="*/ 682085 w 2160079"/>
                <a:gd name="connsiteY109" fmla="*/ 2953 h 180879"/>
                <a:gd name="connsiteX110" fmla="*/ 640175 w 2160079"/>
                <a:gd name="connsiteY110" fmla="*/ 2953 h 180879"/>
                <a:gd name="connsiteX111" fmla="*/ 640175 w 2160079"/>
                <a:gd name="connsiteY111" fmla="*/ 150971 h 180879"/>
                <a:gd name="connsiteX112" fmla="*/ 682085 w 2160079"/>
                <a:gd name="connsiteY112" fmla="*/ 150971 h 180879"/>
                <a:gd name="connsiteX113" fmla="*/ 682085 w 2160079"/>
                <a:gd name="connsiteY113" fmla="*/ 93250 h 180879"/>
                <a:gd name="connsiteX114" fmla="*/ 739140 w 2160079"/>
                <a:gd name="connsiteY114" fmla="*/ 93250 h 180879"/>
                <a:gd name="connsiteX115" fmla="*/ 739140 w 2160079"/>
                <a:gd name="connsiteY115" fmla="*/ 150971 h 180879"/>
                <a:gd name="connsiteX116" fmla="*/ 781050 w 2160079"/>
                <a:gd name="connsiteY116" fmla="*/ 150971 h 180879"/>
                <a:gd name="connsiteX117" fmla="*/ 781050 w 2160079"/>
                <a:gd name="connsiteY117" fmla="*/ 2953 h 180879"/>
                <a:gd name="connsiteX118" fmla="*/ 739140 w 2160079"/>
                <a:gd name="connsiteY118" fmla="*/ 2953 h 180879"/>
                <a:gd name="connsiteX119" fmla="*/ 739140 w 2160079"/>
                <a:gd name="connsiteY119" fmla="*/ 2953 h 180879"/>
                <a:gd name="connsiteX120" fmla="*/ 863918 w 2160079"/>
                <a:gd name="connsiteY120" fmla="*/ 0 h 180879"/>
                <a:gd name="connsiteX121" fmla="*/ 799814 w 2160079"/>
                <a:gd name="connsiteY121" fmla="*/ 27908 h 180879"/>
                <a:gd name="connsiteX122" fmla="*/ 826294 w 2160079"/>
                <a:gd name="connsiteY122" fmla="*/ 52006 h 180879"/>
                <a:gd name="connsiteX123" fmla="*/ 861822 w 2160079"/>
                <a:gd name="connsiteY123" fmla="*/ 34671 h 180879"/>
                <a:gd name="connsiteX124" fmla="*/ 897160 w 2160079"/>
                <a:gd name="connsiteY124" fmla="*/ 60865 h 180879"/>
                <a:gd name="connsiteX125" fmla="*/ 844106 w 2160079"/>
                <a:gd name="connsiteY125" fmla="*/ 60865 h 180879"/>
                <a:gd name="connsiteX126" fmla="*/ 844106 w 2160079"/>
                <a:gd name="connsiteY126" fmla="*/ 91726 h 180879"/>
                <a:gd name="connsiteX127" fmla="*/ 897636 w 2160079"/>
                <a:gd name="connsiteY127" fmla="*/ 91726 h 180879"/>
                <a:gd name="connsiteX128" fmla="*/ 861917 w 2160079"/>
                <a:gd name="connsiteY128" fmla="*/ 119253 h 180879"/>
                <a:gd name="connsiteX129" fmla="*/ 826389 w 2160079"/>
                <a:gd name="connsiteY129" fmla="*/ 101917 h 180879"/>
                <a:gd name="connsiteX130" fmla="*/ 799910 w 2160079"/>
                <a:gd name="connsiteY130" fmla="*/ 126016 h 180879"/>
                <a:gd name="connsiteX131" fmla="*/ 864013 w 2160079"/>
                <a:gd name="connsiteY131" fmla="*/ 153924 h 180879"/>
                <a:gd name="connsiteX132" fmla="*/ 942023 w 2160079"/>
                <a:gd name="connsiteY132" fmla="*/ 76962 h 180879"/>
                <a:gd name="connsiteX133" fmla="*/ 863918 w 2160079"/>
                <a:gd name="connsiteY133" fmla="*/ 0 h 180879"/>
                <a:gd name="connsiteX134" fmla="*/ 863918 w 2160079"/>
                <a:gd name="connsiteY134" fmla="*/ 0 h 180879"/>
                <a:gd name="connsiteX135" fmla="*/ 1036701 w 2160079"/>
                <a:gd name="connsiteY135" fmla="*/ 153924 h 180879"/>
                <a:gd name="connsiteX136" fmla="*/ 1100328 w 2160079"/>
                <a:gd name="connsiteY136" fmla="*/ 126016 h 180879"/>
                <a:gd name="connsiteX137" fmla="*/ 1073658 w 2160079"/>
                <a:gd name="connsiteY137" fmla="*/ 101917 h 180879"/>
                <a:gd name="connsiteX138" fmla="*/ 1038797 w 2160079"/>
                <a:gd name="connsiteY138" fmla="*/ 119253 h 180879"/>
                <a:gd name="connsiteX139" fmla="*/ 997553 w 2160079"/>
                <a:gd name="connsiteY139" fmla="*/ 76962 h 180879"/>
                <a:gd name="connsiteX140" fmla="*/ 1038797 w 2160079"/>
                <a:gd name="connsiteY140" fmla="*/ 34671 h 180879"/>
                <a:gd name="connsiteX141" fmla="*/ 1073658 w 2160079"/>
                <a:gd name="connsiteY141" fmla="*/ 52006 h 180879"/>
                <a:gd name="connsiteX142" fmla="*/ 1100328 w 2160079"/>
                <a:gd name="connsiteY142" fmla="*/ 27908 h 180879"/>
                <a:gd name="connsiteX143" fmla="*/ 1036701 w 2160079"/>
                <a:gd name="connsiteY143" fmla="*/ 0 h 180879"/>
                <a:gd name="connsiteX144" fmla="*/ 955262 w 2160079"/>
                <a:gd name="connsiteY144" fmla="*/ 76962 h 180879"/>
                <a:gd name="connsiteX145" fmla="*/ 1036701 w 2160079"/>
                <a:gd name="connsiteY145" fmla="*/ 153924 h 180879"/>
                <a:gd name="connsiteX146" fmla="*/ 1036701 w 2160079"/>
                <a:gd name="connsiteY146" fmla="*/ 153924 h 180879"/>
                <a:gd name="connsiteX147" fmla="*/ 1352836 w 2160079"/>
                <a:gd name="connsiteY147" fmla="*/ 150971 h 180879"/>
                <a:gd name="connsiteX148" fmla="*/ 1352455 w 2160079"/>
                <a:gd name="connsiteY148" fmla="*/ 2953 h 180879"/>
                <a:gd name="connsiteX149" fmla="*/ 1317974 w 2160079"/>
                <a:gd name="connsiteY149" fmla="*/ 2953 h 180879"/>
                <a:gd name="connsiteX150" fmla="*/ 1267301 w 2160079"/>
                <a:gd name="connsiteY150" fmla="*/ 88392 h 180879"/>
                <a:gd name="connsiteX151" fmla="*/ 1215295 w 2160079"/>
                <a:gd name="connsiteY151" fmla="*/ 2953 h 180879"/>
                <a:gd name="connsiteX152" fmla="*/ 1180814 w 2160079"/>
                <a:gd name="connsiteY152" fmla="*/ 2953 h 180879"/>
                <a:gd name="connsiteX153" fmla="*/ 1180814 w 2160079"/>
                <a:gd name="connsiteY153" fmla="*/ 150971 h 180879"/>
                <a:gd name="connsiteX154" fmla="*/ 1219295 w 2160079"/>
                <a:gd name="connsiteY154" fmla="*/ 150971 h 180879"/>
                <a:gd name="connsiteX155" fmla="*/ 1219295 w 2160079"/>
                <a:gd name="connsiteY155" fmla="*/ 74200 h 180879"/>
                <a:gd name="connsiteX156" fmla="*/ 1257300 w 2160079"/>
                <a:gd name="connsiteY156" fmla="*/ 136398 h 180879"/>
                <a:gd name="connsiteX157" fmla="*/ 1275874 w 2160079"/>
                <a:gd name="connsiteY157" fmla="*/ 136398 h 180879"/>
                <a:gd name="connsiteX158" fmla="*/ 1313879 w 2160079"/>
                <a:gd name="connsiteY158" fmla="*/ 72485 h 180879"/>
                <a:gd name="connsiteX159" fmla="*/ 1314069 w 2160079"/>
                <a:gd name="connsiteY159" fmla="*/ 150971 h 180879"/>
                <a:gd name="connsiteX160" fmla="*/ 1352836 w 2160079"/>
                <a:gd name="connsiteY160" fmla="*/ 150971 h 180879"/>
                <a:gd name="connsiteX161" fmla="*/ 378905 w 2160079"/>
                <a:gd name="connsiteY161" fmla="*/ 2953 h 180879"/>
                <a:gd name="connsiteX162" fmla="*/ 378905 w 2160079"/>
                <a:gd name="connsiteY162" fmla="*/ 36195 h 180879"/>
                <a:gd name="connsiteX163" fmla="*/ 364427 w 2160079"/>
                <a:gd name="connsiteY163" fmla="*/ 36195 h 180879"/>
                <a:gd name="connsiteX164" fmla="*/ 363760 w 2160079"/>
                <a:gd name="connsiteY164" fmla="*/ 52292 h 180879"/>
                <a:gd name="connsiteX165" fmla="*/ 350901 w 2160079"/>
                <a:gd name="connsiteY165" fmla="*/ 117824 h 180879"/>
                <a:gd name="connsiteX166" fmla="*/ 378905 w 2160079"/>
                <a:gd name="connsiteY166" fmla="*/ 117824 h 180879"/>
                <a:gd name="connsiteX167" fmla="*/ 378905 w 2160079"/>
                <a:gd name="connsiteY167" fmla="*/ 151067 h 180879"/>
                <a:gd name="connsiteX168" fmla="*/ 335185 w 2160079"/>
                <a:gd name="connsiteY168" fmla="*/ 151067 h 180879"/>
                <a:gd name="connsiteX169" fmla="*/ 335185 w 2160079"/>
                <a:gd name="connsiteY169" fmla="*/ 180880 h 180879"/>
                <a:gd name="connsiteX170" fmla="*/ 297466 w 2160079"/>
                <a:gd name="connsiteY170" fmla="*/ 180880 h 180879"/>
                <a:gd name="connsiteX171" fmla="*/ 297466 w 2160079"/>
                <a:gd name="connsiteY171" fmla="*/ 117824 h 180879"/>
                <a:gd name="connsiteX172" fmla="*/ 302038 w 2160079"/>
                <a:gd name="connsiteY172" fmla="*/ 117824 h 180879"/>
                <a:gd name="connsiteX173" fmla="*/ 327279 w 2160079"/>
                <a:gd name="connsiteY173" fmla="*/ 48673 h 180879"/>
                <a:gd name="connsiteX174" fmla="*/ 328994 w 2160079"/>
                <a:gd name="connsiteY174" fmla="*/ 2953 h 180879"/>
                <a:gd name="connsiteX175" fmla="*/ 378905 w 2160079"/>
                <a:gd name="connsiteY175" fmla="*/ 2953 h 180879"/>
                <a:gd name="connsiteX176" fmla="*/ 378905 w 2160079"/>
                <a:gd name="connsiteY176" fmla="*/ 2953 h 180879"/>
                <a:gd name="connsiteX177" fmla="*/ 297466 w 2160079"/>
                <a:gd name="connsiteY177" fmla="*/ 67246 h 180879"/>
                <a:gd name="connsiteX178" fmla="*/ 298228 w 2160079"/>
                <a:gd name="connsiteY178" fmla="*/ 57626 h 180879"/>
                <a:gd name="connsiteX179" fmla="*/ 297466 w 2160079"/>
                <a:gd name="connsiteY179" fmla="*/ 48006 h 180879"/>
                <a:gd name="connsiteX180" fmla="*/ 297466 w 2160079"/>
                <a:gd name="connsiteY180" fmla="*/ 67246 h 180879"/>
                <a:gd name="connsiteX181" fmla="*/ 297466 w 2160079"/>
                <a:gd name="connsiteY181" fmla="*/ 48006 h 180879"/>
                <a:gd name="connsiteX182" fmla="*/ 297466 w 2160079"/>
                <a:gd name="connsiteY182" fmla="*/ 67246 h 180879"/>
                <a:gd name="connsiteX183" fmla="*/ 232410 w 2160079"/>
                <a:gd name="connsiteY183" fmla="*/ 112204 h 180879"/>
                <a:gd name="connsiteX184" fmla="*/ 231267 w 2160079"/>
                <a:gd name="connsiteY184" fmla="*/ 112204 h 180879"/>
                <a:gd name="connsiteX185" fmla="*/ 231267 w 2160079"/>
                <a:gd name="connsiteY185" fmla="*/ 79153 h 180879"/>
                <a:gd name="connsiteX186" fmla="*/ 255937 w 2160079"/>
                <a:gd name="connsiteY186" fmla="*/ 57626 h 180879"/>
                <a:gd name="connsiteX187" fmla="*/ 231267 w 2160079"/>
                <a:gd name="connsiteY187" fmla="*/ 35909 h 180879"/>
                <a:gd name="connsiteX188" fmla="*/ 231267 w 2160079"/>
                <a:gd name="connsiteY188" fmla="*/ 2857 h 180879"/>
                <a:gd name="connsiteX189" fmla="*/ 232410 w 2160079"/>
                <a:gd name="connsiteY189" fmla="*/ 2857 h 180879"/>
                <a:gd name="connsiteX190" fmla="*/ 297466 w 2160079"/>
                <a:gd name="connsiteY190" fmla="*/ 48006 h 180879"/>
                <a:gd name="connsiteX191" fmla="*/ 297466 w 2160079"/>
                <a:gd name="connsiteY191" fmla="*/ 48006 h 180879"/>
                <a:gd name="connsiteX192" fmla="*/ 297466 w 2160079"/>
                <a:gd name="connsiteY192" fmla="*/ 117729 h 180879"/>
                <a:gd name="connsiteX193" fmla="*/ 297466 w 2160079"/>
                <a:gd name="connsiteY193" fmla="*/ 180784 h 180879"/>
                <a:gd name="connsiteX194" fmla="*/ 296704 w 2160079"/>
                <a:gd name="connsiteY194" fmla="*/ 180784 h 180879"/>
                <a:gd name="connsiteX195" fmla="*/ 296704 w 2160079"/>
                <a:gd name="connsiteY195" fmla="*/ 117729 h 180879"/>
                <a:gd name="connsiteX196" fmla="*/ 297466 w 2160079"/>
                <a:gd name="connsiteY196" fmla="*/ 117729 h 180879"/>
                <a:gd name="connsiteX197" fmla="*/ 64103 w 2160079"/>
                <a:gd name="connsiteY197" fmla="*/ 0 h 180879"/>
                <a:gd name="connsiteX198" fmla="*/ 0 w 2160079"/>
                <a:gd name="connsiteY198" fmla="*/ 27908 h 180879"/>
                <a:gd name="connsiteX199" fmla="*/ 26479 w 2160079"/>
                <a:gd name="connsiteY199" fmla="*/ 52006 h 180879"/>
                <a:gd name="connsiteX200" fmla="*/ 62008 w 2160079"/>
                <a:gd name="connsiteY200" fmla="*/ 34671 h 180879"/>
                <a:gd name="connsiteX201" fmla="*/ 97346 w 2160079"/>
                <a:gd name="connsiteY201" fmla="*/ 60865 h 180879"/>
                <a:gd name="connsiteX202" fmla="*/ 44291 w 2160079"/>
                <a:gd name="connsiteY202" fmla="*/ 60865 h 180879"/>
                <a:gd name="connsiteX203" fmla="*/ 44291 w 2160079"/>
                <a:gd name="connsiteY203" fmla="*/ 91726 h 180879"/>
                <a:gd name="connsiteX204" fmla="*/ 97822 w 2160079"/>
                <a:gd name="connsiteY204" fmla="*/ 91726 h 180879"/>
                <a:gd name="connsiteX205" fmla="*/ 62103 w 2160079"/>
                <a:gd name="connsiteY205" fmla="*/ 119253 h 180879"/>
                <a:gd name="connsiteX206" fmla="*/ 26575 w 2160079"/>
                <a:gd name="connsiteY206" fmla="*/ 101917 h 180879"/>
                <a:gd name="connsiteX207" fmla="*/ 95 w 2160079"/>
                <a:gd name="connsiteY207" fmla="*/ 126016 h 180879"/>
                <a:gd name="connsiteX208" fmla="*/ 64199 w 2160079"/>
                <a:gd name="connsiteY208" fmla="*/ 153924 h 180879"/>
                <a:gd name="connsiteX209" fmla="*/ 142208 w 2160079"/>
                <a:gd name="connsiteY209" fmla="*/ 76962 h 180879"/>
                <a:gd name="connsiteX210" fmla="*/ 64103 w 2160079"/>
                <a:gd name="connsiteY210" fmla="*/ 0 h 180879"/>
                <a:gd name="connsiteX211" fmla="*/ 64103 w 2160079"/>
                <a:gd name="connsiteY211" fmla="*/ 0 h 180879"/>
                <a:gd name="connsiteX212" fmla="*/ 231267 w 2160079"/>
                <a:gd name="connsiteY212" fmla="*/ 2953 h 180879"/>
                <a:gd name="connsiteX213" fmla="*/ 231267 w 2160079"/>
                <a:gd name="connsiteY213" fmla="*/ 36004 h 180879"/>
                <a:gd name="connsiteX214" fmla="*/ 229934 w 2160079"/>
                <a:gd name="connsiteY214" fmla="*/ 36004 h 180879"/>
                <a:gd name="connsiteX215" fmla="*/ 206692 w 2160079"/>
                <a:gd name="connsiteY215" fmla="*/ 36004 h 180879"/>
                <a:gd name="connsiteX216" fmla="*/ 206692 w 2160079"/>
                <a:gd name="connsiteY216" fmla="*/ 79343 h 180879"/>
                <a:gd name="connsiteX217" fmla="*/ 229934 w 2160079"/>
                <a:gd name="connsiteY217" fmla="*/ 79343 h 180879"/>
                <a:gd name="connsiteX218" fmla="*/ 231267 w 2160079"/>
                <a:gd name="connsiteY218" fmla="*/ 79343 h 180879"/>
                <a:gd name="connsiteX219" fmla="*/ 231267 w 2160079"/>
                <a:gd name="connsiteY219" fmla="*/ 112395 h 180879"/>
                <a:gd name="connsiteX220" fmla="*/ 206597 w 2160079"/>
                <a:gd name="connsiteY220" fmla="*/ 112395 h 180879"/>
                <a:gd name="connsiteX221" fmla="*/ 206597 w 2160079"/>
                <a:gd name="connsiteY221" fmla="*/ 151067 h 180879"/>
                <a:gd name="connsiteX222" fmla="*/ 164687 w 2160079"/>
                <a:gd name="connsiteY222" fmla="*/ 151067 h 180879"/>
                <a:gd name="connsiteX223" fmla="*/ 164687 w 2160079"/>
                <a:gd name="connsiteY223" fmla="*/ 3048 h 180879"/>
                <a:gd name="connsiteX224" fmla="*/ 231267 w 2160079"/>
                <a:gd name="connsiteY224" fmla="*/ 3048 h 1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2160079" h="180879">
                  <a:moveTo>
                    <a:pt x="1921478" y="153924"/>
                  </a:moveTo>
                  <a:lnTo>
                    <a:pt x="1921478" y="119253"/>
                  </a:lnTo>
                  <a:cubicBezTo>
                    <a:pt x="1943862" y="119253"/>
                    <a:pt x="1961483" y="102584"/>
                    <a:pt x="1961483" y="76962"/>
                  </a:cubicBezTo>
                  <a:cubicBezTo>
                    <a:pt x="1961483" y="51340"/>
                    <a:pt x="1943957" y="34671"/>
                    <a:pt x="1921478" y="34671"/>
                  </a:cubicBezTo>
                  <a:lnTo>
                    <a:pt x="1921478" y="0"/>
                  </a:lnTo>
                  <a:cubicBezTo>
                    <a:pt x="1968818" y="0"/>
                    <a:pt x="2003774" y="32575"/>
                    <a:pt x="2003774" y="76962"/>
                  </a:cubicBezTo>
                  <a:cubicBezTo>
                    <a:pt x="2003774" y="121349"/>
                    <a:pt x="1968818" y="153924"/>
                    <a:pt x="1921478" y="153924"/>
                  </a:cubicBezTo>
                  <a:lnTo>
                    <a:pt x="1921478" y="153924"/>
                  </a:lnTo>
                  <a:close/>
                  <a:moveTo>
                    <a:pt x="2040731" y="2953"/>
                  </a:moveTo>
                  <a:lnTo>
                    <a:pt x="2038636" y="61913"/>
                  </a:lnTo>
                  <a:cubicBezTo>
                    <a:pt x="2037398" y="95345"/>
                    <a:pt x="2034159" y="117348"/>
                    <a:pt x="2017109" y="117348"/>
                  </a:cubicBezTo>
                  <a:cubicBezTo>
                    <a:pt x="2015204" y="117348"/>
                    <a:pt x="2013299" y="117158"/>
                    <a:pt x="2011394" y="116681"/>
                  </a:cubicBezTo>
                  <a:lnTo>
                    <a:pt x="2009108" y="150971"/>
                  </a:lnTo>
                  <a:cubicBezTo>
                    <a:pt x="2016062" y="152686"/>
                    <a:pt x="2022443" y="153543"/>
                    <a:pt x="2028158" y="153543"/>
                  </a:cubicBezTo>
                  <a:cubicBezTo>
                    <a:pt x="2065782" y="153543"/>
                    <a:pt x="2073593" y="118015"/>
                    <a:pt x="2075498" y="60293"/>
                  </a:cubicBezTo>
                  <a:lnTo>
                    <a:pt x="2076355" y="36195"/>
                  </a:lnTo>
                  <a:lnTo>
                    <a:pt x="2118836" y="36195"/>
                  </a:lnTo>
                  <a:lnTo>
                    <a:pt x="2118836" y="151067"/>
                  </a:lnTo>
                  <a:lnTo>
                    <a:pt x="2160080" y="151067"/>
                  </a:lnTo>
                  <a:lnTo>
                    <a:pt x="2160080" y="3048"/>
                  </a:lnTo>
                  <a:lnTo>
                    <a:pt x="2040731" y="3048"/>
                  </a:lnTo>
                  <a:close/>
                  <a:moveTo>
                    <a:pt x="1921478" y="0"/>
                  </a:moveTo>
                  <a:lnTo>
                    <a:pt x="1921478" y="34671"/>
                  </a:lnTo>
                  <a:cubicBezTo>
                    <a:pt x="1899095" y="34671"/>
                    <a:pt x="1881473" y="51340"/>
                    <a:pt x="1881473" y="76962"/>
                  </a:cubicBezTo>
                  <a:cubicBezTo>
                    <a:pt x="1881473" y="102584"/>
                    <a:pt x="1898999" y="119253"/>
                    <a:pt x="1921478" y="119253"/>
                  </a:cubicBezTo>
                  <a:lnTo>
                    <a:pt x="1921478" y="153924"/>
                  </a:lnTo>
                  <a:cubicBezTo>
                    <a:pt x="1880426" y="153924"/>
                    <a:pt x="1848707" y="129445"/>
                    <a:pt x="1840992" y="93917"/>
                  </a:cubicBezTo>
                  <a:lnTo>
                    <a:pt x="1840992" y="59912"/>
                  </a:lnTo>
                  <a:cubicBezTo>
                    <a:pt x="1848707" y="24479"/>
                    <a:pt x="1880426" y="0"/>
                    <a:pt x="1921478" y="0"/>
                  </a:cubicBezTo>
                  <a:lnTo>
                    <a:pt x="1921478" y="0"/>
                  </a:lnTo>
                  <a:close/>
                  <a:moveTo>
                    <a:pt x="1840992" y="36100"/>
                  </a:moveTo>
                  <a:lnTo>
                    <a:pt x="1842611" y="36100"/>
                  </a:lnTo>
                  <a:lnTo>
                    <a:pt x="1842802" y="2857"/>
                  </a:lnTo>
                  <a:lnTo>
                    <a:pt x="1840992" y="2857"/>
                  </a:lnTo>
                  <a:lnTo>
                    <a:pt x="1840992" y="36100"/>
                  </a:lnTo>
                  <a:close/>
                  <a:moveTo>
                    <a:pt x="1840992" y="2953"/>
                  </a:moveTo>
                  <a:lnTo>
                    <a:pt x="1840992" y="36195"/>
                  </a:lnTo>
                  <a:lnTo>
                    <a:pt x="1775555" y="36195"/>
                  </a:lnTo>
                  <a:lnTo>
                    <a:pt x="1775555" y="151067"/>
                  </a:lnTo>
                  <a:lnTo>
                    <a:pt x="1734312" y="151067"/>
                  </a:lnTo>
                  <a:lnTo>
                    <a:pt x="1734312" y="3048"/>
                  </a:lnTo>
                  <a:lnTo>
                    <a:pt x="1840992" y="3048"/>
                  </a:lnTo>
                  <a:lnTo>
                    <a:pt x="1840992" y="2953"/>
                  </a:lnTo>
                  <a:close/>
                  <a:moveTo>
                    <a:pt x="1840992" y="59912"/>
                  </a:moveTo>
                  <a:cubicBezTo>
                    <a:pt x="1839849" y="65342"/>
                    <a:pt x="1839182" y="71056"/>
                    <a:pt x="1839182" y="76962"/>
                  </a:cubicBezTo>
                  <a:cubicBezTo>
                    <a:pt x="1839182" y="82867"/>
                    <a:pt x="1839849" y="88487"/>
                    <a:pt x="1840992" y="93917"/>
                  </a:cubicBezTo>
                  <a:lnTo>
                    <a:pt x="1840992" y="59912"/>
                  </a:lnTo>
                  <a:lnTo>
                    <a:pt x="1840992" y="59912"/>
                  </a:lnTo>
                  <a:close/>
                  <a:moveTo>
                    <a:pt x="1457135" y="153924"/>
                  </a:moveTo>
                  <a:lnTo>
                    <a:pt x="1457135" y="119253"/>
                  </a:lnTo>
                  <a:cubicBezTo>
                    <a:pt x="1479518" y="119253"/>
                    <a:pt x="1497139" y="102584"/>
                    <a:pt x="1497139" y="76962"/>
                  </a:cubicBezTo>
                  <a:cubicBezTo>
                    <a:pt x="1497139" y="51340"/>
                    <a:pt x="1479614" y="34671"/>
                    <a:pt x="1457135" y="34671"/>
                  </a:cubicBezTo>
                  <a:lnTo>
                    <a:pt x="1457135" y="0"/>
                  </a:lnTo>
                  <a:cubicBezTo>
                    <a:pt x="1504474" y="0"/>
                    <a:pt x="1539431" y="32575"/>
                    <a:pt x="1539431" y="76962"/>
                  </a:cubicBezTo>
                  <a:cubicBezTo>
                    <a:pt x="1539335" y="121349"/>
                    <a:pt x="1504474" y="153924"/>
                    <a:pt x="1457135" y="153924"/>
                  </a:cubicBezTo>
                  <a:lnTo>
                    <a:pt x="1457135" y="153924"/>
                  </a:lnTo>
                  <a:close/>
                  <a:moveTo>
                    <a:pt x="1660779" y="2953"/>
                  </a:moveTo>
                  <a:lnTo>
                    <a:pt x="1660779" y="58579"/>
                  </a:lnTo>
                  <a:lnTo>
                    <a:pt x="1603724" y="58579"/>
                  </a:lnTo>
                  <a:lnTo>
                    <a:pt x="1603724" y="2953"/>
                  </a:lnTo>
                  <a:lnTo>
                    <a:pt x="1561814" y="2953"/>
                  </a:lnTo>
                  <a:lnTo>
                    <a:pt x="1561814" y="150971"/>
                  </a:lnTo>
                  <a:lnTo>
                    <a:pt x="1603724" y="150971"/>
                  </a:lnTo>
                  <a:lnTo>
                    <a:pt x="1603724" y="93250"/>
                  </a:lnTo>
                  <a:lnTo>
                    <a:pt x="1660779" y="93250"/>
                  </a:lnTo>
                  <a:lnTo>
                    <a:pt x="1660779" y="150971"/>
                  </a:lnTo>
                  <a:lnTo>
                    <a:pt x="1702689" y="150971"/>
                  </a:lnTo>
                  <a:lnTo>
                    <a:pt x="1702689" y="2953"/>
                  </a:lnTo>
                  <a:lnTo>
                    <a:pt x="1660779" y="2953"/>
                  </a:lnTo>
                  <a:close/>
                  <a:moveTo>
                    <a:pt x="1457135" y="0"/>
                  </a:moveTo>
                  <a:lnTo>
                    <a:pt x="1457135" y="34671"/>
                  </a:lnTo>
                  <a:cubicBezTo>
                    <a:pt x="1434751" y="34671"/>
                    <a:pt x="1417130" y="51340"/>
                    <a:pt x="1417130" y="76962"/>
                  </a:cubicBezTo>
                  <a:cubicBezTo>
                    <a:pt x="1417130" y="102584"/>
                    <a:pt x="1434656" y="119253"/>
                    <a:pt x="1457135" y="119253"/>
                  </a:cubicBezTo>
                  <a:lnTo>
                    <a:pt x="1457135" y="153924"/>
                  </a:lnTo>
                  <a:cubicBezTo>
                    <a:pt x="1409795" y="153924"/>
                    <a:pt x="1374839" y="121349"/>
                    <a:pt x="1374839" y="76962"/>
                  </a:cubicBezTo>
                  <a:cubicBezTo>
                    <a:pt x="1374839" y="32575"/>
                    <a:pt x="1409700" y="0"/>
                    <a:pt x="1457135" y="0"/>
                  </a:cubicBezTo>
                  <a:lnTo>
                    <a:pt x="1457135" y="0"/>
                  </a:lnTo>
                  <a:close/>
                  <a:moveTo>
                    <a:pt x="378905" y="150971"/>
                  </a:moveTo>
                  <a:lnTo>
                    <a:pt x="378905" y="117729"/>
                  </a:lnTo>
                  <a:lnTo>
                    <a:pt x="406908" y="117729"/>
                  </a:lnTo>
                  <a:lnTo>
                    <a:pt x="406908" y="36100"/>
                  </a:lnTo>
                  <a:lnTo>
                    <a:pt x="378905" y="36100"/>
                  </a:lnTo>
                  <a:lnTo>
                    <a:pt x="378905" y="2857"/>
                  </a:lnTo>
                  <a:lnTo>
                    <a:pt x="448151" y="2857"/>
                  </a:lnTo>
                  <a:lnTo>
                    <a:pt x="448151" y="117729"/>
                  </a:lnTo>
                  <a:lnTo>
                    <a:pt x="468249" y="117729"/>
                  </a:lnTo>
                  <a:lnTo>
                    <a:pt x="468249" y="180784"/>
                  </a:lnTo>
                  <a:lnTo>
                    <a:pt x="429959" y="180784"/>
                  </a:lnTo>
                  <a:lnTo>
                    <a:pt x="429959" y="150971"/>
                  </a:lnTo>
                  <a:lnTo>
                    <a:pt x="378905" y="150971"/>
                  </a:lnTo>
                  <a:lnTo>
                    <a:pt x="378905" y="150971"/>
                  </a:lnTo>
                  <a:close/>
                  <a:moveTo>
                    <a:pt x="539496" y="0"/>
                  </a:moveTo>
                  <a:cubicBezTo>
                    <a:pt x="511969" y="0"/>
                    <a:pt x="489775" y="9906"/>
                    <a:pt x="475393" y="27908"/>
                  </a:cubicBezTo>
                  <a:lnTo>
                    <a:pt x="501872" y="52006"/>
                  </a:lnTo>
                  <a:cubicBezTo>
                    <a:pt x="511397" y="40767"/>
                    <a:pt x="523018" y="34671"/>
                    <a:pt x="537401" y="34671"/>
                  </a:cubicBezTo>
                  <a:cubicBezTo>
                    <a:pt x="554927" y="34671"/>
                    <a:pt x="567881" y="44577"/>
                    <a:pt x="572738" y="60865"/>
                  </a:cubicBezTo>
                  <a:lnTo>
                    <a:pt x="519684" y="60865"/>
                  </a:lnTo>
                  <a:lnTo>
                    <a:pt x="519684" y="91726"/>
                  </a:lnTo>
                  <a:lnTo>
                    <a:pt x="573215" y="91726"/>
                  </a:lnTo>
                  <a:cubicBezTo>
                    <a:pt x="568547" y="108680"/>
                    <a:pt x="555498" y="119253"/>
                    <a:pt x="537496" y="119253"/>
                  </a:cubicBezTo>
                  <a:cubicBezTo>
                    <a:pt x="523113" y="119253"/>
                    <a:pt x="511492" y="113157"/>
                    <a:pt x="501967" y="101917"/>
                  </a:cubicBezTo>
                  <a:lnTo>
                    <a:pt x="475488" y="126016"/>
                  </a:lnTo>
                  <a:cubicBezTo>
                    <a:pt x="489871" y="144018"/>
                    <a:pt x="512064" y="153924"/>
                    <a:pt x="539591" y="153924"/>
                  </a:cubicBezTo>
                  <a:cubicBezTo>
                    <a:pt x="585026" y="153924"/>
                    <a:pt x="617601" y="122015"/>
                    <a:pt x="617601" y="76962"/>
                  </a:cubicBezTo>
                  <a:cubicBezTo>
                    <a:pt x="617506" y="31909"/>
                    <a:pt x="584930" y="0"/>
                    <a:pt x="539496" y="0"/>
                  </a:cubicBezTo>
                  <a:lnTo>
                    <a:pt x="539496" y="0"/>
                  </a:lnTo>
                  <a:close/>
                  <a:moveTo>
                    <a:pt x="739140" y="2953"/>
                  </a:moveTo>
                  <a:lnTo>
                    <a:pt x="739140" y="58579"/>
                  </a:lnTo>
                  <a:lnTo>
                    <a:pt x="682085" y="58579"/>
                  </a:lnTo>
                  <a:lnTo>
                    <a:pt x="682085" y="2953"/>
                  </a:lnTo>
                  <a:lnTo>
                    <a:pt x="640175" y="2953"/>
                  </a:lnTo>
                  <a:lnTo>
                    <a:pt x="640175" y="150971"/>
                  </a:lnTo>
                  <a:lnTo>
                    <a:pt x="682085" y="150971"/>
                  </a:lnTo>
                  <a:lnTo>
                    <a:pt x="682085" y="93250"/>
                  </a:lnTo>
                  <a:lnTo>
                    <a:pt x="739140" y="93250"/>
                  </a:lnTo>
                  <a:lnTo>
                    <a:pt x="739140" y="150971"/>
                  </a:lnTo>
                  <a:lnTo>
                    <a:pt x="781050" y="150971"/>
                  </a:lnTo>
                  <a:lnTo>
                    <a:pt x="781050" y="2953"/>
                  </a:lnTo>
                  <a:lnTo>
                    <a:pt x="739140" y="2953"/>
                  </a:lnTo>
                  <a:lnTo>
                    <a:pt x="739140" y="2953"/>
                  </a:lnTo>
                  <a:close/>
                  <a:moveTo>
                    <a:pt x="863918" y="0"/>
                  </a:moveTo>
                  <a:cubicBezTo>
                    <a:pt x="836390" y="0"/>
                    <a:pt x="814197" y="9906"/>
                    <a:pt x="799814" y="27908"/>
                  </a:cubicBezTo>
                  <a:lnTo>
                    <a:pt x="826294" y="52006"/>
                  </a:lnTo>
                  <a:cubicBezTo>
                    <a:pt x="835819" y="40767"/>
                    <a:pt x="847439" y="34671"/>
                    <a:pt x="861822" y="34671"/>
                  </a:cubicBezTo>
                  <a:cubicBezTo>
                    <a:pt x="879348" y="34671"/>
                    <a:pt x="892302" y="44577"/>
                    <a:pt x="897160" y="60865"/>
                  </a:cubicBezTo>
                  <a:lnTo>
                    <a:pt x="844106" y="60865"/>
                  </a:lnTo>
                  <a:lnTo>
                    <a:pt x="844106" y="91726"/>
                  </a:lnTo>
                  <a:lnTo>
                    <a:pt x="897636" y="91726"/>
                  </a:lnTo>
                  <a:cubicBezTo>
                    <a:pt x="892969" y="108680"/>
                    <a:pt x="879920" y="119253"/>
                    <a:pt x="861917" y="119253"/>
                  </a:cubicBezTo>
                  <a:cubicBezTo>
                    <a:pt x="847535" y="119253"/>
                    <a:pt x="835914" y="113157"/>
                    <a:pt x="826389" y="101917"/>
                  </a:cubicBezTo>
                  <a:lnTo>
                    <a:pt x="799910" y="126016"/>
                  </a:lnTo>
                  <a:cubicBezTo>
                    <a:pt x="814292" y="144018"/>
                    <a:pt x="836486" y="153924"/>
                    <a:pt x="864013" y="153924"/>
                  </a:cubicBezTo>
                  <a:cubicBezTo>
                    <a:pt x="909447" y="153924"/>
                    <a:pt x="942023" y="122015"/>
                    <a:pt x="942023" y="76962"/>
                  </a:cubicBezTo>
                  <a:cubicBezTo>
                    <a:pt x="941927" y="31909"/>
                    <a:pt x="909352" y="0"/>
                    <a:pt x="863918" y="0"/>
                  </a:cubicBezTo>
                  <a:lnTo>
                    <a:pt x="863918" y="0"/>
                  </a:lnTo>
                  <a:close/>
                  <a:moveTo>
                    <a:pt x="1036701" y="153924"/>
                  </a:moveTo>
                  <a:cubicBezTo>
                    <a:pt x="1063943" y="153924"/>
                    <a:pt x="1085945" y="144018"/>
                    <a:pt x="1100328" y="126016"/>
                  </a:cubicBezTo>
                  <a:lnTo>
                    <a:pt x="1073658" y="101917"/>
                  </a:lnTo>
                  <a:cubicBezTo>
                    <a:pt x="1064324" y="113157"/>
                    <a:pt x="1052894" y="119253"/>
                    <a:pt x="1038797" y="119253"/>
                  </a:cubicBezTo>
                  <a:cubicBezTo>
                    <a:pt x="1014508" y="119253"/>
                    <a:pt x="997553" y="102299"/>
                    <a:pt x="997553" y="76962"/>
                  </a:cubicBezTo>
                  <a:cubicBezTo>
                    <a:pt x="997553" y="51625"/>
                    <a:pt x="1014508" y="34671"/>
                    <a:pt x="1038797" y="34671"/>
                  </a:cubicBezTo>
                  <a:cubicBezTo>
                    <a:pt x="1052989" y="34671"/>
                    <a:pt x="1064419" y="40767"/>
                    <a:pt x="1073658" y="52006"/>
                  </a:cubicBezTo>
                  <a:lnTo>
                    <a:pt x="1100328" y="27908"/>
                  </a:lnTo>
                  <a:cubicBezTo>
                    <a:pt x="1085945" y="9906"/>
                    <a:pt x="1063943" y="0"/>
                    <a:pt x="1036701" y="0"/>
                  </a:cubicBezTo>
                  <a:cubicBezTo>
                    <a:pt x="989743" y="0"/>
                    <a:pt x="955262" y="31909"/>
                    <a:pt x="955262" y="76962"/>
                  </a:cubicBezTo>
                  <a:cubicBezTo>
                    <a:pt x="955262" y="122015"/>
                    <a:pt x="989743" y="153924"/>
                    <a:pt x="1036701" y="153924"/>
                  </a:cubicBezTo>
                  <a:lnTo>
                    <a:pt x="1036701" y="153924"/>
                  </a:lnTo>
                  <a:close/>
                  <a:moveTo>
                    <a:pt x="1352836" y="150971"/>
                  </a:moveTo>
                  <a:lnTo>
                    <a:pt x="1352455" y="2953"/>
                  </a:lnTo>
                  <a:lnTo>
                    <a:pt x="1317974" y="2953"/>
                  </a:lnTo>
                  <a:lnTo>
                    <a:pt x="1267301" y="88392"/>
                  </a:lnTo>
                  <a:lnTo>
                    <a:pt x="1215295" y="2953"/>
                  </a:lnTo>
                  <a:lnTo>
                    <a:pt x="1180814" y="2953"/>
                  </a:lnTo>
                  <a:lnTo>
                    <a:pt x="1180814" y="150971"/>
                  </a:lnTo>
                  <a:lnTo>
                    <a:pt x="1219295" y="150971"/>
                  </a:lnTo>
                  <a:lnTo>
                    <a:pt x="1219295" y="74200"/>
                  </a:lnTo>
                  <a:lnTo>
                    <a:pt x="1257300" y="136398"/>
                  </a:lnTo>
                  <a:lnTo>
                    <a:pt x="1275874" y="136398"/>
                  </a:lnTo>
                  <a:lnTo>
                    <a:pt x="1313879" y="72485"/>
                  </a:lnTo>
                  <a:lnTo>
                    <a:pt x="1314069" y="150971"/>
                  </a:lnTo>
                  <a:lnTo>
                    <a:pt x="1352836" y="150971"/>
                  </a:lnTo>
                  <a:close/>
                  <a:moveTo>
                    <a:pt x="378905" y="2953"/>
                  </a:moveTo>
                  <a:lnTo>
                    <a:pt x="378905" y="36195"/>
                  </a:lnTo>
                  <a:lnTo>
                    <a:pt x="364427" y="36195"/>
                  </a:lnTo>
                  <a:lnTo>
                    <a:pt x="363760" y="52292"/>
                  </a:lnTo>
                  <a:cubicBezTo>
                    <a:pt x="362712" y="81248"/>
                    <a:pt x="359569" y="105346"/>
                    <a:pt x="350901" y="117824"/>
                  </a:cubicBezTo>
                  <a:lnTo>
                    <a:pt x="378905" y="117824"/>
                  </a:lnTo>
                  <a:lnTo>
                    <a:pt x="378905" y="151067"/>
                  </a:lnTo>
                  <a:lnTo>
                    <a:pt x="335185" y="151067"/>
                  </a:lnTo>
                  <a:lnTo>
                    <a:pt x="335185" y="180880"/>
                  </a:lnTo>
                  <a:lnTo>
                    <a:pt x="297466" y="180880"/>
                  </a:lnTo>
                  <a:lnTo>
                    <a:pt x="297466" y="117824"/>
                  </a:lnTo>
                  <a:lnTo>
                    <a:pt x="302038" y="117824"/>
                  </a:lnTo>
                  <a:cubicBezTo>
                    <a:pt x="320897" y="117443"/>
                    <a:pt x="325755" y="88201"/>
                    <a:pt x="327279" y="48673"/>
                  </a:cubicBezTo>
                  <a:lnTo>
                    <a:pt x="328994" y="2953"/>
                  </a:lnTo>
                  <a:lnTo>
                    <a:pt x="378905" y="2953"/>
                  </a:lnTo>
                  <a:lnTo>
                    <a:pt x="378905" y="2953"/>
                  </a:lnTo>
                  <a:close/>
                  <a:moveTo>
                    <a:pt x="297466" y="67246"/>
                  </a:moveTo>
                  <a:cubicBezTo>
                    <a:pt x="297942" y="64198"/>
                    <a:pt x="298228" y="60960"/>
                    <a:pt x="298228" y="57626"/>
                  </a:cubicBezTo>
                  <a:cubicBezTo>
                    <a:pt x="298228" y="54292"/>
                    <a:pt x="297942" y="51054"/>
                    <a:pt x="297466" y="48006"/>
                  </a:cubicBezTo>
                  <a:lnTo>
                    <a:pt x="297466" y="67246"/>
                  </a:lnTo>
                  <a:close/>
                  <a:moveTo>
                    <a:pt x="297466" y="48006"/>
                  </a:moveTo>
                  <a:lnTo>
                    <a:pt x="297466" y="67246"/>
                  </a:lnTo>
                  <a:cubicBezTo>
                    <a:pt x="292989" y="95250"/>
                    <a:pt x="268796" y="112204"/>
                    <a:pt x="232410" y="112204"/>
                  </a:cubicBezTo>
                  <a:lnTo>
                    <a:pt x="231267" y="112204"/>
                  </a:lnTo>
                  <a:lnTo>
                    <a:pt x="231267" y="79153"/>
                  </a:lnTo>
                  <a:cubicBezTo>
                    <a:pt x="247650" y="78772"/>
                    <a:pt x="255937" y="70771"/>
                    <a:pt x="255937" y="57626"/>
                  </a:cubicBezTo>
                  <a:cubicBezTo>
                    <a:pt x="255937" y="44291"/>
                    <a:pt x="247745" y="36290"/>
                    <a:pt x="231267" y="35909"/>
                  </a:cubicBezTo>
                  <a:lnTo>
                    <a:pt x="231267" y="2857"/>
                  </a:lnTo>
                  <a:lnTo>
                    <a:pt x="232410" y="2857"/>
                  </a:lnTo>
                  <a:cubicBezTo>
                    <a:pt x="268891" y="2953"/>
                    <a:pt x="293084" y="19907"/>
                    <a:pt x="297466" y="48006"/>
                  </a:cubicBezTo>
                  <a:lnTo>
                    <a:pt x="297466" y="48006"/>
                  </a:lnTo>
                  <a:close/>
                  <a:moveTo>
                    <a:pt x="297466" y="117729"/>
                  </a:moveTo>
                  <a:lnTo>
                    <a:pt x="297466" y="180784"/>
                  </a:lnTo>
                  <a:lnTo>
                    <a:pt x="296704" y="180784"/>
                  </a:lnTo>
                  <a:lnTo>
                    <a:pt x="296704" y="117729"/>
                  </a:lnTo>
                  <a:lnTo>
                    <a:pt x="297466" y="117729"/>
                  </a:lnTo>
                  <a:close/>
                  <a:moveTo>
                    <a:pt x="64103" y="0"/>
                  </a:moveTo>
                  <a:cubicBezTo>
                    <a:pt x="36576" y="0"/>
                    <a:pt x="14383" y="9906"/>
                    <a:pt x="0" y="27908"/>
                  </a:cubicBezTo>
                  <a:lnTo>
                    <a:pt x="26479" y="52006"/>
                  </a:lnTo>
                  <a:cubicBezTo>
                    <a:pt x="36004" y="40767"/>
                    <a:pt x="47625" y="34671"/>
                    <a:pt x="62008" y="34671"/>
                  </a:cubicBezTo>
                  <a:cubicBezTo>
                    <a:pt x="79534" y="34671"/>
                    <a:pt x="92488" y="44577"/>
                    <a:pt x="97346" y="60865"/>
                  </a:cubicBezTo>
                  <a:lnTo>
                    <a:pt x="44291" y="60865"/>
                  </a:lnTo>
                  <a:lnTo>
                    <a:pt x="44291" y="91726"/>
                  </a:lnTo>
                  <a:lnTo>
                    <a:pt x="97822" y="91726"/>
                  </a:lnTo>
                  <a:cubicBezTo>
                    <a:pt x="93154" y="108680"/>
                    <a:pt x="80010" y="119253"/>
                    <a:pt x="62103" y="119253"/>
                  </a:cubicBezTo>
                  <a:cubicBezTo>
                    <a:pt x="47720" y="119253"/>
                    <a:pt x="36100" y="113157"/>
                    <a:pt x="26575" y="101917"/>
                  </a:cubicBezTo>
                  <a:lnTo>
                    <a:pt x="95" y="126016"/>
                  </a:lnTo>
                  <a:cubicBezTo>
                    <a:pt x="14478" y="144018"/>
                    <a:pt x="36671" y="153924"/>
                    <a:pt x="64199" y="153924"/>
                  </a:cubicBezTo>
                  <a:cubicBezTo>
                    <a:pt x="109633" y="153924"/>
                    <a:pt x="142208" y="122015"/>
                    <a:pt x="142208" y="76962"/>
                  </a:cubicBezTo>
                  <a:cubicBezTo>
                    <a:pt x="142113" y="31909"/>
                    <a:pt x="109633" y="0"/>
                    <a:pt x="64103" y="0"/>
                  </a:cubicBezTo>
                  <a:lnTo>
                    <a:pt x="64103" y="0"/>
                  </a:lnTo>
                  <a:close/>
                  <a:moveTo>
                    <a:pt x="231267" y="2953"/>
                  </a:moveTo>
                  <a:lnTo>
                    <a:pt x="231267" y="36004"/>
                  </a:lnTo>
                  <a:lnTo>
                    <a:pt x="229934" y="36004"/>
                  </a:lnTo>
                  <a:lnTo>
                    <a:pt x="206692" y="36004"/>
                  </a:lnTo>
                  <a:lnTo>
                    <a:pt x="206692" y="79343"/>
                  </a:lnTo>
                  <a:lnTo>
                    <a:pt x="229934" y="79343"/>
                  </a:lnTo>
                  <a:lnTo>
                    <a:pt x="231267" y="79343"/>
                  </a:lnTo>
                  <a:lnTo>
                    <a:pt x="231267" y="112395"/>
                  </a:lnTo>
                  <a:lnTo>
                    <a:pt x="206597" y="112395"/>
                  </a:lnTo>
                  <a:lnTo>
                    <a:pt x="206597" y="151067"/>
                  </a:lnTo>
                  <a:lnTo>
                    <a:pt x="164687" y="151067"/>
                  </a:lnTo>
                  <a:lnTo>
                    <a:pt x="164687" y="3048"/>
                  </a:lnTo>
                  <a:lnTo>
                    <a:pt x="231267" y="3048"/>
                  </a:lnTo>
                  <a:close/>
                </a:path>
              </a:pathLst>
            </a:custGeom>
            <a:solidFill>
              <a:srgbClr val="0DB0B3"/>
            </a:solidFill>
            <a:ln w="9525" cap="flat">
              <a:noFill/>
              <a:prstDash val="solid"/>
              <a:miter/>
            </a:ln>
          </p:spPr>
          <p:txBody>
            <a:bodyPr rtlCol="0" anchor="ctr"/>
            <a:lstStyle/>
            <a:p>
              <a:endParaRPr lang="mn-MN" sz="2040"/>
            </a:p>
          </p:txBody>
        </p:sp>
        <p:sp>
          <p:nvSpPr>
            <p:cNvPr id="7" name="Freeform: Shape 6">
              <a:extLst>
                <a:ext uri="{FF2B5EF4-FFF2-40B4-BE49-F238E27FC236}">
                  <a16:creationId xmlns:a16="http://schemas.microsoft.com/office/drawing/2014/main" id="{0B6E38AC-D286-4194-7A96-B84635BE77C4}"/>
                </a:ext>
              </a:extLst>
            </p:cNvPr>
            <p:cNvSpPr/>
            <p:nvPr/>
          </p:nvSpPr>
          <p:spPr>
            <a:xfrm>
              <a:off x="2452782" y="3032505"/>
              <a:ext cx="1013841" cy="124110"/>
            </a:xfrm>
            <a:custGeom>
              <a:avLst/>
              <a:gdLst>
                <a:gd name="connsiteX0" fmla="*/ 72390 w 1013841"/>
                <a:gd name="connsiteY0" fmla="*/ 1143 h 124110"/>
                <a:gd name="connsiteX1" fmla="*/ 72390 w 1013841"/>
                <a:gd name="connsiteY1" fmla="*/ 44577 h 124110"/>
                <a:gd name="connsiteX2" fmla="*/ 14383 w 1013841"/>
                <a:gd name="connsiteY2" fmla="*/ 44577 h 124110"/>
                <a:gd name="connsiteX3" fmla="*/ 14383 w 1013841"/>
                <a:gd name="connsiteY3" fmla="*/ 1143 h 124110"/>
                <a:gd name="connsiteX4" fmla="*/ 0 w 1013841"/>
                <a:gd name="connsiteY4" fmla="*/ 1143 h 124110"/>
                <a:gd name="connsiteX5" fmla="*/ 0 w 1013841"/>
                <a:gd name="connsiteY5" fmla="*/ 102108 h 124110"/>
                <a:gd name="connsiteX6" fmla="*/ 14383 w 1013841"/>
                <a:gd name="connsiteY6" fmla="*/ 102108 h 124110"/>
                <a:gd name="connsiteX7" fmla="*/ 14383 w 1013841"/>
                <a:gd name="connsiteY7" fmla="*/ 57150 h 124110"/>
                <a:gd name="connsiteX8" fmla="*/ 72390 w 1013841"/>
                <a:gd name="connsiteY8" fmla="*/ 57150 h 124110"/>
                <a:gd name="connsiteX9" fmla="*/ 72390 w 1013841"/>
                <a:gd name="connsiteY9" fmla="*/ 102108 h 124110"/>
                <a:gd name="connsiteX10" fmla="*/ 86773 w 1013841"/>
                <a:gd name="connsiteY10" fmla="*/ 102108 h 124110"/>
                <a:gd name="connsiteX11" fmla="*/ 86773 w 1013841"/>
                <a:gd name="connsiteY11" fmla="*/ 1143 h 124110"/>
                <a:gd name="connsiteX12" fmla="*/ 72390 w 1013841"/>
                <a:gd name="connsiteY12" fmla="*/ 1143 h 124110"/>
                <a:gd name="connsiteX13" fmla="*/ 72390 w 1013841"/>
                <a:gd name="connsiteY13" fmla="*/ 1143 h 124110"/>
                <a:gd name="connsiteX14" fmla="*/ 231172 w 1013841"/>
                <a:gd name="connsiteY14" fmla="*/ 0 h 124110"/>
                <a:gd name="connsiteX15" fmla="*/ 191834 w 1013841"/>
                <a:gd name="connsiteY15" fmla="*/ 15907 h 124110"/>
                <a:gd name="connsiteX16" fmla="*/ 200882 w 1013841"/>
                <a:gd name="connsiteY16" fmla="*/ 24955 h 124110"/>
                <a:gd name="connsiteX17" fmla="*/ 230410 w 1013841"/>
                <a:gd name="connsiteY17" fmla="*/ 12954 h 124110"/>
                <a:gd name="connsiteX18" fmla="*/ 266891 w 1013841"/>
                <a:gd name="connsiteY18" fmla="*/ 44863 h 124110"/>
                <a:gd name="connsiteX19" fmla="*/ 218123 w 1013841"/>
                <a:gd name="connsiteY19" fmla="*/ 44863 h 124110"/>
                <a:gd name="connsiteX20" fmla="*/ 218123 w 1013841"/>
                <a:gd name="connsiteY20" fmla="*/ 56674 h 124110"/>
                <a:gd name="connsiteX21" fmla="*/ 266986 w 1013841"/>
                <a:gd name="connsiteY21" fmla="*/ 56674 h 124110"/>
                <a:gd name="connsiteX22" fmla="*/ 230315 w 1013841"/>
                <a:gd name="connsiteY22" fmla="*/ 90297 h 124110"/>
                <a:gd name="connsiteX23" fmla="*/ 200787 w 1013841"/>
                <a:gd name="connsiteY23" fmla="*/ 78296 h 124110"/>
                <a:gd name="connsiteX24" fmla="*/ 191738 w 1013841"/>
                <a:gd name="connsiteY24" fmla="*/ 87344 h 124110"/>
                <a:gd name="connsiteX25" fmla="*/ 231077 w 1013841"/>
                <a:gd name="connsiteY25" fmla="*/ 103251 h 124110"/>
                <a:gd name="connsiteX26" fmla="*/ 281845 w 1013841"/>
                <a:gd name="connsiteY26" fmla="*/ 51625 h 124110"/>
                <a:gd name="connsiteX27" fmla="*/ 231172 w 1013841"/>
                <a:gd name="connsiteY27" fmla="*/ 0 h 124110"/>
                <a:gd name="connsiteX28" fmla="*/ 231172 w 1013841"/>
                <a:gd name="connsiteY28" fmla="*/ 0 h 124110"/>
                <a:gd name="connsiteX29" fmla="*/ 456629 w 1013841"/>
                <a:gd name="connsiteY29" fmla="*/ 1143 h 124110"/>
                <a:gd name="connsiteX30" fmla="*/ 390430 w 1013841"/>
                <a:gd name="connsiteY30" fmla="*/ 1143 h 124110"/>
                <a:gd name="connsiteX31" fmla="*/ 390430 w 1013841"/>
                <a:gd name="connsiteY31" fmla="*/ 102108 h 124110"/>
                <a:gd name="connsiteX32" fmla="*/ 404717 w 1013841"/>
                <a:gd name="connsiteY32" fmla="*/ 102108 h 124110"/>
                <a:gd name="connsiteX33" fmla="*/ 404622 w 1013841"/>
                <a:gd name="connsiteY33" fmla="*/ 13716 h 124110"/>
                <a:gd name="connsiteX34" fmla="*/ 456533 w 1013841"/>
                <a:gd name="connsiteY34" fmla="*/ 13716 h 124110"/>
                <a:gd name="connsiteX35" fmla="*/ 456629 w 1013841"/>
                <a:gd name="connsiteY35" fmla="*/ 1143 h 124110"/>
                <a:gd name="connsiteX36" fmla="*/ 456629 w 1013841"/>
                <a:gd name="connsiteY36" fmla="*/ 1143 h 124110"/>
                <a:gd name="connsiteX37" fmla="*/ 627507 w 1013841"/>
                <a:gd name="connsiteY37" fmla="*/ 89535 h 124110"/>
                <a:gd name="connsiteX38" fmla="*/ 627507 w 1013841"/>
                <a:gd name="connsiteY38" fmla="*/ 1143 h 124110"/>
                <a:gd name="connsiteX39" fmla="*/ 556641 w 1013841"/>
                <a:gd name="connsiteY39" fmla="*/ 1143 h 124110"/>
                <a:gd name="connsiteX40" fmla="*/ 555593 w 1013841"/>
                <a:gd name="connsiteY40" fmla="*/ 33623 h 124110"/>
                <a:gd name="connsiteX41" fmla="*/ 537401 w 1013841"/>
                <a:gd name="connsiteY41" fmla="*/ 89535 h 124110"/>
                <a:gd name="connsiteX42" fmla="*/ 532543 w 1013841"/>
                <a:gd name="connsiteY42" fmla="*/ 89535 h 124110"/>
                <a:gd name="connsiteX43" fmla="*/ 532448 w 1013841"/>
                <a:gd name="connsiteY43" fmla="*/ 124111 h 124110"/>
                <a:gd name="connsiteX44" fmla="*/ 545878 w 1013841"/>
                <a:gd name="connsiteY44" fmla="*/ 124111 h 124110"/>
                <a:gd name="connsiteX45" fmla="*/ 546068 w 1013841"/>
                <a:gd name="connsiteY45" fmla="*/ 102013 h 124110"/>
                <a:gd name="connsiteX46" fmla="*/ 629031 w 1013841"/>
                <a:gd name="connsiteY46" fmla="*/ 102013 h 124110"/>
                <a:gd name="connsiteX47" fmla="*/ 629031 w 1013841"/>
                <a:gd name="connsiteY47" fmla="*/ 124111 h 124110"/>
                <a:gd name="connsiteX48" fmla="*/ 642461 w 1013841"/>
                <a:gd name="connsiteY48" fmla="*/ 124111 h 124110"/>
                <a:gd name="connsiteX49" fmla="*/ 642461 w 1013841"/>
                <a:gd name="connsiteY49" fmla="*/ 89535 h 124110"/>
                <a:gd name="connsiteX50" fmla="*/ 627507 w 1013841"/>
                <a:gd name="connsiteY50" fmla="*/ 89535 h 124110"/>
                <a:gd name="connsiteX51" fmla="*/ 627507 w 1013841"/>
                <a:gd name="connsiteY51" fmla="*/ 89535 h 124110"/>
                <a:gd name="connsiteX52" fmla="*/ 568262 w 1013841"/>
                <a:gd name="connsiteY52" fmla="*/ 34957 h 124110"/>
                <a:gd name="connsiteX53" fmla="*/ 569024 w 1013841"/>
                <a:gd name="connsiteY53" fmla="*/ 13716 h 124110"/>
                <a:gd name="connsiteX54" fmla="*/ 613220 w 1013841"/>
                <a:gd name="connsiteY54" fmla="*/ 13716 h 124110"/>
                <a:gd name="connsiteX55" fmla="*/ 613220 w 1013841"/>
                <a:gd name="connsiteY55" fmla="*/ 89535 h 124110"/>
                <a:gd name="connsiteX56" fmla="*/ 556355 w 1013841"/>
                <a:gd name="connsiteY56" fmla="*/ 89535 h 124110"/>
                <a:gd name="connsiteX57" fmla="*/ 568262 w 1013841"/>
                <a:gd name="connsiteY57" fmla="*/ 34957 h 124110"/>
                <a:gd name="connsiteX58" fmla="*/ 568262 w 1013841"/>
                <a:gd name="connsiteY58" fmla="*/ 34957 h 124110"/>
                <a:gd name="connsiteX59" fmla="*/ 774954 w 1013841"/>
                <a:gd name="connsiteY59" fmla="*/ 0 h 124110"/>
                <a:gd name="connsiteX60" fmla="*/ 735616 w 1013841"/>
                <a:gd name="connsiteY60" fmla="*/ 15907 h 124110"/>
                <a:gd name="connsiteX61" fmla="*/ 744665 w 1013841"/>
                <a:gd name="connsiteY61" fmla="*/ 24955 h 124110"/>
                <a:gd name="connsiteX62" fmla="*/ 774192 w 1013841"/>
                <a:gd name="connsiteY62" fmla="*/ 12954 h 124110"/>
                <a:gd name="connsiteX63" fmla="*/ 810673 w 1013841"/>
                <a:gd name="connsiteY63" fmla="*/ 44863 h 124110"/>
                <a:gd name="connsiteX64" fmla="*/ 761905 w 1013841"/>
                <a:gd name="connsiteY64" fmla="*/ 44863 h 124110"/>
                <a:gd name="connsiteX65" fmla="*/ 761905 w 1013841"/>
                <a:gd name="connsiteY65" fmla="*/ 56674 h 124110"/>
                <a:gd name="connsiteX66" fmla="*/ 810768 w 1013841"/>
                <a:gd name="connsiteY66" fmla="*/ 56674 h 124110"/>
                <a:gd name="connsiteX67" fmla="*/ 774192 w 1013841"/>
                <a:gd name="connsiteY67" fmla="*/ 90297 h 124110"/>
                <a:gd name="connsiteX68" fmla="*/ 744665 w 1013841"/>
                <a:gd name="connsiteY68" fmla="*/ 78296 h 124110"/>
                <a:gd name="connsiteX69" fmla="*/ 735616 w 1013841"/>
                <a:gd name="connsiteY69" fmla="*/ 87344 h 124110"/>
                <a:gd name="connsiteX70" fmla="*/ 774954 w 1013841"/>
                <a:gd name="connsiteY70" fmla="*/ 103251 h 124110"/>
                <a:gd name="connsiteX71" fmla="*/ 825722 w 1013841"/>
                <a:gd name="connsiteY71" fmla="*/ 51625 h 124110"/>
                <a:gd name="connsiteX72" fmla="*/ 774954 w 1013841"/>
                <a:gd name="connsiteY72" fmla="*/ 0 h 124110"/>
                <a:gd name="connsiteX73" fmla="*/ 774954 w 1013841"/>
                <a:gd name="connsiteY73" fmla="*/ 0 h 124110"/>
                <a:gd name="connsiteX74" fmla="*/ 942784 w 1013841"/>
                <a:gd name="connsiteY74" fmla="*/ 1143 h 124110"/>
                <a:gd name="connsiteX75" fmla="*/ 941165 w 1013841"/>
                <a:gd name="connsiteY75" fmla="*/ 43720 h 124110"/>
                <a:gd name="connsiteX76" fmla="*/ 923163 w 1013841"/>
                <a:gd name="connsiteY76" fmla="*/ 89821 h 124110"/>
                <a:gd name="connsiteX77" fmla="*/ 918591 w 1013841"/>
                <a:gd name="connsiteY77" fmla="*/ 89249 h 124110"/>
                <a:gd name="connsiteX78" fmla="*/ 917543 w 1013841"/>
                <a:gd name="connsiteY78" fmla="*/ 102108 h 124110"/>
                <a:gd name="connsiteX79" fmla="*/ 926592 w 1013841"/>
                <a:gd name="connsiteY79" fmla="*/ 103251 h 124110"/>
                <a:gd name="connsiteX80" fmla="*/ 954024 w 1013841"/>
                <a:gd name="connsiteY80" fmla="*/ 43243 h 124110"/>
                <a:gd name="connsiteX81" fmla="*/ 955072 w 1013841"/>
                <a:gd name="connsiteY81" fmla="*/ 13716 h 124110"/>
                <a:gd name="connsiteX82" fmla="*/ 999744 w 1013841"/>
                <a:gd name="connsiteY82" fmla="*/ 13716 h 124110"/>
                <a:gd name="connsiteX83" fmla="*/ 999744 w 1013841"/>
                <a:gd name="connsiteY83" fmla="*/ 102108 h 124110"/>
                <a:gd name="connsiteX84" fmla="*/ 1013841 w 1013841"/>
                <a:gd name="connsiteY84" fmla="*/ 102108 h 124110"/>
                <a:gd name="connsiteX85" fmla="*/ 1013841 w 1013841"/>
                <a:gd name="connsiteY85" fmla="*/ 1143 h 124110"/>
                <a:gd name="connsiteX86" fmla="*/ 942784 w 1013841"/>
                <a:gd name="connsiteY86" fmla="*/ 1143 h 12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013841" h="124110">
                  <a:moveTo>
                    <a:pt x="72390" y="1143"/>
                  </a:moveTo>
                  <a:lnTo>
                    <a:pt x="72390" y="44577"/>
                  </a:lnTo>
                  <a:lnTo>
                    <a:pt x="14383" y="44577"/>
                  </a:lnTo>
                  <a:lnTo>
                    <a:pt x="14383" y="1143"/>
                  </a:lnTo>
                  <a:lnTo>
                    <a:pt x="0" y="1143"/>
                  </a:lnTo>
                  <a:lnTo>
                    <a:pt x="0" y="102108"/>
                  </a:lnTo>
                  <a:lnTo>
                    <a:pt x="14383" y="102108"/>
                  </a:lnTo>
                  <a:lnTo>
                    <a:pt x="14383" y="57150"/>
                  </a:lnTo>
                  <a:lnTo>
                    <a:pt x="72390" y="57150"/>
                  </a:lnTo>
                  <a:lnTo>
                    <a:pt x="72390" y="102108"/>
                  </a:lnTo>
                  <a:lnTo>
                    <a:pt x="86773" y="102108"/>
                  </a:lnTo>
                  <a:lnTo>
                    <a:pt x="86773" y="1143"/>
                  </a:lnTo>
                  <a:lnTo>
                    <a:pt x="72390" y="1143"/>
                  </a:lnTo>
                  <a:lnTo>
                    <a:pt x="72390" y="1143"/>
                  </a:lnTo>
                  <a:close/>
                  <a:moveTo>
                    <a:pt x="231172" y="0"/>
                  </a:moveTo>
                  <a:cubicBezTo>
                    <a:pt x="214884" y="0"/>
                    <a:pt x="200882" y="5524"/>
                    <a:pt x="191834" y="15907"/>
                  </a:cubicBezTo>
                  <a:lnTo>
                    <a:pt x="200882" y="24955"/>
                  </a:lnTo>
                  <a:cubicBezTo>
                    <a:pt x="208788" y="16764"/>
                    <a:pt x="218885" y="12954"/>
                    <a:pt x="230410" y="12954"/>
                  </a:cubicBezTo>
                  <a:cubicBezTo>
                    <a:pt x="249460" y="12954"/>
                    <a:pt x="264033" y="26098"/>
                    <a:pt x="266891" y="44863"/>
                  </a:cubicBezTo>
                  <a:lnTo>
                    <a:pt x="218123" y="44863"/>
                  </a:lnTo>
                  <a:lnTo>
                    <a:pt x="218123" y="56674"/>
                  </a:lnTo>
                  <a:lnTo>
                    <a:pt x="266986" y="56674"/>
                  </a:lnTo>
                  <a:cubicBezTo>
                    <a:pt x="264795" y="76390"/>
                    <a:pt x="249936" y="90297"/>
                    <a:pt x="230315" y="90297"/>
                  </a:cubicBezTo>
                  <a:cubicBezTo>
                    <a:pt x="218789" y="90297"/>
                    <a:pt x="208693" y="86678"/>
                    <a:pt x="200787" y="78296"/>
                  </a:cubicBezTo>
                  <a:lnTo>
                    <a:pt x="191738" y="87344"/>
                  </a:lnTo>
                  <a:cubicBezTo>
                    <a:pt x="200787" y="97917"/>
                    <a:pt x="214789" y="103251"/>
                    <a:pt x="231077" y="103251"/>
                  </a:cubicBezTo>
                  <a:cubicBezTo>
                    <a:pt x="260223" y="103251"/>
                    <a:pt x="281845" y="81439"/>
                    <a:pt x="281845" y="51625"/>
                  </a:cubicBezTo>
                  <a:cubicBezTo>
                    <a:pt x="281940" y="21812"/>
                    <a:pt x="260318" y="0"/>
                    <a:pt x="231172" y="0"/>
                  </a:cubicBezTo>
                  <a:lnTo>
                    <a:pt x="231172" y="0"/>
                  </a:lnTo>
                  <a:close/>
                  <a:moveTo>
                    <a:pt x="456629" y="1143"/>
                  </a:moveTo>
                  <a:lnTo>
                    <a:pt x="390430" y="1143"/>
                  </a:lnTo>
                  <a:lnTo>
                    <a:pt x="390430" y="102108"/>
                  </a:lnTo>
                  <a:lnTo>
                    <a:pt x="404717" y="102108"/>
                  </a:lnTo>
                  <a:lnTo>
                    <a:pt x="404622" y="13716"/>
                  </a:lnTo>
                  <a:lnTo>
                    <a:pt x="456533" y="13716"/>
                  </a:lnTo>
                  <a:lnTo>
                    <a:pt x="456629" y="1143"/>
                  </a:lnTo>
                  <a:lnTo>
                    <a:pt x="456629" y="1143"/>
                  </a:lnTo>
                  <a:close/>
                  <a:moveTo>
                    <a:pt x="627507" y="89535"/>
                  </a:moveTo>
                  <a:lnTo>
                    <a:pt x="627507" y="1143"/>
                  </a:lnTo>
                  <a:lnTo>
                    <a:pt x="556641" y="1143"/>
                  </a:lnTo>
                  <a:lnTo>
                    <a:pt x="555593" y="33623"/>
                  </a:lnTo>
                  <a:cubicBezTo>
                    <a:pt x="554546" y="64294"/>
                    <a:pt x="551307" y="88678"/>
                    <a:pt x="537401" y="89535"/>
                  </a:cubicBezTo>
                  <a:lnTo>
                    <a:pt x="532543" y="89535"/>
                  </a:lnTo>
                  <a:lnTo>
                    <a:pt x="532448" y="124111"/>
                  </a:lnTo>
                  <a:lnTo>
                    <a:pt x="545878" y="124111"/>
                  </a:lnTo>
                  <a:lnTo>
                    <a:pt x="546068" y="102013"/>
                  </a:lnTo>
                  <a:lnTo>
                    <a:pt x="629031" y="102013"/>
                  </a:lnTo>
                  <a:lnTo>
                    <a:pt x="629031" y="124111"/>
                  </a:lnTo>
                  <a:lnTo>
                    <a:pt x="642461" y="124111"/>
                  </a:lnTo>
                  <a:lnTo>
                    <a:pt x="642461" y="89535"/>
                  </a:lnTo>
                  <a:lnTo>
                    <a:pt x="627507" y="89535"/>
                  </a:lnTo>
                  <a:lnTo>
                    <a:pt x="627507" y="89535"/>
                  </a:lnTo>
                  <a:close/>
                  <a:moveTo>
                    <a:pt x="568262" y="34957"/>
                  </a:moveTo>
                  <a:lnTo>
                    <a:pt x="569024" y="13716"/>
                  </a:lnTo>
                  <a:lnTo>
                    <a:pt x="613220" y="13716"/>
                  </a:lnTo>
                  <a:lnTo>
                    <a:pt x="613220" y="89535"/>
                  </a:lnTo>
                  <a:lnTo>
                    <a:pt x="556355" y="89535"/>
                  </a:lnTo>
                  <a:cubicBezTo>
                    <a:pt x="564928" y="81724"/>
                    <a:pt x="567404" y="59531"/>
                    <a:pt x="568262" y="34957"/>
                  </a:cubicBezTo>
                  <a:lnTo>
                    <a:pt x="568262" y="34957"/>
                  </a:lnTo>
                  <a:close/>
                  <a:moveTo>
                    <a:pt x="774954" y="0"/>
                  </a:moveTo>
                  <a:cubicBezTo>
                    <a:pt x="758666" y="0"/>
                    <a:pt x="744665" y="5524"/>
                    <a:pt x="735616" y="15907"/>
                  </a:cubicBezTo>
                  <a:lnTo>
                    <a:pt x="744665" y="24955"/>
                  </a:lnTo>
                  <a:cubicBezTo>
                    <a:pt x="752570" y="16764"/>
                    <a:pt x="762667" y="12954"/>
                    <a:pt x="774192" y="12954"/>
                  </a:cubicBezTo>
                  <a:cubicBezTo>
                    <a:pt x="793242" y="12954"/>
                    <a:pt x="807815" y="26098"/>
                    <a:pt x="810673" y="44863"/>
                  </a:cubicBezTo>
                  <a:lnTo>
                    <a:pt x="761905" y="44863"/>
                  </a:lnTo>
                  <a:lnTo>
                    <a:pt x="761905" y="56674"/>
                  </a:lnTo>
                  <a:lnTo>
                    <a:pt x="810768" y="56674"/>
                  </a:lnTo>
                  <a:cubicBezTo>
                    <a:pt x="808577" y="76390"/>
                    <a:pt x="793718" y="90297"/>
                    <a:pt x="774192" y="90297"/>
                  </a:cubicBezTo>
                  <a:cubicBezTo>
                    <a:pt x="762667" y="90297"/>
                    <a:pt x="752570" y="86678"/>
                    <a:pt x="744665" y="78296"/>
                  </a:cubicBezTo>
                  <a:lnTo>
                    <a:pt x="735616" y="87344"/>
                  </a:lnTo>
                  <a:cubicBezTo>
                    <a:pt x="744665" y="97917"/>
                    <a:pt x="758666" y="103251"/>
                    <a:pt x="774954" y="103251"/>
                  </a:cubicBezTo>
                  <a:cubicBezTo>
                    <a:pt x="804101" y="103251"/>
                    <a:pt x="825722" y="81439"/>
                    <a:pt x="825722" y="51625"/>
                  </a:cubicBezTo>
                  <a:cubicBezTo>
                    <a:pt x="825722" y="21812"/>
                    <a:pt x="804101" y="0"/>
                    <a:pt x="774954" y="0"/>
                  </a:cubicBezTo>
                  <a:lnTo>
                    <a:pt x="774954" y="0"/>
                  </a:lnTo>
                  <a:close/>
                  <a:moveTo>
                    <a:pt x="942784" y="1143"/>
                  </a:moveTo>
                  <a:lnTo>
                    <a:pt x="941165" y="43720"/>
                  </a:lnTo>
                  <a:cubicBezTo>
                    <a:pt x="940022" y="74962"/>
                    <a:pt x="935641" y="89821"/>
                    <a:pt x="923163" y="89821"/>
                  </a:cubicBezTo>
                  <a:cubicBezTo>
                    <a:pt x="921544" y="89821"/>
                    <a:pt x="920306" y="89630"/>
                    <a:pt x="918591" y="89249"/>
                  </a:cubicBezTo>
                  <a:lnTo>
                    <a:pt x="917543" y="102108"/>
                  </a:lnTo>
                  <a:cubicBezTo>
                    <a:pt x="920972" y="102965"/>
                    <a:pt x="923734" y="103251"/>
                    <a:pt x="926592" y="103251"/>
                  </a:cubicBezTo>
                  <a:cubicBezTo>
                    <a:pt x="946499" y="103251"/>
                    <a:pt x="952691" y="83344"/>
                    <a:pt x="954024" y="43243"/>
                  </a:cubicBezTo>
                  <a:lnTo>
                    <a:pt x="955072" y="13716"/>
                  </a:lnTo>
                  <a:lnTo>
                    <a:pt x="999744" y="13716"/>
                  </a:lnTo>
                  <a:lnTo>
                    <a:pt x="999744" y="102108"/>
                  </a:lnTo>
                  <a:lnTo>
                    <a:pt x="1013841" y="102108"/>
                  </a:lnTo>
                  <a:lnTo>
                    <a:pt x="1013841" y="1143"/>
                  </a:lnTo>
                  <a:lnTo>
                    <a:pt x="942784" y="1143"/>
                  </a:lnTo>
                  <a:close/>
                </a:path>
              </a:pathLst>
            </a:custGeom>
            <a:solidFill>
              <a:srgbClr val="D89539"/>
            </a:solidFill>
            <a:ln w="9525" cap="flat">
              <a:noFill/>
              <a:prstDash val="solid"/>
              <a:miter/>
            </a:ln>
          </p:spPr>
          <p:txBody>
            <a:bodyPr rtlCol="0" anchor="ctr"/>
            <a:lstStyle/>
            <a:p>
              <a:endParaRPr lang="mn-MN" sz="2040"/>
            </a:p>
          </p:txBody>
        </p:sp>
        <p:sp>
          <p:nvSpPr>
            <p:cNvPr id="14" name="Freeform: Shape 13">
              <a:extLst>
                <a:ext uri="{FF2B5EF4-FFF2-40B4-BE49-F238E27FC236}">
                  <a16:creationId xmlns:a16="http://schemas.microsoft.com/office/drawing/2014/main" id="{01CC4DE2-B299-EF39-1EB6-26EF3B37B87F}"/>
                </a:ext>
              </a:extLst>
            </p:cNvPr>
            <p:cNvSpPr/>
            <p:nvPr/>
          </p:nvSpPr>
          <p:spPr>
            <a:xfrm>
              <a:off x="2838926" y="1954465"/>
              <a:ext cx="241554" cy="188499"/>
            </a:xfrm>
            <a:custGeom>
              <a:avLst/>
              <a:gdLst>
                <a:gd name="connsiteX0" fmla="*/ 155353 w 241554"/>
                <a:gd name="connsiteY0" fmla="*/ 169831 h 188499"/>
                <a:gd name="connsiteX1" fmla="*/ 155353 w 241554"/>
                <a:gd name="connsiteY1" fmla="*/ 168592 h 188499"/>
                <a:gd name="connsiteX2" fmla="*/ 229552 w 241554"/>
                <a:gd name="connsiteY2" fmla="*/ 126206 h 188499"/>
                <a:gd name="connsiteX3" fmla="*/ 240601 w 241554"/>
                <a:gd name="connsiteY3" fmla="*/ 119920 h 188499"/>
                <a:gd name="connsiteX4" fmla="*/ 241554 w 241554"/>
                <a:gd name="connsiteY4" fmla="*/ 120872 h 188499"/>
                <a:gd name="connsiteX5" fmla="*/ 173926 w 241554"/>
                <a:gd name="connsiteY5" fmla="*/ 188500 h 188499"/>
                <a:gd name="connsiteX6" fmla="*/ 155353 w 241554"/>
                <a:gd name="connsiteY6" fmla="*/ 169831 h 188499"/>
                <a:gd name="connsiteX7" fmla="*/ 155353 w 241554"/>
                <a:gd name="connsiteY7" fmla="*/ 169831 h 188499"/>
                <a:gd name="connsiteX8" fmla="*/ 155353 w 241554"/>
                <a:gd name="connsiteY8" fmla="*/ 161734 h 188499"/>
                <a:gd name="connsiteX9" fmla="*/ 220123 w 241554"/>
                <a:gd name="connsiteY9" fmla="*/ 112014 h 188499"/>
                <a:gd name="connsiteX10" fmla="*/ 227267 w 241554"/>
                <a:gd name="connsiteY10" fmla="*/ 106489 h 188499"/>
                <a:gd name="connsiteX11" fmla="*/ 213836 w 241554"/>
                <a:gd name="connsiteY11" fmla="*/ 93059 h 188499"/>
                <a:gd name="connsiteX12" fmla="*/ 208312 w 241554"/>
                <a:gd name="connsiteY12" fmla="*/ 98679 h 188499"/>
                <a:gd name="connsiteX13" fmla="*/ 155353 w 241554"/>
                <a:gd name="connsiteY13" fmla="*/ 152876 h 188499"/>
                <a:gd name="connsiteX14" fmla="*/ 155353 w 241554"/>
                <a:gd name="connsiteY14" fmla="*/ 161734 h 188499"/>
                <a:gd name="connsiteX15" fmla="*/ 155353 w 241554"/>
                <a:gd name="connsiteY15" fmla="*/ 161734 h 188499"/>
                <a:gd name="connsiteX16" fmla="*/ 155353 w 241554"/>
                <a:gd name="connsiteY16" fmla="*/ 141732 h 188499"/>
                <a:gd name="connsiteX17" fmla="*/ 195453 w 241554"/>
                <a:gd name="connsiteY17" fmla="*/ 87725 h 188499"/>
                <a:gd name="connsiteX18" fmla="*/ 200977 w 241554"/>
                <a:gd name="connsiteY18" fmla="*/ 80200 h 188499"/>
                <a:gd name="connsiteX19" fmla="*/ 186118 w 241554"/>
                <a:gd name="connsiteY19" fmla="*/ 65342 h 188499"/>
                <a:gd name="connsiteX20" fmla="*/ 179546 w 241554"/>
                <a:gd name="connsiteY20" fmla="*/ 77629 h 188499"/>
                <a:gd name="connsiteX21" fmla="*/ 155353 w 241554"/>
                <a:gd name="connsiteY21" fmla="*/ 123158 h 188499"/>
                <a:gd name="connsiteX22" fmla="*/ 155353 w 241554"/>
                <a:gd name="connsiteY22" fmla="*/ 141732 h 188499"/>
                <a:gd name="connsiteX23" fmla="*/ 155353 w 241554"/>
                <a:gd name="connsiteY23" fmla="*/ 141732 h 188499"/>
                <a:gd name="connsiteX24" fmla="*/ 155353 w 241554"/>
                <a:gd name="connsiteY24" fmla="*/ 94583 h 188499"/>
                <a:gd name="connsiteX25" fmla="*/ 155353 w 241554"/>
                <a:gd name="connsiteY25" fmla="*/ 34671 h 188499"/>
                <a:gd name="connsiteX26" fmla="*/ 171545 w 241554"/>
                <a:gd name="connsiteY26" fmla="*/ 50863 h 188499"/>
                <a:gd name="connsiteX27" fmla="*/ 164116 w 241554"/>
                <a:gd name="connsiteY27" fmla="*/ 70866 h 188499"/>
                <a:gd name="connsiteX28" fmla="*/ 155353 w 241554"/>
                <a:gd name="connsiteY28" fmla="*/ 94583 h 188499"/>
                <a:gd name="connsiteX29" fmla="*/ 155353 w 241554"/>
                <a:gd name="connsiteY29" fmla="*/ 34576 h 188499"/>
                <a:gd name="connsiteX30" fmla="*/ 155353 w 241554"/>
                <a:gd name="connsiteY30" fmla="*/ 94488 h 188499"/>
                <a:gd name="connsiteX31" fmla="*/ 135064 w 241554"/>
                <a:gd name="connsiteY31" fmla="*/ 149447 h 188499"/>
                <a:gd name="connsiteX32" fmla="*/ 131350 w 241554"/>
                <a:gd name="connsiteY32" fmla="*/ 145733 h 188499"/>
                <a:gd name="connsiteX33" fmla="*/ 131350 w 241554"/>
                <a:gd name="connsiteY33" fmla="*/ 136970 h 188499"/>
                <a:gd name="connsiteX34" fmla="*/ 146113 w 241554"/>
                <a:gd name="connsiteY34" fmla="*/ 65532 h 188499"/>
                <a:gd name="connsiteX35" fmla="*/ 152971 w 241554"/>
                <a:gd name="connsiteY35" fmla="*/ 32195 h 188499"/>
                <a:gd name="connsiteX36" fmla="*/ 155353 w 241554"/>
                <a:gd name="connsiteY36" fmla="*/ 34576 h 188499"/>
                <a:gd name="connsiteX37" fmla="*/ 155353 w 241554"/>
                <a:gd name="connsiteY37" fmla="*/ 34576 h 188499"/>
                <a:gd name="connsiteX38" fmla="*/ 155353 w 241554"/>
                <a:gd name="connsiteY38" fmla="*/ 123254 h 188499"/>
                <a:gd name="connsiteX39" fmla="*/ 139160 w 241554"/>
                <a:gd name="connsiteY39" fmla="*/ 153638 h 188499"/>
                <a:gd name="connsiteX40" fmla="*/ 143351 w 241554"/>
                <a:gd name="connsiteY40" fmla="*/ 157829 h 188499"/>
                <a:gd name="connsiteX41" fmla="*/ 155353 w 241554"/>
                <a:gd name="connsiteY41" fmla="*/ 141732 h 188499"/>
                <a:gd name="connsiteX42" fmla="*/ 155353 w 241554"/>
                <a:gd name="connsiteY42" fmla="*/ 123254 h 188499"/>
                <a:gd name="connsiteX43" fmla="*/ 155353 w 241554"/>
                <a:gd name="connsiteY43" fmla="*/ 123254 h 188499"/>
                <a:gd name="connsiteX44" fmla="*/ 155353 w 241554"/>
                <a:gd name="connsiteY44" fmla="*/ 152971 h 188499"/>
                <a:gd name="connsiteX45" fmla="*/ 155353 w 241554"/>
                <a:gd name="connsiteY45" fmla="*/ 161830 h 188499"/>
                <a:gd name="connsiteX46" fmla="*/ 150781 w 241554"/>
                <a:gd name="connsiteY46" fmla="*/ 165354 h 188499"/>
                <a:gd name="connsiteX47" fmla="*/ 146971 w 241554"/>
                <a:gd name="connsiteY47" fmla="*/ 161544 h 188499"/>
                <a:gd name="connsiteX48" fmla="*/ 155353 w 241554"/>
                <a:gd name="connsiteY48" fmla="*/ 152971 h 188499"/>
                <a:gd name="connsiteX49" fmla="*/ 155353 w 241554"/>
                <a:gd name="connsiteY49" fmla="*/ 152971 h 188499"/>
                <a:gd name="connsiteX50" fmla="*/ 155353 w 241554"/>
                <a:gd name="connsiteY50" fmla="*/ 168592 h 188499"/>
                <a:gd name="connsiteX51" fmla="*/ 155353 w 241554"/>
                <a:gd name="connsiteY51" fmla="*/ 169831 h 188499"/>
                <a:gd name="connsiteX52" fmla="*/ 154496 w 241554"/>
                <a:gd name="connsiteY52" fmla="*/ 168974 h 188499"/>
                <a:gd name="connsiteX53" fmla="*/ 155353 w 241554"/>
                <a:gd name="connsiteY53" fmla="*/ 168592 h 188499"/>
                <a:gd name="connsiteX54" fmla="*/ 155353 w 241554"/>
                <a:gd name="connsiteY54" fmla="*/ 168592 h 188499"/>
                <a:gd name="connsiteX55" fmla="*/ 131350 w 241554"/>
                <a:gd name="connsiteY55" fmla="*/ 33909 h 188499"/>
                <a:gd name="connsiteX56" fmla="*/ 132874 w 241554"/>
                <a:gd name="connsiteY56" fmla="*/ 12097 h 188499"/>
                <a:gd name="connsiteX57" fmla="*/ 131350 w 241554"/>
                <a:gd name="connsiteY57" fmla="*/ 10573 h 188499"/>
                <a:gd name="connsiteX58" fmla="*/ 131350 w 241554"/>
                <a:gd name="connsiteY58" fmla="*/ 33909 h 188499"/>
                <a:gd name="connsiteX59" fmla="*/ 131350 w 241554"/>
                <a:gd name="connsiteY59" fmla="*/ 10573 h 188499"/>
                <a:gd name="connsiteX60" fmla="*/ 131350 w 241554"/>
                <a:gd name="connsiteY60" fmla="*/ 33909 h 188499"/>
                <a:gd name="connsiteX61" fmla="*/ 129350 w 241554"/>
                <a:gd name="connsiteY61" fmla="*/ 63341 h 188499"/>
                <a:gd name="connsiteX62" fmla="*/ 124206 w 241554"/>
                <a:gd name="connsiteY62" fmla="*/ 138684 h 188499"/>
                <a:gd name="connsiteX63" fmla="*/ 117538 w 241554"/>
                <a:gd name="connsiteY63" fmla="*/ 138493 h 188499"/>
                <a:gd name="connsiteX64" fmla="*/ 112585 w 241554"/>
                <a:gd name="connsiteY64" fmla="*/ 63341 h 188499"/>
                <a:gd name="connsiteX65" fmla="*/ 110490 w 241554"/>
                <a:gd name="connsiteY65" fmla="*/ 31528 h 188499"/>
                <a:gd name="connsiteX66" fmla="*/ 110490 w 241554"/>
                <a:gd name="connsiteY66" fmla="*/ 10287 h 188499"/>
                <a:gd name="connsiteX67" fmla="*/ 120777 w 241554"/>
                <a:gd name="connsiteY67" fmla="*/ 0 h 188499"/>
                <a:gd name="connsiteX68" fmla="*/ 131350 w 241554"/>
                <a:gd name="connsiteY68" fmla="*/ 10573 h 188499"/>
                <a:gd name="connsiteX69" fmla="*/ 131350 w 241554"/>
                <a:gd name="connsiteY69" fmla="*/ 10573 h 188499"/>
                <a:gd name="connsiteX70" fmla="*/ 131350 w 241554"/>
                <a:gd name="connsiteY70" fmla="*/ 137065 h 188499"/>
                <a:gd name="connsiteX71" fmla="*/ 129826 w 241554"/>
                <a:gd name="connsiteY71" fmla="*/ 144304 h 188499"/>
                <a:gd name="connsiteX72" fmla="*/ 131350 w 241554"/>
                <a:gd name="connsiteY72" fmla="*/ 145828 h 188499"/>
                <a:gd name="connsiteX73" fmla="*/ 131350 w 241554"/>
                <a:gd name="connsiteY73" fmla="*/ 137065 h 188499"/>
                <a:gd name="connsiteX74" fmla="*/ 131350 w 241554"/>
                <a:gd name="connsiteY74" fmla="*/ 137065 h 188499"/>
                <a:gd name="connsiteX75" fmla="*/ 110490 w 241554"/>
                <a:gd name="connsiteY75" fmla="*/ 145542 h 188499"/>
                <a:gd name="connsiteX76" fmla="*/ 111823 w 241554"/>
                <a:gd name="connsiteY76" fmla="*/ 144209 h 188499"/>
                <a:gd name="connsiteX77" fmla="*/ 110490 w 241554"/>
                <a:gd name="connsiteY77" fmla="*/ 137732 h 188499"/>
                <a:gd name="connsiteX78" fmla="*/ 110490 w 241554"/>
                <a:gd name="connsiteY78" fmla="*/ 145542 h 188499"/>
                <a:gd name="connsiteX79" fmla="*/ 78676 w 241554"/>
                <a:gd name="connsiteY79" fmla="*/ 164021 h 188499"/>
                <a:gd name="connsiteX80" fmla="*/ 87058 w 241554"/>
                <a:gd name="connsiteY80" fmla="*/ 168878 h 188499"/>
                <a:gd name="connsiteX81" fmla="*/ 78676 w 241554"/>
                <a:gd name="connsiteY81" fmla="*/ 177260 h 188499"/>
                <a:gd name="connsiteX82" fmla="*/ 78676 w 241554"/>
                <a:gd name="connsiteY82" fmla="*/ 164021 h 188499"/>
                <a:gd name="connsiteX83" fmla="*/ 78676 w 241554"/>
                <a:gd name="connsiteY83" fmla="*/ 164021 h 188499"/>
                <a:gd name="connsiteX84" fmla="*/ 110490 w 241554"/>
                <a:gd name="connsiteY84" fmla="*/ 10287 h 188499"/>
                <a:gd name="connsiteX85" fmla="*/ 110490 w 241554"/>
                <a:gd name="connsiteY85" fmla="*/ 31528 h 188499"/>
                <a:gd name="connsiteX86" fmla="*/ 109156 w 241554"/>
                <a:gd name="connsiteY86" fmla="*/ 11525 h 188499"/>
                <a:gd name="connsiteX87" fmla="*/ 110490 w 241554"/>
                <a:gd name="connsiteY87" fmla="*/ 10287 h 188499"/>
                <a:gd name="connsiteX88" fmla="*/ 110490 w 241554"/>
                <a:gd name="connsiteY88" fmla="*/ 10287 h 188499"/>
                <a:gd name="connsiteX89" fmla="*/ 110490 w 241554"/>
                <a:gd name="connsiteY89" fmla="*/ 137732 h 188499"/>
                <a:gd name="connsiteX90" fmla="*/ 110490 w 241554"/>
                <a:gd name="connsiteY90" fmla="*/ 145447 h 188499"/>
                <a:gd name="connsiteX91" fmla="*/ 106585 w 241554"/>
                <a:gd name="connsiteY91" fmla="*/ 149352 h 188499"/>
                <a:gd name="connsiteX92" fmla="*/ 78772 w 241554"/>
                <a:gd name="connsiteY92" fmla="*/ 73247 h 188499"/>
                <a:gd name="connsiteX93" fmla="*/ 78772 w 241554"/>
                <a:gd name="connsiteY93" fmla="*/ 42005 h 188499"/>
                <a:gd name="connsiteX94" fmla="*/ 88963 w 241554"/>
                <a:gd name="connsiteY94" fmla="*/ 31813 h 188499"/>
                <a:gd name="connsiteX95" fmla="*/ 95821 w 241554"/>
                <a:gd name="connsiteY95" fmla="*/ 65532 h 188499"/>
                <a:gd name="connsiteX96" fmla="*/ 110490 w 241554"/>
                <a:gd name="connsiteY96" fmla="*/ 137732 h 188499"/>
                <a:gd name="connsiteX97" fmla="*/ 110490 w 241554"/>
                <a:gd name="connsiteY97" fmla="*/ 137732 h 188499"/>
                <a:gd name="connsiteX98" fmla="*/ 78676 w 241554"/>
                <a:gd name="connsiteY98" fmla="*/ 155734 h 188499"/>
                <a:gd name="connsiteX99" fmla="*/ 90773 w 241554"/>
                <a:gd name="connsiteY99" fmla="*/ 165163 h 188499"/>
                <a:gd name="connsiteX100" fmla="*/ 94488 w 241554"/>
                <a:gd name="connsiteY100" fmla="*/ 161449 h 188499"/>
                <a:gd name="connsiteX101" fmla="*/ 78581 w 241554"/>
                <a:gd name="connsiteY101" fmla="*/ 145066 h 188499"/>
                <a:gd name="connsiteX102" fmla="*/ 78581 w 241554"/>
                <a:gd name="connsiteY102" fmla="*/ 155734 h 188499"/>
                <a:gd name="connsiteX103" fmla="*/ 78676 w 241554"/>
                <a:gd name="connsiteY103" fmla="*/ 155734 h 188499"/>
                <a:gd name="connsiteX104" fmla="*/ 78676 w 241554"/>
                <a:gd name="connsiteY104" fmla="*/ 131350 h 188499"/>
                <a:gd name="connsiteX105" fmla="*/ 98203 w 241554"/>
                <a:gd name="connsiteY105" fmla="*/ 157829 h 188499"/>
                <a:gd name="connsiteX106" fmla="*/ 102394 w 241554"/>
                <a:gd name="connsiteY106" fmla="*/ 153638 h 188499"/>
                <a:gd name="connsiteX107" fmla="*/ 78676 w 241554"/>
                <a:gd name="connsiteY107" fmla="*/ 108775 h 188499"/>
                <a:gd name="connsiteX108" fmla="*/ 78676 w 241554"/>
                <a:gd name="connsiteY108" fmla="*/ 131350 h 188499"/>
                <a:gd name="connsiteX109" fmla="*/ 50863 w 241554"/>
                <a:gd name="connsiteY109" fmla="*/ 148018 h 188499"/>
                <a:gd name="connsiteX110" fmla="*/ 78676 w 241554"/>
                <a:gd name="connsiteY110" fmla="*/ 164116 h 188499"/>
                <a:gd name="connsiteX111" fmla="*/ 78676 w 241554"/>
                <a:gd name="connsiteY111" fmla="*/ 177355 h 188499"/>
                <a:gd name="connsiteX112" fmla="*/ 67627 w 241554"/>
                <a:gd name="connsiteY112" fmla="*/ 188404 h 188499"/>
                <a:gd name="connsiteX113" fmla="*/ 50863 w 241554"/>
                <a:gd name="connsiteY113" fmla="*/ 171641 h 188499"/>
                <a:gd name="connsiteX114" fmla="*/ 50863 w 241554"/>
                <a:gd name="connsiteY114" fmla="*/ 148018 h 188499"/>
                <a:gd name="connsiteX115" fmla="*/ 50863 w 241554"/>
                <a:gd name="connsiteY115" fmla="*/ 148018 h 188499"/>
                <a:gd name="connsiteX116" fmla="*/ 78676 w 241554"/>
                <a:gd name="connsiteY116" fmla="*/ 42005 h 188499"/>
                <a:gd name="connsiteX117" fmla="*/ 78676 w 241554"/>
                <a:gd name="connsiteY117" fmla="*/ 73247 h 188499"/>
                <a:gd name="connsiteX118" fmla="*/ 77724 w 241554"/>
                <a:gd name="connsiteY118" fmla="*/ 70580 h 188499"/>
                <a:gd name="connsiteX119" fmla="*/ 70294 w 241554"/>
                <a:gd name="connsiteY119" fmla="*/ 50292 h 188499"/>
                <a:gd name="connsiteX120" fmla="*/ 78676 w 241554"/>
                <a:gd name="connsiteY120" fmla="*/ 42005 h 188499"/>
                <a:gd name="connsiteX121" fmla="*/ 78676 w 241554"/>
                <a:gd name="connsiteY121" fmla="*/ 42005 h 188499"/>
                <a:gd name="connsiteX122" fmla="*/ 78676 w 241554"/>
                <a:gd name="connsiteY122" fmla="*/ 108680 h 188499"/>
                <a:gd name="connsiteX123" fmla="*/ 62198 w 241554"/>
                <a:gd name="connsiteY123" fmla="*/ 77533 h 188499"/>
                <a:gd name="connsiteX124" fmla="*/ 55626 w 241554"/>
                <a:gd name="connsiteY124" fmla="*/ 65056 h 188499"/>
                <a:gd name="connsiteX125" fmla="*/ 50768 w 241554"/>
                <a:gd name="connsiteY125" fmla="*/ 69913 h 188499"/>
                <a:gd name="connsiteX126" fmla="*/ 50768 w 241554"/>
                <a:gd name="connsiteY126" fmla="*/ 93535 h 188499"/>
                <a:gd name="connsiteX127" fmla="*/ 78581 w 241554"/>
                <a:gd name="connsiteY127" fmla="*/ 131254 h 188499"/>
                <a:gd name="connsiteX128" fmla="*/ 78581 w 241554"/>
                <a:gd name="connsiteY128" fmla="*/ 108680 h 188499"/>
                <a:gd name="connsiteX129" fmla="*/ 78676 w 241554"/>
                <a:gd name="connsiteY129" fmla="*/ 108680 h 188499"/>
                <a:gd name="connsiteX130" fmla="*/ 78676 w 241554"/>
                <a:gd name="connsiteY130" fmla="*/ 145066 h 188499"/>
                <a:gd name="connsiteX131" fmla="*/ 50863 w 241554"/>
                <a:gd name="connsiteY131" fmla="*/ 116396 h 188499"/>
                <a:gd name="connsiteX132" fmla="*/ 50863 w 241554"/>
                <a:gd name="connsiteY132" fmla="*/ 134207 h 188499"/>
                <a:gd name="connsiteX133" fmla="*/ 78676 w 241554"/>
                <a:gd name="connsiteY133" fmla="*/ 155734 h 188499"/>
                <a:gd name="connsiteX134" fmla="*/ 78676 w 241554"/>
                <a:gd name="connsiteY134" fmla="*/ 145066 h 188499"/>
                <a:gd name="connsiteX135" fmla="*/ 0 w 241554"/>
                <a:gd name="connsiteY135" fmla="*/ 120682 h 188499"/>
                <a:gd name="connsiteX136" fmla="*/ 1333 w 241554"/>
                <a:gd name="connsiteY136" fmla="*/ 119348 h 188499"/>
                <a:gd name="connsiteX137" fmla="*/ 50863 w 241554"/>
                <a:gd name="connsiteY137" fmla="*/ 147923 h 188499"/>
                <a:gd name="connsiteX138" fmla="*/ 50863 w 241554"/>
                <a:gd name="connsiteY138" fmla="*/ 171545 h 188499"/>
                <a:gd name="connsiteX139" fmla="*/ 0 w 241554"/>
                <a:gd name="connsiteY139" fmla="*/ 120682 h 188499"/>
                <a:gd name="connsiteX140" fmla="*/ 0 w 241554"/>
                <a:gd name="connsiteY140" fmla="*/ 120682 h 188499"/>
                <a:gd name="connsiteX141" fmla="*/ 50863 w 241554"/>
                <a:gd name="connsiteY141" fmla="*/ 69913 h 188499"/>
                <a:gd name="connsiteX142" fmla="*/ 50863 w 241554"/>
                <a:gd name="connsiteY142" fmla="*/ 93535 h 188499"/>
                <a:gd name="connsiteX143" fmla="*/ 46387 w 241554"/>
                <a:gd name="connsiteY143" fmla="*/ 87535 h 188499"/>
                <a:gd name="connsiteX144" fmla="*/ 40767 w 241554"/>
                <a:gd name="connsiteY144" fmla="*/ 79915 h 188499"/>
                <a:gd name="connsiteX145" fmla="*/ 50863 w 241554"/>
                <a:gd name="connsiteY145" fmla="*/ 69913 h 188499"/>
                <a:gd name="connsiteX146" fmla="*/ 50863 w 241554"/>
                <a:gd name="connsiteY146" fmla="*/ 69913 h 188499"/>
                <a:gd name="connsiteX147" fmla="*/ 50863 w 241554"/>
                <a:gd name="connsiteY147" fmla="*/ 116396 h 188499"/>
                <a:gd name="connsiteX148" fmla="*/ 33528 w 241554"/>
                <a:gd name="connsiteY148" fmla="*/ 98488 h 188499"/>
                <a:gd name="connsiteX149" fmla="*/ 28004 w 241554"/>
                <a:gd name="connsiteY149" fmla="*/ 92774 h 188499"/>
                <a:gd name="connsiteX150" fmla="*/ 14668 w 241554"/>
                <a:gd name="connsiteY150" fmla="*/ 106108 h 188499"/>
                <a:gd name="connsiteX151" fmla="*/ 50863 w 241554"/>
                <a:gd name="connsiteY151" fmla="*/ 134207 h 188499"/>
                <a:gd name="connsiteX152" fmla="*/ 50863 w 241554"/>
                <a:gd name="connsiteY152" fmla="*/ 116396 h 18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41554" h="188499">
                  <a:moveTo>
                    <a:pt x="155353" y="169831"/>
                  </a:moveTo>
                  <a:lnTo>
                    <a:pt x="155353" y="168592"/>
                  </a:lnTo>
                  <a:lnTo>
                    <a:pt x="229552" y="126206"/>
                  </a:lnTo>
                  <a:lnTo>
                    <a:pt x="240601" y="119920"/>
                  </a:lnTo>
                  <a:lnTo>
                    <a:pt x="241554" y="120872"/>
                  </a:lnTo>
                  <a:lnTo>
                    <a:pt x="173926" y="188500"/>
                  </a:lnTo>
                  <a:lnTo>
                    <a:pt x="155353" y="169831"/>
                  </a:lnTo>
                  <a:lnTo>
                    <a:pt x="155353" y="169831"/>
                  </a:lnTo>
                  <a:close/>
                  <a:moveTo>
                    <a:pt x="155353" y="161734"/>
                  </a:moveTo>
                  <a:lnTo>
                    <a:pt x="220123" y="112014"/>
                  </a:lnTo>
                  <a:lnTo>
                    <a:pt x="227267" y="106489"/>
                  </a:lnTo>
                  <a:lnTo>
                    <a:pt x="213836" y="93059"/>
                  </a:lnTo>
                  <a:lnTo>
                    <a:pt x="208312" y="98679"/>
                  </a:lnTo>
                  <a:lnTo>
                    <a:pt x="155353" y="152876"/>
                  </a:lnTo>
                  <a:lnTo>
                    <a:pt x="155353" y="161734"/>
                  </a:lnTo>
                  <a:lnTo>
                    <a:pt x="155353" y="161734"/>
                  </a:lnTo>
                  <a:close/>
                  <a:moveTo>
                    <a:pt x="155353" y="141732"/>
                  </a:moveTo>
                  <a:lnTo>
                    <a:pt x="195453" y="87725"/>
                  </a:lnTo>
                  <a:lnTo>
                    <a:pt x="200977" y="80200"/>
                  </a:lnTo>
                  <a:lnTo>
                    <a:pt x="186118" y="65342"/>
                  </a:lnTo>
                  <a:lnTo>
                    <a:pt x="179546" y="77629"/>
                  </a:lnTo>
                  <a:lnTo>
                    <a:pt x="155353" y="123158"/>
                  </a:lnTo>
                  <a:lnTo>
                    <a:pt x="155353" y="141732"/>
                  </a:lnTo>
                  <a:lnTo>
                    <a:pt x="155353" y="141732"/>
                  </a:lnTo>
                  <a:close/>
                  <a:moveTo>
                    <a:pt x="155353" y="94583"/>
                  </a:moveTo>
                  <a:lnTo>
                    <a:pt x="155353" y="34671"/>
                  </a:lnTo>
                  <a:lnTo>
                    <a:pt x="171545" y="50863"/>
                  </a:lnTo>
                  <a:lnTo>
                    <a:pt x="164116" y="70866"/>
                  </a:lnTo>
                  <a:lnTo>
                    <a:pt x="155353" y="94583"/>
                  </a:lnTo>
                  <a:close/>
                  <a:moveTo>
                    <a:pt x="155353" y="34576"/>
                  </a:moveTo>
                  <a:lnTo>
                    <a:pt x="155353" y="94488"/>
                  </a:lnTo>
                  <a:lnTo>
                    <a:pt x="135064" y="149447"/>
                  </a:lnTo>
                  <a:lnTo>
                    <a:pt x="131350" y="145733"/>
                  </a:lnTo>
                  <a:lnTo>
                    <a:pt x="131350" y="136970"/>
                  </a:lnTo>
                  <a:lnTo>
                    <a:pt x="146113" y="65532"/>
                  </a:lnTo>
                  <a:lnTo>
                    <a:pt x="152971" y="32195"/>
                  </a:lnTo>
                  <a:lnTo>
                    <a:pt x="155353" y="34576"/>
                  </a:lnTo>
                  <a:lnTo>
                    <a:pt x="155353" y="34576"/>
                  </a:lnTo>
                  <a:close/>
                  <a:moveTo>
                    <a:pt x="155353" y="123254"/>
                  </a:moveTo>
                  <a:lnTo>
                    <a:pt x="139160" y="153638"/>
                  </a:lnTo>
                  <a:lnTo>
                    <a:pt x="143351" y="157829"/>
                  </a:lnTo>
                  <a:lnTo>
                    <a:pt x="155353" y="141732"/>
                  </a:lnTo>
                  <a:lnTo>
                    <a:pt x="155353" y="123254"/>
                  </a:lnTo>
                  <a:lnTo>
                    <a:pt x="155353" y="123254"/>
                  </a:lnTo>
                  <a:close/>
                  <a:moveTo>
                    <a:pt x="155353" y="152971"/>
                  </a:moveTo>
                  <a:lnTo>
                    <a:pt x="155353" y="161830"/>
                  </a:lnTo>
                  <a:lnTo>
                    <a:pt x="150781" y="165354"/>
                  </a:lnTo>
                  <a:lnTo>
                    <a:pt x="146971" y="161544"/>
                  </a:lnTo>
                  <a:lnTo>
                    <a:pt x="155353" y="152971"/>
                  </a:lnTo>
                  <a:lnTo>
                    <a:pt x="155353" y="152971"/>
                  </a:lnTo>
                  <a:close/>
                  <a:moveTo>
                    <a:pt x="155353" y="168592"/>
                  </a:moveTo>
                  <a:lnTo>
                    <a:pt x="155353" y="169831"/>
                  </a:lnTo>
                  <a:lnTo>
                    <a:pt x="154496" y="168974"/>
                  </a:lnTo>
                  <a:lnTo>
                    <a:pt x="155353" y="168592"/>
                  </a:lnTo>
                  <a:lnTo>
                    <a:pt x="155353" y="168592"/>
                  </a:lnTo>
                  <a:close/>
                  <a:moveTo>
                    <a:pt x="131350" y="33909"/>
                  </a:moveTo>
                  <a:lnTo>
                    <a:pt x="132874" y="12097"/>
                  </a:lnTo>
                  <a:lnTo>
                    <a:pt x="131350" y="10573"/>
                  </a:lnTo>
                  <a:lnTo>
                    <a:pt x="131350" y="33909"/>
                  </a:lnTo>
                  <a:close/>
                  <a:moveTo>
                    <a:pt x="131350" y="10573"/>
                  </a:moveTo>
                  <a:lnTo>
                    <a:pt x="131350" y="33909"/>
                  </a:lnTo>
                  <a:lnTo>
                    <a:pt x="129350" y="63341"/>
                  </a:lnTo>
                  <a:lnTo>
                    <a:pt x="124206" y="138684"/>
                  </a:lnTo>
                  <a:lnTo>
                    <a:pt x="117538" y="138493"/>
                  </a:lnTo>
                  <a:lnTo>
                    <a:pt x="112585" y="63341"/>
                  </a:lnTo>
                  <a:lnTo>
                    <a:pt x="110490" y="31528"/>
                  </a:lnTo>
                  <a:lnTo>
                    <a:pt x="110490" y="10287"/>
                  </a:lnTo>
                  <a:lnTo>
                    <a:pt x="120777" y="0"/>
                  </a:lnTo>
                  <a:lnTo>
                    <a:pt x="131350" y="10573"/>
                  </a:lnTo>
                  <a:lnTo>
                    <a:pt x="131350" y="10573"/>
                  </a:lnTo>
                  <a:close/>
                  <a:moveTo>
                    <a:pt x="131350" y="137065"/>
                  </a:moveTo>
                  <a:lnTo>
                    <a:pt x="129826" y="144304"/>
                  </a:lnTo>
                  <a:lnTo>
                    <a:pt x="131350" y="145828"/>
                  </a:lnTo>
                  <a:lnTo>
                    <a:pt x="131350" y="137065"/>
                  </a:lnTo>
                  <a:lnTo>
                    <a:pt x="131350" y="137065"/>
                  </a:lnTo>
                  <a:close/>
                  <a:moveTo>
                    <a:pt x="110490" y="145542"/>
                  </a:moveTo>
                  <a:lnTo>
                    <a:pt x="111823" y="144209"/>
                  </a:lnTo>
                  <a:lnTo>
                    <a:pt x="110490" y="137732"/>
                  </a:lnTo>
                  <a:lnTo>
                    <a:pt x="110490" y="145542"/>
                  </a:lnTo>
                  <a:close/>
                  <a:moveTo>
                    <a:pt x="78676" y="164021"/>
                  </a:moveTo>
                  <a:lnTo>
                    <a:pt x="87058" y="168878"/>
                  </a:lnTo>
                  <a:lnTo>
                    <a:pt x="78676" y="177260"/>
                  </a:lnTo>
                  <a:lnTo>
                    <a:pt x="78676" y="164021"/>
                  </a:lnTo>
                  <a:lnTo>
                    <a:pt x="78676" y="164021"/>
                  </a:lnTo>
                  <a:close/>
                  <a:moveTo>
                    <a:pt x="110490" y="10287"/>
                  </a:moveTo>
                  <a:lnTo>
                    <a:pt x="110490" y="31528"/>
                  </a:lnTo>
                  <a:lnTo>
                    <a:pt x="109156" y="11525"/>
                  </a:lnTo>
                  <a:lnTo>
                    <a:pt x="110490" y="10287"/>
                  </a:lnTo>
                  <a:lnTo>
                    <a:pt x="110490" y="10287"/>
                  </a:lnTo>
                  <a:close/>
                  <a:moveTo>
                    <a:pt x="110490" y="137732"/>
                  </a:moveTo>
                  <a:lnTo>
                    <a:pt x="110490" y="145447"/>
                  </a:lnTo>
                  <a:lnTo>
                    <a:pt x="106585" y="149352"/>
                  </a:lnTo>
                  <a:lnTo>
                    <a:pt x="78772" y="73247"/>
                  </a:lnTo>
                  <a:lnTo>
                    <a:pt x="78772" y="42005"/>
                  </a:lnTo>
                  <a:lnTo>
                    <a:pt x="88963" y="31813"/>
                  </a:lnTo>
                  <a:lnTo>
                    <a:pt x="95821" y="65532"/>
                  </a:lnTo>
                  <a:lnTo>
                    <a:pt x="110490" y="137732"/>
                  </a:lnTo>
                  <a:lnTo>
                    <a:pt x="110490" y="137732"/>
                  </a:lnTo>
                  <a:close/>
                  <a:moveTo>
                    <a:pt x="78676" y="155734"/>
                  </a:moveTo>
                  <a:lnTo>
                    <a:pt x="90773" y="165163"/>
                  </a:lnTo>
                  <a:lnTo>
                    <a:pt x="94488" y="161449"/>
                  </a:lnTo>
                  <a:lnTo>
                    <a:pt x="78581" y="145066"/>
                  </a:lnTo>
                  <a:lnTo>
                    <a:pt x="78581" y="155734"/>
                  </a:lnTo>
                  <a:lnTo>
                    <a:pt x="78676" y="155734"/>
                  </a:lnTo>
                  <a:close/>
                  <a:moveTo>
                    <a:pt x="78676" y="131350"/>
                  </a:moveTo>
                  <a:lnTo>
                    <a:pt x="98203" y="157829"/>
                  </a:lnTo>
                  <a:lnTo>
                    <a:pt x="102394" y="153638"/>
                  </a:lnTo>
                  <a:lnTo>
                    <a:pt x="78676" y="108775"/>
                  </a:lnTo>
                  <a:lnTo>
                    <a:pt x="78676" y="131350"/>
                  </a:lnTo>
                  <a:close/>
                  <a:moveTo>
                    <a:pt x="50863" y="148018"/>
                  </a:moveTo>
                  <a:lnTo>
                    <a:pt x="78676" y="164116"/>
                  </a:lnTo>
                  <a:lnTo>
                    <a:pt x="78676" y="177355"/>
                  </a:lnTo>
                  <a:lnTo>
                    <a:pt x="67627" y="188404"/>
                  </a:lnTo>
                  <a:lnTo>
                    <a:pt x="50863" y="171641"/>
                  </a:lnTo>
                  <a:lnTo>
                    <a:pt x="50863" y="148018"/>
                  </a:lnTo>
                  <a:lnTo>
                    <a:pt x="50863" y="148018"/>
                  </a:lnTo>
                  <a:close/>
                  <a:moveTo>
                    <a:pt x="78676" y="42005"/>
                  </a:moveTo>
                  <a:lnTo>
                    <a:pt x="78676" y="73247"/>
                  </a:lnTo>
                  <a:lnTo>
                    <a:pt x="77724" y="70580"/>
                  </a:lnTo>
                  <a:lnTo>
                    <a:pt x="70294" y="50292"/>
                  </a:lnTo>
                  <a:lnTo>
                    <a:pt x="78676" y="42005"/>
                  </a:lnTo>
                  <a:lnTo>
                    <a:pt x="78676" y="42005"/>
                  </a:lnTo>
                  <a:close/>
                  <a:moveTo>
                    <a:pt x="78676" y="108680"/>
                  </a:moveTo>
                  <a:lnTo>
                    <a:pt x="62198" y="77533"/>
                  </a:lnTo>
                  <a:lnTo>
                    <a:pt x="55626" y="65056"/>
                  </a:lnTo>
                  <a:lnTo>
                    <a:pt x="50768" y="69913"/>
                  </a:lnTo>
                  <a:lnTo>
                    <a:pt x="50768" y="93535"/>
                  </a:lnTo>
                  <a:lnTo>
                    <a:pt x="78581" y="131254"/>
                  </a:lnTo>
                  <a:lnTo>
                    <a:pt x="78581" y="108680"/>
                  </a:lnTo>
                  <a:lnTo>
                    <a:pt x="78676" y="108680"/>
                  </a:lnTo>
                  <a:close/>
                  <a:moveTo>
                    <a:pt x="78676" y="145066"/>
                  </a:moveTo>
                  <a:lnTo>
                    <a:pt x="50863" y="116396"/>
                  </a:lnTo>
                  <a:lnTo>
                    <a:pt x="50863" y="134207"/>
                  </a:lnTo>
                  <a:lnTo>
                    <a:pt x="78676" y="155734"/>
                  </a:lnTo>
                  <a:lnTo>
                    <a:pt x="78676" y="145066"/>
                  </a:lnTo>
                  <a:close/>
                  <a:moveTo>
                    <a:pt x="0" y="120682"/>
                  </a:moveTo>
                  <a:lnTo>
                    <a:pt x="1333" y="119348"/>
                  </a:lnTo>
                  <a:lnTo>
                    <a:pt x="50863" y="147923"/>
                  </a:lnTo>
                  <a:lnTo>
                    <a:pt x="50863" y="171545"/>
                  </a:lnTo>
                  <a:lnTo>
                    <a:pt x="0" y="120682"/>
                  </a:lnTo>
                  <a:lnTo>
                    <a:pt x="0" y="120682"/>
                  </a:lnTo>
                  <a:close/>
                  <a:moveTo>
                    <a:pt x="50863" y="69913"/>
                  </a:moveTo>
                  <a:lnTo>
                    <a:pt x="50863" y="93535"/>
                  </a:lnTo>
                  <a:lnTo>
                    <a:pt x="46387" y="87535"/>
                  </a:lnTo>
                  <a:lnTo>
                    <a:pt x="40767" y="79915"/>
                  </a:lnTo>
                  <a:lnTo>
                    <a:pt x="50863" y="69913"/>
                  </a:lnTo>
                  <a:lnTo>
                    <a:pt x="50863" y="69913"/>
                  </a:lnTo>
                  <a:close/>
                  <a:moveTo>
                    <a:pt x="50863" y="116396"/>
                  </a:moveTo>
                  <a:lnTo>
                    <a:pt x="33528" y="98488"/>
                  </a:lnTo>
                  <a:lnTo>
                    <a:pt x="28004" y="92774"/>
                  </a:lnTo>
                  <a:lnTo>
                    <a:pt x="14668" y="106108"/>
                  </a:lnTo>
                  <a:lnTo>
                    <a:pt x="50863" y="134207"/>
                  </a:lnTo>
                  <a:lnTo>
                    <a:pt x="50863" y="116396"/>
                  </a:lnTo>
                  <a:close/>
                </a:path>
              </a:pathLst>
            </a:custGeom>
            <a:solidFill>
              <a:srgbClr val="0DB0B3"/>
            </a:solidFill>
            <a:ln w="9525" cap="flat">
              <a:noFill/>
              <a:prstDash val="solid"/>
              <a:miter/>
            </a:ln>
          </p:spPr>
          <p:txBody>
            <a:bodyPr rtlCol="0" anchor="ctr"/>
            <a:lstStyle/>
            <a:p>
              <a:endParaRPr lang="mn-MN" sz="2040"/>
            </a:p>
          </p:txBody>
        </p:sp>
      </p:grpSp>
    </p:spTree>
    <p:extLst>
      <p:ext uri="{BB962C8B-B14F-4D97-AF65-F5344CB8AC3E}">
        <p14:creationId xmlns:p14="http://schemas.microsoft.com/office/powerpoint/2010/main" val="3083975958"/>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45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128B6ADB-5BA8-7EA3-F93E-EC6199C4A888}"/>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solidFill>
                  <a:srgbClr val="00B0B0"/>
                </a:solidFill>
              </a:defRPr>
            </a:lvl1pPr>
            <a:lvl2pPr marL="652723" indent="-326362">
              <a:lnSpc>
                <a:spcPct val="90000"/>
              </a:lnSpc>
              <a:spcBef>
                <a:spcPts val="0"/>
              </a:spcBef>
              <a:spcAft>
                <a:spcPts val="680"/>
              </a:spcAft>
              <a:defRPr>
                <a:solidFill>
                  <a:srgbClr val="00B0B0"/>
                </a:solidFill>
              </a:defRPr>
            </a:lvl2pPr>
            <a:lvl3pPr marL="979085" indent="-326362">
              <a:lnSpc>
                <a:spcPct val="90000"/>
              </a:lnSpc>
              <a:spcBef>
                <a:spcPts val="0"/>
              </a:spcBef>
              <a:spcAft>
                <a:spcPts val="680"/>
              </a:spcAft>
              <a:defRPr>
                <a:solidFill>
                  <a:srgbClr val="00B0B0"/>
                </a:solidFill>
              </a:defRPr>
            </a:lvl3pPr>
            <a:lvl4pPr marL="1305446" indent="-326362">
              <a:lnSpc>
                <a:spcPct val="90000"/>
              </a:lnSpc>
              <a:spcBef>
                <a:spcPts val="0"/>
              </a:spcBef>
              <a:spcAft>
                <a:spcPts val="680"/>
              </a:spcAft>
              <a:defRPr>
                <a:solidFill>
                  <a:srgbClr val="00B0B0"/>
                </a:solidFill>
              </a:defRPr>
            </a:lvl4pPr>
            <a:lvl5pPr marL="1631808" indent="-326362">
              <a:lnSpc>
                <a:spcPct val="90000"/>
              </a:lnSpc>
              <a:spcBef>
                <a:spcPts val="0"/>
              </a:spcBef>
              <a:spcAft>
                <a:spcPts val="680"/>
              </a:spcAft>
              <a:defRPr>
                <a:solidFill>
                  <a:srgbClr val="00B0B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8" name="Graphic 7">
            <a:extLst>
              <a:ext uri="{FF2B5EF4-FFF2-40B4-BE49-F238E27FC236}">
                <a16:creationId xmlns:a16="http://schemas.microsoft.com/office/drawing/2014/main" id="{5B8EA083-81AE-2046-A837-EAB16699527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1699130698"/>
      </p:ext>
    </p:extLst>
  </p:cSld>
  <p:clrMapOvr>
    <a:masterClrMapping/>
  </p:clrMapOvr>
  <p:extLst>
    <p:ext uri="{DCECCB84-F9BA-43D5-87BE-67443E8EF086}">
      <p15:sldGuideLst xmlns:p15="http://schemas.microsoft.com/office/powerpoint/2012/main">
        <p15:guide id="1" orient="horz" pos="4038">
          <p15:clr>
            <a:srgbClr val="FBAE40"/>
          </p15:clr>
        </p15:guide>
        <p15:guide id="2" pos="8133">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44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128B6ADB-5BA8-7EA3-F93E-EC6199C4A888}"/>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solidFill>
                  <a:srgbClr val="00B0B0"/>
                </a:solidFill>
              </a:defRPr>
            </a:lvl1pPr>
            <a:lvl2pPr marL="652723" indent="-326362">
              <a:lnSpc>
                <a:spcPct val="90000"/>
              </a:lnSpc>
              <a:spcBef>
                <a:spcPts val="0"/>
              </a:spcBef>
              <a:spcAft>
                <a:spcPts val="680"/>
              </a:spcAft>
              <a:defRPr>
                <a:solidFill>
                  <a:srgbClr val="00B0B0"/>
                </a:solidFill>
              </a:defRPr>
            </a:lvl2pPr>
            <a:lvl3pPr marL="979085" indent="-326362">
              <a:lnSpc>
                <a:spcPct val="90000"/>
              </a:lnSpc>
              <a:spcBef>
                <a:spcPts val="0"/>
              </a:spcBef>
              <a:spcAft>
                <a:spcPts val="680"/>
              </a:spcAft>
              <a:defRPr>
                <a:solidFill>
                  <a:srgbClr val="00B0B0"/>
                </a:solidFill>
              </a:defRPr>
            </a:lvl3pPr>
            <a:lvl4pPr marL="1305446" indent="-326362">
              <a:lnSpc>
                <a:spcPct val="90000"/>
              </a:lnSpc>
              <a:spcBef>
                <a:spcPts val="0"/>
              </a:spcBef>
              <a:spcAft>
                <a:spcPts val="680"/>
              </a:spcAft>
              <a:defRPr>
                <a:solidFill>
                  <a:srgbClr val="00B0B0"/>
                </a:solidFill>
              </a:defRPr>
            </a:lvl4pPr>
            <a:lvl5pPr marL="1631808" indent="-326362">
              <a:lnSpc>
                <a:spcPct val="90000"/>
              </a:lnSpc>
              <a:spcBef>
                <a:spcPts val="0"/>
              </a:spcBef>
              <a:spcAft>
                <a:spcPts val="680"/>
              </a:spcAft>
              <a:defRPr>
                <a:solidFill>
                  <a:srgbClr val="00B0B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8" name="Graphic 7">
            <a:extLst>
              <a:ext uri="{FF2B5EF4-FFF2-40B4-BE49-F238E27FC236}">
                <a16:creationId xmlns:a16="http://schemas.microsoft.com/office/drawing/2014/main" id="{DBD94A88-AE43-8D02-101F-16AC034ADC8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655387273"/>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3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3" name="Graphic 12">
            <a:extLst>
              <a:ext uri="{FF2B5EF4-FFF2-40B4-BE49-F238E27FC236}">
                <a16:creationId xmlns:a16="http://schemas.microsoft.com/office/drawing/2014/main" id="{29A8ACE9-9BFA-79DB-75EA-C89E1EC8FDA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97A8FA7B-4945-483C-0E4C-77DEFC2F7B54}"/>
              </a:ext>
            </a:extLst>
          </p:cNvPr>
          <p:cNvGrpSpPr/>
          <p:nvPr userDrawn="1"/>
        </p:nvGrpSpPr>
        <p:grpSpPr>
          <a:xfrm>
            <a:off x="0" y="6616700"/>
            <a:ext cx="13816013" cy="1155700"/>
            <a:chOff x="0" y="6616700"/>
            <a:chExt cx="13816013" cy="1155700"/>
          </a:xfrm>
        </p:grpSpPr>
        <p:cxnSp>
          <p:nvCxnSpPr>
            <p:cNvPr id="3" name="Straight Connector 2">
              <a:extLst>
                <a:ext uri="{FF2B5EF4-FFF2-40B4-BE49-F238E27FC236}">
                  <a16:creationId xmlns:a16="http://schemas.microsoft.com/office/drawing/2014/main" id="{90C53B7D-2F18-4D00-D89A-F0EB2938DD90}"/>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796A1B3-99D0-1A2B-335E-9D30C7325AB5}"/>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00268681"/>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3" name="Graphic 12">
            <a:extLst>
              <a:ext uri="{FF2B5EF4-FFF2-40B4-BE49-F238E27FC236}">
                <a16:creationId xmlns:a16="http://schemas.microsoft.com/office/drawing/2014/main" id="{29A8ACE9-9BFA-79DB-75EA-C89E1EC8FDA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97A8FA7B-4945-483C-0E4C-77DEFC2F7B54}"/>
              </a:ext>
            </a:extLst>
          </p:cNvPr>
          <p:cNvGrpSpPr/>
          <p:nvPr userDrawn="1"/>
        </p:nvGrpSpPr>
        <p:grpSpPr>
          <a:xfrm>
            <a:off x="0" y="7025268"/>
            <a:ext cx="13816013" cy="747132"/>
            <a:chOff x="0" y="6616700"/>
            <a:chExt cx="13816013" cy="1155700"/>
          </a:xfrm>
        </p:grpSpPr>
        <p:cxnSp>
          <p:nvCxnSpPr>
            <p:cNvPr id="3" name="Straight Connector 2">
              <a:extLst>
                <a:ext uri="{FF2B5EF4-FFF2-40B4-BE49-F238E27FC236}">
                  <a16:creationId xmlns:a16="http://schemas.microsoft.com/office/drawing/2014/main" id="{90C53B7D-2F18-4D00-D89A-F0EB2938DD90}"/>
                </a:ext>
              </a:extLst>
            </p:cNvPr>
            <p:cNvCxnSpPr/>
            <p:nvPr userDrawn="1"/>
          </p:nvCxnSpPr>
          <p:spPr>
            <a:xfrm>
              <a:off x="0" y="6616700"/>
              <a:ext cx="13816013" cy="0"/>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796A1B3-99D0-1A2B-335E-9D30C7325AB5}"/>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83254386"/>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8054"/>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6" name="Graphic 15">
            <a:extLst>
              <a:ext uri="{FF2B5EF4-FFF2-40B4-BE49-F238E27FC236}">
                <a16:creationId xmlns:a16="http://schemas.microsoft.com/office/drawing/2014/main" id="{2110D019-FB60-A35D-5C2D-A535CA687FFE}"/>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7FAAEA0C-4177-5CF1-B570-AA6332A4E731}"/>
              </a:ext>
            </a:extLst>
          </p:cNvPr>
          <p:cNvGrpSpPr/>
          <p:nvPr userDrawn="1"/>
        </p:nvGrpSpPr>
        <p:grpSpPr>
          <a:xfrm>
            <a:off x="0" y="901700"/>
            <a:ext cx="13816013" cy="6870700"/>
            <a:chOff x="0" y="901700"/>
            <a:chExt cx="13816013" cy="6870700"/>
          </a:xfrm>
        </p:grpSpPr>
        <p:cxnSp>
          <p:nvCxnSpPr>
            <p:cNvPr id="3" name="Straight Connector 2">
              <a:extLst>
                <a:ext uri="{FF2B5EF4-FFF2-40B4-BE49-F238E27FC236}">
                  <a16:creationId xmlns:a16="http://schemas.microsoft.com/office/drawing/2014/main" id="{6BF3B860-83CE-64BF-2D26-C75B408C7022}"/>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C34CFF3-BD2A-5659-C464-BC70F8EDDC6C}"/>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87D857B-8C3A-250C-FF7B-489B73C9578F}"/>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52343034"/>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1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56313"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6901106"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12" name="Graphic 11">
            <a:extLst>
              <a:ext uri="{FF2B5EF4-FFF2-40B4-BE49-F238E27FC236}">
                <a16:creationId xmlns:a16="http://schemas.microsoft.com/office/drawing/2014/main" id="{715EFC0B-BA24-07A8-7937-2CD8AE0089F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5140808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E84D11AC-F11F-7CB2-2330-DCB71E394EDD}"/>
              </a:ext>
            </a:extLst>
          </p:cNvPr>
          <p:cNvSpPr>
            <a:spLocks noGrp="1"/>
          </p:cNvSpPr>
          <p:nvPr>
            <p:ph idx="16"/>
          </p:nvPr>
        </p:nvSpPr>
        <p:spPr>
          <a:xfrm>
            <a:off x="56313" y="1213582"/>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5" name="Content Placeholder 2">
            <a:extLst>
              <a:ext uri="{FF2B5EF4-FFF2-40B4-BE49-F238E27FC236}">
                <a16:creationId xmlns:a16="http://schemas.microsoft.com/office/drawing/2014/main" id="{9B044B25-E417-40BB-1A56-C90C2A618175}"/>
              </a:ext>
            </a:extLst>
          </p:cNvPr>
          <p:cNvSpPr>
            <a:spLocks noGrp="1"/>
          </p:cNvSpPr>
          <p:nvPr>
            <p:ph idx="17"/>
          </p:nvPr>
        </p:nvSpPr>
        <p:spPr>
          <a:xfrm>
            <a:off x="56313" y="4447288"/>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6" name="Content Placeholder 2">
            <a:extLst>
              <a:ext uri="{FF2B5EF4-FFF2-40B4-BE49-F238E27FC236}">
                <a16:creationId xmlns:a16="http://schemas.microsoft.com/office/drawing/2014/main" id="{A6BD406B-5D3E-79E7-FF58-8DDBC4CE027F}"/>
              </a:ext>
            </a:extLst>
          </p:cNvPr>
          <p:cNvSpPr>
            <a:spLocks noGrp="1"/>
          </p:cNvSpPr>
          <p:nvPr>
            <p:ph idx="18"/>
          </p:nvPr>
        </p:nvSpPr>
        <p:spPr>
          <a:xfrm>
            <a:off x="4708331" y="1213582"/>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7" name="Content Placeholder 2">
            <a:extLst>
              <a:ext uri="{FF2B5EF4-FFF2-40B4-BE49-F238E27FC236}">
                <a16:creationId xmlns:a16="http://schemas.microsoft.com/office/drawing/2014/main" id="{E768D76A-BA7F-F6BC-7090-8D17BC1C7E7D}"/>
              </a:ext>
            </a:extLst>
          </p:cNvPr>
          <p:cNvSpPr>
            <a:spLocks noGrp="1"/>
          </p:cNvSpPr>
          <p:nvPr>
            <p:ph idx="19"/>
          </p:nvPr>
        </p:nvSpPr>
        <p:spPr>
          <a:xfrm>
            <a:off x="4708331" y="4447288"/>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8" name="Content Placeholder 2">
            <a:extLst>
              <a:ext uri="{FF2B5EF4-FFF2-40B4-BE49-F238E27FC236}">
                <a16:creationId xmlns:a16="http://schemas.microsoft.com/office/drawing/2014/main" id="{7F40B614-E915-6F6F-53AF-D21A4420BD3D}"/>
              </a:ext>
            </a:extLst>
          </p:cNvPr>
          <p:cNvSpPr>
            <a:spLocks noGrp="1"/>
          </p:cNvSpPr>
          <p:nvPr>
            <p:ph idx="20"/>
          </p:nvPr>
        </p:nvSpPr>
        <p:spPr>
          <a:xfrm>
            <a:off x="9304036" y="1213329"/>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9" name="Content Placeholder 2">
            <a:extLst>
              <a:ext uri="{FF2B5EF4-FFF2-40B4-BE49-F238E27FC236}">
                <a16:creationId xmlns:a16="http://schemas.microsoft.com/office/drawing/2014/main" id="{992F88BB-A06B-2591-F079-0198D290EBDA}"/>
              </a:ext>
            </a:extLst>
          </p:cNvPr>
          <p:cNvSpPr>
            <a:spLocks noGrp="1"/>
          </p:cNvSpPr>
          <p:nvPr>
            <p:ph idx="21"/>
          </p:nvPr>
        </p:nvSpPr>
        <p:spPr>
          <a:xfrm>
            <a:off x="9304036" y="4447035"/>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6" name="Graphic 5">
            <a:extLst>
              <a:ext uri="{FF2B5EF4-FFF2-40B4-BE49-F238E27FC236}">
                <a16:creationId xmlns:a16="http://schemas.microsoft.com/office/drawing/2014/main" id="{E02A758B-32CF-F461-ACA2-5EE4125C5BC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339623326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151778"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8499836"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3151778"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8499836"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13" name="Graphic 12">
            <a:extLst>
              <a:ext uri="{FF2B5EF4-FFF2-40B4-BE49-F238E27FC236}">
                <a16:creationId xmlns:a16="http://schemas.microsoft.com/office/drawing/2014/main" id="{236E21F7-7955-2369-13D9-D9D21C8377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11151844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3151778" y="1093600"/>
            <a:ext cx="10664235" cy="6696855"/>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151778"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8499836"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3151778"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8499836"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13" name="Graphic 12">
            <a:extLst>
              <a:ext uri="{FF2B5EF4-FFF2-40B4-BE49-F238E27FC236}">
                <a16:creationId xmlns:a16="http://schemas.microsoft.com/office/drawing/2014/main" id="{321AA805-0A14-0A8C-7DD5-9BADB7584288}"/>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179711275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grpSp>
        <p:nvGrpSpPr>
          <p:cNvPr id="2" name="Group 1">
            <a:extLst>
              <a:ext uri="{FF2B5EF4-FFF2-40B4-BE49-F238E27FC236}">
                <a16:creationId xmlns:a16="http://schemas.microsoft.com/office/drawing/2014/main" id="{C6F6D318-D1BB-DAA5-89FB-D1A7329C55A3}"/>
              </a:ext>
            </a:extLst>
          </p:cNvPr>
          <p:cNvGrpSpPr/>
          <p:nvPr userDrawn="1"/>
        </p:nvGrpSpPr>
        <p:grpSpPr>
          <a:xfrm>
            <a:off x="0" y="901700"/>
            <a:ext cx="13816013" cy="6870700"/>
            <a:chOff x="0" y="901700"/>
            <a:chExt cx="13816013" cy="6870700"/>
          </a:xfrm>
        </p:grpSpPr>
        <p:cxnSp>
          <p:nvCxnSpPr>
            <p:cNvPr id="3" name="Straight Connector 2">
              <a:extLst>
                <a:ext uri="{FF2B5EF4-FFF2-40B4-BE49-F238E27FC236}">
                  <a16:creationId xmlns:a16="http://schemas.microsoft.com/office/drawing/2014/main" id="{F168F69D-5675-79C8-0A9F-52AA2F35709E}"/>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36355C4-3CCE-FF10-F2F7-C4757031E01D}"/>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DC62DE9-501B-0E58-23C3-EB8217FC8242}"/>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46293698"/>
      </p:ext>
    </p:extLst>
  </p:cSld>
  <p:clrMapOvr>
    <a:masterClrMapping/>
  </p:clrMapOvr>
  <p:extLst>
    <p:ext uri="{DCECCB84-F9BA-43D5-87BE-67443E8EF086}">
      <p15:sldGuideLst xmlns:p15="http://schemas.microsoft.com/office/powerpoint/2012/main">
        <p15:guide id="1" orient="horz" pos="4576">
          <p15:clr>
            <a:srgbClr val="FBAE40"/>
          </p15:clr>
        </p15:guide>
        <p15:guide id="2" pos="71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pic>
        <p:nvPicPr>
          <p:cNvPr id="23" name="Graphic 22">
            <a:extLst>
              <a:ext uri="{FF2B5EF4-FFF2-40B4-BE49-F238E27FC236}">
                <a16:creationId xmlns:a16="http://schemas.microsoft.com/office/drawing/2014/main" id="{55E567DC-999E-D5EC-F6F9-FC21E22BD1D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3" name="Group 2">
            <a:extLst>
              <a:ext uri="{FF2B5EF4-FFF2-40B4-BE49-F238E27FC236}">
                <a16:creationId xmlns:a16="http://schemas.microsoft.com/office/drawing/2014/main" id="{E507FA90-2B9D-A88F-448A-B7DFAAFD220F}"/>
              </a:ext>
            </a:extLst>
          </p:cNvPr>
          <p:cNvGrpSpPr/>
          <p:nvPr userDrawn="1"/>
        </p:nvGrpSpPr>
        <p:grpSpPr>
          <a:xfrm>
            <a:off x="0" y="6616700"/>
            <a:ext cx="13816013" cy="1155700"/>
            <a:chOff x="0" y="6616700"/>
            <a:chExt cx="13816013" cy="1155700"/>
          </a:xfrm>
        </p:grpSpPr>
        <p:cxnSp>
          <p:nvCxnSpPr>
            <p:cNvPr id="5" name="Straight Connector 4">
              <a:extLst>
                <a:ext uri="{FF2B5EF4-FFF2-40B4-BE49-F238E27FC236}">
                  <a16:creationId xmlns:a16="http://schemas.microsoft.com/office/drawing/2014/main" id="{CC4408E3-F5CC-9894-6E08-31D317CDD0FA}"/>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56169EE-B2FE-72CA-E152-62C742301928}"/>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82398088"/>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5" name="Picture 4" descr="A green and black background">
            <a:extLst>
              <a:ext uri="{FF2B5EF4-FFF2-40B4-BE49-F238E27FC236}">
                <a16:creationId xmlns:a16="http://schemas.microsoft.com/office/drawing/2014/main" id="{1B7B4230-1C25-6E3F-33F8-1DE4A640C1E4}"/>
              </a:ext>
            </a:extLst>
          </p:cNvPr>
          <p:cNvPicPr>
            <a:picLocks noChangeAspect="1"/>
          </p:cNvPicPr>
          <p:nvPr userDrawn="1"/>
        </p:nvPicPr>
        <p:blipFill rotWithShape="1">
          <a:blip r:embed="rId2"/>
          <a:srcRect b="89455"/>
          <a:stretch/>
        </p:blipFill>
        <p:spPr>
          <a:xfrm>
            <a:off x="0" y="0"/>
            <a:ext cx="13816013" cy="987008"/>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7" name="Graphic 6">
            <a:extLst>
              <a:ext uri="{FF2B5EF4-FFF2-40B4-BE49-F238E27FC236}">
                <a16:creationId xmlns:a16="http://schemas.microsoft.com/office/drawing/2014/main" id="{F388E419-FF75-2018-3068-9A2C089E50D3}"/>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135675824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5" name="Picture 4" descr="A green and black background&#10;&#10;Description automatically generated">
            <a:extLst>
              <a:ext uri="{FF2B5EF4-FFF2-40B4-BE49-F238E27FC236}">
                <a16:creationId xmlns:a16="http://schemas.microsoft.com/office/drawing/2014/main" id="{2C751C0F-A7D7-8046-F994-F3C9A3D070C4}"/>
              </a:ext>
            </a:extLst>
          </p:cNvPr>
          <p:cNvPicPr>
            <a:picLocks noChangeAspect="1"/>
          </p:cNvPicPr>
          <p:nvPr userDrawn="1"/>
        </p:nvPicPr>
        <p:blipFill rotWithShape="1">
          <a:blip r:embed="rId2"/>
          <a:srcRect b="89455"/>
          <a:stretch/>
        </p:blipFill>
        <p:spPr>
          <a:xfrm>
            <a:off x="0" y="1"/>
            <a:ext cx="13816013" cy="96892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rgbClr val="00B0B0"/>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7" name="Graphic 6">
            <a:extLst>
              <a:ext uri="{FF2B5EF4-FFF2-40B4-BE49-F238E27FC236}">
                <a16:creationId xmlns:a16="http://schemas.microsoft.com/office/drawing/2014/main" id="{EB140B65-65B6-82FB-532C-3A959C522AA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233584124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3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tx1"/>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BC76FC0A-AA8F-5CBB-C7A5-2F7C27281D1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228446111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685169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0"/>
            <a:ext cx="685169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8" name="Graphic 7">
            <a:extLst>
              <a:ext uri="{FF2B5EF4-FFF2-40B4-BE49-F238E27FC236}">
                <a16:creationId xmlns:a16="http://schemas.microsoft.com/office/drawing/2014/main" id="{FDFDE1E9-124C-8162-7EE3-3B3E4A19F52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407050980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56313"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6901106"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112060997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2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rgbClr val="00B0B0"/>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0DDECCF2-31A9-57C6-1A12-4862401DC86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6866010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1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16670664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4" y="1068620"/>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7E979962-0759-23DF-32DB-D0CD359342EB}"/>
              </a:ext>
            </a:extLst>
          </p:cNvPr>
          <p:cNvSpPr>
            <a:spLocks noGrp="1"/>
          </p:cNvSpPr>
          <p:nvPr>
            <p:ph idx="13"/>
          </p:nvPr>
        </p:nvSpPr>
        <p:spPr>
          <a:xfrm>
            <a:off x="3485646" y="1068620"/>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1" name="Content Placeholder 2">
            <a:extLst>
              <a:ext uri="{FF2B5EF4-FFF2-40B4-BE49-F238E27FC236}">
                <a16:creationId xmlns:a16="http://schemas.microsoft.com/office/drawing/2014/main" id="{3C48C2AA-6DCF-2113-0F4A-563B829401D8}"/>
              </a:ext>
            </a:extLst>
          </p:cNvPr>
          <p:cNvSpPr>
            <a:spLocks noGrp="1"/>
          </p:cNvSpPr>
          <p:nvPr>
            <p:ph idx="14"/>
          </p:nvPr>
        </p:nvSpPr>
        <p:spPr>
          <a:xfrm>
            <a:off x="6919684" y="1064551"/>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2" name="Content Placeholder 2">
            <a:extLst>
              <a:ext uri="{FF2B5EF4-FFF2-40B4-BE49-F238E27FC236}">
                <a16:creationId xmlns:a16="http://schemas.microsoft.com/office/drawing/2014/main" id="{FABB98E7-507A-C91D-3F69-3E24F9F923C2}"/>
              </a:ext>
            </a:extLst>
          </p:cNvPr>
          <p:cNvSpPr>
            <a:spLocks noGrp="1"/>
          </p:cNvSpPr>
          <p:nvPr>
            <p:ph idx="15"/>
          </p:nvPr>
        </p:nvSpPr>
        <p:spPr>
          <a:xfrm>
            <a:off x="10349017" y="1064551"/>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6069587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7E979962-0759-23DF-32DB-D0CD359342EB}"/>
              </a:ext>
            </a:extLst>
          </p:cNvPr>
          <p:cNvSpPr>
            <a:spLocks noGrp="1"/>
          </p:cNvSpPr>
          <p:nvPr>
            <p:ph idx="13"/>
          </p:nvPr>
        </p:nvSpPr>
        <p:spPr>
          <a:xfrm>
            <a:off x="2794843" y="1068620"/>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A0779F03-6675-4A88-5F90-45B413D3F3ED}"/>
              </a:ext>
            </a:extLst>
          </p:cNvPr>
          <p:cNvSpPr>
            <a:spLocks noGrp="1"/>
          </p:cNvSpPr>
          <p:nvPr>
            <p:ph idx="14"/>
          </p:nvPr>
        </p:nvSpPr>
        <p:spPr>
          <a:xfrm>
            <a:off x="5549839" y="1068620"/>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7124E13D-E020-EF52-162D-EF4D4B13B837}"/>
              </a:ext>
            </a:extLst>
          </p:cNvPr>
          <p:cNvSpPr>
            <a:spLocks noGrp="1"/>
          </p:cNvSpPr>
          <p:nvPr>
            <p:ph idx="15"/>
          </p:nvPr>
        </p:nvSpPr>
        <p:spPr>
          <a:xfrm>
            <a:off x="8304010" y="1063425"/>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0" name="Content Placeholder 2">
            <a:extLst>
              <a:ext uri="{FF2B5EF4-FFF2-40B4-BE49-F238E27FC236}">
                <a16:creationId xmlns:a16="http://schemas.microsoft.com/office/drawing/2014/main" id="{6281DB7D-26A1-2DBE-F053-C8EBE03F280A}"/>
              </a:ext>
            </a:extLst>
          </p:cNvPr>
          <p:cNvSpPr>
            <a:spLocks noGrp="1"/>
          </p:cNvSpPr>
          <p:nvPr>
            <p:ph idx="16"/>
          </p:nvPr>
        </p:nvSpPr>
        <p:spPr>
          <a:xfrm>
            <a:off x="11046669" y="1063425"/>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361635993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78532450-9478-2136-0B51-312403ECA752}"/>
              </a:ext>
            </a:extLst>
          </p:cNvPr>
          <p:cNvPicPr>
            <a:picLocks noChangeAspect="1"/>
          </p:cNvPicPr>
          <p:nvPr userDrawn="1"/>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6912512" y="54048"/>
            <a:ext cx="6814736" cy="931155"/>
          </a:xfrm>
        </p:spPr>
        <p:txBody>
          <a:bodyPr lIns="216000">
            <a:noAutofit/>
          </a:bodyPr>
          <a:lstStyle>
            <a:lvl1pPr>
              <a:defRPr sz="2720">
                <a:solidFill>
                  <a:schemeClr val="accent3"/>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a:cxnSpLocks/>
          </p:cNvCxnSpPr>
          <p:nvPr userDrawn="1"/>
        </p:nvCxn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26F44444-A5DE-5E76-CE0A-F603AAC358E3}"/>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138198081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C78C26A8-1354-E8FA-5BE4-8E503B53115D}"/>
              </a:ext>
            </a:extLst>
          </p:cNvPr>
          <p:cNvPicPr>
            <a:picLocks noChangeAspect="1"/>
          </p:cNvPicPr>
          <p:nvPr userDrawn="1"/>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4644163" y="1031261"/>
            <a:ext cx="9178946"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7E5B58F7-199E-14E4-6AD8-1DBEF8493AE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102948106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2B127D6D-8316-BB08-8C95-455DA850A60C}"/>
              </a:ext>
            </a:extLst>
          </p:cNvPr>
          <p:cNvPicPr>
            <a:picLocks noChangeAspect="1"/>
          </p:cNvPicPr>
          <p:nvPr userDrawn="1"/>
        </p:nvPicPr>
        <p:blipFill rotWithShape="1">
          <a:blip r:embed="rId2"/>
          <a:srcRect l="74878" b="15208"/>
          <a:stretch/>
        </p:blipFill>
        <p:spPr>
          <a:xfrm flipH="1">
            <a:off x="1200" y="2"/>
            <a:ext cx="3470895"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4" y="1068620"/>
            <a:ext cx="10186503"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F1D49DCD-4CF6-0BEF-2DCA-0EA9B5875CD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190828758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0BB720F5-9A0D-A59C-4FF0-DEDFCC5BCB84}"/>
              </a:ext>
            </a:extLst>
          </p:cNvPr>
          <p:cNvPicPr>
            <a:picLocks noChangeAspect="1"/>
          </p:cNvPicPr>
          <p:nvPr userDrawn="1"/>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rgbClr val="00B0B0"/>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0" indent="0" algn="ctr">
              <a:lnSpc>
                <a:spcPct val="90000"/>
              </a:lnSpc>
              <a:spcBef>
                <a:spcPts val="0"/>
              </a:spcBef>
              <a:spcAft>
                <a:spcPts val="680"/>
              </a:spcAft>
              <a:buNone/>
              <a:defRPr>
                <a:solidFill>
                  <a:srgbClr val="00B0B0"/>
                </a:solidFill>
                <a:latin typeface="Montserrat ExtraBold" pitchFamily="2" charset="0"/>
              </a:defRPr>
            </a:lvl2pPr>
            <a:lvl3pPr marL="0" indent="0" algn="ctr">
              <a:lnSpc>
                <a:spcPct val="90000"/>
              </a:lnSpc>
              <a:spcBef>
                <a:spcPts val="0"/>
              </a:spcBef>
              <a:spcAft>
                <a:spcPts val="680"/>
              </a:spcAft>
              <a:buNone/>
              <a:defRPr>
                <a:solidFill>
                  <a:srgbClr val="00B0B0"/>
                </a:solidFill>
                <a:latin typeface="Montserrat ExtraBold" pitchFamily="2" charset="0"/>
              </a:defRPr>
            </a:lvl3pPr>
            <a:lvl4pPr marL="0" indent="0" algn="ctr">
              <a:lnSpc>
                <a:spcPct val="90000"/>
              </a:lnSpc>
              <a:spcBef>
                <a:spcPts val="0"/>
              </a:spcBef>
              <a:spcAft>
                <a:spcPts val="680"/>
              </a:spcAft>
              <a:buNone/>
              <a:defRPr>
                <a:solidFill>
                  <a:srgbClr val="00B0B0"/>
                </a:solidFill>
                <a:latin typeface="Montserrat ExtraBold" pitchFamily="2" charset="0"/>
              </a:defRPr>
            </a:lvl4pPr>
            <a:lvl5pPr marL="0" indent="0" algn="ctr">
              <a:lnSpc>
                <a:spcPct val="90000"/>
              </a:lnSpc>
              <a:spcBef>
                <a:spcPts val="0"/>
              </a:spcBef>
              <a:spcAft>
                <a:spcPts val="680"/>
              </a:spcAft>
              <a:buNone/>
              <a:defRPr>
                <a:solidFill>
                  <a:srgbClr val="00B0B0"/>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2" name="Straight Connector 11">
            <a:extLst>
              <a:ext uri="{FF2B5EF4-FFF2-40B4-BE49-F238E27FC236}">
                <a16:creationId xmlns:a16="http://schemas.microsoft.com/office/drawing/2014/main" id="{01143C93-50CD-1C89-B3F7-FD1BD1711AA9}"/>
              </a:ext>
            </a:extLst>
          </p:cNvPr>
          <p:cNvCxnSpPr>
            <a:cxnSpLocks/>
          </p:cNvCxnSpPr>
          <p:nvPr userDrawn="1"/>
        </p:nvCxnSpPr>
        <p:spPr>
          <a:xfrm>
            <a:off x="6942547" y="1031261"/>
            <a:ext cx="6894408"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AF337938-CB32-1401-D62F-807EDDA6604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99511274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EA975030-546A-E79E-00CB-0B592582D5AB}"/>
              </a:ext>
            </a:extLst>
          </p:cNvPr>
          <p:cNvPicPr>
            <a:picLocks noChangeAspect="1"/>
          </p:cNvPicPr>
          <p:nvPr userDrawn="1"/>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3D7F59F-4BA3-2338-E79C-2BB551D24EDD}"/>
              </a:ext>
            </a:extLst>
          </p:cNvPr>
          <p:cNvCxnSpPr>
            <a:cxnSpLocks/>
          </p:cNvCxnSpPr>
          <p:nvPr userDrawn="1"/>
        </p:nvCxnSpPr>
        <p:spPr>
          <a:xfrm>
            <a:off x="4667194"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6EE4440C-7265-FF21-2B46-39B66D0366F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180537869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pic>
        <p:nvPicPr>
          <p:cNvPr id="11" name="Picture 10" descr="A green and black background&#10;&#10;Description automatically generated">
            <a:extLst>
              <a:ext uri="{FF2B5EF4-FFF2-40B4-BE49-F238E27FC236}">
                <a16:creationId xmlns:a16="http://schemas.microsoft.com/office/drawing/2014/main" id="{748B6E47-61FC-F900-D1D8-99182B151078}"/>
              </a:ext>
            </a:extLst>
          </p:cNvPr>
          <p:cNvPicPr>
            <a:picLocks noChangeAspect="1"/>
          </p:cNvPicPr>
          <p:nvPr userDrawn="1"/>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1" y="1094858"/>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C45505D-9D6B-B0C9-B33E-77F8F0011FE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BA977802-675B-C4B5-646E-13D61D596666}"/>
              </a:ext>
            </a:extLst>
          </p:cNvPr>
          <p:cNvSpPr>
            <a:spLocks noGrp="1"/>
          </p:cNvSpPr>
          <p:nvPr>
            <p:ph idx="14"/>
          </p:nvPr>
        </p:nvSpPr>
        <p:spPr>
          <a:xfrm>
            <a:off x="3536241" y="3277162"/>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06A23010-1DF5-8D2C-48B1-B7258D75A34C}"/>
              </a:ext>
            </a:extLst>
          </p:cNvPr>
          <p:cNvSpPr>
            <a:spLocks noGrp="1"/>
          </p:cNvSpPr>
          <p:nvPr>
            <p:ph idx="15"/>
          </p:nvPr>
        </p:nvSpPr>
        <p:spPr>
          <a:xfrm>
            <a:off x="3536241" y="5459466"/>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FE9A5FA4-B9E9-4F76-447B-7D7434903C99}"/>
              </a:ext>
            </a:extLst>
          </p:cNvPr>
          <p:cNvSpPr>
            <a:spLocks noGrp="1"/>
          </p:cNvSpPr>
          <p:nvPr>
            <p:ph idx="16"/>
          </p:nvPr>
        </p:nvSpPr>
        <p:spPr>
          <a:xfrm>
            <a:off x="8623331" y="1094858"/>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B0011F44-9FEB-046F-FCCC-08822A736BEA}"/>
              </a:ext>
            </a:extLst>
          </p:cNvPr>
          <p:cNvSpPr>
            <a:spLocks noGrp="1"/>
          </p:cNvSpPr>
          <p:nvPr>
            <p:ph idx="17"/>
          </p:nvPr>
        </p:nvSpPr>
        <p:spPr>
          <a:xfrm>
            <a:off x="8623331" y="3277162"/>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0" name="Content Placeholder 2">
            <a:extLst>
              <a:ext uri="{FF2B5EF4-FFF2-40B4-BE49-F238E27FC236}">
                <a16:creationId xmlns:a16="http://schemas.microsoft.com/office/drawing/2014/main" id="{A8B60158-3AF7-5BA6-9FCD-29B680E74B72}"/>
              </a:ext>
            </a:extLst>
          </p:cNvPr>
          <p:cNvSpPr>
            <a:spLocks noGrp="1"/>
          </p:cNvSpPr>
          <p:nvPr>
            <p:ph idx="18"/>
          </p:nvPr>
        </p:nvSpPr>
        <p:spPr>
          <a:xfrm>
            <a:off x="8623331" y="5459466"/>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271261335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8CA50EFB-F616-D1E8-C7A7-67E4360609E4}"/>
              </a:ext>
            </a:extLst>
          </p:cNvPr>
          <p:cNvPicPr>
            <a:picLocks noChangeAspect="1"/>
          </p:cNvPicPr>
          <p:nvPr userDrawn="1"/>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1" y="1094858"/>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C45505D-9D6B-B0C9-B33E-77F8F0011FE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BA977802-675B-C4B5-646E-13D61D596666}"/>
              </a:ext>
            </a:extLst>
          </p:cNvPr>
          <p:cNvSpPr>
            <a:spLocks noGrp="1"/>
          </p:cNvSpPr>
          <p:nvPr>
            <p:ph idx="14"/>
          </p:nvPr>
        </p:nvSpPr>
        <p:spPr>
          <a:xfrm>
            <a:off x="3536241" y="4255697"/>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1" name="Content Placeholder 2">
            <a:extLst>
              <a:ext uri="{FF2B5EF4-FFF2-40B4-BE49-F238E27FC236}">
                <a16:creationId xmlns:a16="http://schemas.microsoft.com/office/drawing/2014/main" id="{5F3356B7-4018-E178-DEE1-D9DD7820C15F}"/>
              </a:ext>
            </a:extLst>
          </p:cNvPr>
          <p:cNvSpPr>
            <a:spLocks noGrp="1"/>
          </p:cNvSpPr>
          <p:nvPr>
            <p:ph idx="15"/>
          </p:nvPr>
        </p:nvSpPr>
        <p:spPr>
          <a:xfrm>
            <a:off x="6945603" y="1094858"/>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4" name="Content Placeholder 2">
            <a:extLst>
              <a:ext uri="{FF2B5EF4-FFF2-40B4-BE49-F238E27FC236}">
                <a16:creationId xmlns:a16="http://schemas.microsoft.com/office/drawing/2014/main" id="{C56A5C0F-D072-6A77-9892-B9795B5FFE86}"/>
              </a:ext>
            </a:extLst>
          </p:cNvPr>
          <p:cNvSpPr>
            <a:spLocks noGrp="1"/>
          </p:cNvSpPr>
          <p:nvPr>
            <p:ph idx="16"/>
          </p:nvPr>
        </p:nvSpPr>
        <p:spPr>
          <a:xfrm>
            <a:off x="6945603" y="4255697"/>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6" name="Content Placeholder 2">
            <a:extLst>
              <a:ext uri="{FF2B5EF4-FFF2-40B4-BE49-F238E27FC236}">
                <a16:creationId xmlns:a16="http://schemas.microsoft.com/office/drawing/2014/main" id="{FADFB523-4BA2-CE0B-233F-904E76631A2B}"/>
              </a:ext>
            </a:extLst>
          </p:cNvPr>
          <p:cNvSpPr>
            <a:spLocks noGrp="1"/>
          </p:cNvSpPr>
          <p:nvPr>
            <p:ph idx="17"/>
          </p:nvPr>
        </p:nvSpPr>
        <p:spPr>
          <a:xfrm>
            <a:off x="10377529" y="1094858"/>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7" name="Content Placeholder 2">
            <a:extLst>
              <a:ext uri="{FF2B5EF4-FFF2-40B4-BE49-F238E27FC236}">
                <a16:creationId xmlns:a16="http://schemas.microsoft.com/office/drawing/2014/main" id="{3038E16B-0549-37B5-3369-58C28EC569B8}"/>
              </a:ext>
            </a:extLst>
          </p:cNvPr>
          <p:cNvSpPr>
            <a:spLocks noGrp="1"/>
          </p:cNvSpPr>
          <p:nvPr>
            <p:ph idx="18"/>
          </p:nvPr>
        </p:nvSpPr>
        <p:spPr>
          <a:xfrm>
            <a:off x="10377529" y="4255697"/>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420079470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FE2A2AD8-BF11-C5D2-CD87-C05BDF312F38}"/>
              </a:ext>
            </a:extLst>
          </p:cNvPr>
          <p:cNvPicPr>
            <a:picLocks noChangeAspect="1"/>
          </p:cNvPicPr>
          <p:nvPr userDrawn="1"/>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4" y="1068620"/>
            <a:ext cx="10186503"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C45505D-9D6B-B0C9-B33E-77F8F0011FE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306590229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91360EE0-8481-BE1F-467A-F8B09E57E062}"/>
              </a:ext>
            </a:extLst>
          </p:cNvPr>
          <p:cNvPicPr>
            <a:picLocks noChangeAspect="1"/>
          </p:cNvPicPr>
          <p:nvPr userDrawn="1"/>
        </p:nvPicPr>
        <p:blipFill rotWithShape="1">
          <a:blip r:embed="rId2"/>
          <a:srcRect l="55468" b="15208"/>
          <a:stretch/>
        </p:blipFill>
        <p:spPr>
          <a:xfrm>
            <a:off x="7663456" y="1"/>
            <a:ext cx="615255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2" y="54048"/>
            <a:ext cx="7533229" cy="931155"/>
          </a:xfrm>
        </p:spPr>
        <p:txBody>
          <a:bodyPr lIns="216000">
            <a:noAutofit/>
          </a:bodyPr>
          <a:lstStyle>
            <a:lvl1pPr>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636" y="1072479"/>
            <a:ext cx="753323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7791182" y="1072479"/>
            <a:ext cx="5931562"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p:nvPr userDrawn="1"/>
        </p:nvCxnSpPr>
        <p:spPr>
          <a:xfrm>
            <a:off x="-11513" y="1031261"/>
            <a:ext cx="762872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7155536D-261B-E0AD-6121-775F1CDDB77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88901345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32927CC5-D8BB-99ED-931A-A808CC1A2477}"/>
              </a:ext>
            </a:extLst>
          </p:cNvPr>
          <p:cNvPicPr>
            <a:picLocks noChangeAspect="1"/>
          </p:cNvPicPr>
          <p:nvPr userDrawn="1"/>
        </p:nvPicPr>
        <p:blipFill rotWithShape="1">
          <a:blip r:embed="rId2"/>
          <a:srcRect l="59041" b="15208"/>
          <a:stretch/>
        </p:blipFill>
        <p:spPr>
          <a:xfrm>
            <a:off x="8157096" y="1"/>
            <a:ext cx="565891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2" y="29844"/>
            <a:ext cx="810742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8083926"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8394335" y="1068620"/>
            <a:ext cx="5315291"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4" y="1031261"/>
            <a:ext cx="8095243"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15EB237B-F581-C749-F6E0-DB04D4962D30}"/>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427804434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8870D5F-3984-FD84-8512-5364D29A4233}"/>
              </a:ext>
            </a:extLst>
          </p:cNvPr>
          <p:cNvPicPr>
            <a:picLocks noChangeAspect="1"/>
          </p:cNvPicPr>
          <p:nvPr userDrawn="1"/>
        </p:nvPicPr>
        <p:blipFill rotWithShape="1">
          <a:blip r:embed="rId2"/>
          <a:srcRect l="49803" b="15208"/>
          <a:stretch/>
        </p:blipFill>
        <p:spPr>
          <a:xfrm>
            <a:off x="6880810" y="1"/>
            <a:ext cx="693520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635" y="1072479"/>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908007" y="1072479"/>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p:nvPr userDrawn="1"/>
        </p:nvCxnSpPr>
        <p:spPr>
          <a:xfrm>
            <a:off x="-11513" y="1031261"/>
            <a:ext cx="6935203"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7155536D-261B-E0AD-6121-775F1CDDB77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52485034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93145737-459F-B114-3D5B-4400BCA39E89}"/>
              </a:ext>
            </a:extLst>
          </p:cNvPr>
          <p:cNvPicPr>
            <a:picLocks noChangeAspect="1"/>
          </p:cNvPicPr>
          <p:nvPr userDrawn="1"/>
        </p:nvPicPr>
        <p:blipFill rotWithShape="1">
          <a:blip r:embed="rId2"/>
          <a:srcRect l="74818" b="15208"/>
          <a:stretch/>
        </p:blipFill>
        <p:spPr>
          <a:xfrm>
            <a:off x="10336898" y="1"/>
            <a:ext cx="3479115"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1023111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1016885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10465630" y="1068620"/>
            <a:ext cx="3243994"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10231110"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F816BC7-40F3-7D47-FDE5-D8FE1884D47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83483557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60A9DE-2534-2046-0055-1279825F8CD2}"/>
              </a:ext>
            </a:extLst>
          </p:cNvPr>
          <p:cNvPicPr>
            <a:picLocks noChangeAspect="1"/>
          </p:cNvPicPr>
          <p:nvPr userDrawn="1"/>
        </p:nvPicPr>
        <p:blipFill rotWithShape="1">
          <a:blip r:embed="rId2"/>
          <a:srcRect l="50000" b="15208"/>
          <a:stretch/>
        </p:blipFill>
        <p:spPr>
          <a:xfrm>
            <a:off x="6908006" y="1"/>
            <a:ext cx="690800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756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908007" y="1072479"/>
            <a:ext cx="6814737"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0" indent="0" algn="ctr">
              <a:lnSpc>
                <a:spcPct val="90000"/>
              </a:lnSpc>
              <a:spcBef>
                <a:spcPts val="0"/>
              </a:spcBef>
              <a:spcAft>
                <a:spcPts val="680"/>
              </a:spcAft>
              <a:buNone/>
              <a:defRPr>
                <a:solidFill>
                  <a:srgbClr val="00B0B0"/>
                </a:solidFill>
                <a:latin typeface="Montserrat ExtraBold" pitchFamily="2" charset="0"/>
              </a:defRPr>
            </a:lvl2pPr>
            <a:lvl3pPr marL="0" indent="0" algn="ctr">
              <a:lnSpc>
                <a:spcPct val="90000"/>
              </a:lnSpc>
              <a:spcBef>
                <a:spcPts val="0"/>
              </a:spcBef>
              <a:spcAft>
                <a:spcPts val="680"/>
              </a:spcAft>
              <a:buNone/>
              <a:defRPr>
                <a:solidFill>
                  <a:srgbClr val="00B0B0"/>
                </a:solidFill>
                <a:latin typeface="Montserrat ExtraBold" pitchFamily="2" charset="0"/>
              </a:defRPr>
            </a:lvl3pPr>
            <a:lvl4pPr marL="0" indent="0" algn="ctr">
              <a:lnSpc>
                <a:spcPct val="90000"/>
              </a:lnSpc>
              <a:spcBef>
                <a:spcPts val="0"/>
              </a:spcBef>
              <a:spcAft>
                <a:spcPts val="680"/>
              </a:spcAft>
              <a:buNone/>
              <a:defRPr>
                <a:solidFill>
                  <a:srgbClr val="00B0B0"/>
                </a:solidFill>
                <a:latin typeface="Montserrat ExtraBold" pitchFamily="2" charset="0"/>
              </a:defRPr>
            </a:lvl4pPr>
            <a:lvl5pPr marL="0" indent="0" algn="ctr">
              <a:lnSpc>
                <a:spcPct val="90000"/>
              </a:lnSpc>
              <a:spcBef>
                <a:spcPts val="0"/>
              </a:spcBef>
              <a:spcAft>
                <a:spcPts val="680"/>
              </a:spcAft>
              <a:buNone/>
              <a:defRPr>
                <a:solidFill>
                  <a:srgbClr val="00B0B0"/>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p:nvPr userDrawn="1"/>
        </p:nvCxnSpPr>
        <p:spPr>
          <a:xfrm>
            <a:off x="-11513" y="1031261"/>
            <a:ext cx="6935203"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D8623ED1-C122-8B32-3354-FA68B400E52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14353140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737F1A0E-62CC-EA26-FF2A-570119FE1596}"/>
              </a:ext>
            </a:extLst>
          </p:cNvPr>
          <p:cNvPicPr>
            <a:picLocks noChangeAspect="1"/>
          </p:cNvPicPr>
          <p:nvPr userDrawn="1"/>
        </p:nvPicPr>
        <p:blipFill rotWithShape="1">
          <a:blip r:embed="rId2"/>
          <a:srcRect l="66765" b="15208"/>
          <a:stretch/>
        </p:blipFill>
        <p:spPr>
          <a:xfrm>
            <a:off x="9224274" y="1"/>
            <a:ext cx="4591739"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9150907"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2" y="1068620"/>
            <a:ext cx="909522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9279317"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D7C14BCC-0816-273C-88E2-AA277975B79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423513395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52459526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E81E9C57-0BC7-5175-4DA2-7A0EAAF919E0}"/>
              </a:ext>
            </a:extLst>
          </p:cNvPr>
          <p:cNvPicPr>
            <a:picLocks noChangeAspect="1"/>
          </p:cNvPicPr>
          <p:nvPr userDrawn="1"/>
        </p:nvPicPr>
        <p:blipFill rotWithShape="1">
          <a:blip r:embed="rId2"/>
          <a:srcRect l="50009" b="15208"/>
          <a:stretch/>
        </p:blipFill>
        <p:spPr>
          <a:xfrm flipH="1">
            <a:off x="1203" y="2"/>
            <a:ext cx="6906806"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6912512" y="54048"/>
            <a:ext cx="6814736" cy="931155"/>
          </a:xfrm>
        </p:spPr>
        <p:txBody>
          <a:bodyPr lIns="216000">
            <a:noAutofit/>
          </a:bodyPr>
          <a:lstStyle>
            <a:lvl1pPr>
              <a:defRPr sz="2720">
                <a:solidFill>
                  <a:schemeClr val="accent3"/>
                </a:solidFill>
                <a:latin typeface="Montserrat ExtraBold" pitchFamily="2" charset="0"/>
              </a:defRPr>
            </a:lvl1pPr>
          </a:lstStyle>
          <a:p>
            <a:r>
              <a:rPr lang="en-US"/>
              <a:t>Click to edit Master title style</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a:cxnSpLocks/>
          </p:cNvCxnSpPr>
          <p:nvPr userDrawn="1"/>
        </p:nvCxn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26F44444-A5DE-5E76-CE0A-F603AAC358E3}"/>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7" name="Content Placeholder 2">
            <a:extLst>
              <a:ext uri="{FF2B5EF4-FFF2-40B4-BE49-F238E27FC236}">
                <a16:creationId xmlns:a16="http://schemas.microsoft.com/office/drawing/2014/main" id="{F2D68CC5-AFB1-7E7C-3152-EBD05B19582E}"/>
              </a:ext>
            </a:extLst>
          </p:cNvPr>
          <p:cNvSpPr>
            <a:spLocks noGrp="1"/>
          </p:cNvSpPr>
          <p:nvPr>
            <p:ph idx="1"/>
          </p:nvPr>
        </p:nvSpPr>
        <p:spPr>
          <a:xfrm>
            <a:off x="6964344" y="1094858"/>
            <a:ext cx="6783030"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58EC6866-3896-5410-51C0-7E1124600067}"/>
              </a:ext>
            </a:extLst>
          </p:cNvPr>
          <p:cNvSpPr>
            <a:spLocks noGrp="1"/>
          </p:cNvSpPr>
          <p:nvPr>
            <p:ph idx="14"/>
          </p:nvPr>
        </p:nvSpPr>
        <p:spPr>
          <a:xfrm>
            <a:off x="6964344" y="3277162"/>
            <a:ext cx="6783030"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064F9E18-1BB7-10E3-BABB-065A73BEA9E1}"/>
              </a:ext>
            </a:extLst>
          </p:cNvPr>
          <p:cNvSpPr>
            <a:spLocks noGrp="1"/>
          </p:cNvSpPr>
          <p:nvPr>
            <p:ph idx="15"/>
          </p:nvPr>
        </p:nvSpPr>
        <p:spPr>
          <a:xfrm>
            <a:off x="6964344" y="5459466"/>
            <a:ext cx="6783030"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63981461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4C9C833B-D98E-B68C-2F6F-F0380CB38FFA}"/>
              </a:ext>
            </a:extLst>
          </p:cNvPr>
          <p:cNvPicPr>
            <a:picLocks noChangeAspect="1"/>
          </p:cNvPicPr>
          <p:nvPr userDrawn="1"/>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chemeClr val="accent3"/>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a:cxnSpLocks/>
          </p:cNvCxnSpPr>
          <p:nvPr userDrawn="1"/>
        </p:nvCxn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C94CD17-8DFE-8FE1-B355-FFA111614F5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17578796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3781B608-E1B7-96C6-5D5D-ADFBB171EBC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7" name="Graphic 26">
            <a:extLst>
              <a:ext uri="{FF2B5EF4-FFF2-40B4-BE49-F238E27FC236}">
                <a16:creationId xmlns:a16="http://schemas.microsoft.com/office/drawing/2014/main" id="{3DB6BA00-DFB1-9C41-7DE0-8A730C146AC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41039443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pic>
        <p:nvPicPr>
          <p:cNvPr id="9" name="Picture 8" descr="A green and black background&#10;&#10;Description automatically generated">
            <a:extLst>
              <a:ext uri="{FF2B5EF4-FFF2-40B4-BE49-F238E27FC236}">
                <a16:creationId xmlns:a16="http://schemas.microsoft.com/office/drawing/2014/main" id="{1AE4FFF3-6299-128E-D0C5-486C39FF4967}"/>
              </a:ext>
            </a:extLst>
          </p:cNvPr>
          <p:cNvPicPr>
            <a:picLocks noChangeAspect="1"/>
          </p:cNvPicPr>
          <p:nvPr userDrawn="1"/>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3D7F59F-4BA3-2338-E79C-2BB551D24EDD}"/>
              </a:ext>
            </a:extLst>
          </p:cNvPr>
          <p:cNvCxnSpPr>
            <a:cxnSpLocks/>
          </p:cNvCxnSpPr>
          <p:nvPr userDrawn="1"/>
        </p:nvCxnSpPr>
        <p:spPr>
          <a:xfrm>
            <a:off x="4667194"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6EE4440C-7265-FF21-2B46-39B66D0366F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59F8A103-4B41-2712-00C6-513CA67525E2}"/>
              </a:ext>
            </a:extLst>
          </p:cNvPr>
          <p:cNvSpPr>
            <a:spLocks noGrp="1"/>
          </p:cNvSpPr>
          <p:nvPr>
            <p:ph idx="14"/>
          </p:nvPr>
        </p:nvSpPr>
        <p:spPr>
          <a:xfrm>
            <a:off x="4678510" y="3240699"/>
            <a:ext cx="2937263" cy="4117895"/>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CBD34335-A5EA-B703-4B0C-108748C5EBDC}"/>
              </a:ext>
            </a:extLst>
          </p:cNvPr>
          <p:cNvSpPr>
            <a:spLocks noGrp="1"/>
          </p:cNvSpPr>
          <p:nvPr>
            <p:ph idx="16"/>
          </p:nvPr>
        </p:nvSpPr>
        <p:spPr>
          <a:xfrm>
            <a:off x="7737883" y="3240699"/>
            <a:ext cx="2937263" cy="4117895"/>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D36465B6-BB22-F588-9B6E-C0D187962790}"/>
              </a:ext>
            </a:extLst>
          </p:cNvPr>
          <p:cNvSpPr>
            <a:spLocks noGrp="1"/>
          </p:cNvSpPr>
          <p:nvPr>
            <p:ph idx="18"/>
          </p:nvPr>
        </p:nvSpPr>
        <p:spPr>
          <a:xfrm>
            <a:off x="10797256" y="3240699"/>
            <a:ext cx="2937263" cy="4117895"/>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85590533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ADA5850E-4980-29C4-8D5C-25E72B85C6DD}"/>
              </a:ext>
            </a:extLst>
          </p:cNvPr>
          <p:cNvPicPr>
            <a:picLocks noChangeAspect="1"/>
          </p:cNvPicPr>
          <p:nvPr userDrawn="1"/>
        </p:nvPicPr>
        <p:blipFill rotWithShape="1">
          <a:blip r:embed="rId2"/>
          <a:srcRect l="66765" b="15208"/>
          <a:stretch/>
        </p:blipFill>
        <p:spPr>
          <a:xfrm>
            <a:off x="9224274" y="1"/>
            <a:ext cx="4591739"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9150907"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2" y="1068620"/>
            <a:ext cx="909522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9279317" y="1068620"/>
            <a:ext cx="4430309"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9150907"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92C1B0CE-89D2-4BAF-3BD3-ABB5A1A7E53A}"/>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46188775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60960"/>
            <a:ext cx="13816013" cy="7842387"/>
          </a:xfrm>
          <a:prstGeom prst="rect">
            <a:avLst/>
          </a:prstGeom>
        </p:spPr>
      </p:pic>
    </p:spTree>
    <p:extLst>
      <p:ext uri="{BB962C8B-B14F-4D97-AF65-F5344CB8AC3E}">
        <p14:creationId xmlns:p14="http://schemas.microsoft.com/office/powerpoint/2010/main" val="239610875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67801" y="227647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18279" y="227647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1463" y="227647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48953"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3040"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0295" y="968377"/>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Tree>
    <p:extLst>
      <p:ext uri="{BB962C8B-B14F-4D97-AF65-F5344CB8AC3E}">
        <p14:creationId xmlns:p14="http://schemas.microsoft.com/office/powerpoint/2010/main" val="270516314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74531" y="89716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25009" y="89716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8193" y="89716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52255"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6342"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3597" y="5285015"/>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cxnSp>
        <p:nvCxnSpPr>
          <p:cNvPr id="3" name="Straight Connector 2">
            <a:extLst>
              <a:ext uri="{FF2B5EF4-FFF2-40B4-BE49-F238E27FC236}">
                <a16:creationId xmlns:a16="http://schemas.microsoft.com/office/drawing/2014/main" id="{A5D231CF-8342-CC9B-0A24-4C5207041BC4}"/>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DDFD324-1AE2-2B8D-5D4F-1181E3A1237B}"/>
              </a:ext>
            </a:extLst>
          </p:cNvPr>
          <p:cNvCxnSpPr/>
          <p:nvPr userDrawn="1"/>
        </p:nvCxn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714418D-FC80-9159-7513-DCF61D357F44}"/>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689002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grpSp>
        <p:nvGrpSpPr>
          <p:cNvPr id="18" name="Group 17">
            <a:extLst>
              <a:ext uri="{FF2B5EF4-FFF2-40B4-BE49-F238E27FC236}">
                <a16:creationId xmlns:a16="http://schemas.microsoft.com/office/drawing/2014/main" id="{BA93755D-3605-E15F-8AE0-D210E20DFDFE}"/>
              </a:ext>
            </a:extLst>
          </p:cNvPr>
          <p:cNvGrpSpPr/>
          <p:nvPr userDrawn="1"/>
        </p:nvGrpSpPr>
        <p:grpSpPr>
          <a:xfrm>
            <a:off x="0" y="0"/>
            <a:ext cx="13816013" cy="7772400"/>
            <a:chOff x="0" y="0"/>
            <a:chExt cx="12192000" cy="7772400"/>
          </a:xfrm>
        </p:grpSpPr>
        <p:cxnSp>
          <p:nvCxnSpPr>
            <p:cNvPr id="19" name="Straight Connector 18">
              <a:extLst>
                <a:ext uri="{FF2B5EF4-FFF2-40B4-BE49-F238E27FC236}">
                  <a16:creationId xmlns:a16="http://schemas.microsoft.com/office/drawing/2014/main" id="{76F78FE0-439E-AFC5-6E0C-830C7716BEFD}"/>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5D9A444-71F1-8C5F-451A-D6374FF09FFA}"/>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DA71BE-D22C-403B-F6FB-51760667DC7E}"/>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B1EC228-29B2-1BF7-ACBF-3D217B664D5F}"/>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5145D1-A6EF-CDAF-51C0-317B5457A42D}"/>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67801" y="227647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18279" y="227647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1463" y="227647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48953"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3040"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0295" y="968377"/>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Tree>
    <p:extLst>
      <p:ext uri="{BB962C8B-B14F-4D97-AF65-F5344CB8AC3E}">
        <p14:creationId xmlns:p14="http://schemas.microsoft.com/office/powerpoint/2010/main" val="31399953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grpSp>
        <p:nvGrpSpPr>
          <p:cNvPr id="18" name="Group 17">
            <a:extLst>
              <a:ext uri="{FF2B5EF4-FFF2-40B4-BE49-F238E27FC236}">
                <a16:creationId xmlns:a16="http://schemas.microsoft.com/office/drawing/2014/main" id="{BA93755D-3605-E15F-8AE0-D210E20DFDFE}"/>
              </a:ext>
            </a:extLst>
          </p:cNvPr>
          <p:cNvGrpSpPr/>
          <p:nvPr userDrawn="1"/>
        </p:nvGrpSpPr>
        <p:grpSpPr>
          <a:xfrm>
            <a:off x="0" y="0"/>
            <a:ext cx="13816013" cy="7772400"/>
            <a:chOff x="0" y="0"/>
            <a:chExt cx="12192000" cy="7772400"/>
          </a:xfrm>
        </p:grpSpPr>
        <p:cxnSp>
          <p:nvCxnSpPr>
            <p:cNvPr id="19" name="Straight Connector 18">
              <a:extLst>
                <a:ext uri="{FF2B5EF4-FFF2-40B4-BE49-F238E27FC236}">
                  <a16:creationId xmlns:a16="http://schemas.microsoft.com/office/drawing/2014/main" id="{76F78FE0-439E-AFC5-6E0C-830C7716BEFD}"/>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5D9A444-71F1-8C5F-451A-D6374FF09FFA}"/>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DA71BE-D22C-403B-F6FB-51760667DC7E}"/>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B1EC228-29B2-1BF7-ACBF-3D217B664D5F}"/>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5145D1-A6EF-CDAF-51C0-317B5457A42D}"/>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74531" y="89716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25009" y="89716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8193" y="89716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52255"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6342"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3597" y="5285015"/>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Tree>
    <p:extLst>
      <p:ext uri="{BB962C8B-B14F-4D97-AF65-F5344CB8AC3E}">
        <p14:creationId xmlns:p14="http://schemas.microsoft.com/office/powerpoint/2010/main" val="138061606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6DA306C5-86D0-FA46-B894-FC4F4F0646A0}"/>
              </a:ext>
            </a:extLst>
          </p:cNvPr>
          <p:cNvPicPr>
            <a:picLocks noChangeAspect="1"/>
          </p:cNvPicPr>
          <p:nvPr userDrawn="1"/>
        </p:nvPicPr>
        <p:blipFill rotWithShape="1">
          <a:blip r:embed="rId2"/>
          <a:srcRect b="15208"/>
          <a:stretch/>
        </p:blipFill>
        <p:spPr>
          <a:xfrm flipH="1">
            <a:off x="1200" y="2"/>
            <a:ext cx="344686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F1D49DCD-4CF6-0BEF-2DCA-0EA9B5875CD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0E22F811-2A64-5904-F62F-F5545E1FEE44}"/>
              </a:ext>
            </a:extLst>
          </p:cNvPr>
          <p:cNvSpPr>
            <a:spLocks noGrp="1"/>
          </p:cNvSpPr>
          <p:nvPr>
            <p:ph idx="14"/>
          </p:nvPr>
        </p:nvSpPr>
        <p:spPr>
          <a:xfrm>
            <a:off x="6927340" y="1068622"/>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5D55BAED-4AB6-CA10-27A7-7B8B6B71B7E4}"/>
              </a:ext>
            </a:extLst>
          </p:cNvPr>
          <p:cNvSpPr>
            <a:spLocks noGrp="1"/>
          </p:cNvSpPr>
          <p:nvPr>
            <p:ph idx="15"/>
          </p:nvPr>
        </p:nvSpPr>
        <p:spPr>
          <a:xfrm>
            <a:off x="6927340" y="4215184"/>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6BF6D8D-3D39-13B0-51CD-FD1455E555EF}"/>
              </a:ext>
            </a:extLst>
          </p:cNvPr>
          <p:cNvSpPr>
            <a:spLocks noGrp="1"/>
          </p:cNvSpPr>
          <p:nvPr>
            <p:ph idx="16"/>
          </p:nvPr>
        </p:nvSpPr>
        <p:spPr>
          <a:xfrm>
            <a:off x="3523596" y="1062312"/>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A75785A2-BDE6-3648-9F8A-5C38E5A381E5}"/>
              </a:ext>
            </a:extLst>
          </p:cNvPr>
          <p:cNvSpPr>
            <a:spLocks noGrp="1"/>
          </p:cNvSpPr>
          <p:nvPr>
            <p:ph idx="17"/>
          </p:nvPr>
        </p:nvSpPr>
        <p:spPr>
          <a:xfrm>
            <a:off x="10368389" y="1062312"/>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0" name="Content Placeholder 2">
            <a:extLst>
              <a:ext uri="{FF2B5EF4-FFF2-40B4-BE49-F238E27FC236}">
                <a16:creationId xmlns:a16="http://schemas.microsoft.com/office/drawing/2014/main" id="{230450BE-FC27-D918-BC10-BA7CC1814448}"/>
              </a:ext>
            </a:extLst>
          </p:cNvPr>
          <p:cNvSpPr>
            <a:spLocks noGrp="1"/>
          </p:cNvSpPr>
          <p:nvPr>
            <p:ph idx="18"/>
          </p:nvPr>
        </p:nvSpPr>
        <p:spPr>
          <a:xfrm>
            <a:off x="3523596" y="4208876"/>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1" name="Content Placeholder 2">
            <a:extLst>
              <a:ext uri="{FF2B5EF4-FFF2-40B4-BE49-F238E27FC236}">
                <a16:creationId xmlns:a16="http://schemas.microsoft.com/office/drawing/2014/main" id="{E5C72FB4-3066-DBE9-DF90-35FF6D19C2E7}"/>
              </a:ext>
            </a:extLst>
          </p:cNvPr>
          <p:cNvSpPr>
            <a:spLocks noGrp="1"/>
          </p:cNvSpPr>
          <p:nvPr>
            <p:ph idx="19"/>
          </p:nvPr>
        </p:nvSpPr>
        <p:spPr>
          <a:xfrm>
            <a:off x="10368389" y="4208876"/>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235942540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1_Title and Content">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6DA306C5-86D0-FA46-B894-FC4F4F0646A0}"/>
              </a:ext>
            </a:extLst>
          </p:cNvPr>
          <p:cNvPicPr>
            <a:picLocks noChangeAspect="1"/>
          </p:cNvPicPr>
          <p:nvPr userDrawn="1"/>
        </p:nvPicPr>
        <p:blipFill rotWithShape="1">
          <a:blip r:embed="rId2"/>
          <a:srcRect r="33887" b="15208"/>
          <a:stretch/>
        </p:blipFill>
        <p:spPr>
          <a:xfrm flipH="1">
            <a:off x="4446483" y="2"/>
            <a:ext cx="9369528" cy="7768312"/>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4" name="Graphic 13">
            <a:extLst>
              <a:ext uri="{FF2B5EF4-FFF2-40B4-BE49-F238E27FC236}">
                <a16:creationId xmlns:a16="http://schemas.microsoft.com/office/drawing/2014/main" id="{F1D49DCD-4CF6-0BEF-2DCA-0EA9B5875CD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76109" y="185869"/>
            <a:ext cx="2881072" cy="816000"/>
          </a:xfrm>
          <a:prstGeom prst="rect">
            <a:avLst/>
          </a:prstGeom>
        </p:spPr>
      </p:pic>
    </p:spTree>
    <p:extLst>
      <p:ext uri="{BB962C8B-B14F-4D97-AF65-F5344CB8AC3E}">
        <p14:creationId xmlns:p14="http://schemas.microsoft.com/office/powerpoint/2010/main" val="7891638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40633-C39C-4144-D3A2-248E5DCA5CF6}"/>
              </a:ext>
            </a:extLst>
          </p:cNvPr>
          <p:cNvSpPr>
            <a:spLocks noGrp="1"/>
          </p:cNvSpPr>
          <p:nvPr>
            <p:ph type="title"/>
          </p:nvPr>
        </p:nvSpPr>
        <p:spPr>
          <a:xfrm>
            <a:off x="1811608" y="404544"/>
            <a:ext cx="9020398" cy="518160"/>
          </a:xfrm>
        </p:spPr>
        <p:txBody>
          <a:bodyPr>
            <a:normAutofit/>
          </a:bodyPr>
          <a:lstStyle>
            <a:lvl1pPr>
              <a:defRPr sz="2720">
                <a:latin typeface="Montserrat ExtraBold" panose="00000900000000000000" pitchFamily="2" charset="0"/>
              </a:defRPr>
            </a:lvl1pPr>
          </a:lstStyle>
          <a:p>
            <a:r>
              <a:rPr lang="en-US"/>
              <a:t>Click to edit Master title style</a:t>
            </a:r>
          </a:p>
        </p:txBody>
      </p:sp>
    </p:spTree>
    <p:extLst>
      <p:ext uri="{BB962C8B-B14F-4D97-AF65-F5344CB8AC3E}">
        <p14:creationId xmlns:p14="http://schemas.microsoft.com/office/powerpoint/2010/main" val="295295802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4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0"/>
            <a:ext cx="13816013" cy="7790454"/>
          </a:xfrm>
          <a:prstGeom prst="rect">
            <a:avLst/>
          </a:prstGeom>
        </p:spPr>
      </p:pic>
      <p:pic>
        <p:nvPicPr>
          <p:cNvPr id="3" name="Graphic 2">
            <a:extLst>
              <a:ext uri="{FF2B5EF4-FFF2-40B4-BE49-F238E27FC236}">
                <a16:creationId xmlns:a16="http://schemas.microsoft.com/office/drawing/2014/main" id="{A93FC29E-DF5B-7E7D-BCE9-47E6F834A4D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13" name="Group 12">
            <a:extLst>
              <a:ext uri="{FF2B5EF4-FFF2-40B4-BE49-F238E27FC236}">
                <a16:creationId xmlns:a16="http://schemas.microsoft.com/office/drawing/2014/main" id="{F830B3BC-0E1D-9121-4914-EE0A795AA57A}"/>
              </a:ext>
            </a:extLst>
          </p:cNvPr>
          <p:cNvGrpSpPr/>
          <p:nvPr userDrawn="1"/>
        </p:nvGrpSpPr>
        <p:grpSpPr>
          <a:xfrm>
            <a:off x="0" y="901700"/>
            <a:ext cx="13816013" cy="6870700"/>
            <a:chOff x="0" y="901700"/>
            <a:chExt cx="13816013" cy="6870700"/>
          </a:xfrm>
        </p:grpSpPr>
        <p:cxnSp>
          <p:nvCxnSpPr>
            <p:cNvPr id="14" name="Straight Connector 13">
              <a:extLst>
                <a:ext uri="{FF2B5EF4-FFF2-40B4-BE49-F238E27FC236}">
                  <a16:creationId xmlns:a16="http://schemas.microsoft.com/office/drawing/2014/main" id="{8F7AE337-18C7-DFB3-07A2-75E16788521D}"/>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D63642C-FB18-8F16-CCBB-5AE1BE936344}"/>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FC131EB-41CC-64C2-8E76-F942E2B1DF44}"/>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2652432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0"/>
            <a:ext cx="13816013" cy="7790454"/>
          </a:xfrm>
          <a:prstGeom prst="rect">
            <a:avLst/>
          </a:prstGeom>
        </p:spPr>
      </p:pic>
      <p:pic>
        <p:nvPicPr>
          <p:cNvPr id="3" name="Graphic 2">
            <a:extLst>
              <a:ext uri="{FF2B5EF4-FFF2-40B4-BE49-F238E27FC236}">
                <a16:creationId xmlns:a16="http://schemas.microsoft.com/office/drawing/2014/main" id="{0C80B914-12E7-F1BE-BD29-10E474E13F1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A02C7DAF-2836-425A-43C7-E1B62FA63D99}"/>
              </a:ext>
            </a:extLst>
          </p:cNvPr>
          <p:cNvGrpSpPr/>
          <p:nvPr userDrawn="1"/>
        </p:nvGrpSpPr>
        <p:grpSpPr>
          <a:xfrm>
            <a:off x="0" y="901700"/>
            <a:ext cx="13816013" cy="6870700"/>
            <a:chOff x="0" y="901700"/>
            <a:chExt cx="13816013" cy="6870700"/>
          </a:xfrm>
        </p:grpSpPr>
        <p:cxnSp>
          <p:nvCxnSpPr>
            <p:cNvPr id="6" name="Straight Connector 5">
              <a:extLst>
                <a:ext uri="{FF2B5EF4-FFF2-40B4-BE49-F238E27FC236}">
                  <a16:creationId xmlns:a16="http://schemas.microsoft.com/office/drawing/2014/main" id="{5816D9D8-45C6-DABE-7BAF-718505678D49}"/>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8F9B7F-4F05-A114-2F8A-2C5573652232}"/>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39ACDF4-E9BA-50D8-8C8D-8FED16FBEF76}"/>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7485484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804A265B-DD21-6D83-B510-3BBB96AE96D9}"/>
              </a:ext>
            </a:extLst>
          </p:cNvPr>
          <p:cNvPicPr>
            <a:picLocks noChangeAspect="1"/>
          </p:cNvPicPr>
          <p:nvPr userDrawn="1"/>
        </p:nvPicPr>
        <p:blipFill rotWithShape="1">
          <a:blip r:embed="rId2"/>
          <a:srcRect l="74735" b="15208"/>
          <a:stretch/>
        </p:blipFill>
        <p:spPr>
          <a:xfrm>
            <a:off x="10325385" y="1"/>
            <a:ext cx="3490628"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1023111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1016885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10431090" y="1068620"/>
            <a:ext cx="327853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1023111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6F893B95-0418-85BE-42E0-191C0275073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52387951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12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0"/>
            <a:ext cx="13816013" cy="7790454"/>
          </a:xfrm>
          <a:prstGeom prst="rect">
            <a:avLst/>
          </a:prstGeom>
        </p:spPr>
      </p:pic>
      <p:sp>
        <p:nvSpPr>
          <p:cNvPr id="2" name="Title 1">
            <a:extLst>
              <a:ext uri="{FF2B5EF4-FFF2-40B4-BE49-F238E27FC236}">
                <a16:creationId xmlns:a16="http://schemas.microsoft.com/office/drawing/2014/main" id="{2CBE9737-B1C7-7E5D-0532-56CCAAAD5515}"/>
              </a:ext>
            </a:extLst>
          </p:cNvPr>
          <p:cNvSpPr>
            <a:spLocks noGrp="1"/>
          </p:cNvSpPr>
          <p:nvPr>
            <p:ph type="title"/>
          </p:nvPr>
        </p:nvSpPr>
        <p:spPr>
          <a:xfrm>
            <a:off x="56315" y="64007"/>
            <a:ext cx="10783500" cy="914252"/>
          </a:xfrm>
        </p:spPr>
        <p:txBody>
          <a:bodyPr/>
          <a:lstStyle/>
          <a:p>
            <a:r>
              <a:rPr lang="en-US"/>
              <a:t>Click to edit Master title style</a:t>
            </a:r>
            <a:endParaRPr lang="mn-MN"/>
          </a:p>
        </p:txBody>
      </p:sp>
      <p:sp>
        <p:nvSpPr>
          <p:cNvPr id="3" name="Slide Number Placeholder 2">
            <a:extLst>
              <a:ext uri="{FF2B5EF4-FFF2-40B4-BE49-F238E27FC236}">
                <a16:creationId xmlns:a16="http://schemas.microsoft.com/office/drawing/2014/main" id="{39DEFB82-E0F3-2C9B-870C-2E9ED5DF3279}"/>
              </a:ext>
            </a:extLst>
          </p:cNvPr>
          <p:cNvSpPr>
            <a:spLocks noGrp="1"/>
          </p:cNvSpPr>
          <p:nvPr>
            <p:ph type="sldNum" sz="quarter" idx="10"/>
          </p:nvPr>
        </p:nvSpPr>
        <p:spPr/>
        <p:txBody>
          <a:bodyPr/>
          <a:lstStyle/>
          <a:p>
            <a:fld id="{31EDE896-AC2C-481E-AE90-43E2336744F8}" type="slidenum">
              <a:rPr lang="mn-MN" smtClean="0"/>
              <a:pPr/>
              <a:t>‹#›</a:t>
            </a:fld>
            <a:endParaRPr lang="mn-MN"/>
          </a:p>
        </p:txBody>
      </p:sp>
      <p:pic>
        <p:nvPicPr>
          <p:cNvPr id="10" name="Graphic 9">
            <a:extLst>
              <a:ext uri="{FF2B5EF4-FFF2-40B4-BE49-F238E27FC236}">
                <a16:creationId xmlns:a16="http://schemas.microsoft.com/office/drawing/2014/main" id="{65593100-A594-62A4-8800-C8395F9F675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58709517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EA0AEA24-98A7-2B26-1F2D-8E4FA52D7A7B}"/>
              </a:ext>
            </a:extLst>
          </p:cNvPr>
          <p:cNvPicPr>
            <a:picLocks noChangeAspect="1"/>
          </p:cNvPicPr>
          <p:nvPr userDrawn="1"/>
        </p:nvPicPr>
        <p:blipFill rotWithShape="1">
          <a:blip r:embed="rId2"/>
          <a:srcRect t="411" b="15208"/>
          <a:stretch/>
        </p:blipFill>
        <p:spPr>
          <a:xfrm>
            <a:off x="0" y="1"/>
            <a:ext cx="13816013" cy="7790454"/>
          </a:xfrm>
          <a:prstGeom prst="rect">
            <a:avLst/>
          </a:prstGeom>
        </p:spPr>
      </p:pic>
      <p:pic>
        <p:nvPicPr>
          <p:cNvPr id="9" name="Picture 8" descr="A black background with blue and gold letters&#10;&#10;Description automatically generated">
            <a:extLst>
              <a:ext uri="{FF2B5EF4-FFF2-40B4-BE49-F238E27FC236}">
                <a16:creationId xmlns:a16="http://schemas.microsoft.com/office/drawing/2014/main" id="{B4508C86-6A0A-22F1-2C32-A54E0D27717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615056" y="279400"/>
            <a:ext cx="1788788" cy="460534"/>
          </a:xfrm>
          <a:prstGeom prst="rect">
            <a:avLst/>
          </a:prstGeom>
        </p:spPr>
      </p:pic>
      <p:cxnSp>
        <p:nvCxnSpPr>
          <p:cNvPr id="10" name="Straight Connector 9">
            <a:extLst>
              <a:ext uri="{FF2B5EF4-FFF2-40B4-BE49-F238E27FC236}">
                <a16:creationId xmlns:a16="http://schemas.microsoft.com/office/drawing/2014/main" id="{AB6B0E5E-1941-C7B8-3A66-28196977CB56}"/>
              </a:ext>
            </a:extLst>
          </p:cNvPr>
          <p:cNvCxnSpPr>
            <a:cxnSpLocks/>
          </p:cNvCxnSpPr>
          <p:nvPr userDrawn="1"/>
        </p:nvCxnSpPr>
        <p:spPr>
          <a:xfrm>
            <a:off x="11475356" y="330200"/>
            <a:ext cx="1" cy="31045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1679783"/>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2B8276BD-E51C-64C9-A0E7-6B42BFF49858}"/>
              </a:ext>
            </a:extLst>
          </p:cNvPr>
          <p:cNvGrpSpPr/>
          <p:nvPr userDrawn="1"/>
        </p:nvGrpSpPr>
        <p:grpSpPr>
          <a:xfrm>
            <a:off x="0" y="6966654"/>
            <a:ext cx="13816013" cy="805745"/>
            <a:chOff x="0" y="6966654"/>
            <a:chExt cx="13816013" cy="805745"/>
          </a:xfrm>
        </p:grpSpPr>
        <p:cxnSp>
          <p:nvCxnSpPr>
            <p:cNvPr id="3" name="Straight Connector 2">
              <a:extLst>
                <a:ext uri="{FF2B5EF4-FFF2-40B4-BE49-F238E27FC236}">
                  <a16:creationId xmlns:a16="http://schemas.microsoft.com/office/drawing/2014/main" id="{AE73E98A-BE0B-FE0F-EDC9-AF5C85FE46C5}"/>
                </a:ext>
              </a:extLst>
            </p:cNvPr>
            <p:cNvCxnSpPr/>
            <p:nvPr userDrawn="1"/>
          </p:nvCxnSpPr>
          <p:spPr>
            <a:xfrm>
              <a:off x="0" y="6966654"/>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20805BD5-4803-1A83-A65B-A82810CBC6C8}"/>
                </a:ext>
              </a:extLst>
            </p:cNvPr>
            <p:cNvSpPr/>
            <p:nvPr userDrawn="1"/>
          </p:nvSpPr>
          <p:spPr>
            <a:xfrm>
              <a:off x="0" y="6976532"/>
              <a:ext cx="13803313" cy="795867"/>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6882898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9" name="Picture 8" descr="A group of people on a snowy mountain&#10;&#10;Description automatically generated">
            <a:extLst>
              <a:ext uri="{FF2B5EF4-FFF2-40B4-BE49-F238E27FC236}">
                <a16:creationId xmlns:a16="http://schemas.microsoft.com/office/drawing/2014/main" id="{D57C4E3D-7B4D-BD19-3046-BF0B1465D6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41" y="-14393"/>
            <a:ext cx="13820054" cy="7772400"/>
          </a:xfrm>
          <a:prstGeom prst="rect">
            <a:avLst/>
          </a:prstGeom>
        </p:spPr>
      </p:pic>
      <p:pic>
        <p:nvPicPr>
          <p:cNvPr id="10" name="Picture 9" descr="A white cloud in the sky&#10;&#10;Description automatically generated">
            <a:extLst>
              <a:ext uri="{FF2B5EF4-FFF2-40B4-BE49-F238E27FC236}">
                <a16:creationId xmlns:a16="http://schemas.microsoft.com/office/drawing/2014/main" id="{FFF6542F-B63E-F5EC-0F2E-ED94D760C81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05975" y="1464008"/>
            <a:ext cx="2580444" cy="1768323"/>
          </a:xfrm>
          <a:prstGeom prst="rect">
            <a:avLst/>
          </a:prstGeom>
        </p:spPr>
      </p:pic>
    </p:spTree>
    <p:extLst>
      <p:ext uri="{BB962C8B-B14F-4D97-AF65-F5344CB8AC3E}">
        <p14:creationId xmlns:p14="http://schemas.microsoft.com/office/powerpoint/2010/main" val="407253498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5" name="Graphic 4">
            <a:extLst>
              <a:ext uri="{FF2B5EF4-FFF2-40B4-BE49-F238E27FC236}">
                <a16:creationId xmlns:a16="http://schemas.microsoft.com/office/drawing/2014/main" id="{2560485F-B314-8DCF-FA6C-914F23D7A910}"/>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grpSp>
        <p:nvGrpSpPr>
          <p:cNvPr id="2" name="Group 1">
            <a:extLst>
              <a:ext uri="{FF2B5EF4-FFF2-40B4-BE49-F238E27FC236}">
                <a16:creationId xmlns:a16="http://schemas.microsoft.com/office/drawing/2014/main" id="{BF1648A6-D7C0-9908-C1D0-84516C728533}"/>
              </a:ext>
            </a:extLst>
          </p:cNvPr>
          <p:cNvGrpSpPr/>
          <p:nvPr userDrawn="1"/>
        </p:nvGrpSpPr>
        <p:grpSpPr>
          <a:xfrm>
            <a:off x="0" y="0"/>
            <a:ext cx="13816013" cy="7772400"/>
            <a:chOff x="0" y="0"/>
            <a:chExt cx="12192000" cy="7772400"/>
          </a:xfrm>
        </p:grpSpPr>
        <p:cxnSp>
          <p:nvCxnSpPr>
            <p:cNvPr id="11" name="Straight Connector 10">
              <a:extLst>
                <a:ext uri="{FF2B5EF4-FFF2-40B4-BE49-F238E27FC236}">
                  <a16:creationId xmlns:a16="http://schemas.microsoft.com/office/drawing/2014/main" id="{DDEB228C-1965-A65A-8089-3E55EA64337B}"/>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98CB098-9925-85C5-0605-3976D3B544B7}"/>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DB43426-5B14-5081-DCC4-EB5DADD69A78}"/>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B63C06-A950-234C-087F-5CA28A38C555}"/>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BFFBD3-C52D-AD95-1B85-F714C0238E1C}"/>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Content Placeholder 2">
            <a:extLst>
              <a:ext uri="{FF2B5EF4-FFF2-40B4-BE49-F238E27FC236}">
                <a16:creationId xmlns:a16="http://schemas.microsoft.com/office/drawing/2014/main" id="{1C891A62-1884-AC8B-EC00-D7E218CFCAB1}"/>
              </a:ext>
            </a:extLst>
          </p:cNvPr>
          <p:cNvSpPr>
            <a:spLocks noGrp="1"/>
          </p:cNvSpPr>
          <p:nvPr>
            <p:ph idx="1"/>
          </p:nvPr>
        </p:nvSpPr>
        <p:spPr>
          <a:xfrm>
            <a:off x="618843" y="1085858"/>
            <a:ext cx="6378721"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Content Placeholder 2">
            <a:extLst>
              <a:ext uri="{FF2B5EF4-FFF2-40B4-BE49-F238E27FC236}">
                <a16:creationId xmlns:a16="http://schemas.microsoft.com/office/drawing/2014/main" id="{EBF42B1F-C0FB-BF4B-C88C-D748E3DAD792}"/>
              </a:ext>
            </a:extLst>
          </p:cNvPr>
          <p:cNvSpPr>
            <a:spLocks noGrp="1"/>
          </p:cNvSpPr>
          <p:nvPr>
            <p:ph idx="10"/>
          </p:nvPr>
        </p:nvSpPr>
        <p:spPr>
          <a:xfrm>
            <a:off x="618844" y="3851203"/>
            <a:ext cx="6378720"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9A505F9F-CF8C-447D-D2ED-C3A950FC2CD5}"/>
              </a:ext>
            </a:extLst>
          </p:cNvPr>
          <p:cNvSpPr>
            <a:spLocks noGrp="1"/>
          </p:cNvSpPr>
          <p:nvPr>
            <p:ph idx="11"/>
          </p:nvPr>
        </p:nvSpPr>
        <p:spPr>
          <a:xfrm>
            <a:off x="7145705" y="1077298"/>
            <a:ext cx="6089025" cy="5451523"/>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2293209359"/>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sp>
        <p:nvSpPr>
          <p:cNvPr id="2" name="Title 1">
            <a:extLst>
              <a:ext uri="{FF2B5EF4-FFF2-40B4-BE49-F238E27FC236}">
                <a16:creationId xmlns:a16="http://schemas.microsoft.com/office/drawing/2014/main" id="{7774AC14-E195-DD3D-9FAA-0992137DB69B}"/>
              </a:ext>
            </a:extLst>
          </p:cNvPr>
          <p:cNvSpPr>
            <a:spLocks noGrp="1"/>
          </p:cNvSpPr>
          <p:nvPr>
            <p:ph type="title"/>
          </p:nvPr>
        </p:nvSpPr>
        <p:spPr>
          <a:xfrm>
            <a:off x="272189" y="170922"/>
            <a:ext cx="10783500" cy="432129"/>
          </a:xfrm>
          <a:ln>
            <a:noFill/>
          </a:ln>
        </p:spPr>
        <p:txBody>
          <a:bodyPr lIns="216000">
            <a:normAutofit/>
          </a:bodyPr>
          <a:lstStyle>
            <a:lvl1pPr>
              <a:defRPr sz="2720">
                <a:solidFill>
                  <a:srgbClr val="F29800"/>
                </a:solidFill>
              </a:defRPr>
            </a:lvl1pPr>
          </a:lstStyle>
          <a:p>
            <a:r>
              <a:rPr lang="en-US"/>
              <a:t>Click to edit Master title style</a:t>
            </a:r>
            <a:endParaRPr lang="mn-MN"/>
          </a:p>
        </p:txBody>
      </p:sp>
      <p:sp>
        <p:nvSpPr>
          <p:cNvPr id="11" name="Text Placeholder 16">
            <a:extLst>
              <a:ext uri="{FF2B5EF4-FFF2-40B4-BE49-F238E27FC236}">
                <a16:creationId xmlns:a16="http://schemas.microsoft.com/office/drawing/2014/main" id="{53F91A52-62CB-5482-23D1-96745CACFE9F}"/>
              </a:ext>
            </a:extLst>
          </p:cNvPr>
          <p:cNvSpPr>
            <a:spLocks noGrp="1"/>
          </p:cNvSpPr>
          <p:nvPr>
            <p:ph type="body" sz="quarter" idx="13"/>
          </p:nvPr>
        </p:nvSpPr>
        <p:spPr>
          <a:xfrm>
            <a:off x="431751" y="6680200"/>
            <a:ext cx="12765420" cy="927100"/>
          </a:xfrm>
        </p:spPr>
        <p:txBody>
          <a:bodyPr>
            <a:normAutofit/>
          </a:bodyPr>
          <a:lstStyle>
            <a:lvl1pPr>
              <a:defRPr sz="2040">
                <a:solidFill>
                  <a:schemeClr val="accent3"/>
                </a:solidFill>
                <a:latin typeface="+mj-lt"/>
              </a:defRPr>
            </a:lvl1pPr>
          </a:lstStyle>
          <a:p>
            <a:pPr lvl="0"/>
            <a:r>
              <a:rPr lang="en-US"/>
              <a:t>Click to edit Master text styles</a:t>
            </a:r>
          </a:p>
        </p:txBody>
      </p:sp>
      <p:sp>
        <p:nvSpPr>
          <p:cNvPr id="13" name="Content Placeholder 2">
            <a:extLst>
              <a:ext uri="{FF2B5EF4-FFF2-40B4-BE49-F238E27FC236}">
                <a16:creationId xmlns:a16="http://schemas.microsoft.com/office/drawing/2014/main" id="{69E5AC58-ACCD-70F5-3224-DAFDC1D3F2D7}"/>
              </a:ext>
            </a:extLst>
          </p:cNvPr>
          <p:cNvSpPr>
            <a:spLocks noGrp="1"/>
          </p:cNvSpPr>
          <p:nvPr>
            <p:ph idx="1"/>
          </p:nvPr>
        </p:nvSpPr>
        <p:spPr>
          <a:xfrm>
            <a:off x="618843" y="1114733"/>
            <a:ext cx="12572715"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5" name="Content Placeholder 2">
            <a:extLst>
              <a:ext uri="{FF2B5EF4-FFF2-40B4-BE49-F238E27FC236}">
                <a16:creationId xmlns:a16="http://schemas.microsoft.com/office/drawing/2014/main" id="{369D25D2-62A1-619C-4115-BF066443CE6A}"/>
              </a:ext>
            </a:extLst>
          </p:cNvPr>
          <p:cNvSpPr>
            <a:spLocks noGrp="1"/>
          </p:cNvSpPr>
          <p:nvPr>
            <p:ph idx="14"/>
          </p:nvPr>
        </p:nvSpPr>
        <p:spPr>
          <a:xfrm>
            <a:off x="618843" y="3855854"/>
            <a:ext cx="6289151"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6" name="Content Placeholder 2">
            <a:extLst>
              <a:ext uri="{FF2B5EF4-FFF2-40B4-BE49-F238E27FC236}">
                <a16:creationId xmlns:a16="http://schemas.microsoft.com/office/drawing/2014/main" id="{87621419-1F4A-C404-C235-C07736D12D73}"/>
              </a:ext>
            </a:extLst>
          </p:cNvPr>
          <p:cNvSpPr>
            <a:spLocks noGrp="1"/>
          </p:cNvSpPr>
          <p:nvPr>
            <p:ph idx="15"/>
          </p:nvPr>
        </p:nvSpPr>
        <p:spPr>
          <a:xfrm>
            <a:off x="6965574" y="3855854"/>
            <a:ext cx="6225985" cy="2677622"/>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5" name="Slide Number Placeholder 4">
            <a:extLst>
              <a:ext uri="{FF2B5EF4-FFF2-40B4-BE49-F238E27FC236}">
                <a16:creationId xmlns:a16="http://schemas.microsoft.com/office/drawing/2014/main" id="{0EF89481-9345-581F-2A94-9AEF8B3D30A1}"/>
              </a:ext>
            </a:extLst>
          </p:cNvPr>
          <p:cNvSpPr>
            <a:spLocks noGrp="1"/>
          </p:cNvSpPr>
          <p:nvPr>
            <p:ph type="sldNum" sz="quarter" idx="16"/>
          </p:nvPr>
        </p:nvSpPr>
        <p:spPr/>
        <p:txBody>
          <a:bodyPr/>
          <a:lstStyle/>
          <a:p>
            <a:fld id="{31EDE896-AC2C-481E-AE90-43E2336744F8}" type="slidenum">
              <a:rPr lang="mn-MN" smtClean="0"/>
              <a:pPr/>
              <a:t>‹#›</a:t>
            </a:fld>
            <a:endParaRPr lang="mn-MN"/>
          </a:p>
        </p:txBody>
      </p:sp>
      <p:sp>
        <p:nvSpPr>
          <p:cNvPr id="7" name="Text Placeholder 6">
            <a:extLst>
              <a:ext uri="{FF2B5EF4-FFF2-40B4-BE49-F238E27FC236}">
                <a16:creationId xmlns:a16="http://schemas.microsoft.com/office/drawing/2014/main" id="{7269D697-650E-8FDD-FDF4-1679822D1119}"/>
              </a:ext>
            </a:extLst>
          </p:cNvPr>
          <p:cNvSpPr>
            <a:spLocks noGrp="1"/>
          </p:cNvSpPr>
          <p:nvPr>
            <p:ph type="body" sz="quarter" idx="17"/>
          </p:nvPr>
        </p:nvSpPr>
        <p:spPr>
          <a:xfrm>
            <a:off x="270924" y="693892"/>
            <a:ext cx="10784765" cy="263525"/>
          </a:xfrm>
        </p:spPr>
        <p:txBody>
          <a:bodyPr>
            <a:noAutofit/>
          </a:bodyPr>
          <a:lstStyle>
            <a:lvl1pPr>
              <a:defRPr sz="2266">
                <a:solidFill>
                  <a:schemeClr val="bg1"/>
                </a:solidFill>
              </a:defRPr>
            </a:lvl1pPr>
            <a:lvl2pPr>
              <a:defRPr sz="2266">
                <a:solidFill>
                  <a:schemeClr val="bg1"/>
                </a:solidFill>
              </a:defRPr>
            </a:lvl2pPr>
            <a:lvl3pPr>
              <a:defRPr sz="2266">
                <a:solidFill>
                  <a:schemeClr val="bg1"/>
                </a:solidFill>
              </a:defRPr>
            </a:lvl3pPr>
            <a:lvl4pPr>
              <a:defRPr sz="2266">
                <a:solidFill>
                  <a:schemeClr val="bg1"/>
                </a:solidFill>
              </a:defRPr>
            </a:lvl4pPr>
            <a:lvl5pPr>
              <a:defRPr sz="2266">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6" name="Graphic 5">
            <a:extLst>
              <a:ext uri="{FF2B5EF4-FFF2-40B4-BE49-F238E27FC236}">
                <a16:creationId xmlns:a16="http://schemas.microsoft.com/office/drawing/2014/main" id="{18C05FEE-D13C-0D06-39C2-3B147E97F796}"/>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17" name="Group 16">
            <a:extLst>
              <a:ext uri="{FF2B5EF4-FFF2-40B4-BE49-F238E27FC236}">
                <a16:creationId xmlns:a16="http://schemas.microsoft.com/office/drawing/2014/main" id="{35E1D153-6983-243C-88C1-0402C306BE95}"/>
              </a:ext>
            </a:extLst>
          </p:cNvPr>
          <p:cNvGrpSpPr/>
          <p:nvPr userDrawn="1"/>
        </p:nvGrpSpPr>
        <p:grpSpPr>
          <a:xfrm>
            <a:off x="0" y="0"/>
            <a:ext cx="13816013" cy="7772400"/>
            <a:chOff x="0" y="0"/>
            <a:chExt cx="12192000" cy="7772400"/>
          </a:xfrm>
        </p:grpSpPr>
        <p:cxnSp>
          <p:nvCxnSpPr>
            <p:cNvPr id="18" name="Straight Connector 17">
              <a:extLst>
                <a:ext uri="{FF2B5EF4-FFF2-40B4-BE49-F238E27FC236}">
                  <a16:creationId xmlns:a16="http://schemas.microsoft.com/office/drawing/2014/main" id="{FE1927EE-5571-0532-3E97-83C375247EF2}"/>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CDFC7D9-8F97-5138-ADF0-88D7F6FD9110}"/>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6B99F4-7972-1012-3C30-1194D4FCD61D}"/>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E05599-A4E5-4619-68BD-166320CFD56B}"/>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4040FB8-DA97-3466-D639-B14D7FAB1F25}"/>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7034204"/>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16" name="Graphic 15">
            <a:extLst>
              <a:ext uri="{FF2B5EF4-FFF2-40B4-BE49-F238E27FC236}">
                <a16:creationId xmlns:a16="http://schemas.microsoft.com/office/drawing/2014/main" id="{E1E18EAA-0528-EF10-F13B-77A598CB81E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4AEB0270-C071-3BBC-4998-DBF49BE03B2C}"/>
              </a:ext>
            </a:extLst>
          </p:cNvPr>
          <p:cNvGrpSpPr/>
          <p:nvPr userDrawn="1"/>
        </p:nvGrpSpPr>
        <p:grpSpPr>
          <a:xfrm>
            <a:off x="0" y="6616700"/>
            <a:ext cx="13816013" cy="1155700"/>
            <a:chOff x="0" y="6616700"/>
            <a:chExt cx="13816013" cy="1155700"/>
          </a:xfrm>
        </p:grpSpPr>
        <p:cxnSp>
          <p:nvCxnSpPr>
            <p:cNvPr id="4" name="Straight Connector 3">
              <a:extLst>
                <a:ext uri="{FF2B5EF4-FFF2-40B4-BE49-F238E27FC236}">
                  <a16:creationId xmlns:a16="http://schemas.microsoft.com/office/drawing/2014/main" id="{F495790D-FEC5-ECB1-B0C5-3E3693BCE44E}"/>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6D1D890-BC04-572D-CE38-C666A1103D60}"/>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2794369"/>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F34B06E7-E834-B385-1E11-77B39E0A9ED3}"/>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16" name="Graphic 15">
            <a:extLst>
              <a:ext uri="{FF2B5EF4-FFF2-40B4-BE49-F238E27FC236}">
                <a16:creationId xmlns:a16="http://schemas.microsoft.com/office/drawing/2014/main" id="{E1E18EAA-0528-EF10-F13B-77A598CB81E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1597848199"/>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F27A4942-C9A9-8D2C-6EB4-6064E03FC404}"/>
              </a:ext>
            </a:extLst>
          </p:cNvPr>
          <p:cNvPicPr>
            <a:picLocks noChangeAspect="1"/>
          </p:cNvPicPr>
          <p:nvPr userDrawn="1"/>
        </p:nvPicPr>
        <p:blipFill rotWithShape="1">
          <a:blip r:embed="rId2"/>
          <a:srcRect t="411" b="15208"/>
          <a:stretch/>
        </p:blipFill>
        <p:spPr>
          <a:xfrm>
            <a:off x="0" y="0"/>
            <a:ext cx="13816013" cy="7790454"/>
          </a:xfrm>
          <a:prstGeom prst="rect">
            <a:avLst/>
          </a:prstGeom>
        </p:spPr>
      </p:pic>
      <p:sp>
        <p:nvSpPr>
          <p:cNvPr id="3" name="Subtitle 2">
            <a:extLst>
              <a:ext uri="{FF2B5EF4-FFF2-40B4-BE49-F238E27FC236}">
                <a16:creationId xmlns:a16="http://schemas.microsoft.com/office/drawing/2014/main" id="{52F41A3B-6806-3C96-8F8A-B9EEA9F99A3E}"/>
              </a:ext>
            </a:extLst>
          </p:cNvPr>
          <p:cNvSpPr>
            <a:spLocks noGrp="1"/>
          </p:cNvSpPr>
          <p:nvPr>
            <p:ph type="subTitle" idx="1"/>
          </p:nvPr>
        </p:nvSpPr>
        <p:spPr>
          <a:xfrm>
            <a:off x="610209" y="5449038"/>
            <a:ext cx="13116669" cy="1170039"/>
          </a:xfrm>
        </p:spPr>
        <p:txBody>
          <a:bodyPr lIns="72000" tIns="36000" rIns="72000" bIns="36000"/>
          <a:lstStyle>
            <a:lvl1pPr marL="0" indent="0" algn="l">
              <a:buNone/>
              <a:defRPr sz="2720">
                <a:ln>
                  <a:noFill/>
                </a:ln>
                <a:solidFill>
                  <a:srgbClr val="16B2B8"/>
                </a:solidFill>
                <a:latin typeface="+mj-lt"/>
              </a:defRPr>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rPr lang="en-US"/>
              <a:t>Click to edit Master subtitle style</a:t>
            </a:r>
            <a:endParaRPr lang="mn-MN"/>
          </a:p>
        </p:txBody>
      </p:sp>
      <p:sp>
        <p:nvSpPr>
          <p:cNvPr id="6" name="Title 5">
            <a:extLst>
              <a:ext uri="{FF2B5EF4-FFF2-40B4-BE49-F238E27FC236}">
                <a16:creationId xmlns:a16="http://schemas.microsoft.com/office/drawing/2014/main" id="{07FD3CF6-CD93-3EA5-86AD-14A65FF52E6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00461635"/>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D35B7FDC-EB59-954C-67B4-B2D74B379DC8}"/>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92A8E9E3-D3B4-1027-04B6-C86F861C325D}"/>
              </a:ext>
            </a:extLst>
          </p:cNvPr>
          <p:cNvSpPr>
            <a:spLocks noGrp="1"/>
          </p:cNvSpPr>
          <p:nvPr>
            <p:ph type="ctrTitle" hasCustomPrompt="1"/>
          </p:nvPr>
        </p:nvSpPr>
        <p:spPr>
          <a:xfrm>
            <a:off x="656261" y="3242679"/>
            <a:ext cx="13070617" cy="2005780"/>
          </a:xfrm>
          <a:noFill/>
        </p:spPr>
        <p:txBody>
          <a:bodyPr anchor="ctr" anchorCtr="0">
            <a:noAutofit/>
          </a:bodyPr>
          <a:lstStyle>
            <a:lvl1pPr algn="l">
              <a:lnSpc>
                <a:spcPct val="100000"/>
              </a:lnSpc>
              <a:defRPr sz="10879">
                <a:ln w="19050">
                  <a:noFill/>
                </a:ln>
                <a:solidFill>
                  <a:srgbClr val="00B0B0"/>
                </a:solidFill>
                <a:latin typeface="Montserrat ExtraBold" pitchFamily="2" charset="0"/>
              </a:defRPr>
            </a:lvl1pPr>
          </a:lstStyle>
          <a:p>
            <a:r>
              <a:rPr lang="en-US"/>
              <a:t>PPT TITLE</a:t>
            </a:r>
            <a:endParaRPr lang="mn-MN"/>
          </a:p>
        </p:txBody>
      </p:sp>
      <p:sp>
        <p:nvSpPr>
          <p:cNvPr id="3" name="Subtitle 2">
            <a:extLst>
              <a:ext uri="{FF2B5EF4-FFF2-40B4-BE49-F238E27FC236}">
                <a16:creationId xmlns:a16="http://schemas.microsoft.com/office/drawing/2014/main" id="{52F41A3B-6806-3C96-8F8A-B9EEA9F99A3E}"/>
              </a:ext>
            </a:extLst>
          </p:cNvPr>
          <p:cNvSpPr>
            <a:spLocks noGrp="1"/>
          </p:cNvSpPr>
          <p:nvPr>
            <p:ph type="subTitle" idx="1"/>
          </p:nvPr>
        </p:nvSpPr>
        <p:spPr>
          <a:xfrm>
            <a:off x="656260" y="5449038"/>
            <a:ext cx="13070616" cy="1170039"/>
          </a:xfrm>
        </p:spPr>
        <p:txBody>
          <a:bodyPr lIns="72000" tIns="36000" rIns="72000" bIns="36000"/>
          <a:lstStyle>
            <a:lvl1pPr marL="0" indent="0" algn="l">
              <a:buNone/>
              <a:defRPr sz="2720">
                <a:ln>
                  <a:noFill/>
                </a:ln>
                <a:solidFill>
                  <a:schemeClr val="accent3"/>
                </a:solidFill>
                <a:latin typeface="+mj-lt"/>
              </a:defRPr>
            </a:lvl1pPr>
            <a:lvl2pPr marL="518099" indent="0" algn="ctr">
              <a:buNone/>
              <a:defRPr sz="2266"/>
            </a:lvl2pPr>
            <a:lvl3pPr marL="1036198" indent="0" algn="ctr">
              <a:buNone/>
              <a:defRPr sz="2040"/>
            </a:lvl3pPr>
            <a:lvl4pPr marL="1554297" indent="0" algn="ctr">
              <a:buNone/>
              <a:defRPr sz="1813"/>
            </a:lvl4pPr>
            <a:lvl5pPr marL="2072396" indent="0" algn="ctr">
              <a:buNone/>
              <a:defRPr sz="1813"/>
            </a:lvl5pPr>
            <a:lvl6pPr marL="2590495" indent="0" algn="ctr">
              <a:buNone/>
              <a:defRPr sz="1813"/>
            </a:lvl6pPr>
            <a:lvl7pPr marL="3108594" indent="0" algn="ctr">
              <a:buNone/>
              <a:defRPr sz="1813"/>
            </a:lvl7pPr>
            <a:lvl8pPr marL="3626693" indent="0" algn="ctr">
              <a:buNone/>
              <a:defRPr sz="1813"/>
            </a:lvl8pPr>
            <a:lvl9pPr marL="4144792" indent="0" algn="ctr">
              <a:buNone/>
              <a:defRPr sz="1813"/>
            </a:lvl9pPr>
          </a:lstStyle>
          <a:p>
            <a:r>
              <a:rPr lang="en-US"/>
              <a:t>Click to edit Master subtitle style</a:t>
            </a:r>
            <a:endParaRPr lang="mn-MN"/>
          </a:p>
        </p:txBody>
      </p:sp>
      <p:cxnSp>
        <p:nvCxnSpPr>
          <p:cNvPr id="8" name="Straight Connector 7">
            <a:extLst>
              <a:ext uri="{FF2B5EF4-FFF2-40B4-BE49-F238E27FC236}">
                <a16:creationId xmlns:a16="http://schemas.microsoft.com/office/drawing/2014/main" id="{67066F75-F79C-03DA-0955-43EEB5E32504}"/>
              </a:ext>
            </a:extLst>
          </p:cNvPr>
          <p:cNvCxnSpPr>
            <a:cxnSpLocks/>
          </p:cNvCxnSpPr>
          <p:nvPr userDrawn="1"/>
        </p:nvCxnSpPr>
        <p:spPr>
          <a:xfrm>
            <a:off x="448201" y="5281889"/>
            <a:ext cx="7975110" cy="0"/>
          </a:xfrm>
          <a:prstGeom prst="line">
            <a:avLst/>
          </a:prstGeom>
          <a:ln w="762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73D2ED9-0780-BC0B-066D-715E389FFB41}"/>
              </a:ext>
            </a:extLst>
          </p:cNvPr>
          <p:cNvGrpSpPr/>
          <p:nvPr userDrawn="1"/>
        </p:nvGrpSpPr>
        <p:grpSpPr>
          <a:xfrm>
            <a:off x="10707413" y="271528"/>
            <a:ext cx="2812154" cy="1565230"/>
            <a:chOff x="1879663" y="1954465"/>
            <a:chExt cx="2160079" cy="1202150"/>
          </a:xfrm>
        </p:grpSpPr>
        <p:sp>
          <p:nvSpPr>
            <p:cNvPr id="5" name="Freeform: Shape 4">
              <a:extLst>
                <a:ext uri="{FF2B5EF4-FFF2-40B4-BE49-F238E27FC236}">
                  <a16:creationId xmlns:a16="http://schemas.microsoft.com/office/drawing/2014/main" id="{FF877310-0F30-4EE7-A5BC-C86C3AFF5883}"/>
                </a:ext>
              </a:extLst>
            </p:cNvPr>
            <p:cNvSpPr/>
            <p:nvPr/>
          </p:nvSpPr>
          <p:spPr>
            <a:xfrm>
              <a:off x="2573369" y="2113723"/>
              <a:ext cx="772763" cy="613505"/>
            </a:xfrm>
            <a:custGeom>
              <a:avLst/>
              <a:gdLst>
                <a:gd name="connsiteX0" fmla="*/ 0 w 772763"/>
                <a:gd name="connsiteY0" fmla="*/ 227076 h 613505"/>
                <a:gd name="connsiteX1" fmla="*/ 226981 w 772763"/>
                <a:gd name="connsiteY1" fmla="*/ 95 h 613505"/>
                <a:gd name="connsiteX2" fmla="*/ 347758 w 772763"/>
                <a:gd name="connsiteY2" fmla="*/ 120872 h 613505"/>
                <a:gd name="connsiteX3" fmla="*/ 280130 w 772763"/>
                <a:gd name="connsiteY3" fmla="*/ 188500 h 613505"/>
                <a:gd name="connsiteX4" fmla="*/ 226981 w 772763"/>
                <a:gd name="connsiteY4" fmla="*/ 135350 h 613505"/>
                <a:gd name="connsiteX5" fmla="*/ 135255 w 772763"/>
                <a:gd name="connsiteY5" fmla="*/ 227076 h 613505"/>
                <a:gd name="connsiteX6" fmla="*/ 226981 w 772763"/>
                <a:gd name="connsiteY6" fmla="*/ 318802 h 613505"/>
                <a:gd name="connsiteX7" fmla="*/ 545783 w 772763"/>
                <a:gd name="connsiteY7" fmla="*/ 0 h 613505"/>
                <a:gd name="connsiteX8" fmla="*/ 772763 w 772763"/>
                <a:gd name="connsiteY8" fmla="*/ 226981 h 613505"/>
                <a:gd name="connsiteX9" fmla="*/ 545783 w 772763"/>
                <a:gd name="connsiteY9" fmla="*/ 453962 h 613505"/>
                <a:gd name="connsiteX10" fmla="*/ 425005 w 772763"/>
                <a:gd name="connsiteY10" fmla="*/ 333184 h 613505"/>
                <a:gd name="connsiteX11" fmla="*/ 492633 w 772763"/>
                <a:gd name="connsiteY11" fmla="*/ 265557 h 613505"/>
                <a:gd name="connsiteX12" fmla="*/ 545783 w 772763"/>
                <a:gd name="connsiteY12" fmla="*/ 318706 h 613505"/>
                <a:gd name="connsiteX13" fmla="*/ 637508 w 772763"/>
                <a:gd name="connsiteY13" fmla="*/ 226981 h 613505"/>
                <a:gd name="connsiteX14" fmla="*/ 545783 w 772763"/>
                <a:gd name="connsiteY14" fmla="*/ 135255 h 613505"/>
                <a:gd name="connsiteX15" fmla="*/ 226981 w 772763"/>
                <a:gd name="connsiteY15" fmla="*/ 454057 h 613505"/>
                <a:gd name="connsiteX16" fmla="*/ 0 w 772763"/>
                <a:gd name="connsiteY16" fmla="*/ 227076 h 613505"/>
                <a:gd name="connsiteX17" fmla="*/ 0 w 772763"/>
                <a:gd name="connsiteY17" fmla="*/ 227076 h 613505"/>
                <a:gd name="connsiteX18" fmla="*/ 265557 w 772763"/>
                <a:gd name="connsiteY18" fmla="*/ 492728 h 613505"/>
                <a:gd name="connsiteX19" fmla="*/ 386334 w 772763"/>
                <a:gd name="connsiteY19" fmla="*/ 613505 h 613505"/>
                <a:gd name="connsiteX20" fmla="*/ 507111 w 772763"/>
                <a:gd name="connsiteY20" fmla="*/ 492728 h 613505"/>
                <a:gd name="connsiteX21" fmla="*/ 386334 w 772763"/>
                <a:gd name="connsiteY21" fmla="*/ 371951 h 613505"/>
                <a:gd name="connsiteX22" fmla="*/ 265557 w 772763"/>
                <a:gd name="connsiteY22" fmla="*/ 492728 h 613505"/>
                <a:gd name="connsiteX23" fmla="*/ 265557 w 772763"/>
                <a:gd name="connsiteY23" fmla="*/ 492728 h 613505"/>
                <a:gd name="connsiteX24" fmla="*/ 386334 w 772763"/>
                <a:gd name="connsiteY24" fmla="*/ 441008 h 613505"/>
                <a:gd name="connsiteX25" fmla="*/ 386334 w 772763"/>
                <a:gd name="connsiteY25" fmla="*/ 544449 h 613505"/>
                <a:gd name="connsiteX26" fmla="*/ 438055 w 772763"/>
                <a:gd name="connsiteY26" fmla="*/ 492728 h 613505"/>
                <a:gd name="connsiteX27" fmla="*/ 386334 w 772763"/>
                <a:gd name="connsiteY27" fmla="*/ 441008 h 61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72763" h="613505">
                  <a:moveTo>
                    <a:pt x="0" y="227076"/>
                  </a:moveTo>
                  <a:lnTo>
                    <a:pt x="226981" y="95"/>
                  </a:lnTo>
                  <a:lnTo>
                    <a:pt x="347758" y="120872"/>
                  </a:lnTo>
                  <a:lnTo>
                    <a:pt x="280130" y="188500"/>
                  </a:lnTo>
                  <a:lnTo>
                    <a:pt x="226981" y="135350"/>
                  </a:lnTo>
                  <a:lnTo>
                    <a:pt x="135255" y="227076"/>
                  </a:lnTo>
                  <a:lnTo>
                    <a:pt x="226981" y="318802"/>
                  </a:lnTo>
                  <a:lnTo>
                    <a:pt x="545783" y="0"/>
                  </a:lnTo>
                  <a:lnTo>
                    <a:pt x="772763" y="226981"/>
                  </a:lnTo>
                  <a:lnTo>
                    <a:pt x="545783" y="453962"/>
                  </a:lnTo>
                  <a:lnTo>
                    <a:pt x="425005" y="333184"/>
                  </a:lnTo>
                  <a:lnTo>
                    <a:pt x="492633" y="265557"/>
                  </a:lnTo>
                  <a:lnTo>
                    <a:pt x="545783" y="318706"/>
                  </a:lnTo>
                  <a:lnTo>
                    <a:pt x="637508" y="226981"/>
                  </a:lnTo>
                  <a:lnTo>
                    <a:pt x="545783" y="135255"/>
                  </a:lnTo>
                  <a:lnTo>
                    <a:pt x="226981" y="454057"/>
                  </a:lnTo>
                  <a:lnTo>
                    <a:pt x="0" y="227076"/>
                  </a:lnTo>
                  <a:lnTo>
                    <a:pt x="0" y="227076"/>
                  </a:lnTo>
                  <a:close/>
                  <a:moveTo>
                    <a:pt x="265557" y="492728"/>
                  </a:moveTo>
                  <a:lnTo>
                    <a:pt x="386334" y="613505"/>
                  </a:lnTo>
                  <a:lnTo>
                    <a:pt x="507111" y="492728"/>
                  </a:lnTo>
                  <a:lnTo>
                    <a:pt x="386334" y="371951"/>
                  </a:lnTo>
                  <a:lnTo>
                    <a:pt x="265557" y="492728"/>
                  </a:lnTo>
                  <a:lnTo>
                    <a:pt x="265557" y="492728"/>
                  </a:lnTo>
                  <a:close/>
                  <a:moveTo>
                    <a:pt x="386334" y="441008"/>
                  </a:moveTo>
                  <a:lnTo>
                    <a:pt x="386334" y="544449"/>
                  </a:lnTo>
                  <a:lnTo>
                    <a:pt x="438055" y="492728"/>
                  </a:lnTo>
                  <a:lnTo>
                    <a:pt x="386334" y="441008"/>
                  </a:lnTo>
                  <a:close/>
                </a:path>
              </a:pathLst>
            </a:custGeom>
            <a:solidFill>
              <a:srgbClr val="D89539"/>
            </a:solidFill>
            <a:ln w="9525" cap="flat">
              <a:noFill/>
              <a:prstDash val="solid"/>
              <a:miter/>
            </a:ln>
          </p:spPr>
          <p:txBody>
            <a:bodyPr rtlCol="0" anchor="ctr"/>
            <a:lstStyle/>
            <a:p>
              <a:endParaRPr lang="mn-MN" sz="2040"/>
            </a:p>
          </p:txBody>
        </p:sp>
        <p:sp>
          <p:nvSpPr>
            <p:cNvPr id="6" name="Freeform: Shape 5">
              <a:extLst>
                <a:ext uri="{FF2B5EF4-FFF2-40B4-BE49-F238E27FC236}">
                  <a16:creationId xmlns:a16="http://schemas.microsoft.com/office/drawing/2014/main" id="{930D3D23-B327-A41F-F206-CF2ECF606F9A}"/>
                </a:ext>
              </a:extLst>
            </p:cNvPr>
            <p:cNvSpPr/>
            <p:nvPr/>
          </p:nvSpPr>
          <p:spPr>
            <a:xfrm>
              <a:off x="1879663" y="2788855"/>
              <a:ext cx="2160079" cy="180879"/>
            </a:xfrm>
            <a:custGeom>
              <a:avLst/>
              <a:gdLst>
                <a:gd name="connsiteX0" fmla="*/ 1921478 w 2160079"/>
                <a:gd name="connsiteY0" fmla="*/ 153924 h 180879"/>
                <a:gd name="connsiteX1" fmla="*/ 1921478 w 2160079"/>
                <a:gd name="connsiteY1" fmla="*/ 119253 h 180879"/>
                <a:gd name="connsiteX2" fmla="*/ 1961483 w 2160079"/>
                <a:gd name="connsiteY2" fmla="*/ 76962 h 180879"/>
                <a:gd name="connsiteX3" fmla="*/ 1921478 w 2160079"/>
                <a:gd name="connsiteY3" fmla="*/ 34671 h 180879"/>
                <a:gd name="connsiteX4" fmla="*/ 1921478 w 2160079"/>
                <a:gd name="connsiteY4" fmla="*/ 0 h 180879"/>
                <a:gd name="connsiteX5" fmla="*/ 2003774 w 2160079"/>
                <a:gd name="connsiteY5" fmla="*/ 76962 h 180879"/>
                <a:gd name="connsiteX6" fmla="*/ 1921478 w 2160079"/>
                <a:gd name="connsiteY6" fmla="*/ 153924 h 180879"/>
                <a:gd name="connsiteX7" fmla="*/ 1921478 w 2160079"/>
                <a:gd name="connsiteY7" fmla="*/ 153924 h 180879"/>
                <a:gd name="connsiteX8" fmla="*/ 2040731 w 2160079"/>
                <a:gd name="connsiteY8" fmla="*/ 2953 h 180879"/>
                <a:gd name="connsiteX9" fmla="*/ 2038636 w 2160079"/>
                <a:gd name="connsiteY9" fmla="*/ 61913 h 180879"/>
                <a:gd name="connsiteX10" fmla="*/ 2017109 w 2160079"/>
                <a:gd name="connsiteY10" fmla="*/ 117348 h 180879"/>
                <a:gd name="connsiteX11" fmla="*/ 2011394 w 2160079"/>
                <a:gd name="connsiteY11" fmla="*/ 116681 h 180879"/>
                <a:gd name="connsiteX12" fmla="*/ 2009108 w 2160079"/>
                <a:gd name="connsiteY12" fmla="*/ 150971 h 180879"/>
                <a:gd name="connsiteX13" fmla="*/ 2028158 w 2160079"/>
                <a:gd name="connsiteY13" fmla="*/ 153543 h 180879"/>
                <a:gd name="connsiteX14" fmla="*/ 2075498 w 2160079"/>
                <a:gd name="connsiteY14" fmla="*/ 60293 h 180879"/>
                <a:gd name="connsiteX15" fmla="*/ 2076355 w 2160079"/>
                <a:gd name="connsiteY15" fmla="*/ 36195 h 180879"/>
                <a:gd name="connsiteX16" fmla="*/ 2118836 w 2160079"/>
                <a:gd name="connsiteY16" fmla="*/ 36195 h 180879"/>
                <a:gd name="connsiteX17" fmla="*/ 2118836 w 2160079"/>
                <a:gd name="connsiteY17" fmla="*/ 151067 h 180879"/>
                <a:gd name="connsiteX18" fmla="*/ 2160080 w 2160079"/>
                <a:gd name="connsiteY18" fmla="*/ 151067 h 180879"/>
                <a:gd name="connsiteX19" fmla="*/ 2160080 w 2160079"/>
                <a:gd name="connsiteY19" fmla="*/ 3048 h 180879"/>
                <a:gd name="connsiteX20" fmla="*/ 2040731 w 2160079"/>
                <a:gd name="connsiteY20" fmla="*/ 3048 h 180879"/>
                <a:gd name="connsiteX21" fmla="*/ 1921478 w 2160079"/>
                <a:gd name="connsiteY21" fmla="*/ 0 h 180879"/>
                <a:gd name="connsiteX22" fmla="*/ 1921478 w 2160079"/>
                <a:gd name="connsiteY22" fmla="*/ 34671 h 180879"/>
                <a:gd name="connsiteX23" fmla="*/ 1881473 w 2160079"/>
                <a:gd name="connsiteY23" fmla="*/ 76962 h 180879"/>
                <a:gd name="connsiteX24" fmla="*/ 1921478 w 2160079"/>
                <a:gd name="connsiteY24" fmla="*/ 119253 h 180879"/>
                <a:gd name="connsiteX25" fmla="*/ 1921478 w 2160079"/>
                <a:gd name="connsiteY25" fmla="*/ 153924 h 180879"/>
                <a:gd name="connsiteX26" fmla="*/ 1840992 w 2160079"/>
                <a:gd name="connsiteY26" fmla="*/ 93917 h 180879"/>
                <a:gd name="connsiteX27" fmla="*/ 1840992 w 2160079"/>
                <a:gd name="connsiteY27" fmla="*/ 59912 h 180879"/>
                <a:gd name="connsiteX28" fmla="*/ 1921478 w 2160079"/>
                <a:gd name="connsiteY28" fmla="*/ 0 h 180879"/>
                <a:gd name="connsiteX29" fmla="*/ 1921478 w 2160079"/>
                <a:gd name="connsiteY29" fmla="*/ 0 h 180879"/>
                <a:gd name="connsiteX30" fmla="*/ 1840992 w 2160079"/>
                <a:gd name="connsiteY30" fmla="*/ 36100 h 180879"/>
                <a:gd name="connsiteX31" fmla="*/ 1842611 w 2160079"/>
                <a:gd name="connsiteY31" fmla="*/ 36100 h 180879"/>
                <a:gd name="connsiteX32" fmla="*/ 1842802 w 2160079"/>
                <a:gd name="connsiteY32" fmla="*/ 2857 h 180879"/>
                <a:gd name="connsiteX33" fmla="*/ 1840992 w 2160079"/>
                <a:gd name="connsiteY33" fmla="*/ 2857 h 180879"/>
                <a:gd name="connsiteX34" fmla="*/ 1840992 w 2160079"/>
                <a:gd name="connsiteY34" fmla="*/ 36100 h 180879"/>
                <a:gd name="connsiteX35" fmla="*/ 1840992 w 2160079"/>
                <a:gd name="connsiteY35" fmla="*/ 2953 h 180879"/>
                <a:gd name="connsiteX36" fmla="*/ 1840992 w 2160079"/>
                <a:gd name="connsiteY36" fmla="*/ 36195 h 180879"/>
                <a:gd name="connsiteX37" fmla="*/ 1775555 w 2160079"/>
                <a:gd name="connsiteY37" fmla="*/ 36195 h 180879"/>
                <a:gd name="connsiteX38" fmla="*/ 1775555 w 2160079"/>
                <a:gd name="connsiteY38" fmla="*/ 151067 h 180879"/>
                <a:gd name="connsiteX39" fmla="*/ 1734312 w 2160079"/>
                <a:gd name="connsiteY39" fmla="*/ 151067 h 180879"/>
                <a:gd name="connsiteX40" fmla="*/ 1734312 w 2160079"/>
                <a:gd name="connsiteY40" fmla="*/ 3048 h 180879"/>
                <a:gd name="connsiteX41" fmla="*/ 1840992 w 2160079"/>
                <a:gd name="connsiteY41" fmla="*/ 3048 h 180879"/>
                <a:gd name="connsiteX42" fmla="*/ 1840992 w 2160079"/>
                <a:gd name="connsiteY42" fmla="*/ 2953 h 180879"/>
                <a:gd name="connsiteX43" fmla="*/ 1840992 w 2160079"/>
                <a:gd name="connsiteY43" fmla="*/ 59912 h 180879"/>
                <a:gd name="connsiteX44" fmla="*/ 1839182 w 2160079"/>
                <a:gd name="connsiteY44" fmla="*/ 76962 h 180879"/>
                <a:gd name="connsiteX45" fmla="*/ 1840992 w 2160079"/>
                <a:gd name="connsiteY45" fmla="*/ 93917 h 180879"/>
                <a:gd name="connsiteX46" fmla="*/ 1840992 w 2160079"/>
                <a:gd name="connsiteY46" fmla="*/ 59912 h 180879"/>
                <a:gd name="connsiteX47" fmla="*/ 1840992 w 2160079"/>
                <a:gd name="connsiteY47" fmla="*/ 59912 h 180879"/>
                <a:gd name="connsiteX48" fmla="*/ 1457135 w 2160079"/>
                <a:gd name="connsiteY48" fmla="*/ 153924 h 180879"/>
                <a:gd name="connsiteX49" fmla="*/ 1457135 w 2160079"/>
                <a:gd name="connsiteY49" fmla="*/ 119253 h 180879"/>
                <a:gd name="connsiteX50" fmla="*/ 1497139 w 2160079"/>
                <a:gd name="connsiteY50" fmla="*/ 76962 h 180879"/>
                <a:gd name="connsiteX51" fmla="*/ 1457135 w 2160079"/>
                <a:gd name="connsiteY51" fmla="*/ 34671 h 180879"/>
                <a:gd name="connsiteX52" fmla="*/ 1457135 w 2160079"/>
                <a:gd name="connsiteY52" fmla="*/ 0 h 180879"/>
                <a:gd name="connsiteX53" fmla="*/ 1539431 w 2160079"/>
                <a:gd name="connsiteY53" fmla="*/ 76962 h 180879"/>
                <a:gd name="connsiteX54" fmla="*/ 1457135 w 2160079"/>
                <a:gd name="connsiteY54" fmla="*/ 153924 h 180879"/>
                <a:gd name="connsiteX55" fmla="*/ 1457135 w 2160079"/>
                <a:gd name="connsiteY55" fmla="*/ 153924 h 180879"/>
                <a:gd name="connsiteX56" fmla="*/ 1660779 w 2160079"/>
                <a:gd name="connsiteY56" fmla="*/ 2953 h 180879"/>
                <a:gd name="connsiteX57" fmla="*/ 1660779 w 2160079"/>
                <a:gd name="connsiteY57" fmla="*/ 58579 h 180879"/>
                <a:gd name="connsiteX58" fmla="*/ 1603724 w 2160079"/>
                <a:gd name="connsiteY58" fmla="*/ 58579 h 180879"/>
                <a:gd name="connsiteX59" fmla="*/ 1603724 w 2160079"/>
                <a:gd name="connsiteY59" fmla="*/ 2953 h 180879"/>
                <a:gd name="connsiteX60" fmla="*/ 1561814 w 2160079"/>
                <a:gd name="connsiteY60" fmla="*/ 2953 h 180879"/>
                <a:gd name="connsiteX61" fmla="*/ 1561814 w 2160079"/>
                <a:gd name="connsiteY61" fmla="*/ 150971 h 180879"/>
                <a:gd name="connsiteX62" fmla="*/ 1603724 w 2160079"/>
                <a:gd name="connsiteY62" fmla="*/ 150971 h 180879"/>
                <a:gd name="connsiteX63" fmla="*/ 1603724 w 2160079"/>
                <a:gd name="connsiteY63" fmla="*/ 93250 h 180879"/>
                <a:gd name="connsiteX64" fmla="*/ 1660779 w 2160079"/>
                <a:gd name="connsiteY64" fmla="*/ 93250 h 180879"/>
                <a:gd name="connsiteX65" fmla="*/ 1660779 w 2160079"/>
                <a:gd name="connsiteY65" fmla="*/ 150971 h 180879"/>
                <a:gd name="connsiteX66" fmla="*/ 1702689 w 2160079"/>
                <a:gd name="connsiteY66" fmla="*/ 150971 h 180879"/>
                <a:gd name="connsiteX67" fmla="*/ 1702689 w 2160079"/>
                <a:gd name="connsiteY67" fmla="*/ 2953 h 180879"/>
                <a:gd name="connsiteX68" fmla="*/ 1660779 w 2160079"/>
                <a:gd name="connsiteY68" fmla="*/ 2953 h 180879"/>
                <a:gd name="connsiteX69" fmla="*/ 1457135 w 2160079"/>
                <a:gd name="connsiteY69" fmla="*/ 0 h 180879"/>
                <a:gd name="connsiteX70" fmla="*/ 1457135 w 2160079"/>
                <a:gd name="connsiteY70" fmla="*/ 34671 h 180879"/>
                <a:gd name="connsiteX71" fmla="*/ 1417130 w 2160079"/>
                <a:gd name="connsiteY71" fmla="*/ 76962 h 180879"/>
                <a:gd name="connsiteX72" fmla="*/ 1457135 w 2160079"/>
                <a:gd name="connsiteY72" fmla="*/ 119253 h 180879"/>
                <a:gd name="connsiteX73" fmla="*/ 1457135 w 2160079"/>
                <a:gd name="connsiteY73" fmla="*/ 153924 h 180879"/>
                <a:gd name="connsiteX74" fmla="*/ 1374839 w 2160079"/>
                <a:gd name="connsiteY74" fmla="*/ 76962 h 180879"/>
                <a:gd name="connsiteX75" fmla="*/ 1457135 w 2160079"/>
                <a:gd name="connsiteY75" fmla="*/ 0 h 180879"/>
                <a:gd name="connsiteX76" fmla="*/ 1457135 w 2160079"/>
                <a:gd name="connsiteY76" fmla="*/ 0 h 180879"/>
                <a:gd name="connsiteX77" fmla="*/ 378905 w 2160079"/>
                <a:gd name="connsiteY77" fmla="*/ 150971 h 180879"/>
                <a:gd name="connsiteX78" fmla="*/ 378905 w 2160079"/>
                <a:gd name="connsiteY78" fmla="*/ 117729 h 180879"/>
                <a:gd name="connsiteX79" fmla="*/ 406908 w 2160079"/>
                <a:gd name="connsiteY79" fmla="*/ 117729 h 180879"/>
                <a:gd name="connsiteX80" fmla="*/ 406908 w 2160079"/>
                <a:gd name="connsiteY80" fmla="*/ 36100 h 180879"/>
                <a:gd name="connsiteX81" fmla="*/ 378905 w 2160079"/>
                <a:gd name="connsiteY81" fmla="*/ 36100 h 180879"/>
                <a:gd name="connsiteX82" fmla="*/ 378905 w 2160079"/>
                <a:gd name="connsiteY82" fmla="*/ 2857 h 180879"/>
                <a:gd name="connsiteX83" fmla="*/ 448151 w 2160079"/>
                <a:gd name="connsiteY83" fmla="*/ 2857 h 180879"/>
                <a:gd name="connsiteX84" fmla="*/ 448151 w 2160079"/>
                <a:gd name="connsiteY84" fmla="*/ 117729 h 180879"/>
                <a:gd name="connsiteX85" fmla="*/ 468249 w 2160079"/>
                <a:gd name="connsiteY85" fmla="*/ 117729 h 180879"/>
                <a:gd name="connsiteX86" fmla="*/ 468249 w 2160079"/>
                <a:gd name="connsiteY86" fmla="*/ 180784 h 180879"/>
                <a:gd name="connsiteX87" fmla="*/ 429959 w 2160079"/>
                <a:gd name="connsiteY87" fmla="*/ 180784 h 180879"/>
                <a:gd name="connsiteX88" fmla="*/ 429959 w 2160079"/>
                <a:gd name="connsiteY88" fmla="*/ 150971 h 180879"/>
                <a:gd name="connsiteX89" fmla="*/ 378905 w 2160079"/>
                <a:gd name="connsiteY89" fmla="*/ 150971 h 180879"/>
                <a:gd name="connsiteX90" fmla="*/ 378905 w 2160079"/>
                <a:gd name="connsiteY90" fmla="*/ 150971 h 180879"/>
                <a:gd name="connsiteX91" fmla="*/ 539496 w 2160079"/>
                <a:gd name="connsiteY91" fmla="*/ 0 h 180879"/>
                <a:gd name="connsiteX92" fmla="*/ 475393 w 2160079"/>
                <a:gd name="connsiteY92" fmla="*/ 27908 h 180879"/>
                <a:gd name="connsiteX93" fmla="*/ 501872 w 2160079"/>
                <a:gd name="connsiteY93" fmla="*/ 52006 h 180879"/>
                <a:gd name="connsiteX94" fmla="*/ 537401 w 2160079"/>
                <a:gd name="connsiteY94" fmla="*/ 34671 h 180879"/>
                <a:gd name="connsiteX95" fmla="*/ 572738 w 2160079"/>
                <a:gd name="connsiteY95" fmla="*/ 60865 h 180879"/>
                <a:gd name="connsiteX96" fmla="*/ 519684 w 2160079"/>
                <a:gd name="connsiteY96" fmla="*/ 60865 h 180879"/>
                <a:gd name="connsiteX97" fmla="*/ 519684 w 2160079"/>
                <a:gd name="connsiteY97" fmla="*/ 91726 h 180879"/>
                <a:gd name="connsiteX98" fmla="*/ 573215 w 2160079"/>
                <a:gd name="connsiteY98" fmla="*/ 91726 h 180879"/>
                <a:gd name="connsiteX99" fmla="*/ 537496 w 2160079"/>
                <a:gd name="connsiteY99" fmla="*/ 119253 h 180879"/>
                <a:gd name="connsiteX100" fmla="*/ 501967 w 2160079"/>
                <a:gd name="connsiteY100" fmla="*/ 101917 h 180879"/>
                <a:gd name="connsiteX101" fmla="*/ 475488 w 2160079"/>
                <a:gd name="connsiteY101" fmla="*/ 126016 h 180879"/>
                <a:gd name="connsiteX102" fmla="*/ 539591 w 2160079"/>
                <a:gd name="connsiteY102" fmla="*/ 153924 h 180879"/>
                <a:gd name="connsiteX103" fmla="*/ 617601 w 2160079"/>
                <a:gd name="connsiteY103" fmla="*/ 76962 h 180879"/>
                <a:gd name="connsiteX104" fmla="*/ 539496 w 2160079"/>
                <a:gd name="connsiteY104" fmla="*/ 0 h 180879"/>
                <a:gd name="connsiteX105" fmla="*/ 539496 w 2160079"/>
                <a:gd name="connsiteY105" fmla="*/ 0 h 180879"/>
                <a:gd name="connsiteX106" fmla="*/ 739140 w 2160079"/>
                <a:gd name="connsiteY106" fmla="*/ 2953 h 180879"/>
                <a:gd name="connsiteX107" fmla="*/ 739140 w 2160079"/>
                <a:gd name="connsiteY107" fmla="*/ 58579 h 180879"/>
                <a:gd name="connsiteX108" fmla="*/ 682085 w 2160079"/>
                <a:gd name="connsiteY108" fmla="*/ 58579 h 180879"/>
                <a:gd name="connsiteX109" fmla="*/ 682085 w 2160079"/>
                <a:gd name="connsiteY109" fmla="*/ 2953 h 180879"/>
                <a:gd name="connsiteX110" fmla="*/ 640175 w 2160079"/>
                <a:gd name="connsiteY110" fmla="*/ 2953 h 180879"/>
                <a:gd name="connsiteX111" fmla="*/ 640175 w 2160079"/>
                <a:gd name="connsiteY111" fmla="*/ 150971 h 180879"/>
                <a:gd name="connsiteX112" fmla="*/ 682085 w 2160079"/>
                <a:gd name="connsiteY112" fmla="*/ 150971 h 180879"/>
                <a:gd name="connsiteX113" fmla="*/ 682085 w 2160079"/>
                <a:gd name="connsiteY113" fmla="*/ 93250 h 180879"/>
                <a:gd name="connsiteX114" fmla="*/ 739140 w 2160079"/>
                <a:gd name="connsiteY114" fmla="*/ 93250 h 180879"/>
                <a:gd name="connsiteX115" fmla="*/ 739140 w 2160079"/>
                <a:gd name="connsiteY115" fmla="*/ 150971 h 180879"/>
                <a:gd name="connsiteX116" fmla="*/ 781050 w 2160079"/>
                <a:gd name="connsiteY116" fmla="*/ 150971 h 180879"/>
                <a:gd name="connsiteX117" fmla="*/ 781050 w 2160079"/>
                <a:gd name="connsiteY117" fmla="*/ 2953 h 180879"/>
                <a:gd name="connsiteX118" fmla="*/ 739140 w 2160079"/>
                <a:gd name="connsiteY118" fmla="*/ 2953 h 180879"/>
                <a:gd name="connsiteX119" fmla="*/ 739140 w 2160079"/>
                <a:gd name="connsiteY119" fmla="*/ 2953 h 180879"/>
                <a:gd name="connsiteX120" fmla="*/ 863918 w 2160079"/>
                <a:gd name="connsiteY120" fmla="*/ 0 h 180879"/>
                <a:gd name="connsiteX121" fmla="*/ 799814 w 2160079"/>
                <a:gd name="connsiteY121" fmla="*/ 27908 h 180879"/>
                <a:gd name="connsiteX122" fmla="*/ 826294 w 2160079"/>
                <a:gd name="connsiteY122" fmla="*/ 52006 h 180879"/>
                <a:gd name="connsiteX123" fmla="*/ 861822 w 2160079"/>
                <a:gd name="connsiteY123" fmla="*/ 34671 h 180879"/>
                <a:gd name="connsiteX124" fmla="*/ 897160 w 2160079"/>
                <a:gd name="connsiteY124" fmla="*/ 60865 h 180879"/>
                <a:gd name="connsiteX125" fmla="*/ 844106 w 2160079"/>
                <a:gd name="connsiteY125" fmla="*/ 60865 h 180879"/>
                <a:gd name="connsiteX126" fmla="*/ 844106 w 2160079"/>
                <a:gd name="connsiteY126" fmla="*/ 91726 h 180879"/>
                <a:gd name="connsiteX127" fmla="*/ 897636 w 2160079"/>
                <a:gd name="connsiteY127" fmla="*/ 91726 h 180879"/>
                <a:gd name="connsiteX128" fmla="*/ 861917 w 2160079"/>
                <a:gd name="connsiteY128" fmla="*/ 119253 h 180879"/>
                <a:gd name="connsiteX129" fmla="*/ 826389 w 2160079"/>
                <a:gd name="connsiteY129" fmla="*/ 101917 h 180879"/>
                <a:gd name="connsiteX130" fmla="*/ 799910 w 2160079"/>
                <a:gd name="connsiteY130" fmla="*/ 126016 h 180879"/>
                <a:gd name="connsiteX131" fmla="*/ 864013 w 2160079"/>
                <a:gd name="connsiteY131" fmla="*/ 153924 h 180879"/>
                <a:gd name="connsiteX132" fmla="*/ 942023 w 2160079"/>
                <a:gd name="connsiteY132" fmla="*/ 76962 h 180879"/>
                <a:gd name="connsiteX133" fmla="*/ 863918 w 2160079"/>
                <a:gd name="connsiteY133" fmla="*/ 0 h 180879"/>
                <a:gd name="connsiteX134" fmla="*/ 863918 w 2160079"/>
                <a:gd name="connsiteY134" fmla="*/ 0 h 180879"/>
                <a:gd name="connsiteX135" fmla="*/ 1036701 w 2160079"/>
                <a:gd name="connsiteY135" fmla="*/ 153924 h 180879"/>
                <a:gd name="connsiteX136" fmla="*/ 1100328 w 2160079"/>
                <a:gd name="connsiteY136" fmla="*/ 126016 h 180879"/>
                <a:gd name="connsiteX137" fmla="*/ 1073658 w 2160079"/>
                <a:gd name="connsiteY137" fmla="*/ 101917 h 180879"/>
                <a:gd name="connsiteX138" fmla="*/ 1038797 w 2160079"/>
                <a:gd name="connsiteY138" fmla="*/ 119253 h 180879"/>
                <a:gd name="connsiteX139" fmla="*/ 997553 w 2160079"/>
                <a:gd name="connsiteY139" fmla="*/ 76962 h 180879"/>
                <a:gd name="connsiteX140" fmla="*/ 1038797 w 2160079"/>
                <a:gd name="connsiteY140" fmla="*/ 34671 h 180879"/>
                <a:gd name="connsiteX141" fmla="*/ 1073658 w 2160079"/>
                <a:gd name="connsiteY141" fmla="*/ 52006 h 180879"/>
                <a:gd name="connsiteX142" fmla="*/ 1100328 w 2160079"/>
                <a:gd name="connsiteY142" fmla="*/ 27908 h 180879"/>
                <a:gd name="connsiteX143" fmla="*/ 1036701 w 2160079"/>
                <a:gd name="connsiteY143" fmla="*/ 0 h 180879"/>
                <a:gd name="connsiteX144" fmla="*/ 955262 w 2160079"/>
                <a:gd name="connsiteY144" fmla="*/ 76962 h 180879"/>
                <a:gd name="connsiteX145" fmla="*/ 1036701 w 2160079"/>
                <a:gd name="connsiteY145" fmla="*/ 153924 h 180879"/>
                <a:gd name="connsiteX146" fmla="*/ 1036701 w 2160079"/>
                <a:gd name="connsiteY146" fmla="*/ 153924 h 180879"/>
                <a:gd name="connsiteX147" fmla="*/ 1352836 w 2160079"/>
                <a:gd name="connsiteY147" fmla="*/ 150971 h 180879"/>
                <a:gd name="connsiteX148" fmla="*/ 1352455 w 2160079"/>
                <a:gd name="connsiteY148" fmla="*/ 2953 h 180879"/>
                <a:gd name="connsiteX149" fmla="*/ 1317974 w 2160079"/>
                <a:gd name="connsiteY149" fmla="*/ 2953 h 180879"/>
                <a:gd name="connsiteX150" fmla="*/ 1267301 w 2160079"/>
                <a:gd name="connsiteY150" fmla="*/ 88392 h 180879"/>
                <a:gd name="connsiteX151" fmla="*/ 1215295 w 2160079"/>
                <a:gd name="connsiteY151" fmla="*/ 2953 h 180879"/>
                <a:gd name="connsiteX152" fmla="*/ 1180814 w 2160079"/>
                <a:gd name="connsiteY152" fmla="*/ 2953 h 180879"/>
                <a:gd name="connsiteX153" fmla="*/ 1180814 w 2160079"/>
                <a:gd name="connsiteY153" fmla="*/ 150971 h 180879"/>
                <a:gd name="connsiteX154" fmla="*/ 1219295 w 2160079"/>
                <a:gd name="connsiteY154" fmla="*/ 150971 h 180879"/>
                <a:gd name="connsiteX155" fmla="*/ 1219295 w 2160079"/>
                <a:gd name="connsiteY155" fmla="*/ 74200 h 180879"/>
                <a:gd name="connsiteX156" fmla="*/ 1257300 w 2160079"/>
                <a:gd name="connsiteY156" fmla="*/ 136398 h 180879"/>
                <a:gd name="connsiteX157" fmla="*/ 1275874 w 2160079"/>
                <a:gd name="connsiteY157" fmla="*/ 136398 h 180879"/>
                <a:gd name="connsiteX158" fmla="*/ 1313879 w 2160079"/>
                <a:gd name="connsiteY158" fmla="*/ 72485 h 180879"/>
                <a:gd name="connsiteX159" fmla="*/ 1314069 w 2160079"/>
                <a:gd name="connsiteY159" fmla="*/ 150971 h 180879"/>
                <a:gd name="connsiteX160" fmla="*/ 1352836 w 2160079"/>
                <a:gd name="connsiteY160" fmla="*/ 150971 h 180879"/>
                <a:gd name="connsiteX161" fmla="*/ 378905 w 2160079"/>
                <a:gd name="connsiteY161" fmla="*/ 2953 h 180879"/>
                <a:gd name="connsiteX162" fmla="*/ 378905 w 2160079"/>
                <a:gd name="connsiteY162" fmla="*/ 36195 h 180879"/>
                <a:gd name="connsiteX163" fmla="*/ 364427 w 2160079"/>
                <a:gd name="connsiteY163" fmla="*/ 36195 h 180879"/>
                <a:gd name="connsiteX164" fmla="*/ 363760 w 2160079"/>
                <a:gd name="connsiteY164" fmla="*/ 52292 h 180879"/>
                <a:gd name="connsiteX165" fmla="*/ 350901 w 2160079"/>
                <a:gd name="connsiteY165" fmla="*/ 117824 h 180879"/>
                <a:gd name="connsiteX166" fmla="*/ 378905 w 2160079"/>
                <a:gd name="connsiteY166" fmla="*/ 117824 h 180879"/>
                <a:gd name="connsiteX167" fmla="*/ 378905 w 2160079"/>
                <a:gd name="connsiteY167" fmla="*/ 151067 h 180879"/>
                <a:gd name="connsiteX168" fmla="*/ 335185 w 2160079"/>
                <a:gd name="connsiteY168" fmla="*/ 151067 h 180879"/>
                <a:gd name="connsiteX169" fmla="*/ 335185 w 2160079"/>
                <a:gd name="connsiteY169" fmla="*/ 180880 h 180879"/>
                <a:gd name="connsiteX170" fmla="*/ 297466 w 2160079"/>
                <a:gd name="connsiteY170" fmla="*/ 180880 h 180879"/>
                <a:gd name="connsiteX171" fmla="*/ 297466 w 2160079"/>
                <a:gd name="connsiteY171" fmla="*/ 117824 h 180879"/>
                <a:gd name="connsiteX172" fmla="*/ 302038 w 2160079"/>
                <a:gd name="connsiteY172" fmla="*/ 117824 h 180879"/>
                <a:gd name="connsiteX173" fmla="*/ 327279 w 2160079"/>
                <a:gd name="connsiteY173" fmla="*/ 48673 h 180879"/>
                <a:gd name="connsiteX174" fmla="*/ 328994 w 2160079"/>
                <a:gd name="connsiteY174" fmla="*/ 2953 h 180879"/>
                <a:gd name="connsiteX175" fmla="*/ 378905 w 2160079"/>
                <a:gd name="connsiteY175" fmla="*/ 2953 h 180879"/>
                <a:gd name="connsiteX176" fmla="*/ 378905 w 2160079"/>
                <a:gd name="connsiteY176" fmla="*/ 2953 h 180879"/>
                <a:gd name="connsiteX177" fmla="*/ 297466 w 2160079"/>
                <a:gd name="connsiteY177" fmla="*/ 67246 h 180879"/>
                <a:gd name="connsiteX178" fmla="*/ 298228 w 2160079"/>
                <a:gd name="connsiteY178" fmla="*/ 57626 h 180879"/>
                <a:gd name="connsiteX179" fmla="*/ 297466 w 2160079"/>
                <a:gd name="connsiteY179" fmla="*/ 48006 h 180879"/>
                <a:gd name="connsiteX180" fmla="*/ 297466 w 2160079"/>
                <a:gd name="connsiteY180" fmla="*/ 67246 h 180879"/>
                <a:gd name="connsiteX181" fmla="*/ 297466 w 2160079"/>
                <a:gd name="connsiteY181" fmla="*/ 48006 h 180879"/>
                <a:gd name="connsiteX182" fmla="*/ 297466 w 2160079"/>
                <a:gd name="connsiteY182" fmla="*/ 67246 h 180879"/>
                <a:gd name="connsiteX183" fmla="*/ 232410 w 2160079"/>
                <a:gd name="connsiteY183" fmla="*/ 112204 h 180879"/>
                <a:gd name="connsiteX184" fmla="*/ 231267 w 2160079"/>
                <a:gd name="connsiteY184" fmla="*/ 112204 h 180879"/>
                <a:gd name="connsiteX185" fmla="*/ 231267 w 2160079"/>
                <a:gd name="connsiteY185" fmla="*/ 79153 h 180879"/>
                <a:gd name="connsiteX186" fmla="*/ 255937 w 2160079"/>
                <a:gd name="connsiteY186" fmla="*/ 57626 h 180879"/>
                <a:gd name="connsiteX187" fmla="*/ 231267 w 2160079"/>
                <a:gd name="connsiteY187" fmla="*/ 35909 h 180879"/>
                <a:gd name="connsiteX188" fmla="*/ 231267 w 2160079"/>
                <a:gd name="connsiteY188" fmla="*/ 2857 h 180879"/>
                <a:gd name="connsiteX189" fmla="*/ 232410 w 2160079"/>
                <a:gd name="connsiteY189" fmla="*/ 2857 h 180879"/>
                <a:gd name="connsiteX190" fmla="*/ 297466 w 2160079"/>
                <a:gd name="connsiteY190" fmla="*/ 48006 h 180879"/>
                <a:gd name="connsiteX191" fmla="*/ 297466 w 2160079"/>
                <a:gd name="connsiteY191" fmla="*/ 48006 h 180879"/>
                <a:gd name="connsiteX192" fmla="*/ 297466 w 2160079"/>
                <a:gd name="connsiteY192" fmla="*/ 117729 h 180879"/>
                <a:gd name="connsiteX193" fmla="*/ 297466 w 2160079"/>
                <a:gd name="connsiteY193" fmla="*/ 180784 h 180879"/>
                <a:gd name="connsiteX194" fmla="*/ 296704 w 2160079"/>
                <a:gd name="connsiteY194" fmla="*/ 180784 h 180879"/>
                <a:gd name="connsiteX195" fmla="*/ 296704 w 2160079"/>
                <a:gd name="connsiteY195" fmla="*/ 117729 h 180879"/>
                <a:gd name="connsiteX196" fmla="*/ 297466 w 2160079"/>
                <a:gd name="connsiteY196" fmla="*/ 117729 h 180879"/>
                <a:gd name="connsiteX197" fmla="*/ 64103 w 2160079"/>
                <a:gd name="connsiteY197" fmla="*/ 0 h 180879"/>
                <a:gd name="connsiteX198" fmla="*/ 0 w 2160079"/>
                <a:gd name="connsiteY198" fmla="*/ 27908 h 180879"/>
                <a:gd name="connsiteX199" fmla="*/ 26479 w 2160079"/>
                <a:gd name="connsiteY199" fmla="*/ 52006 h 180879"/>
                <a:gd name="connsiteX200" fmla="*/ 62008 w 2160079"/>
                <a:gd name="connsiteY200" fmla="*/ 34671 h 180879"/>
                <a:gd name="connsiteX201" fmla="*/ 97346 w 2160079"/>
                <a:gd name="connsiteY201" fmla="*/ 60865 h 180879"/>
                <a:gd name="connsiteX202" fmla="*/ 44291 w 2160079"/>
                <a:gd name="connsiteY202" fmla="*/ 60865 h 180879"/>
                <a:gd name="connsiteX203" fmla="*/ 44291 w 2160079"/>
                <a:gd name="connsiteY203" fmla="*/ 91726 h 180879"/>
                <a:gd name="connsiteX204" fmla="*/ 97822 w 2160079"/>
                <a:gd name="connsiteY204" fmla="*/ 91726 h 180879"/>
                <a:gd name="connsiteX205" fmla="*/ 62103 w 2160079"/>
                <a:gd name="connsiteY205" fmla="*/ 119253 h 180879"/>
                <a:gd name="connsiteX206" fmla="*/ 26575 w 2160079"/>
                <a:gd name="connsiteY206" fmla="*/ 101917 h 180879"/>
                <a:gd name="connsiteX207" fmla="*/ 95 w 2160079"/>
                <a:gd name="connsiteY207" fmla="*/ 126016 h 180879"/>
                <a:gd name="connsiteX208" fmla="*/ 64199 w 2160079"/>
                <a:gd name="connsiteY208" fmla="*/ 153924 h 180879"/>
                <a:gd name="connsiteX209" fmla="*/ 142208 w 2160079"/>
                <a:gd name="connsiteY209" fmla="*/ 76962 h 180879"/>
                <a:gd name="connsiteX210" fmla="*/ 64103 w 2160079"/>
                <a:gd name="connsiteY210" fmla="*/ 0 h 180879"/>
                <a:gd name="connsiteX211" fmla="*/ 64103 w 2160079"/>
                <a:gd name="connsiteY211" fmla="*/ 0 h 180879"/>
                <a:gd name="connsiteX212" fmla="*/ 231267 w 2160079"/>
                <a:gd name="connsiteY212" fmla="*/ 2953 h 180879"/>
                <a:gd name="connsiteX213" fmla="*/ 231267 w 2160079"/>
                <a:gd name="connsiteY213" fmla="*/ 36004 h 180879"/>
                <a:gd name="connsiteX214" fmla="*/ 229934 w 2160079"/>
                <a:gd name="connsiteY214" fmla="*/ 36004 h 180879"/>
                <a:gd name="connsiteX215" fmla="*/ 206692 w 2160079"/>
                <a:gd name="connsiteY215" fmla="*/ 36004 h 180879"/>
                <a:gd name="connsiteX216" fmla="*/ 206692 w 2160079"/>
                <a:gd name="connsiteY216" fmla="*/ 79343 h 180879"/>
                <a:gd name="connsiteX217" fmla="*/ 229934 w 2160079"/>
                <a:gd name="connsiteY217" fmla="*/ 79343 h 180879"/>
                <a:gd name="connsiteX218" fmla="*/ 231267 w 2160079"/>
                <a:gd name="connsiteY218" fmla="*/ 79343 h 180879"/>
                <a:gd name="connsiteX219" fmla="*/ 231267 w 2160079"/>
                <a:gd name="connsiteY219" fmla="*/ 112395 h 180879"/>
                <a:gd name="connsiteX220" fmla="*/ 206597 w 2160079"/>
                <a:gd name="connsiteY220" fmla="*/ 112395 h 180879"/>
                <a:gd name="connsiteX221" fmla="*/ 206597 w 2160079"/>
                <a:gd name="connsiteY221" fmla="*/ 151067 h 180879"/>
                <a:gd name="connsiteX222" fmla="*/ 164687 w 2160079"/>
                <a:gd name="connsiteY222" fmla="*/ 151067 h 180879"/>
                <a:gd name="connsiteX223" fmla="*/ 164687 w 2160079"/>
                <a:gd name="connsiteY223" fmla="*/ 3048 h 180879"/>
                <a:gd name="connsiteX224" fmla="*/ 231267 w 2160079"/>
                <a:gd name="connsiteY224" fmla="*/ 3048 h 1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2160079" h="180879">
                  <a:moveTo>
                    <a:pt x="1921478" y="153924"/>
                  </a:moveTo>
                  <a:lnTo>
                    <a:pt x="1921478" y="119253"/>
                  </a:lnTo>
                  <a:cubicBezTo>
                    <a:pt x="1943862" y="119253"/>
                    <a:pt x="1961483" y="102584"/>
                    <a:pt x="1961483" y="76962"/>
                  </a:cubicBezTo>
                  <a:cubicBezTo>
                    <a:pt x="1961483" y="51340"/>
                    <a:pt x="1943957" y="34671"/>
                    <a:pt x="1921478" y="34671"/>
                  </a:cubicBezTo>
                  <a:lnTo>
                    <a:pt x="1921478" y="0"/>
                  </a:lnTo>
                  <a:cubicBezTo>
                    <a:pt x="1968818" y="0"/>
                    <a:pt x="2003774" y="32575"/>
                    <a:pt x="2003774" y="76962"/>
                  </a:cubicBezTo>
                  <a:cubicBezTo>
                    <a:pt x="2003774" y="121349"/>
                    <a:pt x="1968818" y="153924"/>
                    <a:pt x="1921478" y="153924"/>
                  </a:cubicBezTo>
                  <a:lnTo>
                    <a:pt x="1921478" y="153924"/>
                  </a:lnTo>
                  <a:close/>
                  <a:moveTo>
                    <a:pt x="2040731" y="2953"/>
                  </a:moveTo>
                  <a:lnTo>
                    <a:pt x="2038636" y="61913"/>
                  </a:lnTo>
                  <a:cubicBezTo>
                    <a:pt x="2037398" y="95345"/>
                    <a:pt x="2034159" y="117348"/>
                    <a:pt x="2017109" y="117348"/>
                  </a:cubicBezTo>
                  <a:cubicBezTo>
                    <a:pt x="2015204" y="117348"/>
                    <a:pt x="2013299" y="117158"/>
                    <a:pt x="2011394" y="116681"/>
                  </a:cubicBezTo>
                  <a:lnTo>
                    <a:pt x="2009108" y="150971"/>
                  </a:lnTo>
                  <a:cubicBezTo>
                    <a:pt x="2016062" y="152686"/>
                    <a:pt x="2022443" y="153543"/>
                    <a:pt x="2028158" y="153543"/>
                  </a:cubicBezTo>
                  <a:cubicBezTo>
                    <a:pt x="2065782" y="153543"/>
                    <a:pt x="2073593" y="118015"/>
                    <a:pt x="2075498" y="60293"/>
                  </a:cubicBezTo>
                  <a:lnTo>
                    <a:pt x="2076355" y="36195"/>
                  </a:lnTo>
                  <a:lnTo>
                    <a:pt x="2118836" y="36195"/>
                  </a:lnTo>
                  <a:lnTo>
                    <a:pt x="2118836" y="151067"/>
                  </a:lnTo>
                  <a:lnTo>
                    <a:pt x="2160080" y="151067"/>
                  </a:lnTo>
                  <a:lnTo>
                    <a:pt x="2160080" y="3048"/>
                  </a:lnTo>
                  <a:lnTo>
                    <a:pt x="2040731" y="3048"/>
                  </a:lnTo>
                  <a:close/>
                  <a:moveTo>
                    <a:pt x="1921478" y="0"/>
                  </a:moveTo>
                  <a:lnTo>
                    <a:pt x="1921478" y="34671"/>
                  </a:lnTo>
                  <a:cubicBezTo>
                    <a:pt x="1899095" y="34671"/>
                    <a:pt x="1881473" y="51340"/>
                    <a:pt x="1881473" y="76962"/>
                  </a:cubicBezTo>
                  <a:cubicBezTo>
                    <a:pt x="1881473" y="102584"/>
                    <a:pt x="1898999" y="119253"/>
                    <a:pt x="1921478" y="119253"/>
                  </a:cubicBezTo>
                  <a:lnTo>
                    <a:pt x="1921478" y="153924"/>
                  </a:lnTo>
                  <a:cubicBezTo>
                    <a:pt x="1880426" y="153924"/>
                    <a:pt x="1848707" y="129445"/>
                    <a:pt x="1840992" y="93917"/>
                  </a:cubicBezTo>
                  <a:lnTo>
                    <a:pt x="1840992" y="59912"/>
                  </a:lnTo>
                  <a:cubicBezTo>
                    <a:pt x="1848707" y="24479"/>
                    <a:pt x="1880426" y="0"/>
                    <a:pt x="1921478" y="0"/>
                  </a:cubicBezTo>
                  <a:lnTo>
                    <a:pt x="1921478" y="0"/>
                  </a:lnTo>
                  <a:close/>
                  <a:moveTo>
                    <a:pt x="1840992" y="36100"/>
                  </a:moveTo>
                  <a:lnTo>
                    <a:pt x="1842611" y="36100"/>
                  </a:lnTo>
                  <a:lnTo>
                    <a:pt x="1842802" y="2857"/>
                  </a:lnTo>
                  <a:lnTo>
                    <a:pt x="1840992" y="2857"/>
                  </a:lnTo>
                  <a:lnTo>
                    <a:pt x="1840992" y="36100"/>
                  </a:lnTo>
                  <a:close/>
                  <a:moveTo>
                    <a:pt x="1840992" y="2953"/>
                  </a:moveTo>
                  <a:lnTo>
                    <a:pt x="1840992" y="36195"/>
                  </a:lnTo>
                  <a:lnTo>
                    <a:pt x="1775555" y="36195"/>
                  </a:lnTo>
                  <a:lnTo>
                    <a:pt x="1775555" y="151067"/>
                  </a:lnTo>
                  <a:lnTo>
                    <a:pt x="1734312" y="151067"/>
                  </a:lnTo>
                  <a:lnTo>
                    <a:pt x="1734312" y="3048"/>
                  </a:lnTo>
                  <a:lnTo>
                    <a:pt x="1840992" y="3048"/>
                  </a:lnTo>
                  <a:lnTo>
                    <a:pt x="1840992" y="2953"/>
                  </a:lnTo>
                  <a:close/>
                  <a:moveTo>
                    <a:pt x="1840992" y="59912"/>
                  </a:moveTo>
                  <a:cubicBezTo>
                    <a:pt x="1839849" y="65342"/>
                    <a:pt x="1839182" y="71056"/>
                    <a:pt x="1839182" y="76962"/>
                  </a:cubicBezTo>
                  <a:cubicBezTo>
                    <a:pt x="1839182" y="82867"/>
                    <a:pt x="1839849" y="88487"/>
                    <a:pt x="1840992" y="93917"/>
                  </a:cubicBezTo>
                  <a:lnTo>
                    <a:pt x="1840992" y="59912"/>
                  </a:lnTo>
                  <a:lnTo>
                    <a:pt x="1840992" y="59912"/>
                  </a:lnTo>
                  <a:close/>
                  <a:moveTo>
                    <a:pt x="1457135" y="153924"/>
                  </a:moveTo>
                  <a:lnTo>
                    <a:pt x="1457135" y="119253"/>
                  </a:lnTo>
                  <a:cubicBezTo>
                    <a:pt x="1479518" y="119253"/>
                    <a:pt x="1497139" y="102584"/>
                    <a:pt x="1497139" y="76962"/>
                  </a:cubicBezTo>
                  <a:cubicBezTo>
                    <a:pt x="1497139" y="51340"/>
                    <a:pt x="1479614" y="34671"/>
                    <a:pt x="1457135" y="34671"/>
                  </a:cubicBezTo>
                  <a:lnTo>
                    <a:pt x="1457135" y="0"/>
                  </a:lnTo>
                  <a:cubicBezTo>
                    <a:pt x="1504474" y="0"/>
                    <a:pt x="1539431" y="32575"/>
                    <a:pt x="1539431" y="76962"/>
                  </a:cubicBezTo>
                  <a:cubicBezTo>
                    <a:pt x="1539335" y="121349"/>
                    <a:pt x="1504474" y="153924"/>
                    <a:pt x="1457135" y="153924"/>
                  </a:cubicBezTo>
                  <a:lnTo>
                    <a:pt x="1457135" y="153924"/>
                  </a:lnTo>
                  <a:close/>
                  <a:moveTo>
                    <a:pt x="1660779" y="2953"/>
                  </a:moveTo>
                  <a:lnTo>
                    <a:pt x="1660779" y="58579"/>
                  </a:lnTo>
                  <a:lnTo>
                    <a:pt x="1603724" y="58579"/>
                  </a:lnTo>
                  <a:lnTo>
                    <a:pt x="1603724" y="2953"/>
                  </a:lnTo>
                  <a:lnTo>
                    <a:pt x="1561814" y="2953"/>
                  </a:lnTo>
                  <a:lnTo>
                    <a:pt x="1561814" y="150971"/>
                  </a:lnTo>
                  <a:lnTo>
                    <a:pt x="1603724" y="150971"/>
                  </a:lnTo>
                  <a:lnTo>
                    <a:pt x="1603724" y="93250"/>
                  </a:lnTo>
                  <a:lnTo>
                    <a:pt x="1660779" y="93250"/>
                  </a:lnTo>
                  <a:lnTo>
                    <a:pt x="1660779" y="150971"/>
                  </a:lnTo>
                  <a:lnTo>
                    <a:pt x="1702689" y="150971"/>
                  </a:lnTo>
                  <a:lnTo>
                    <a:pt x="1702689" y="2953"/>
                  </a:lnTo>
                  <a:lnTo>
                    <a:pt x="1660779" y="2953"/>
                  </a:lnTo>
                  <a:close/>
                  <a:moveTo>
                    <a:pt x="1457135" y="0"/>
                  </a:moveTo>
                  <a:lnTo>
                    <a:pt x="1457135" y="34671"/>
                  </a:lnTo>
                  <a:cubicBezTo>
                    <a:pt x="1434751" y="34671"/>
                    <a:pt x="1417130" y="51340"/>
                    <a:pt x="1417130" y="76962"/>
                  </a:cubicBezTo>
                  <a:cubicBezTo>
                    <a:pt x="1417130" y="102584"/>
                    <a:pt x="1434656" y="119253"/>
                    <a:pt x="1457135" y="119253"/>
                  </a:cubicBezTo>
                  <a:lnTo>
                    <a:pt x="1457135" y="153924"/>
                  </a:lnTo>
                  <a:cubicBezTo>
                    <a:pt x="1409795" y="153924"/>
                    <a:pt x="1374839" y="121349"/>
                    <a:pt x="1374839" y="76962"/>
                  </a:cubicBezTo>
                  <a:cubicBezTo>
                    <a:pt x="1374839" y="32575"/>
                    <a:pt x="1409700" y="0"/>
                    <a:pt x="1457135" y="0"/>
                  </a:cubicBezTo>
                  <a:lnTo>
                    <a:pt x="1457135" y="0"/>
                  </a:lnTo>
                  <a:close/>
                  <a:moveTo>
                    <a:pt x="378905" y="150971"/>
                  </a:moveTo>
                  <a:lnTo>
                    <a:pt x="378905" y="117729"/>
                  </a:lnTo>
                  <a:lnTo>
                    <a:pt x="406908" y="117729"/>
                  </a:lnTo>
                  <a:lnTo>
                    <a:pt x="406908" y="36100"/>
                  </a:lnTo>
                  <a:lnTo>
                    <a:pt x="378905" y="36100"/>
                  </a:lnTo>
                  <a:lnTo>
                    <a:pt x="378905" y="2857"/>
                  </a:lnTo>
                  <a:lnTo>
                    <a:pt x="448151" y="2857"/>
                  </a:lnTo>
                  <a:lnTo>
                    <a:pt x="448151" y="117729"/>
                  </a:lnTo>
                  <a:lnTo>
                    <a:pt x="468249" y="117729"/>
                  </a:lnTo>
                  <a:lnTo>
                    <a:pt x="468249" y="180784"/>
                  </a:lnTo>
                  <a:lnTo>
                    <a:pt x="429959" y="180784"/>
                  </a:lnTo>
                  <a:lnTo>
                    <a:pt x="429959" y="150971"/>
                  </a:lnTo>
                  <a:lnTo>
                    <a:pt x="378905" y="150971"/>
                  </a:lnTo>
                  <a:lnTo>
                    <a:pt x="378905" y="150971"/>
                  </a:lnTo>
                  <a:close/>
                  <a:moveTo>
                    <a:pt x="539496" y="0"/>
                  </a:moveTo>
                  <a:cubicBezTo>
                    <a:pt x="511969" y="0"/>
                    <a:pt x="489775" y="9906"/>
                    <a:pt x="475393" y="27908"/>
                  </a:cubicBezTo>
                  <a:lnTo>
                    <a:pt x="501872" y="52006"/>
                  </a:lnTo>
                  <a:cubicBezTo>
                    <a:pt x="511397" y="40767"/>
                    <a:pt x="523018" y="34671"/>
                    <a:pt x="537401" y="34671"/>
                  </a:cubicBezTo>
                  <a:cubicBezTo>
                    <a:pt x="554927" y="34671"/>
                    <a:pt x="567881" y="44577"/>
                    <a:pt x="572738" y="60865"/>
                  </a:cubicBezTo>
                  <a:lnTo>
                    <a:pt x="519684" y="60865"/>
                  </a:lnTo>
                  <a:lnTo>
                    <a:pt x="519684" y="91726"/>
                  </a:lnTo>
                  <a:lnTo>
                    <a:pt x="573215" y="91726"/>
                  </a:lnTo>
                  <a:cubicBezTo>
                    <a:pt x="568547" y="108680"/>
                    <a:pt x="555498" y="119253"/>
                    <a:pt x="537496" y="119253"/>
                  </a:cubicBezTo>
                  <a:cubicBezTo>
                    <a:pt x="523113" y="119253"/>
                    <a:pt x="511492" y="113157"/>
                    <a:pt x="501967" y="101917"/>
                  </a:cubicBezTo>
                  <a:lnTo>
                    <a:pt x="475488" y="126016"/>
                  </a:lnTo>
                  <a:cubicBezTo>
                    <a:pt x="489871" y="144018"/>
                    <a:pt x="512064" y="153924"/>
                    <a:pt x="539591" y="153924"/>
                  </a:cubicBezTo>
                  <a:cubicBezTo>
                    <a:pt x="585026" y="153924"/>
                    <a:pt x="617601" y="122015"/>
                    <a:pt x="617601" y="76962"/>
                  </a:cubicBezTo>
                  <a:cubicBezTo>
                    <a:pt x="617506" y="31909"/>
                    <a:pt x="584930" y="0"/>
                    <a:pt x="539496" y="0"/>
                  </a:cubicBezTo>
                  <a:lnTo>
                    <a:pt x="539496" y="0"/>
                  </a:lnTo>
                  <a:close/>
                  <a:moveTo>
                    <a:pt x="739140" y="2953"/>
                  </a:moveTo>
                  <a:lnTo>
                    <a:pt x="739140" y="58579"/>
                  </a:lnTo>
                  <a:lnTo>
                    <a:pt x="682085" y="58579"/>
                  </a:lnTo>
                  <a:lnTo>
                    <a:pt x="682085" y="2953"/>
                  </a:lnTo>
                  <a:lnTo>
                    <a:pt x="640175" y="2953"/>
                  </a:lnTo>
                  <a:lnTo>
                    <a:pt x="640175" y="150971"/>
                  </a:lnTo>
                  <a:lnTo>
                    <a:pt x="682085" y="150971"/>
                  </a:lnTo>
                  <a:lnTo>
                    <a:pt x="682085" y="93250"/>
                  </a:lnTo>
                  <a:lnTo>
                    <a:pt x="739140" y="93250"/>
                  </a:lnTo>
                  <a:lnTo>
                    <a:pt x="739140" y="150971"/>
                  </a:lnTo>
                  <a:lnTo>
                    <a:pt x="781050" y="150971"/>
                  </a:lnTo>
                  <a:lnTo>
                    <a:pt x="781050" y="2953"/>
                  </a:lnTo>
                  <a:lnTo>
                    <a:pt x="739140" y="2953"/>
                  </a:lnTo>
                  <a:lnTo>
                    <a:pt x="739140" y="2953"/>
                  </a:lnTo>
                  <a:close/>
                  <a:moveTo>
                    <a:pt x="863918" y="0"/>
                  </a:moveTo>
                  <a:cubicBezTo>
                    <a:pt x="836390" y="0"/>
                    <a:pt x="814197" y="9906"/>
                    <a:pt x="799814" y="27908"/>
                  </a:cubicBezTo>
                  <a:lnTo>
                    <a:pt x="826294" y="52006"/>
                  </a:lnTo>
                  <a:cubicBezTo>
                    <a:pt x="835819" y="40767"/>
                    <a:pt x="847439" y="34671"/>
                    <a:pt x="861822" y="34671"/>
                  </a:cubicBezTo>
                  <a:cubicBezTo>
                    <a:pt x="879348" y="34671"/>
                    <a:pt x="892302" y="44577"/>
                    <a:pt x="897160" y="60865"/>
                  </a:cubicBezTo>
                  <a:lnTo>
                    <a:pt x="844106" y="60865"/>
                  </a:lnTo>
                  <a:lnTo>
                    <a:pt x="844106" y="91726"/>
                  </a:lnTo>
                  <a:lnTo>
                    <a:pt x="897636" y="91726"/>
                  </a:lnTo>
                  <a:cubicBezTo>
                    <a:pt x="892969" y="108680"/>
                    <a:pt x="879920" y="119253"/>
                    <a:pt x="861917" y="119253"/>
                  </a:cubicBezTo>
                  <a:cubicBezTo>
                    <a:pt x="847535" y="119253"/>
                    <a:pt x="835914" y="113157"/>
                    <a:pt x="826389" y="101917"/>
                  </a:cubicBezTo>
                  <a:lnTo>
                    <a:pt x="799910" y="126016"/>
                  </a:lnTo>
                  <a:cubicBezTo>
                    <a:pt x="814292" y="144018"/>
                    <a:pt x="836486" y="153924"/>
                    <a:pt x="864013" y="153924"/>
                  </a:cubicBezTo>
                  <a:cubicBezTo>
                    <a:pt x="909447" y="153924"/>
                    <a:pt x="942023" y="122015"/>
                    <a:pt x="942023" y="76962"/>
                  </a:cubicBezTo>
                  <a:cubicBezTo>
                    <a:pt x="941927" y="31909"/>
                    <a:pt x="909352" y="0"/>
                    <a:pt x="863918" y="0"/>
                  </a:cubicBezTo>
                  <a:lnTo>
                    <a:pt x="863918" y="0"/>
                  </a:lnTo>
                  <a:close/>
                  <a:moveTo>
                    <a:pt x="1036701" y="153924"/>
                  </a:moveTo>
                  <a:cubicBezTo>
                    <a:pt x="1063943" y="153924"/>
                    <a:pt x="1085945" y="144018"/>
                    <a:pt x="1100328" y="126016"/>
                  </a:cubicBezTo>
                  <a:lnTo>
                    <a:pt x="1073658" y="101917"/>
                  </a:lnTo>
                  <a:cubicBezTo>
                    <a:pt x="1064324" y="113157"/>
                    <a:pt x="1052894" y="119253"/>
                    <a:pt x="1038797" y="119253"/>
                  </a:cubicBezTo>
                  <a:cubicBezTo>
                    <a:pt x="1014508" y="119253"/>
                    <a:pt x="997553" y="102299"/>
                    <a:pt x="997553" y="76962"/>
                  </a:cubicBezTo>
                  <a:cubicBezTo>
                    <a:pt x="997553" y="51625"/>
                    <a:pt x="1014508" y="34671"/>
                    <a:pt x="1038797" y="34671"/>
                  </a:cubicBezTo>
                  <a:cubicBezTo>
                    <a:pt x="1052989" y="34671"/>
                    <a:pt x="1064419" y="40767"/>
                    <a:pt x="1073658" y="52006"/>
                  </a:cubicBezTo>
                  <a:lnTo>
                    <a:pt x="1100328" y="27908"/>
                  </a:lnTo>
                  <a:cubicBezTo>
                    <a:pt x="1085945" y="9906"/>
                    <a:pt x="1063943" y="0"/>
                    <a:pt x="1036701" y="0"/>
                  </a:cubicBezTo>
                  <a:cubicBezTo>
                    <a:pt x="989743" y="0"/>
                    <a:pt x="955262" y="31909"/>
                    <a:pt x="955262" y="76962"/>
                  </a:cubicBezTo>
                  <a:cubicBezTo>
                    <a:pt x="955262" y="122015"/>
                    <a:pt x="989743" y="153924"/>
                    <a:pt x="1036701" y="153924"/>
                  </a:cubicBezTo>
                  <a:lnTo>
                    <a:pt x="1036701" y="153924"/>
                  </a:lnTo>
                  <a:close/>
                  <a:moveTo>
                    <a:pt x="1352836" y="150971"/>
                  </a:moveTo>
                  <a:lnTo>
                    <a:pt x="1352455" y="2953"/>
                  </a:lnTo>
                  <a:lnTo>
                    <a:pt x="1317974" y="2953"/>
                  </a:lnTo>
                  <a:lnTo>
                    <a:pt x="1267301" y="88392"/>
                  </a:lnTo>
                  <a:lnTo>
                    <a:pt x="1215295" y="2953"/>
                  </a:lnTo>
                  <a:lnTo>
                    <a:pt x="1180814" y="2953"/>
                  </a:lnTo>
                  <a:lnTo>
                    <a:pt x="1180814" y="150971"/>
                  </a:lnTo>
                  <a:lnTo>
                    <a:pt x="1219295" y="150971"/>
                  </a:lnTo>
                  <a:lnTo>
                    <a:pt x="1219295" y="74200"/>
                  </a:lnTo>
                  <a:lnTo>
                    <a:pt x="1257300" y="136398"/>
                  </a:lnTo>
                  <a:lnTo>
                    <a:pt x="1275874" y="136398"/>
                  </a:lnTo>
                  <a:lnTo>
                    <a:pt x="1313879" y="72485"/>
                  </a:lnTo>
                  <a:lnTo>
                    <a:pt x="1314069" y="150971"/>
                  </a:lnTo>
                  <a:lnTo>
                    <a:pt x="1352836" y="150971"/>
                  </a:lnTo>
                  <a:close/>
                  <a:moveTo>
                    <a:pt x="378905" y="2953"/>
                  </a:moveTo>
                  <a:lnTo>
                    <a:pt x="378905" y="36195"/>
                  </a:lnTo>
                  <a:lnTo>
                    <a:pt x="364427" y="36195"/>
                  </a:lnTo>
                  <a:lnTo>
                    <a:pt x="363760" y="52292"/>
                  </a:lnTo>
                  <a:cubicBezTo>
                    <a:pt x="362712" y="81248"/>
                    <a:pt x="359569" y="105346"/>
                    <a:pt x="350901" y="117824"/>
                  </a:cubicBezTo>
                  <a:lnTo>
                    <a:pt x="378905" y="117824"/>
                  </a:lnTo>
                  <a:lnTo>
                    <a:pt x="378905" y="151067"/>
                  </a:lnTo>
                  <a:lnTo>
                    <a:pt x="335185" y="151067"/>
                  </a:lnTo>
                  <a:lnTo>
                    <a:pt x="335185" y="180880"/>
                  </a:lnTo>
                  <a:lnTo>
                    <a:pt x="297466" y="180880"/>
                  </a:lnTo>
                  <a:lnTo>
                    <a:pt x="297466" y="117824"/>
                  </a:lnTo>
                  <a:lnTo>
                    <a:pt x="302038" y="117824"/>
                  </a:lnTo>
                  <a:cubicBezTo>
                    <a:pt x="320897" y="117443"/>
                    <a:pt x="325755" y="88201"/>
                    <a:pt x="327279" y="48673"/>
                  </a:cubicBezTo>
                  <a:lnTo>
                    <a:pt x="328994" y="2953"/>
                  </a:lnTo>
                  <a:lnTo>
                    <a:pt x="378905" y="2953"/>
                  </a:lnTo>
                  <a:lnTo>
                    <a:pt x="378905" y="2953"/>
                  </a:lnTo>
                  <a:close/>
                  <a:moveTo>
                    <a:pt x="297466" y="67246"/>
                  </a:moveTo>
                  <a:cubicBezTo>
                    <a:pt x="297942" y="64198"/>
                    <a:pt x="298228" y="60960"/>
                    <a:pt x="298228" y="57626"/>
                  </a:cubicBezTo>
                  <a:cubicBezTo>
                    <a:pt x="298228" y="54292"/>
                    <a:pt x="297942" y="51054"/>
                    <a:pt x="297466" y="48006"/>
                  </a:cubicBezTo>
                  <a:lnTo>
                    <a:pt x="297466" y="67246"/>
                  </a:lnTo>
                  <a:close/>
                  <a:moveTo>
                    <a:pt x="297466" y="48006"/>
                  </a:moveTo>
                  <a:lnTo>
                    <a:pt x="297466" y="67246"/>
                  </a:lnTo>
                  <a:cubicBezTo>
                    <a:pt x="292989" y="95250"/>
                    <a:pt x="268796" y="112204"/>
                    <a:pt x="232410" y="112204"/>
                  </a:cubicBezTo>
                  <a:lnTo>
                    <a:pt x="231267" y="112204"/>
                  </a:lnTo>
                  <a:lnTo>
                    <a:pt x="231267" y="79153"/>
                  </a:lnTo>
                  <a:cubicBezTo>
                    <a:pt x="247650" y="78772"/>
                    <a:pt x="255937" y="70771"/>
                    <a:pt x="255937" y="57626"/>
                  </a:cubicBezTo>
                  <a:cubicBezTo>
                    <a:pt x="255937" y="44291"/>
                    <a:pt x="247745" y="36290"/>
                    <a:pt x="231267" y="35909"/>
                  </a:cubicBezTo>
                  <a:lnTo>
                    <a:pt x="231267" y="2857"/>
                  </a:lnTo>
                  <a:lnTo>
                    <a:pt x="232410" y="2857"/>
                  </a:lnTo>
                  <a:cubicBezTo>
                    <a:pt x="268891" y="2953"/>
                    <a:pt x="293084" y="19907"/>
                    <a:pt x="297466" y="48006"/>
                  </a:cubicBezTo>
                  <a:lnTo>
                    <a:pt x="297466" y="48006"/>
                  </a:lnTo>
                  <a:close/>
                  <a:moveTo>
                    <a:pt x="297466" y="117729"/>
                  </a:moveTo>
                  <a:lnTo>
                    <a:pt x="297466" y="180784"/>
                  </a:lnTo>
                  <a:lnTo>
                    <a:pt x="296704" y="180784"/>
                  </a:lnTo>
                  <a:lnTo>
                    <a:pt x="296704" y="117729"/>
                  </a:lnTo>
                  <a:lnTo>
                    <a:pt x="297466" y="117729"/>
                  </a:lnTo>
                  <a:close/>
                  <a:moveTo>
                    <a:pt x="64103" y="0"/>
                  </a:moveTo>
                  <a:cubicBezTo>
                    <a:pt x="36576" y="0"/>
                    <a:pt x="14383" y="9906"/>
                    <a:pt x="0" y="27908"/>
                  </a:cubicBezTo>
                  <a:lnTo>
                    <a:pt x="26479" y="52006"/>
                  </a:lnTo>
                  <a:cubicBezTo>
                    <a:pt x="36004" y="40767"/>
                    <a:pt x="47625" y="34671"/>
                    <a:pt x="62008" y="34671"/>
                  </a:cubicBezTo>
                  <a:cubicBezTo>
                    <a:pt x="79534" y="34671"/>
                    <a:pt x="92488" y="44577"/>
                    <a:pt x="97346" y="60865"/>
                  </a:cubicBezTo>
                  <a:lnTo>
                    <a:pt x="44291" y="60865"/>
                  </a:lnTo>
                  <a:lnTo>
                    <a:pt x="44291" y="91726"/>
                  </a:lnTo>
                  <a:lnTo>
                    <a:pt x="97822" y="91726"/>
                  </a:lnTo>
                  <a:cubicBezTo>
                    <a:pt x="93154" y="108680"/>
                    <a:pt x="80010" y="119253"/>
                    <a:pt x="62103" y="119253"/>
                  </a:cubicBezTo>
                  <a:cubicBezTo>
                    <a:pt x="47720" y="119253"/>
                    <a:pt x="36100" y="113157"/>
                    <a:pt x="26575" y="101917"/>
                  </a:cubicBezTo>
                  <a:lnTo>
                    <a:pt x="95" y="126016"/>
                  </a:lnTo>
                  <a:cubicBezTo>
                    <a:pt x="14478" y="144018"/>
                    <a:pt x="36671" y="153924"/>
                    <a:pt x="64199" y="153924"/>
                  </a:cubicBezTo>
                  <a:cubicBezTo>
                    <a:pt x="109633" y="153924"/>
                    <a:pt x="142208" y="122015"/>
                    <a:pt x="142208" y="76962"/>
                  </a:cubicBezTo>
                  <a:cubicBezTo>
                    <a:pt x="142113" y="31909"/>
                    <a:pt x="109633" y="0"/>
                    <a:pt x="64103" y="0"/>
                  </a:cubicBezTo>
                  <a:lnTo>
                    <a:pt x="64103" y="0"/>
                  </a:lnTo>
                  <a:close/>
                  <a:moveTo>
                    <a:pt x="231267" y="2953"/>
                  </a:moveTo>
                  <a:lnTo>
                    <a:pt x="231267" y="36004"/>
                  </a:lnTo>
                  <a:lnTo>
                    <a:pt x="229934" y="36004"/>
                  </a:lnTo>
                  <a:lnTo>
                    <a:pt x="206692" y="36004"/>
                  </a:lnTo>
                  <a:lnTo>
                    <a:pt x="206692" y="79343"/>
                  </a:lnTo>
                  <a:lnTo>
                    <a:pt x="229934" y="79343"/>
                  </a:lnTo>
                  <a:lnTo>
                    <a:pt x="231267" y="79343"/>
                  </a:lnTo>
                  <a:lnTo>
                    <a:pt x="231267" y="112395"/>
                  </a:lnTo>
                  <a:lnTo>
                    <a:pt x="206597" y="112395"/>
                  </a:lnTo>
                  <a:lnTo>
                    <a:pt x="206597" y="151067"/>
                  </a:lnTo>
                  <a:lnTo>
                    <a:pt x="164687" y="151067"/>
                  </a:lnTo>
                  <a:lnTo>
                    <a:pt x="164687" y="3048"/>
                  </a:lnTo>
                  <a:lnTo>
                    <a:pt x="231267" y="3048"/>
                  </a:lnTo>
                  <a:close/>
                </a:path>
              </a:pathLst>
            </a:custGeom>
            <a:solidFill>
              <a:srgbClr val="0DB0B3"/>
            </a:solidFill>
            <a:ln w="9525" cap="flat">
              <a:noFill/>
              <a:prstDash val="solid"/>
              <a:miter/>
            </a:ln>
          </p:spPr>
          <p:txBody>
            <a:bodyPr rtlCol="0" anchor="ctr"/>
            <a:lstStyle/>
            <a:p>
              <a:endParaRPr lang="mn-MN" sz="2040"/>
            </a:p>
          </p:txBody>
        </p:sp>
        <p:sp>
          <p:nvSpPr>
            <p:cNvPr id="7" name="Freeform: Shape 6">
              <a:extLst>
                <a:ext uri="{FF2B5EF4-FFF2-40B4-BE49-F238E27FC236}">
                  <a16:creationId xmlns:a16="http://schemas.microsoft.com/office/drawing/2014/main" id="{0B6E38AC-D286-4194-7A96-B84635BE77C4}"/>
                </a:ext>
              </a:extLst>
            </p:cNvPr>
            <p:cNvSpPr/>
            <p:nvPr/>
          </p:nvSpPr>
          <p:spPr>
            <a:xfrm>
              <a:off x="2452782" y="3032505"/>
              <a:ext cx="1013841" cy="124110"/>
            </a:xfrm>
            <a:custGeom>
              <a:avLst/>
              <a:gdLst>
                <a:gd name="connsiteX0" fmla="*/ 72390 w 1013841"/>
                <a:gd name="connsiteY0" fmla="*/ 1143 h 124110"/>
                <a:gd name="connsiteX1" fmla="*/ 72390 w 1013841"/>
                <a:gd name="connsiteY1" fmla="*/ 44577 h 124110"/>
                <a:gd name="connsiteX2" fmla="*/ 14383 w 1013841"/>
                <a:gd name="connsiteY2" fmla="*/ 44577 h 124110"/>
                <a:gd name="connsiteX3" fmla="*/ 14383 w 1013841"/>
                <a:gd name="connsiteY3" fmla="*/ 1143 h 124110"/>
                <a:gd name="connsiteX4" fmla="*/ 0 w 1013841"/>
                <a:gd name="connsiteY4" fmla="*/ 1143 h 124110"/>
                <a:gd name="connsiteX5" fmla="*/ 0 w 1013841"/>
                <a:gd name="connsiteY5" fmla="*/ 102108 h 124110"/>
                <a:gd name="connsiteX6" fmla="*/ 14383 w 1013841"/>
                <a:gd name="connsiteY6" fmla="*/ 102108 h 124110"/>
                <a:gd name="connsiteX7" fmla="*/ 14383 w 1013841"/>
                <a:gd name="connsiteY7" fmla="*/ 57150 h 124110"/>
                <a:gd name="connsiteX8" fmla="*/ 72390 w 1013841"/>
                <a:gd name="connsiteY8" fmla="*/ 57150 h 124110"/>
                <a:gd name="connsiteX9" fmla="*/ 72390 w 1013841"/>
                <a:gd name="connsiteY9" fmla="*/ 102108 h 124110"/>
                <a:gd name="connsiteX10" fmla="*/ 86773 w 1013841"/>
                <a:gd name="connsiteY10" fmla="*/ 102108 h 124110"/>
                <a:gd name="connsiteX11" fmla="*/ 86773 w 1013841"/>
                <a:gd name="connsiteY11" fmla="*/ 1143 h 124110"/>
                <a:gd name="connsiteX12" fmla="*/ 72390 w 1013841"/>
                <a:gd name="connsiteY12" fmla="*/ 1143 h 124110"/>
                <a:gd name="connsiteX13" fmla="*/ 72390 w 1013841"/>
                <a:gd name="connsiteY13" fmla="*/ 1143 h 124110"/>
                <a:gd name="connsiteX14" fmla="*/ 231172 w 1013841"/>
                <a:gd name="connsiteY14" fmla="*/ 0 h 124110"/>
                <a:gd name="connsiteX15" fmla="*/ 191834 w 1013841"/>
                <a:gd name="connsiteY15" fmla="*/ 15907 h 124110"/>
                <a:gd name="connsiteX16" fmla="*/ 200882 w 1013841"/>
                <a:gd name="connsiteY16" fmla="*/ 24955 h 124110"/>
                <a:gd name="connsiteX17" fmla="*/ 230410 w 1013841"/>
                <a:gd name="connsiteY17" fmla="*/ 12954 h 124110"/>
                <a:gd name="connsiteX18" fmla="*/ 266891 w 1013841"/>
                <a:gd name="connsiteY18" fmla="*/ 44863 h 124110"/>
                <a:gd name="connsiteX19" fmla="*/ 218123 w 1013841"/>
                <a:gd name="connsiteY19" fmla="*/ 44863 h 124110"/>
                <a:gd name="connsiteX20" fmla="*/ 218123 w 1013841"/>
                <a:gd name="connsiteY20" fmla="*/ 56674 h 124110"/>
                <a:gd name="connsiteX21" fmla="*/ 266986 w 1013841"/>
                <a:gd name="connsiteY21" fmla="*/ 56674 h 124110"/>
                <a:gd name="connsiteX22" fmla="*/ 230315 w 1013841"/>
                <a:gd name="connsiteY22" fmla="*/ 90297 h 124110"/>
                <a:gd name="connsiteX23" fmla="*/ 200787 w 1013841"/>
                <a:gd name="connsiteY23" fmla="*/ 78296 h 124110"/>
                <a:gd name="connsiteX24" fmla="*/ 191738 w 1013841"/>
                <a:gd name="connsiteY24" fmla="*/ 87344 h 124110"/>
                <a:gd name="connsiteX25" fmla="*/ 231077 w 1013841"/>
                <a:gd name="connsiteY25" fmla="*/ 103251 h 124110"/>
                <a:gd name="connsiteX26" fmla="*/ 281845 w 1013841"/>
                <a:gd name="connsiteY26" fmla="*/ 51625 h 124110"/>
                <a:gd name="connsiteX27" fmla="*/ 231172 w 1013841"/>
                <a:gd name="connsiteY27" fmla="*/ 0 h 124110"/>
                <a:gd name="connsiteX28" fmla="*/ 231172 w 1013841"/>
                <a:gd name="connsiteY28" fmla="*/ 0 h 124110"/>
                <a:gd name="connsiteX29" fmla="*/ 456629 w 1013841"/>
                <a:gd name="connsiteY29" fmla="*/ 1143 h 124110"/>
                <a:gd name="connsiteX30" fmla="*/ 390430 w 1013841"/>
                <a:gd name="connsiteY30" fmla="*/ 1143 h 124110"/>
                <a:gd name="connsiteX31" fmla="*/ 390430 w 1013841"/>
                <a:gd name="connsiteY31" fmla="*/ 102108 h 124110"/>
                <a:gd name="connsiteX32" fmla="*/ 404717 w 1013841"/>
                <a:gd name="connsiteY32" fmla="*/ 102108 h 124110"/>
                <a:gd name="connsiteX33" fmla="*/ 404622 w 1013841"/>
                <a:gd name="connsiteY33" fmla="*/ 13716 h 124110"/>
                <a:gd name="connsiteX34" fmla="*/ 456533 w 1013841"/>
                <a:gd name="connsiteY34" fmla="*/ 13716 h 124110"/>
                <a:gd name="connsiteX35" fmla="*/ 456629 w 1013841"/>
                <a:gd name="connsiteY35" fmla="*/ 1143 h 124110"/>
                <a:gd name="connsiteX36" fmla="*/ 456629 w 1013841"/>
                <a:gd name="connsiteY36" fmla="*/ 1143 h 124110"/>
                <a:gd name="connsiteX37" fmla="*/ 627507 w 1013841"/>
                <a:gd name="connsiteY37" fmla="*/ 89535 h 124110"/>
                <a:gd name="connsiteX38" fmla="*/ 627507 w 1013841"/>
                <a:gd name="connsiteY38" fmla="*/ 1143 h 124110"/>
                <a:gd name="connsiteX39" fmla="*/ 556641 w 1013841"/>
                <a:gd name="connsiteY39" fmla="*/ 1143 h 124110"/>
                <a:gd name="connsiteX40" fmla="*/ 555593 w 1013841"/>
                <a:gd name="connsiteY40" fmla="*/ 33623 h 124110"/>
                <a:gd name="connsiteX41" fmla="*/ 537401 w 1013841"/>
                <a:gd name="connsiteY41" fmla="*/ 89535 h 124110"/>
                <a:gd name="connsiteX42" fmla="*/ 532543 w 1013841"/>
                <a:gd name="connsiteY42" fmla="*/ 89535 h 124110"/>
                <a:gd name="connsiteX43" fmla="*/ 532448 w 1013841"/>
                <a:gd name="connsiteY43" fmla="*/ 124111 h 124110"/>
                <a:gd name="connsiteX44" fmla="*/ 545878 w 1013841"/>
                <a:gd name="connsiteY44" fmla="*/ 124111 h 124110"/>
                <a:gd name="connsiteX45" fmla="*/ 546068 w 1013841"/>
                <a:gd name="connsiteY45" fmla="*/ 102013 h 124110"/>
                <a:gd name="connsiteX46" fmla="*/ 629031 w 1013841"/>
                <a:gd name="connsiteY46" fmla="*/ 102013 h 124110"/>
                <a:gd name="connsiteX47" fmla="*/ 629031 w 1013841"/>
                <a:gd name="connsiteY47" fmla="*/ 124111 h 124110"/>
                <a:gd name="connsiteX48" fmla="*/ 642461 w 1013841"/>
                <a:gd name="connsiteY48" fmla="*/ 124111 h 124110"/>
                <a:gd name="connsiteX49" fmla="*/ 642461 w 1013841"/>
                <a:gd name="connsiteY49" fmla="*/ 89535 h 124110"/>
                <a:gd name="connsiteX50" fmla="*/ 627507 w 1013841"/>
                <a:gd name="connsiteY50" fmla="*/ 89535 h 124110"/>
                <a:gd name="connsiteX51" fmla="*/ 627507 w 1013841"/>
                <a:gd name="connsiteY51" fmla="*/ 89535 h 124110"/>
                <a:gd name="connsiteX52" fmla="*/ 568262 w 1013841"/>
                <a:gd name="connsiteY52" fmla="*/ 34957 h 124110"/>
                <a:gd name="connsiteX53" fmla="*/ 569024 w 1013841"/>
                <a:gd name="connsiteY53" fmla="*/ 13716 h 124110"/>
                <a:gd name="connsiteX54" fmla="*/ 613220 w 1013841"/>
                <a:gd name="connsiteY54" fmla="*/ 13716 h 124110"/>
                <a:gd name="connsiteX55" fmla="*/ 613220 w 1013841"/>
                <a:gd name="connsiteY55" fmla="*/ 89535 h 124110"/>
                <a:gd name="connsiteX56" fmla="*/ 556355 w 1013841"/>
                <a:gd name="connsiteY56" fmla="*/ 89535 h 124110"/>
                <a:gd name="connsiteX57" fmla="*/ 568262 w 1013841"/>
                <a:gd name="connsiteY57" fmla="*/ 34957 h 124110"/>
                <a:gd name="connsiteX58" fmla="*/ 568262 w 1013841"/>
                <a:gd name="connsiteY58" fmla="*/ 34957 h 124110"/>
                <a:gd name="connsiteX59" fmla="*/ 774954 w 1013841"/>
                <a:gd name="connsiteY59" fmla="*/ 0 h 124110"/>
                <a:gd name="connsiteX60" fmla="*/ 735616 w 1013841"/>
                <a:gd name="connsiteY60" fmla="*/ 15907 h 124110"/>
                <a:gd name="connsiteX61" fmla="*/ 744665 w 1013841"/>
                <a:gd name="connsiteY61" fmla="*/ 24955 h 124110"/>
                <a:gd name="connsiteX62" fmla="*/ 774192 w 1013841"/>
                <a:gd name="connsiteY62" fmla="*/ 12954 h 124110"/>
                <a:gd name="connsiteX63" fmla="*/ 810673 w 1013841"/>
                <a:gd name="connsiteY63" fmla="*/ 44863 h 124110"/>
                <a:gd name="connsiteX64" fmla="*/ 761905 w 1013841"/>
                <a:gd name="connsiteY64" fmla="*/ 44863 h 124110"/>
                <a:gd name="connsiteX65" fmla="*/ 761905 w 1013841"/>
                <a:gd name="connsiteY65" fmla="*/ 56674 h 124110"/>
                <a:gd name="connsiteX66" fmla="*/ 810768 w 1013841"/>
                <a:gd name="connsiteY66" fmla="*/ 56674 h 124110"/>
                <a:gd name="connsiteX67" fmla="*/ 774192 w 1013841"/>
                <a:gd name="connsiteY67" fmla="*/ 90297 h 124110"/>
                <a:gd name="connsiteX68" fmla="*/ 744665 w 1013841"/>
                <a:gd name="connsiteY68" fmla="*/ 78296 h 124110"/>
                <a:gd name="connsiteX69" fmla="*/ 735616 w 1013841"/>
                <a:gd name="connsiteY69" fmla="*/ 87344 h 124110"/>
                <a:gd name="connsiteX70" fmla="*/ 774954 w 1013841"/>
                <a:gd name="connsiteY70" fmla="*/ 103251 h 124110"/>
                <a:gd name="connsiteX71" fmla="*/ 825722 w 1013841"/>
                <a:gd name="connsiteY71" fmla="*/ 51625 h 124110"/>
                <a:gd name="connsiteX72" fmla="*/ 774954 w 1013841"/>
                <a:gd name="connsiteY72" fmla="*/ 0 h 124110"/>
                <a:gd name="connsiteX73" fmla="*/ 774954 w 1013841"/>
                <a:gd name="connsiteY73" fmla="*/ 0 h 124110"/>
                <a:gd name="connsiteX74" fmla="*/ 942784 w 1013841"/>
                <a:gd name="connsiteY74" fmla="*/ 1143 h 124110"/>
                <a:gd name="connsiteX75" fmla="*/ 941165 w 1013841"/>
                <a:gd name="connsiteY75" fmla="*/ 43720 h 124110"/>
                <a:gd name="connsiteX76" fmla="*/ 923163 w 1013841"/>
                <a:gd name="connsiteY76" fmla="*/ 89821 h 124110"/>
                <a:gd name="connsiteX77" fmla="*/ 918591 w 1013841"/>
                <a:gd name="connsiteY77" fmla="*/ 89249 h 124110"/>
                <a:gd name="connsiteX78" fmla="*/ 917543 w 1013841"/>
                <a:gd name="connsiteY78" fmla="*/ 102108 h 124110"/>
                <a:gd name="connsiteX79" fmla="*/ 926592 w 1013841"/>
                <a:gd name="connsiteY79" fmla="*/ 103251 h 124110"/>
                <a:gd name="connsiteX80" fmla="*/ 954024 w 1013841"/>
                <a:gd name="connsiteY80" fmla="*/ 43243 h 124110"/>
                <a:gd name="connsiteX81" fmla="*/ 955072 w 1013841"/>
                <a:gd name="connsiteY81" fmla="*/ 13716 h 124110"/>
                <a:gd name="connsiteX82" fmla="*/ 999744 w 1013841"/>
                <a:gd name="connsiteY82" fmla="*/ 13716 h 124110"/>
                <a:gd name="connsiteX83" fmla="*/ 999744 w 1013841"/>
                <a:gd name="connsiteY83" fmla="*/ 102108 h 124110"/>
                <a:gd name="connsiteX84" fmla="*/ 1013841 w 1013841"/>
                <a:gd name="connsiteY84" fmla="*/ 102108 h 124110"/>
                <a:gd name="connsiteX85" fmla="*/ 1013841 w 1013841"/>
                <a:gd name="connsiteY85" fmla="*/ 1143 h 124110"/>
                <a:gd name="connsiteX86" fmla="*/ 942784 w 1013841"/>
                <a:gd name="connsiteY86" fmla="*/ 1143 h 12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013841" h="124110">
                  <a:moveTo>
                    <a:pt x="72390" y="1143"/>
                  </a:moveTo>
                  <a:lnTo>
                    <a:pt x="72390" y="44577"/>
                  </a:lnTo>
                  <a:lnTo>
                    <a:pt x="14383" y="44577"/>
                  </a:lnTo>
                  <a:lnTo>
                    <a:pt x="14383" y="1143"/>
                  </a:lnTo>
                  <a:lnTo>
                    <a:pt x="0" y="1143"/>
                  </a:lnTo>
                  <a:lnTo>
                    <a:pt x="0" y="102108"/>
                  </a:lnTo>
                  <a:lnTo>
                    <a:pt x="14383" y="102108"/>
                  </a:lnTo>
                  <a:lnTo>
                    <a:pt x="14383" y="57150"/>
                  </a:lnTo>
                  <a:lnTo>
                    <a:pt x="72390" y="57150"/>
                  </a:lnTo>
                  <a:lnTo>
                    <a:pt x="72390" y="102108"/>
                  </a:lnTo>
                  <a:lnTo>
                    <a:pt x="86773" y="102108"/>
                  </a:lnTo>
                  <a:lnTo>
                    <a:pt x="86773" y="1143"/>
                  </a:lnTo>
                  <a:lnTo>
                    <a:pt x="72390" y="1143"/>
                  </a:lnTo>
                  <a:lnTo>
                    <a:pt x="72390" y="1143"/>
                  </a:lnTo>
                  <a:close/>
                  <a:moveTo>
                    <a:pt x="231172" y="0"/>
                  </a:moveTo>
                  <a:cubicBezTo>
                    <a:pt x="214884" y="0"/>
                    <a:pt x="200882" y="5524"/>
                    <a:pt x="191834" y="15907"/>
                  </a:cubicBezTo>
                  <a:lnTo>
                    <a:pt x="200882" y="24955"/>
                  </a:lnTo>
                  <a:cubicBezTo>
                    <a:pt x="208788" y="16764"/>
                    <a:pt x="218885" y="12954"/>
                    <a:pt x="230410" y="12954"/>
                  </a:cubicBezTo>
                  <a:cubicBezTo>
                    <a:pt x="249460" y="12954"/>
                    <a:pt x="264033" y="26098"/>
                    <a:pt x="266891" y="44863"/>
                  </a:cubicBezTo>
                  <a:lnTo>
                    <a:pt x="218123" y="44863"/>
                  </a:lnTo>
                  <a:lnTo>
                    <a:pt x="218123" y="56674"/>
                  </a:lnTo>
                  <a:lnTo>
                    <a:pt x="266986" y="56674"/>
                  </a:lnTo>
                  <a:cubicBezTo>
                    <a:pt x="264795" y="76390"/>
                    <a:pt x="249936" y="90297"/>
                    <a:pt x="230315" y="90297"/>
                  </a:cubicBezTo>
                  <a:cubicBezTo>
                    <a:pt x="218789" y="90297"/>
                    <a:pt x="208693" y="86678"/>
                    <a:pt x="200787" y="78296"/>
                  </a:cubicBezTo>
                  <a:lnTo>
                    <a:pt x="191738" y="87344"/>
                  </a:lnTo>
                  <a:cubicBezTo>
                    <a:pt x="200787" y="97917"/>
                    <a:pt x="214789" y="103251"/>
                    <a:pt x="231077" y="103251"/>
                  </a:cubicBezTo>
                  <a:cubicBezTo>
                    <a:pt x="260223" y="103251"/>
                    <a:pt x="281845" y="81439"/>
                    <a:pt x="281845" y="51625"/>
                  </a:cubicBezTo>
                  <a:cubicBezTo>
                    <a:pt x="281940" y="21812"/>
                    <a:pt x="260318" y="0"/>
                    <a:pt x="231172" y="0"/>
                  </a:cubicBezTo>
                  <a:lnTo>
                    <a:pt x="231172" y="0"/>
                  </a:lnTo>
                  <a:close/>
                  <a:moveTo>
                    <a:pt x="456629" y="1143"/>
                  </a:moveTo>
                  <a:lnTo>
                    <a:pt x="390430" y="1143"/>
                  </a:lnTo>
                  <a:lnTo>
                    <a:pt x="390430" y="102108"/>
                  </a:lnTo>
                  <a:lnTo>
                    <a:pt x="404717" y="102108"/>
                  </a:lnTo>
                  <a:lnTo>
                    <a:pt x="404622" y="13716"/>
                  </a:lnTo>
                  <a:lnTo>
                    <a:pt x="456533" y="13716"/>
                  </a:lnTo>
                  <a:lnTo>
                    <a:pt x="456629" y="1143"/>
                  </a:lnTo>
                  <a:lnTo>
                    <a:pt x="456629" y="1143"/>
                  </a:lnTo>
                  <a:close/>
                  <a:moveTo>
                    <a:pt x="627507" y="89535"/>
                  </a:moveTo>
                  <a:lnTo>
                    <a:pt x="627507" y="1143"/>
                  </a:lnTo>
                  <a:lnTo>
                    <a:pt x="556641" y="1143"/>
                  </a:lnTo>
                  <a:lnTo>
                    <a:pt x="555593" y="33623"/>
                  </a:lnTo>
                  <a:cubicBezTo>
                    <a:pt x="554546" y="64294"/>
                    <a:pt x="551307" y="88678"/>
                    <a:pt x="537401" y="89535"/>
                  </a:cubicBezTo>
                  <a:lnTo>
                    <a:pt x="532543" y="89535"/>
                  </a:lnTo>
                  <a:lnTo>
                    <a:pt x="532448" y="124111"/>
                  </a:lnTo>
                  <a:lnTo>
                    <a:pt x="545878" y="124111"/>
                  </a:lnTo>
                  <a:lnTo>
                    <a:pt x="546068" y="102013"/>
                  </a:lnTo>
                  <a:lnTo>
                    <a:pt x="629031" y="102013"/>
                  </a:lnTo>
                  <a:lnTo>
                    <a:pt x="629031" y="124111"/>
                  </a:lnTo>
                  <a:lnTo>
                    <a:pt x="642461" y="124111"/>
                  </a:lnTo>
                  <a:lnTo>
                    <a:pt x="642461" y="89535"/>
                  </a:lnTo>
                  <a:lnTo>
                    <a:pt x="627507" y="89535"/>
                  </a:lnTo>
                  <a:lnTo>
                    <a:pt x="627507" y="89535"/>
                  </a:lnTo>
                  <a:close/>
                  <a:moveTo>
                    <a:pt x="568262" y="34957"/>
                  </a:moveTo>
                  <a:lnTo>
                    <a:pt x="569024" y="13716"/>
                  </a:lnTo>
                  <a:lnTo>
                    <a:pt x="613220" y="13716"/>
                  </a:lnTo>
                  <a:lnTo>
                    <a:pt x="613220" y="89535"/>
                  </a:lnTo>
                  <a:lnTo>
                    <a:pt x="556355" y="89535"/>
                  </a:lnTo>
                  <a:cubicBezTo>
                    <a:pt x="564928" y="81724"/>
                    <a:pt x="567404" y="59531"/>
                    <a:pt x="568262" y="34957"/>
                  </a:cubicBezTo>
                  <a:lnTo>
                    <a:pt x="568262" y="34957"/>
                  </a:lnTo>
                  <a:close/>
                  <a:moveTo>
                    <a:pt x="774954" y="0"/>
                  </a:moveTo>
                  <a:cubicBezTo>
                    <a:pt x="758666" y="0"/>
                    <a:pt x="744665" y="5524"/>
                    <a:pt x="735616" y="15907"/>
                  </a:cubicBezTo>
                  <a:lnTo>
                    <a:pt x="744665" y="24955"/>
                  </a:lnTo>
                  <a:cubicBezTo>
                    <a:pt x="752570" y="16764"/>
                    <a:pt x="762667" y="12954"/>
                    <a:pt x="774192" y="12954"/>
                  </a:cubicBezTo>
                  <a:cubicBezTo>
                    <a:pt x="793242" y="12954"/>
                    <a:pt x="807815" y="26098"/>
                    <a:pt x="810673" y="44863"/>
                  </a:cubicBezTo>
                  <a:lnTo>
                    <a:pt x="761905" y="44863"/>
                  </a:lnTo>
                  <a:lnTo>
                    <a:pt x="761905" y="56674"/>
                  </a:lnTo>
                  <a:lnTo>
                    <a:pt x="810768" y="56674"/>
                  </a:lnTo>
                  <a:cubicBezTo>
                    <a:pt x="808577" y="76390"/>
                    <a:pt x="793718" y="90297"/>
                    <a:pt x="774192" y="90297"/>
                  </a:cubicBezTo>
                  <a:cubicBezTo>
                    <a:pt x="762667" y="90297"/>
                    <a:pt x="752570" y="86678"/>
                    <a:pt x="744665" y="78296"/>
                  </a:cubicBezTo>
                  <a:lnTo>
                    <a:pt x="735616" y="87344"/>
                  </a:lnTo>
                  <a:cubicBezTo>
                    <a:pt x="744665" y="97917"/>
                    <a:pt x="758666" y="103251"/>
                    <a:pt x="774954" y="103251"/>
                  </a:cubicBezTo>
                  <a:cubicBezTo>
                    <a:pt x="804101" y="103251"/>
                    <a:pt x="825722" y="81439"/>
                    <a:pt x="825722" y="51625"/>
                  </a:cubicBezTo>
                  <a:cubicBezTo>
                    <a:pt x="825722" y="21812"/>
                    <a:pt x="804101" y="0"/>
                    <a:pt x="774954" y="0"/>
                  </a:cubicBezTo>
                  <a:lnTo>
                    <a:pt x="774954" y="0"/>
                  </a:lnTo>
                  <a:close/>
                  <a:moveTo>
                    <a:pt x="942784" y="1143"/>
                  </a:moveTo>
                  <a:lnTo>
                    <a:pt x="941165" y="43720"/>
                  </a:lnTo>
                  <a:cubicBezTo>
                    <a:pt x="940022" y="74962"/>
                    <a:pt x="935641" y="89821"/>
                    <a:pt x="923163" y="89821"/>
                  </a:cubicBezTo>
                  <a:cubicBezTo>
                    <a:pt x="921544" y="89821"/>
                    <a:pt x="920306" y="89630"/>
                    <a:pt x="918591" y="89249"/>
                  </a:cubicBezTo>
                  <a:lnTo>
                    <a:pt x="917543" y="102108"/>
                  </a:lnTo>
                  <a:cubicBezTo>
                    <a:pt x="920972" y="102965"/>
                    <a:pt x="923734" y="103251"/>
                    <a:pt x="926592" y="103251"/>
                  </a:cubicBezTo>
                  <a:cubicBezTo>
                    <a:pt x="946499" y="103251"/>
                    <a:pt x="952691" y="83344"/>
                    <a:pt x="954024" y="43243"/>
                  </a:cubicBezTo>
                  <a:lnTo>
                    <a:pt x="955072" y="13716"/>
                  </a:lnTo>
                  <a:lnTo>
                    <a:pt x="999744" y="13716"/>
                  </a:lnTo>
                  <a:lnTo>
                    <a:pt x="999744" y="102108"/>
                  </a:lnTo>
                  <a:lnTo>
                    <a:pt x="1013841" y="102108"/>
                  </a:lnTo>
                  <a:lnTo>
                    <a:pt x="1013841" y="1143"/>
                  </a:lnTo>
                  <a:lnTo>
                    <a:pt x="942784" y="1143"/>
                  </a:lnTo>
                  <a:close/>
                </a:path>
              </a:pathLst>
            </a:custGeom>
            <a:solidFill>
              <a:srgbClr val="D89539"/>
            </a:solidFill>
            <a:ln w="9525" cap="flat">
              <a:noFill/>
              <a:prstDash val="solid"/>
              <a:miter/>
            </a:ln>
          </p:spPr>
          <p:txBody>
            <a:bodyPr rtlCol="0" anchor="ctr"/>
            <a:lstStyle/>
            <a:p>
              <a:endParaRPr lang="mn-MN" sz="2040"/>
            </a:p>
          </p:txBody>
        </p:sp>
        <p:sp>
          <p:nvSpPr>
            <p:cNvPr id="14" name="Freeform: Shape 13">
              <a:extLst>
                <a:ext uri="{FF2B5EF4-FFF2-40B4-BE49-F238E27FC236}">
                  <a16:creationId xmlns:a16="http://schemas.microsoft.com/office/drawing/2014/main" id="{01CC4DE2-B299-EF39-1EB6-26EF3B37B87F}"/>
                </a:ext>
              </a:extLst>
            </p:cNvPr>
            <p:cNvSpPr/>
            <p:nvPr/>
          </p:nvSpPr>
          <p:spPr>
            <a:xfrm>
              <a:off x="2838926" y="1954465"/>
              <a:ext cx="241554" cy="188499"/>
            </a:xfrm>
            <a:custGeom>
              <a:avLst/>
              <a:gdLst>
                <a:gd name="connsiteX0" fmla="*/ 155353 w 241554"/>
                <a:gd name="connsiteY0" fmla="*/ 169831 h 188499"/>
                <a:gd name="connsiteX1" fmla="*/ 155353 w 241554"/>
                <a:gd name="connsiteY1" fmla="*/ 168592 h 188499"/>
                <a:gd name="connsiteX2" fmla="*/ 229552 w 241554"/>
                <a:gd name="connsiteY2" fmla="*/ 126206 h 188499"/>
                <a:gd name="connsiteX3" fmla="*/ 240601 w 241554"/>
                <a:gd name="connsiteY3" fmla="*/ 119920 h 188499"/>
                <a:gd name="connsiteX4" fmla="*/ 241554 w 241554"/>
                <a:gd name="connsiteY4" fmla="*/ 120872 h 188499"/>
                <a:gd name="connsiteX5" fmla="*/ 173926 w 241554"/>
                <a:gd name="connsiteY5" fmla="*/ 188500 h 188499"/>
                <a:gd name="connsiteX6" fmla="*/ 155353 w 241554"/>
                <a:gd name="connsiteY6" fmla="*/ 169831 h 188499"/>
                <a:gd name="connsiteX7" fmla="*/ 155353 w 241554"/>
                <a:gd name="connsiteY7" fmla="*/ 169831 h 188499"/>
                <a:gd name="connsiteX8" fmla="*/ 155353 w 241554"/>
                <a:gd name="connsiteY8" fmla="*/ 161734 h 188499"/>
                <a:gd name="connsiteX9" fmla="*/ 220123 w 241554"/>
                <a:gd name="connsiteY9" fmla="*/ 112014 h 188499"/>
                <a:gd name="connsiteX10" fmla="*/ 227267 w 241554"/>
                <a:gd name="connsiteY10" fmla="*/ 106489 h 188499"/>
                <a:gd name="connsiteX11" fmla="*/ 213836 w 241554"/>
                <a:gd name="connsiteY11" fmla="*/ 93059 h 188499"/>
                <a:gd name="connsiteX12" fmla="*/ 208312 w 241554"/>
                <a:gd name="connsiteY12" fmla="*/ 98679 h 188499"/>
                <a:gd name="connsiteX13" fmla="*/ 155353 w 241554"/>
                <a:gd name="connsiteY13" fmla="*/ 152876 h 188499"/>
                <a:gd name="connsiteX14" fmla="*/ 155353 w 241554"/>
                <a:gd name="connsiteY14" fmla="*/ 161734 h 188499"/>
                <a:gd name="connsiteX15" fmla="*/ 155353 w 241554"/>
                <a:gd name="connsiteY15" fmla="*/ 161734 h 188499"/>
                <a:gd name="connsiteX16" fmla="*/ 155353 w 241554"/>
                <a:gd name="connsiteY16" fmla="*/ 141732 h 188499"/>
                <a:gd name="connsiteX17" fmla="*/ 195453 w 241554"/>
                <a:gd name="connsiteY17" fmla="*/ 87725 h 188499"/>
                <a:gd name="connsiteX18" fmla="*/ 200977 w 241554"/>
                <a:gd name="connsiteY18" fmla="*/ 80200 h 188499"/>
                <a:gd name="connsiteX19" fmla="*/ 186118 w 241554"/>
                <a:gd name="connsiteY19" fmla="*/ 65342 h 188499"/>
                <a:gd name="connsiteX20" fmla="*/ 179546 w 241554"/>
                <a:gd name="connsiteY20" fmla="*/ 77629 h 188499"/>
                <a:gd name="connsiteX21" fmla="*/ 155353 w 241554"/>
                <a:gd name="connsiteY21" fmla="*/ 123158 h 188499"/>
                <a:gd name="connsiteX22" fmla="*/ 155353 w 241554"/>
                <a:gd name="connsiteY22" fmla="*/ 141732 h 188499"/>
                <a:gd name="connsiteX23" fmla="*/ 155353 w 241554"/>
                <a:gd name="connsiteY23" fmla="*/ 141732 h 188499"/>
                <a:gd name="connsiteX24" fmla="*/ 155353 w 241554"/>
                <a:gd name="connsiteY24" fmla="*/ 94583 h 188499"/>
                <a:gd name="connsiteX25" fmla="*/ 155353 w 241554"/>
                <a:gd name="connsiteY25" fmla="*/ 34671 h 188499"/>
                <a:gd name="connsiteX26" fmla="*/ 171545 w 241554"/>
                <a:gd name="connsiteY26" fmla="*/ 50863 h 188499"/>
                <a:gd name="connsiteX27" fmla="*/ 164116 w 241554"/>
                <a:gd name="connsiteY27" fmla="*/ 70866 h 188499"/>
                <a:gd name="connsiteX28" fmla="*/ 155353 w 241554"/>
                <a:gd name="connsiteY28" fmla="*/ 94583 h 188499"/>
                <a:gd name="connsiteX29" fmla="*/ 155353 w 241554"/>
                <a:gd name="connsiteY29" fmla="*/ 34576 h 188499"/>
                <a:gd name="connsiteX30" fmla="*/ 155353 w 241554"/>
                <a:gd name="connsiteY30" fmla="*/ 94488 h 188499"/>
                <a:gd name="connsiteX31" fmla="*/ 135064 w 241554"/>
                <a:gd name="connsiteY31" fmla="*/ 149447 h 188499"/>
                <a:gd name="connsiteX32" fmla="*/ 131350 w 241554"/>
                <a:gd name="connsiteY32" fmla="*/ 145733 h 188499"/>
                <a:gd name="connsiteX33" fmla="*/ 131350 w 241554"/>
                <a:gd name="connsiteY33" fmla="*/ 136970 h 188499"/>
                <a:gd name="connsiteX34" fmla="*/ 146113 w 241554"/>
                <a:gd name="connsiteY34" fmla="*/ 65532 h 188499"/>
                <a:gd name="connsiteX35" fmla="*/ 152971 w 241554"/>
                <a:gd name="connsiteY35" fmla="*/ 32195 h 188499"/>
                <a:gd name="connsiteX36" fmla="*/ 155353 w 241554"/>
                <a:gd name="connsiteY36" fmla="*/ 34576 h 188499"/>
                <a:gd name="connsiteX37" fmla="*/ 155353 w 241554"/>
                <a:gd name="connsiteY37" fmla="*/ 34576 h 188499"/>
                <a:gd name="connsiteX38" fmla="*/ 155353 w 241554"/>
                <a:gd name="connsiteY38" fmla="*/ 123254 h 188499"/>
                <a:gd name="connsiteX39" fmla="*/ 139160 w 241554"/>
                <a:gd name="connsiteY39" fmla="*/ 153638 h 188499"/>
                <a:gd name="connsiteX40" fmla="*/ 143351 w 241554"/>
                <a:gd name="connsiteY40" fmla="*/ 157829 h 188499"/>
                <a:gd name="connsiteX41" fmla="*/ 155353 w 241554"/>
                <a:gd name="connsiteY41" fmla="*/ 141732 h 188499"/>
                <a:gd name="connsiteX42" fmla="*/ 155353 w 241554"/>
                <a:gd name="connsiteY42" fmla="*/ 123254 h 188499"/>
                <a:gd name="connsiteX43" fmla="*/ 155353 w 241554"/>
                <a:gd name="connsiteY43" fmla="*/ 123254 h 188499"/>
                <a:gd name="connsiteX44" fmla="*/ 155353 w 241554"/>
                <a:gd name="connsiteY44" fmla="*/ 152971 h 188499"/>
                <a:gd name="connsiteX45" fmla="*/ 155353 w 241554"/>
                <a:gd name="connsiteY45" fmla="*/ 161830 h 188499"/>
                <a:gd name="connsiteX46" fmla="*/ 150781 w 241554"/>
                <a:gd name="connsiteY46" fmla="*/ 165354 h 188499"/>
                <a:gd name="connsiteX47" fmla="*/ 146971 w 241554"/>
                <a:gd name="connsiteY47" fmla="*/ 161544 h 188499"/>
                <a:gd name="connsiteX48" fmla="*/ 155353 w 241554"/>
                <a:gd name="connsiteY48" fmla="*/ 152971 h 188499"/>
                <a:gd name="connsiteX49" fmla="*/ 155353 w 241554"/>
                <a:gd name="connsiteY49" fmla="*/ 152971 h 188499"/>
                <a:gd name="connsiteX50" fmla="*/ 155353 w 241554"/>
                <a:gd name="connsiteY50" fmla="*/ 168592 h 188499"/>
                <a:gd name="connsiteX51" fmla="*/ 155353 w 241554"/>
                <a:gd name="connsiteY51" fmla="*/ 169831 h 188499"/>
                <a:gd name="connsiteX52" fmla="*/ 154496 w 241554"/>
                <a:gd name="connsiteY52" fmla="*/ 168974 h 188499"/>
                <a:gd name="connsiteX53" fmla="*/ 155353 w 241554"/>
                <a:gd name="connsiteY53" fmla="*/ 168592 h 188499"/>
                <a:gd name="connsiteX54" fmla="*/ 155353 w 241554"/>
                <a:gd name="connsiteY54" fmla="*/ 168592 h 188499"/>
                <a:gd name="connsiteX55" fmla="*/ 131350 w 241554"/>
                <a:gd name="connsiteY55" fmla="*/ 33909 h 188499"/>
                <a:gd name="connsiteX56" fmla="*/ 132874 w 241554"/>
                <a:gd name="connsiteY56" fmla="*/ 12097 h 188499"/>
                <a:gd name="connsiteX57" fmla="*/ 131350 w 241554"/>
                <a:gd name="connsiteY57" fmla="*/ 10573 h 188499"/>
                <a:gd name="connsiteX58" fmla="*/ 131350 w 241554"/>
                <a:gd name="connsiteY58" fmla="*/ 33909 h 188499"/>
                <a:gd name="connsiteX59" fmla="*/ 131350 w 241554"/>
                <a:gd name="connsiteY59" fmla="*/ 10573 h 188499"/>
                <a:gd name="connsiteX60" fmla="*/ 131350 w 241554"/>
                <a:gd name="connsiteY60" fmla="*/ 33909 h 188499"/>
                <a:gd name="connsiteX61" fmla="*/ 129350 w 241554"/>
                <a:gd name="connsiteY61" fmla="*/ 63341 h 188499"/>
                <a:gd name="connsiteX62" fmla="*/ 124206 w 241554"/>
                <a:gd name="connsiteY62" fmla="*/ 138684 h 188499"/>
                <a:gd name="connsiteX63" fmla="*/ 117538 w 241554"/>
                <a:gd name="connsiteY63" fmla="*/ 138493 h 188499"/>
                <a:gd name="connsiteX64" fmla="*/ 112585 w 241554"/>
                <a:gd name="connsiteY64" fmla="*/ 63341 h 188499"/>
                <a:gd name="connsiteX65" fmla="*/ 110490 w 241554"/>
                <a:gd name="connsiteY65" fmla="*/ 31528 h 188499"/>
                <a:gd name="connsiteX66" fmla="*/ 110490 w 241554"/>
                <a:gd name="connsiteY66" fmla="*/ 10287 h 188499"/>
                <a:gd name="connsiteX67" fmla="*/ 120777 w 241554"/>
                <a:gd name="connsiteY67" fmla="*/ 0 h 188499"/>
                <a:gd name="connsiteX68" fmla="*/ 131350 w 241554"/>
                <a:gd name="connsiteY68" fmla="*/ 10573 h 188499"/>
                <a:gd name="connsiteX69" fmla="*/ 131350 w 241554"/>
                <a:gd name="connsiteY69" fmla="*/ 10573 h 188499"/>
                <a:gd name="connsiteX70" fmla="*/ 131350 w 241554"/>
                <a:gd name="connsiteY70" fmla="*/ 137065 h 188499"/>
                <a:gd name="connsiteX71" fmla="*/ 129826 w 241554"/>
                <a:gd name="connsiteY71" fmla="*/ 144304 h 188499"/>
                <a:gd name="connsiteX72" fmla="*/ 131350 w 241554"/>
                <a:gd name="connsiteY72" fmla="*/ 145828 h 188499"/>
                <a:gd name="connsiteX73" fmla="*/ 131350 w 241554"/>
                <a:gd name="connsiteY73" fmla="*/ 137065 h 188499"/>
                <a:gd name="connsiteX74" fmla="*/ 131350 w 241554"/>
                <a:gd name="connsiteY74" fmla="*/ 137065 h 188499"/>
                <a:gd name="connsiteX75" fmla="*/ 110490 w 241554"/>
                <a:gd name="connsiteY75" fmla="*/ 145542 h 188499"/>
                <a:gd name="connsiteX76" fmla="*/ 111823 w 241554"/>
                <a:gd name="connsiteY76" fmla="*/ 144209 h 188499"/>
                <a:gd name="connsiteX77" fmla="*/ 110490 w 241554"/>
                <a:gd name="connsiteY77" fmla="*/ 137732 h 188499"/>
                <a:gd name="connsiteX78" fmla="*/ 110490 w 241554"/>
                <a:gd name="connsiteY78" fmla="*/ 145542 h 188499"/>
                <a:gd name="connsiteX79" fmla="*/ 78676 w 241554"/>
                <a:gd name="connsiteY79" fmla="*/ 164021 h 188499"/>
                <a:gd name="connsiteX80" fmla="*/ 87058 w 241554"/>
                <a:gd name="connsiteY80" fmla="*/ 168878 h 188499"/>
                <a:gd name="connsiteX81" fmla="*/ 78676 w 241554"/>
                <a:gd name="connsiteY81" fmla="*/ 177260 h 188499"/>
                <a:gd name="connsiteX82" fmla="*/ 78676 w 241554"/>
                <a:gd name="connsiteY82" fmla="*/ 164021 h 188499"/>
                <a:gd name="connsiteX83" fmla="*/ 78676 w 241554"/>
                <a:gd name="connsiteY83" fmla="*/ 164021 h 188499"/>
                <a:gd name="connsiteX84" fmla="*/ 110490 w 241554"/>
                <a:gd name="connsiteY84" fmla="*/ 10287 h 188499"/>
                <a:gd name="connsiteX85" fmla="*/ 110490 w 241554"/>
                <a:gd name="connsiteY85" fmla="*/ 31528 h 188499"/>
                <a:gd name="connsiteX86" fmla="*/ 109156 w 241554"/>
                <a:gd name="connsiteY86" fmla="*/ 11525 h 188499"/>
                <a:gd name="connsiteX87" fmla="*/ 110490 w 241554"/>
                <a:gd name="connsiteY87" fmla="*/ 10287 h 188499"/>
                <a:gd name="connsiteX88" fmla="*/ 110490 w 241554"/>
                <a:gd name="connsiteY88" fmla="*/ 10287 h 188499"/>
                <a:gd name="connsiteX89" fmla="*/ 110490 w 241554"/>
                <a:gd name="connsiteY89" fmla="*/ 137732 h 188499"/>
                <a:gd name="connsiteX90" fmla="*/ 110490 w 241554"/>
                <a:gd name="connsiteY90" fmla="*/ 145447 h 188499"/>
                <a:gd name="connsiteX91" fmla="*/ 106585 w 241554"/>
                <a:gd name="connsiteY91" fmla="*/ 149352 h 188499"/>
                <a:gd name="connsiteX92" fmla="*/ 78772 w 241554"/>
                <a:gd name="connsiteY92" fmla="*/ 73247 h 188499"/>
                <a:gd name="connsiteX93" fmla="*/ 78772 w 241554"/>
                <a:gd name="connsiteY93" fmla="*/ 42005 h 188499"/>
                <a:gd name="connsiteX94" fmla="*/ 88963 w 241554"/>
                <a:gd name="connsiteY94" fmla="*/ 31813 h 188499"/>
                <a:gd name="connsiteX95" fmla="*/ 95821 w 241554"/>
                <a:gd name="connsiteY95" fmla="*/ 65532 h 188499"/>
                <a:gd name="connsiteX96" fmla="*/ 110490 w 241554"/>
                <a:gd name="connsiteY96" fmla="*/ 137732 h 188499"/>
                <a:gd name="connsiteX97" fmla="*/ 110490 w 241554"/>
                <a:gd name="connsiteY97" fmla="*/ 137732 h 188499"/>
                <a:gd name="connsiteX98" fmla="*/ 78676 w 241554"/>
                <a:gd name="connsiteY98" fmla="*/ 155734 h 188499"/>
                <a:gd name="connsiteX99" fmla="*/ 90773 w 241554"/>
                <a:gd name="connsiteY99" fmla="*/ 165163 h 188499"/>
                <a:gd name="connsiteX100" fmla="*/ 94488 w 241554"/>
                <a:gd name="connsiteY100" fmla="*/ 161449 h 188499"/>
                <a:gd name="connsiteX101" fmla="*/ 78581 w 241554"/>
                <a:gd name="connsiteY101" fmla="*/ 145066 h 188499"/>
                <a:gd name="connsiteX102" fmla="*/ 78581 w 241554"/>
                <a:gd name="connsiteY102" fmla="*/ 155734 h 188499"/>
                <a:gd name="connsiteX103" fmla="*/ 78676 w 241554"/>
                <a:gd name="connsiteY103" fmla="*/ 155734 h 188499"/>
                <a:gd name="connsiteX104" fmla="*/ 78676 w 241554"/>
                <a:gd name="connsiteY104" fmla="*/ 131350 h 188499"/>
                <a:gd name="connsiteX105" fmla="*/ 98203 w 241554"/>
                <a:gd name="connsiteY105" fmla="*/ 157829 h 188499"/>
                <a:gd name="connsiteX106" fmla="*/ 102394 w 241554"/>
                <a:gd name="connsiteY106" fmla="*/ 153638 h 188499"/>
                <a:gd name="connsiteX107" fmla="*/ 78676 w 241554"/>
                <a:gd name="connsiteY107" fmla="*/ 108775 h 188499"/>
                <a:gd name="connsiteX108" fmla="*/ 78676 w 241554"/>
                <a:gd name="connsiteY108" fmla="*/ 131350 h 188499"/>
                <a:gd name="connsiteX109" fmla="*/ 50863 w 241554"/>
                <a:gd name="connsiteY109" fmla="*/ 148018 h 188499"/>
                <a:gd name="connsiteX110" fmla="*/ 78676 w 241554"/>
                <a:gd name="connsiteY110" fmla="*/ 164116 h 188499"/>
                <a:gd name="connsiteX111" fmla="*/ 78676 w 241554"/>
                <a:gd name="connsiteY111" fmla="*/ 177355 h 188499"/>
                <a:gd name="connsiteX112" fmla="*/ 67627 w 241554"/>
                <a:gd name="connsiteY112" fmla="*/ 188404 h 188499"/>
                <a:gd name="connsiteX113" fmla="*/ 50863 w 241554"/>
                <a:gd name="connsiteY113" fmla="*/ 171641 h 188499"/>
                <a:gd name="connsiteX114" fmla="*/ 50863 w 241554"/>
                <a:gd name="connsiteY114" fmla="*/ 148018 h 188499"/>
                <a:gd name="connsiteX115" fmla="*/ 50863 w 241554"/>
                <a:gd name="connsiteY115" fmla="*/ 148018 h 188499"/>
                <a:gd name="connsiteX116" fmla="*/ 78676 w 241554"/>
                <a:gd name="connsiteY116" fmla="*/ 42005 h 188499"/>
                <a:gd name="connsiteX117" fmla="*/ 78676 w 241554"/>
                <a:gd name="connsiteY117" fmla="*/ 73247 h 188499"/>
                <a:gd name="connsiteX118" fmla="*/ 77724 w 241554"/>
                <a:gd name="connsiteY118" fmla="*/ 70580 h 188499"/>
                <a:gd name="connsiteX119" fmla="*/ 70294 w 241554"/>
                <a:gd name="connsiteY119" fmla="*/ 50292 h 188499"/>
                <a:gd name="connsiteX120" fmla="*/ 78676 w 241554"/>
                <a:gd name="connsiteY120" fmla="*/ 42005 h 188499"/>
                <a:gd name="connsiteX121" fmla="*/ 78676 w 241554"/>
                <a:gd name="connsiteY121" fmla="*/ 42005 h 188499"/>
                <a:gd name="connsiteX122" fmla="*/ 78676 w 241554"/>
                <a:gd name="connsiteY122" fmla="*/ 108680 h 188499"/>
                <a:gd name="connsiteX123" fmla="*/ 62198 w 241554"/>
                <a:gd name="connsiteY123" fmla="*/ 77533 h 188499"/>
                <a:gd name="connsiteX124" fmla="*/ 55626 w 241554"/>
                <a:gd name="connsiteY124" fmla="*/ 65056 h 188499"/>
                <a:gd name="connsiteX125" fmla="*/ 50768 w 241554"/>
                <a:gd name="connsiteY125" fmla="*/ 69913 h 188499"/>
                <a:gd name="connsiteX126" fmla="*/ 50768 w 241554"/>
                <a:gd name="connsiteY126" fmla="*/ 93535 h 188499"/>
                <a:gd name="connsiteX127" fmla="*/ 78581 w 241554"/>
                <a:gd name="connsiteY127" fmla="*/ 131254 h 188499"/>
                <a:gd name="connsiteX128" fmla="*/ 78581 w 241554"/>
                <a:gd name="connsiteY128" fmla="*/ 108680 h 188499"/>
                <a:gd name="connsiteX129" fmla="*/ 78676 w 241554"/>
                <a:gd name="connsiteY129" fmla="*/ 108680 h 188499"/>
                <a:gd name="connsiteX130" fmla="*/ 78676 w 241554"/>
                <a:gd name="connsiteY130" fmla="*/ 145066 h 188499"/>
                <a:gd name="connsiteX131" fmla="*/ 50863 w 241554"/>
                <a:gd name="connsiteY131" fmla="*/ 116396 h 188499"/>
                <a:gd name="connsiteX132" fmla="*/ 50863 w 241554"/>
                <a:gd name="connsiteY132" fmla="*/ 134207 h 188499"/>
                <a:gd name="connsiteX133" fmla="*/ 78676 w 241554"/>
                <a:gd name="connsiteY133" fmla="*/ 155734 h 188499"/>
                <a:gd name="connsiteX134" fmla="*/ 78676 w 241554"/>
                <a:gd name="connsiteY134" fmla="*/ 145066 h 188499"/>
                <a:gd name="connsiteX135" fmla="*/ 0 w 241554"/>
                <a:gd name="connsiteY135" fmla="*/ 120682 h 188499"/>
                <a:gd name="connsiteX136" fmla="*/ 1333 w 241554"/>
                <a:gd name="connsiteY136" fmla="*/ 119348 h 188499"/>
                <a:gd name="connsiteX137" fmla="*/ 50863 w 241554"/>
                <a:gd name="connsiteY137" fmla="*/ 147923 h 188499"/>
                <a:gd name="connsiteX138" fmla="*/ 50863 w 241554"/>
                <a:gd name="connsiteY138" fmla="*/ 171545 h 188499"/>
                <a:gd name="connsiteX139" fmla="*/ 0 w 241554"/>
                <a:gd name="connsiteY139" fmla="*/ 120682 h 188499"/>
                <a:gd name="connsiteX140" fmla="*/ 0 w 241554"/>
                <a:gd name="connsiteY140" fmla="*/ 120682 h 188499"/>
                <a:gd name="connsiteX141" fmla="*/ 50863 w 241554"/>
                <a:gd name="connsiteY141" fmla="*/ 69913 h 188499"/>
                <a:gd name="connsiteX142" fmla="*/ 50863 w 241554"/>
                <a:gd name="connsiteY142" fmla="*/ 93535 h 188499"/>
                <a:gd name="connsiteX143" fmla="*/ 46387 w 241554"/>
                <a:gd name="connsiteY143" fmla="*/ 87535 h 188499"/>
                <a:gd name="connsiteX144" fmla="*/ 40767 w 241554"/>
                <a:gd name="connsiteY144" fmla="*/ 79915 h 188499"/>
                <a:gd name="connsiteX145" fmla="*/ 50863 w 241554"/>
                <a:gd name="connsiteY145" fmla="*/ 69913 h 188499"/>
                <a:gd name="connsiteX146" fmla="*/ 50863 w 241554"/>
                <a:gd name="connsiteY146" fmla="*/ 69913 h 188499"/>
                <a:gd name="connsiteX147" fmla="*/ 50863 w 241554"/>
                <a:gd name="connsiteY147" fmla="*/ 116396 h 188499"/>
                <a:gd name="connsiteX148" fmla="*/ 33528 w 241554"/>
                <a:gd name="connsiteY148" fmla="*/ 98488 h 188499"/>
                <a:gd name="connsiteX149" fmla="*/ 28004 w 241554"/>
                <a:gd name="connsiteY149" fmla="*/ 92774 h 188499"/>
                <a:gd name="connsiteX150" fmla="*/ 14668 w 241554"/>
                <a:gd name="connsiteY150" fmla="*/ 106108 h 188499"/>
                <a:gd name="connsiteX151" fmla="*/ 50863 w 241554"/>
                <a:gd name="connsiteY151" fmla="*/ 134207 h 188499"/>
                <a:gd name="connsiteX152" fmla="*/ 50863 w 241554"/>
                <a:gd name="connsiteY152" fmla="*/ 116396 h 18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41554" h="188499">
                  <a:moveTo>
                    <a:pt x="155353" y="169831"/>
                  </a:moveTo>
                  <a:lnTo>
                    <a:pt x="155353" y="168592"/>
                  </a:lnTo>
                  <a:lnTo>
                    <a:pt x="229552" y="126206"/>
                  </a:lnTo>
                  <a:lnTo>
                    <a:pt x="240601" y="119920"/>
                  </a:lnTo>
                  <a:lnTo>
                    <a:pt x="241554" y="120872"/>
                  </a:lnTo>
                  <a:lnTo>
                    <a:pt x="173926" y="188500"/>
                  </a:lnTo>
                  <a:lnTo>
                    <a:pt x="155353" y="169831"/>
                  </a:lnTo>
                  <a:lnTo>
                    <a:pt x="155353" y="169831"/>
                  </a:lnTo>
                  <a:close/>
                  <a:moveTo>
                    <a:pt x="155353" y="161734"/>
                  </a:moveTo>
                  <a:lnTo>
                    <a:pt x="220123" y="112014"/>
                  </a:lnTo>
                  <a:lnTo>
                    <a:pt x="227267" y="106489"/>
                  </a:lnTo>
                  <a:lnTo>
                    <a:pt x="213836" y="93059"/>
                  </a:lnTo>
                  <a:lnTo>
                    <a:pt x="208312" y="98679"/>
                  </a:lnTo>
                  <a:lnTo>
                    <a:pt x="155353" y="152876"/>
                  </a:lnTo>
                  <a:lnTo>
                    <a:pt x="155353" y="161734"/>
                  </a:lnTo>
                  <a:lnTo>
                    <a:pt x="155353" y="161734"/>
                  </a:lnTo>
                  <a:close/>
                  <a:moveTo>
                    <a:pt x="155353" y="141732"/>
                  </a:moveTo>
                  <a:lnTo>
                    <a:pt x="195453" y="87725"/>
                  </a:lnTo>
                  <a:lnTo>
                    <a:pt x="200977" y="80200"/>
                  </a:lnTo>
                  <a:lnTo>
                    <a:pt x="186118" y="65342"/>
                  </a:lnTo>
                  <a:lnTo>
                    <a:pt x="179546" y="77629"/>
                  </a:lnTo>
                  <a:lnTo>
                    <a:pt x="155353" y="123158"/>
                  </a:lnTo>
                  <a:lnTo>
                    <a:pt x="155353" y="141732"/>
                  </a:lnTo>
                  <a:lnTo>
                    <a:pt x="155353" y="141732"/>
                  </a:lnTo>
                  <a:close/>
                  <a:moveTo>
                    <a:pt x="155353" y="94583"/>
                  </a:moveTo>
                  <a:lnTo>
                    <a:pt x="155353" y="34671"/>
                  </a:lnTo>
                  <a:lnTo>
                    <a:pt x="171545" y="50863"/>
                  </a:lnTo>
                  <a:lnTo>
                    <a:pt x="164116" y="70866"/>
                  </a:lnTo>
                  <a:lnTo>
                    <a:pt x="155353" y="94583"/>
                  </a:lnTo>
                  <a:close/>
                  <a:moveTo>
                    <a:pt x="155353" y="34576"/>
                  </a:moveTo>
                  <a:lnTo>
                    <a:pt x="155353" y="94488"/>
                  </a:lnTo>
                  <a:lnTo>
                    <a:pt x="135064" y="149447"/>
                  </a:lnTo>
                  <a:lnTo>
                    <a:pt x="131350" y="145733"/>
                  </a:lnTo>
                  <a:lnTo>
                    <a:pt x="131350" y="136970"/>
                  </a:lnTo>
                  <a:lnTo>
                    <a:pt x="146113" y="65532"/>
                  </a:lnTo>
                  <a:lnTo>
                    <a:pt x="152971" y="32195"/>
                  </a:lnTo>
                  <a:lnTo>
                    <a:pt x="155353" y="34576"/>
                  </a:lnTo>
                  <a:lnTo>
                    <a:pt x="155353" y="34576"/>
                  </a:lnTo>
                  <a:close/>
                  <a:moveTo>
                    <a:pt x="155353" y="123254"/>
                  </a:moveTo>
                  <a:lnTo>
                    <a:pt x="139160" y="153638"/>
                  </a:lnTo>
                  <a:lnTo>
                    <a:pt x="143351" y="157829"/>
                  </a:lnTo>
                  <a:lnTo>
                    <a:pt x="155353" y="141732"/>
                  </a:lnTo>
                  <a:lnTo>
                    <a:pt x="155353" y="123254"/>
                  </a:lnTo>
                  <a:lnTo>
                    <a:pt x="155353" y="123254"/>
                  </a:lnTo>
                  <a:close/>
                  <a:moveTo>
                    <a:pt x="155353" y="152971"/>
                  </a:moveTo>
                  <a:lnTo>
                    <a:pt x="155353" y="161830"/>
                  </a:lnTo>
                  <a:lnTo>
                    <a:pt x="150781" y="165354"/>
                  </a:lnTo>
                  <a:lnTo>
                    <a:pt x="146971" y="161544"/>
                  </a:lnTo>
                  <a:lnTo>
                    <a:pt x="155353" y="152971"/>
                  </a:lnTo>
                  <a:lnTo>
                    <a:pt x="155353" y="152971"/>
                  </a:lnTo>
                  <a:close/>
                  <a:moveTo>
                    <a:pt x="155353" y="168592"/>
                  </a:moveTo>
                  <a:lnTo>
                    <a:pt x="155353" y="169831"/>
                  </a:lnTo>
                  <a:lnTo>
                    <a:pt x="154496" y="168974"/>
                  </a:lnTo>
                  <a:lnTo>
                    <a:pt x="155353" y="168592"/>
                  </a:lnTo>
                  <a:lnTo>
                    <a:pt x="155353" y="168592"/>
                  </a:lnTo>
                  <a:close/>
                  <a:moveTo>
                    <a:pt x="131350" y="33909"/>
                  </a:moveTo>
                  <a:lnTo>
                    <a:pt x="132874" y="12097"/>
                  </a:lnTo>
                  <a:lnTo>
                    <a:pt x="131350" y="10573"/>
                  </a:lnTo>
                  <a:lnTo>
                    <a:pt x="131350" y="33909"/>
                  </a:lnTo>
                  <a:close/>
                  <a:moveTo>
                    <a:pt x="131350" y="10573"/>
                  </a:moveTo>
                  <a:lnTo>
                    <a:pt x="131350" y="33909"/>
                  </a:lnTo>
                  <a:lnTo>
                    <a:pt x="129350" y="63341"/>
                  </a:lnTo>
                  <a:lnTo>
                    <a:pt x="124206" y="138684"/>
                  </a:lnTo>
                  <a:lnTo>
                    <a:pt x="117538" y="138493"/>
                  </a:lnTo>
                  <a:lnTo>
                    <a:pt x="112585" y="63341"/>
                  </a:lnTo>
                  <a:lnTo>
                    <a:pt x="110490" y="31528"/>
                  </a:lnTo>
                  <a:lnTo>
                    <a:pt x="110490" y="10287"/>
                  </a:lnTo>
                  <a:lnTo>
                    <a:pt x="120777" y="0"/>
                  </a:lnTo>
                  <a:lnTo>
                    <a:pt x="131350" y="10573"/>
                  </a:lnTo>
                  <a:lnTo>
                    <a:pt x="131350" y="10573"/>
                  </a:lnTo>
                  <a:close/>
                  <a:moveTo>
                    <a:pt x="131350" y="137065"/>
                  </a:moveTo>
                  <a:lnTo>
                    <a:pt x="129826" y="144304"/>
                  </a:lnTo>
                  <a:lnTo>
                    <a:pt x="131350" y="145828"/>
                  </a:lnTo>
                  <a:lnTo>
                    <a:pt x="131350" y="137065"/>
                  </a:lnTo>
                  <a:lnTo>
                    <a:pt x="131350" y="137065"/>
                  </a:lnTo>
                  <a:close/>
                  <a:moveTo>
                    <a:pt x="110490" y="145542"/>
                  </a:moveTo>
                  <a:lnTo>
                    <a:pt x="111823" y="144209"/>
                  </a:lnTo>
                  <a:lnTo>
                    <a:pt x="110490" y="137732"/>
                  </a:lnTo>
                  <a:lnTo>
                    <a:pt x="110490" y="145542"/>
                  </a:lnTo>
                  <a:close/>
                  <a:moveTo>
                    <a:pt x="78676" y="164021"/>
                  </a:moveTo>
                  <a:lnTo>
                    <a:pt x="87058" y="168878"/>
                  </a:lnTo>
                  <a:lnTo>
                    <a:pt x="78676" y="177260"/>
                  </a:lnTo>
                  <a:lnTo>
                    <a:pt x="78676" y="164021"/>
                  </a:lnTo>
                  <a:lnTo>
                    <a:pt x="78676" y="164021"/>
                  </a:lnTo>
                  <a:close/>
                  <a:moveTo>
                    <a:pt x="110490" y="10287"/>
                  </a:moveTo>
                  <a:lnTo>
                    <a:pt x="110490" y="31528"/>
                  </a:lnTo>
                  <a:lnTo>
                    <a:pt x="109156" y="11525"/>
                  </a:lnTo>
                  <a:lnTo>
                    <a:pt x="110490" y="10287"/>
                  </a:lnTo>
                  <a:lnTo>
                    <a:pt x="110490" y="10287"/>
                  </a:lnTo>
                  <a:close/>
                  <a:moveTo>
                    <a:pt x="110490" y="137732"/>
                  </a:moveTo>
                  <a:lnTo>
                    <a:pt x="110490" y="145447"/>
                  </a:lnTo>
                  <a:lnTo>
                    <a:pt x="106585" y="149352"/>
                  </a:lnTo>
                  <a:lnTo>
                    <a:pt x="78772" y="73247"/>
                  </a:lnTo>
                  <a:lnTo>
                    <a:pt x="78772" y="42005"/>
                  </a:lnTo>
                  <a:lnTo>
                    <a:pt x="88963" y="31813"/>
                  </a:lnTo>
                  <a:lnTo>
                    <a:pt x="95821" y="65532"/>
                  </a:lnTo>
                  <a:lnTo>
                    <a:pt x="110490" y="137732"/>
                  </a:lnTo>
                  <a:lnTo>
                    <a:pt x="110490" y="137732"/>
                  </a:lnTo>
                  <a:close/>
                  <a:moveTo>
                    <a:pt x="78676" y="155734"/>
                  </a:moveTo>
                  <a:lnTo>
                    <a:pt x="90773" y="165163"/>
                  </a:lnTo>
                  <a:lnTo>
                    <a:pt x="94488" y="161449"/>
                  </a:lnTo>
                  <a:lnTo>
                    <a:pt x="78581" y="145066"/>
                  </a:lnTo>
                  <a:lnTo>
                    <a:pt x="78581" y="155734"/>
                  </a:lnTo>
                  <a:lnTo>
                    <a:pt x="78676" y="155734"/>
                  </a:lnTo>
                  <a:close/>
                  <a:moveTo>
                    <a:pt x="78676" y="131350"/>
                  </a:moveTo>
                  <a:lnTo>
                    <a:pt x="98203" y="157829"/>
                  </a:lnTo>
                  <a:lnTo>
                    <a:pt x="102394" y="153638"/>
                  </a:lnTo>
                  <a:lnTo>
                    <a:pt x="78676" y="108775"/>
                  </a:lnTo>
                  <a:lnTo>
                    <a:pt x="78676" y="131350"/>
                  </a:lnTo>
                  <a:close/>
                  <a:moveTo>
                    <a:pt x="50863" y="148018"/>
                  </a:moveTo>
                  <a:lnTo>
                    <a:pt x="78676" y="164116"/>
                  </a:lnTo>
                  <a:lnTo>
                    <a:pt x="78676" y="177355"/>
                  </a:lnTo>
                  <a:lnTo>
                    <a:pt x="67627" y="188404"/>
                  </a:lnTo>
                  <a:lnTo>
                    <a:pt x="50863" y="171641"/>
                  </a:lnTo>
                  <a:lnTo>
                    <a:pt x="50863" y="148018"/>
                  </a:lnTo>
                  <a:lnTo>
                    <a:pt x="50863" y="148018"/>
                  </a:lnTo>
                  <a:close/>
                  <a:moveTo>
                    <a:pt x="78676" y="42005"/>
                  </a:moveTo>
                  <a:lnTo>
                    <a:pt x="78676" y="73247"/>
                  </a:lnTo>
                  <a:lnTo>
                    <a:pt x="77724" y="70580"/>
                  </a:lnTo>
                  <a:lnTo>
                    <a:pt x="70294" y="50292"/>
                  </a:lnTo>
                  <a:lnTo>
                    <a:pt x="78676" y="42005"/>
                  </a:lnTo>
                  <a:lnTo>
                    <a:pt x="78676" y="42005"/>
                  </a:lnTo>
                  <a:close/>
                  <a:moveTo>
                    <a:pt x="78676" y="108680"/>
                  </a:moveTo>
                  <a:lnTo>
                    <a:pt x="62198" y="77533"/>
                  </a:lnTo>
                  <a:lnTo>
                    <a:pt x="55626" y="65056"/>
                  </a:lnTo>
                  <a:lnTo>
                    <a:pt x="50768" y="69913"/>
                  </a:lnTo>
                  <a:lnTo>
                    <a:pt x="50768" y="93535"/>
                  </a:lnTo>
                  <a:lnTo>
                    <a:pt x="78581" y="131254"/>
                  </a:lnTo>
                  <a:lnTo>
                    <a:pt x="78581" y="108680"/>
                  </a:lnTo>
                  <a:lnTo>
                    <a:pt x="78676" y="108680"/>
                  </a:lnTo>
                  <a:close/>
                  <a:moveTo>
                    <a:pt x="78676" y="145066"/>
                  </a:moveTo>
                  <a:lnTo>
                    <a:pt x="50863" y="116396"/>
                  </a:lnTo>
                  <a:lnTo>
                    <a:pt x="50863" y="134207"/>
                  </a:lnTo>
                  <a:lnTo>
                    <a:pt x="78676" y="155734"/>
                  </a:lnTo>
                  <a:lnTo>
                    <a:pt x="78676" y="145066"/>
                  </a:lnTo>
                  <a:close/>
                  <a:moveTo>
                    <a:pt x="0" y="120682"/>
                  </a:moveTo>
                  <a:lnTo>
                    <a:pt x="1333" y="119348"/>
                  </a:lnTo>
                  <a:lnTo>
                    <a:pt x="50863" y="147923"/>
                  </a:lnTo>
                  <a:lnTo>
                    <a:pt x="50863" y="171545"/>
                  </a:lnTo>
                  <a:lnTo>
                    <a:pt x="0" y="120682"/>
                  </a:lnTo>
                  <a:lnTo>
                    <a:pt x="0" y="120682"/>
                  </a:lnTo>
                  <a:close/>
                  <a:moveTo>
                    <a:pt x="50863" y="69913"/>
                  </a:moveTo>
                  <a:lnTo>
                    <a:pt x="50863" y="93535"/>
                  </a:lnTo>
                  <a:lnTo>
                    <a:pt x="46387" y="87535"/>
                  </a:lnTo>
                  <a:lnTo>
                    <a:pt x="40767" y="79915"/>
                  </a:lnTo>
                  <a:lnTo>
                    <a:pt x="50863" y="69913"/>
                  </a:lnTo>
                  <a:lnTo>
                    <a:pt x="50863" y="69913"/>
                  </a:lnTo>
                  <a:close/>
                  <a:moveTo>
                    <a:pt x="50863" y="116396"/>
                  </a:moveTo>
                  <a:lnTo>
                    <a:pt x="33528" y="98488"/>
                  </a:lnTo>
                  <a:lnTo>
                    <a:pt x="28004" y="92774"/>
                  </a:lnTo>
                  <a:lnTo>
                    <a:pt x="14668" y="106108"/>
                  </a:lnTo>
                  <a:lnTo>
                    <a:pt x="50863" y="134207"/>
                  </a:lnTo>
                  <a:lnTo>
                    <a:pt x="50863" y="116396"/>
                  </a:lnTo>
                  <a:close/>
                </a:path>
              </a:pathLst>
            </a:custGeom>
            <a:solidFill>
              <a:srgbClr val="0DB0B3"/>
            </a:solidFill>
            <a:ln w="9525" cap="flat">
              <a:noFill/>
              <a:prstDash val="solid"/>
              <a:miter/>
            </a:ln>
          </p:spPr>
          <p:txBody>
            <a:bodyPr rtlCol="0" anchor="ctr"/>
            <a:lstStyle/>
            <a:p>
              <a:endParaRPr lang="mn-MN" sz="2040"/>
            </a:p>
          </p:txBody>
        </p:sp>
      </p:grpSp>
    </p:spTree>
    <p:extLst>
      <p:ext uri="{BB962C8B-B14F-4D97-AF65-F5344CB8AC3E}">
        <p14:creationId xmlns:p14="http://schemas.microsoft.com/office/powerpoint/2010/main" val="1684461204"/>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45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128B6ADB-5BA8-7EA3-F93E-EC6199C4A888}"/>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solidFill>
                  <a:srgbClr val="00B0B0"/>
                </a:solidFill>
              </a:defRPr>
            </a:lvl1pPr>
            <a:lvl2pPr marL="652723" indent="-326362">
              <a:lnSpc>
                <a:spcPct val="90000"/>
              </a:lnSpc>
              <a:spcBef>
                <a:spcPts val="0"/>
              </a:spcBef>
              <a:spcAft>
                <a:spcPts val="680"/>
              </a:spcAft>
              <a:defRPr>
                <a:solidFill>
                  <a:srgbClr val="00B0B0"/>
                </a:solidFill>
              </a:defRPr>
            </a:lvl2pPr>
            <a:lvl3pPr marL="979085" indent="-326362">
              <a:lnSpc>
                <a:spcPct val="90000"/>
              </a:lnSpc>
              <a:spcBef>
                <a:spcPts val="0"/>
              </a:spcBef>
              <a:spcAft>
                <a:spcPts val="680"/>
              </a:spcAft>
              <a:defRPr>
                <a:solidFill>
                  <a:srgbClr val="00B0B0"/>
                </a:solidFill>
              </a:defRPr>
            </a:lvl3pPr>
            <a:lvl4pPr marL="1305446" indent="-326362">
              <a:lnSpc>
                <a:spcPct val="90000"/>
              </a:lnSpc>
              <a:spcBef>
                <a:spcPts val="0"/>
              </a:spcBef>
              <a:spcAft>
                <a:spcPts val="680"/>
              </a:spcAft>
              <a:defRPr>
                <a:solidFill>
                  <a:srgbClr val="00B0B0"/>
                </a:solidFill>
              </a:defRPr>
            </a:lvl4pPr>
            <a:lvl5pPr marL="1631808" indent="-326362">
              <a:lnSpc>
                <a:spcPct val="90000"/>
              </a:lnSpc>
              <a:spcBef>
                <a:spcPts val="0"/>
              </a:spcBef>
              <a:spcAft>
                <a:spcPts val="680"/>
              </a:spcAft>
              <a:defRPr>
                <a:solidFill>
                  <a:srgbClr val="00B0B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8" name="Graphic 7">
            <a:extLst>
              <a:ext uri="{FF2B5EF4-FFF2-40B4-BE49-F238E27FC236}">
                <a16:creationId xmlns:a16="http://schemas.microsoft.com/office/drawing/2014/main" id="{5B8EA083-81AE-2046-A837-EAB16699527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2176044461"/>
      </p:ext>
    </p:extLst>
  </p:cSld>
  <p:clrMapOvr>
    <a:masterClrMapping/>
  </p:clrMapOvr>
  <p:extLst>
    <p:ext uri="{DCECCB84-F9BA-43D5-87BE-67443E8EF086}">
      <p15:sldGuideLst xmlns:p15="http://schemas.microsoft.com/office/powerpoint/2012/main">
        <p15:guide id="1" orient="horz" pos="4038">
          <p15:clr>
            <a:srgbClr val="FBAE40"/>
          </p15:clr>
        </p15:guide>
        <p15:guide id="2" pos="8133">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44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128B6ADB-5BA8-7EA3-F93E-EC6199C4A888}"/>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solidFill>
                  <a:srgbClr val="00B0B0"/>
                </a:solidFill>
              </a:defRPr>
            </a:lvl1pPr>
            <a:lvl2pPr marL="652723" indent="-326362">
              <a:lnSpc>
                <a:spcPct val="90000"/>
              </a:lnSpc>
              <a:spcBef>
                <a:spcPts val="0"/>
              </a:spcBef>
              <a:spcAft>
                <a:spcPts val="680"/>
              </a:spcAft>
              <a:defRPr>
                <a:solidFill>
                  <a:srgbClr val="00B0B0"/>
                </a:solidFill>
              </a:defRPr>
            </a:lvl2pPr>
            <a:lvl3pPr marL="979085" indent="-326362">
              <a:lnSpc>
                <a:spcPct val="90000"/>
              </a:lnSpc>
              <a:spcBef>
                <a:spcPts val="0"/>
              </a:spcBef>
              <a:spcAft>
                <a:spcPts val="680"/>
              </a:spcAft>
              <a:defRPr>
                <a:solidFill>
                  <a:srgbClr val="00B0B0"/>
                </a:solidFill>
              </a:defRPr>
            </a:lvl3pPr>
            <a:lvl4pPr marL="1305446" indent="-326362">
              <a:lnSpc>
                <a:spcPct val="90000"/>
              </a:lnSpc>
              <a:spcBef>
                <a:spcPts val="0"/>
              </a:spcBef>
              <a:spcAft>
                <a:spcPts val="680"/>
              </a:spcAft>
              <a:defRPr>
                <a:solidFill>
                  <a:srgbClr val="00B0B0"/>
                </a:solidFill>
              </a:defRPr>
            </a:lvl4pPr>
            <a:lvl5pPr marL="1631808" indent="-326362">
              <a:lnSpc>
                <a:spcPct val="90000"/>
              </a:lnSpc>
              <a:spcBef>
                <a:spcPts val="0"/>
              </a:spcBef>
              <a:spcAft>
                <a:spcPts val="680"/>
              </a:spcAft>
              <a:defRPr>
                <a:solidFill>
                  <a:srgbClr val="00B0B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8" name="Graphic 7">
            <a:extLst>
              <a:ext uri="{FF2B5EF4-FFF2-40B4-BE49-F238E27FC236}">
                <a16:creationId xmlns:a16="http://schemas.microsoft.com/office/drawing/2014/main" id="{DBD94A88-AE43-8D02-101F-16AC034ADC8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3236068662"/>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43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3" name="Graphic 12">
            <a:extLst>
              <a:ext uri="{FF2B5EF4-FFF2-40B4-BE49-F238E27FC236}">
                <a16:creationId xmlns:a16="http://schemas.microsoft.com/office/drawing/2014/main" id="{29A8ACE9-9BFA-79DB-75EA-C89E1EC8FDA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97A8FA7B-4945-483C-0E4C-77DEFC2F7B54}"/>
              </a:ext>
            </a:extLst>
          </p:cNvPr>
          <p:cNvGrpSpPr/>
          <p:nvPr userDrawn="1"/>
        </p:nvGrpSpPr>
        <p:grpSpPr>
          <a:xfrm>
            <a:off x="0" y="6616700"/>
            <a:ext cx="13816013" cy="1155700"/>
            <a:chOff x="0" y="6616700"/>
            <a:chExt cx="13816013" cy="1155700"/>
          </a:xfrm>
        </p:grpSpPr>
        <p:cxnSp>
          <p:nvCxnSpPr>
            <p:cNvPr id="3" name="Straight Connector 2">
              <a:extLst>
                <a:ext uri="{FF2B5EF4-FFF2-40B4-BE49-F238E27FC236}">
                  <a16:creationId xmlns:a16="http://schemas.microsoft.com/office/drawing/2014/main" id="{90C53B7D-2F18-4D00-D89A-F0EB2938DD90}"/>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796A1B3-99D0-1A2B-335E-9D30C7325AB5}"/>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940866"/>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3" name="Graphic 12">
            <a:extLst>
              <a:ext uri="{FF2B5EF4-FFF2-40B4-BE49-F238E27FC236}">
                <a16:creationId xmlns:a16="http://schemas.microsoft.com/office/drawing/2014/main" id="{29A8ACE9-9BFA-79DB-75EA-C89E1EC8FDA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97A8FA7B-4945-483C-0E4C-77DEFC2F7B54}"/>
              </a:ext>
            </a:extLst>
          </p:cNvPr>
          <p:cNvGrpSpPr/>
          <p:nvPr userDrawn="1"/>
        </p:nvGrpSpPr>
        <p:grpSpPr>
          <a:xfrm>
            <a:off x="0" y="7025268"/>
            <a:ext cx="13816013" cy="747132"/>
            <a:chOff x="0" y="6616700"/>
            <a:chExt cx="13816013" cy="1155700"/>
          </a:xfrm>
        </p:grpSpPr>
        <p:cxnSp>
          <p:nvCxnSpPr>
            <p:cNvPr id="3" name="Straight Connector 2">
              <a:extLst>
                <a:ext uri="{FF2B5EF4-FFF2-40B4-BE49-F238E27FC236}">
                  <a16:creationId xmlns:a16="http://schemas.microsoft.com/office/drawing/2014/main" id="{90C53B7D-2F18-4D00-D89A-F0EB2938DD90}"/>
                </a:ext>
              </a:extLst>
            </p:cNvPr>
            <p:cNvCxnSpPr/>
            <p:nvPr userDrawn="1"/>
          </p:nvCxnSpPr>
          <p:spPr>
            <a:xfrm>
              <a:off x="0" y="6616700"/>
              <a:ext cx="13816013" cy="0"/>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796A1B3-99D0-1A2B-335E-9D30C7325AB5}"/>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13064964"/>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8054"/>
            <a:ext cx="13816013" cy="7790454"/>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6" name="Graphic 15">
            <a:extLst>
              <a:ext uri="{FF2B5EF4-FFF2-40B4-BE49-F238E27FC236}">
                <a16:creationId xmlns:a16="http://schemas.microsoft.com/office/drawing/2014/main" id="{2110D019-FB60-A35D-5C2D-A535CA687FFE}"/>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7FAAEA0C-4177-5CF1-B570-AA6332A4E731}"/>
              </a:ext>
            </a:extLst>
          </p:cNvPr>
          <p:cNvGrpSpPr/>
          <p:nvPr userDrawn="1"/>
        </p:nvGrpSpPr>
        <p:grpSpPr>
          <a:xfrm>
            <a:off x="0" y="901700"/>
            <a:ext cx="13816013" cy="6870700"/>
            <a:chOff x="0" y="901700"/>
            <a:chExt cx="13816013" cy="6870700"/>
          </a:xfrm>
        </p:grpSpPr>
        <p:cxnSp>
          <p:nvCxnSpPr>
            <p:cNvPr id="3" name="Straight Connector 2">
              <a:extLst>
                <a:ext uri="{FF2B5EF4-FFF2-40B4-BE49-F238E27FC236}">
                  <a16:creationId xmlns:a16="http://schemas.microsoft.com/office/drawing/2014/main" id="{6BF3B860-83CE-64BF-2D26-C75B408C7022}"/>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C34CFF3-BD2A-5659-C464-BC70F8EDDC6C}"/>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87D857B-8C3A-250C-FF7B-489B73C9578F}"/>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0052422"/>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1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56313"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6901106"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12" name="Graphic 11">
            <a:extLst>
              <a:ext uri="{FF2B5EF4-FFF2-40B4-BE49-F238E27FC236}">
                <a16:creationId xmlns:a16="http://schemas.microsoft.com/office/drawing/2014/main" id="{715EFC0B-BA24-07A8-7937-2CD8AE0089F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377760434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E84D11AC-F11F-7CB2-2330-DCB71E394EDD}"/>
              </a:ext>
            </a:extLst>
          </p:cNvPr>
          <p:cNvSpPr>
            <a:spLocks noGrp="1"/>
          </p:cNvSpPr>
          <p:nvPr>
            <p:ph idx="16"/>
          </p:nvPr>
        </p:nvSpPr>
        <p:spPr>
          <a:xfrm>
            <a:off x="56313" y="1213582"/>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5" name="Content Placeholder 2">
            <a:extLst>
              <a:ext uri="{FF2B5EF4-FFF2-40B4-BE49-F238E27FC236}">
                <a16:creationId xmlns:a16="http://schemas.microsoft.com/office/drawing/2014/main" id="{9B044B25-E417-40BB-1A56-C90C2A618175}"/>
              </a:ext>
            </a:extLst>
          </p:cNvPr>
          <p:cNvSpPr>
            <a:spLocks noGrp="1"/>
          </p:cNvSpPr>
          <p:nvPr>
            <p:ph idx="17"/>
          </p:nvPr>
        </p:nvSpPr>
        <p:spPr>
          <a:xfrm>
            <a:off x="56313" y="4447288"/>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6" name="Content Placeholder 2">
            <a:extLst>
              <a:ext uri="{FF2B5EF4-FFF2-40B4-BE49-F238E27FC236}">
                <a16:creationId xmlns:a16="http://schemas.microsoft.com/office/drawing/2014/main" id="{A6BD406B-5D3E-79E7-FF58-8DDBC4CE027F}"/>
              </a:ext>
            </a:extLst>
          </p:cNvPr>
          <p:cNvSpPr>
            <a:spLocks noGrp="1"/>
          </p:cNvSpPr>
          <p:nvPr>
            <p:ph idx="18"/>
          </p:nvPr>
        </p:nvSpPr>
        <p:spPr>
          <a:xfrm>
            <a:off x="4708331" y="1213582"/>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7" name="Content Placeholder 2">
            <a:extLst>
              <a:ext uri="{FF2B5EF4-FFF2-40B4-BE49-F238E27FC236}">
                <a16:creationId xmlns:a16="http://schemas.microsoft.com/office/drawing/2014/main" id="{E768D76A-BA7F-F6BC-7090-8D17BC1C7E7D}"/>
              </a:ext>
            </a:extLst>
          </p:cNvPr>
          <p:cNvSpPr>
            <a:spLocks noGrp="1"/>
          </p:cNvSpPr>
          <p:nvPr>
            <p:ph idx="19"/>
          </p:nvPr>
        </p:nvSpPr>
        <p:spPr>
          <a:xfrm>
            <a:off x="4708331" y="4447288"/>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8" name="Content Placeholder 2">
            <a:extLst>
              <a:ext uri="{FF2B5EF4-FFF2-40B4-BE49-F238E27FC236}">
                <a16:creationId xmlns:a16="http://schemas.microsoft.com/office/drawing/2014/main" id="{7F40B614-E915-6F6F-53AF-D21A4420BD3D}"/>
              </a:ext>
            </a:extLst>
          </p:cNvPr>
          <p:cNvSpPr>
            <a:spLocks noGrp="1"/>
          </p:cNvSpPr>
          <p:nvPr>
            <p:ph idx="20"/>
          </p:nvPr>
        </p:nvSpPr>
        <p:spPr>
          <a:xfrm>
            <a:off x="9304036" y="1213329"/>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39" name="Content Placeholder 2">
            <a:extLst>
              <a:ext uri="{FF2B5EF4-FFF2-40B4-BE49-F238E27FC236}">
                <a16:creationId xmlns:a16="http://schemas.microsoft.com/office/drawing/2014/main" id="{992F88BB-A06B-2591-F079-0198D290EBDA}"/>
              </a:ext>
            </a:extLst>
          </p:cNvPr>
          <p:cNvSpPr>
            <a:spLocks noGrp="1"/>
          </p:cNvSpPr>
          <p:nvPr>
            <p:ph idx="21"/>
          </p:nvPr>
        </p:nvSpPr>
        <p:spPr>
          <a:xfrm>
            <a:off x="9304036" y="4447035"/>
            <a:ext cx="4455664" cy="310896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6" name="Graphic 5">
            <a:extLst>
              <a:ext uri="{FF2B5EF4-FFF2-40B4-BE49-F238E27FC236}">
                <a16:creationId xmlns:a16="http://schemas.microsoft.com/office/drawing/2014/main" id="{E02A758B-32CF-F461-ACA2-5EE4125C5BC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231834015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0" y="1"/>
            <a:ext cx="1381601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151778"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8499836"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3151778"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8499836"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13" name="Graphic 12">
            <a:extLst>
              <a:ext uri="{FF2B5EF4-FFF2-40B4-BE49-F238E27FC236}">
                <a16:creationId xmlns:a16="http://schemas.microsoft.com/office/drawing/2014/main" id="{236E21F7-7955-2369-13D9-D9D21C8377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350117970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pic>
        <p:nvPicPr>
          <p:cNvPr id="10" name="Picture 9" descr="A green and black background&#10;&#10;Description automatically generated">
            <a:extLst>
              <a:ext uri="{FF2B5EF4-FFF2-40B4-BE49-F238E27FC236}">
                <a16:creationId xmlns:a16="http://schemas.microsoft.com/office/drawing/2014/main" id="{C1D21871-C428-A018-B8E6-C8168A13EAC7}"/>
              </a:ext>
            </a:extLst>
          </p:cNvPr>
          <p:cNvPicPr>
            <a:picLocks noChangeAspect="1"/>
          </p:cNvPicPr>
          <p:nvPr userDrawn="1"/>
        </p:nvPicPr>
        <p:blipFill rotWithShape="1">
          <a:blip r:embed="rId2"/>
          <a:srcRect t="411" b="15208"/>
          <a:stretch/>
        </p:blipFill>
        <p:spPr>
          <a:xfrm>
            <a:off x="3151778" y="1093600"/>
            <a:ext cx="10664235" cy="6696855"/>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151778"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8499836" y="1183768"/>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3151778"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8499836" y="4416691"/>
            <a:ext cx="525296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13" name="Graphic 12">
            <a:extLst>
              <a:ext uri="{FF2B5EF4-FFF2-40B4-BE49-F238E27FC236}">
                <a16:creationId xmlns:a16="http://schemas.microsoft.com/office/drawing/2014/main" id="{321AA805-0A14-0A8C-7DD5-9BADB7584288}"/>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310961683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grpSp>
        <p:nvGrpSpPr>
          <p:cNvPr id="2" name="Group 1">
            <a:extLst>
              <a:ext uri="{FF2B5EF4-FFF2-40B4-BE49-F238E27FC236}">
                <a16:creationId xmlns:a16="http://schemas.microsoft.com/office/drawing/2014/main" id="{C6F6D318-D1BB-DAA5-89FB-D1A7329C55A3}"/>
              </a:ext>
            </a:extLst>
          </p:cNvPr>
          <p:cNvGrpSpPr/>
          <p:nvPr userDrawn="1"/>
        </p:nvGrpSpPr>
        <p:grpSpPr>
          <a:xfrm>
            <a:off x="0" y="901700"/>
            <a:ext cx="13816013" cy="6870700"/>
            <a:chOff x="0" y="901700"/>
            <a:chExt cx="13816013" cy="6870700"/>
          </a:xfrm>
        </p:grpSpPr>
        <p:cxnSp>
          <p:nvCxnSpPr>
            <p:cNvPr id="3" name="Straight Connector 2">
              <a:extLst>
                <a:ext uri="{FF2B5EF4-FFF2-40B4-BE49-F238E27FC236}">
                  <a16:creationId xmlns:a16="http://schemas.microsoft.com/office/drawing/2014/main" id="{F168F69D-5675-79C8-0A9F-52AA2F35709E}"/>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36355C4-3CCE-FF10-F2F7-C4757031E01D}"/>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DC62DE9-501B-0E58-23C3-EB8217FC8242}"/>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28970222"/>
      </p:ext>
    </p:extLst>
  </p:cSld>
  <p:clrMapOvr>
    <a:masterClrMapping/>
  </p:clrMapOvr>
  <p:extLst>
    <p:ext uri="{DCECCB84-F9BA-43D5-87BE-67443E8EF086}">
      <p15:sldGuideLst xmlns:p15="http://schemas.microsoft.com/office/powerpoint/2012/main">
        <p15:guide id="1" orient="horz" pos="4576">
          <p15:clr>
            <a:srgbClr val="FBAE40"/>
          </p15:clr>
        </p15:guide>
        <p15:guide id="2" pos="7177">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1"/>
            <a:ext cx="13816013" cy="7790454"/>
          </a:xfrm>
          <a:prstGeom prst="rect">
            <a:avLst/>
          </a:prstGeom>
        </p:spPr>
      </p:pic>
      <p:pic>
        <p:nvPicPr>
          <p:cNvPr id="23" name="Graphic 22">
            <a:extLst>
              <a:ext uri="{FF2B5EF4-FFF2-40B4-BE49-F238E27FC236}">
                <a16:creationId xmlns:a16="http://schemas.microsoft.com/office/drawing/2014/main" id="{55E567DC-999E-D5EC-F6F9-FC21E22BD1D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3" name="Group 2">
            <a:extLst>
              <a:ext uri="{FF2B5EF4-FFF2-40B4-BE49-F238E27FC236}">
                <a16:creationId xmlns:a16="http://schemas.microsoft.com/office/drawing/2014/main" id="{E507FA90-2B9D-A88F-448A-B7DFAAFD220F}"/>
              </a:ext>
            </a:extLst>
          </p:cNvPr>
          <p:cNvGrpSpPr/>
          <p:nvPr userDrawn="1"/>
        </p:nvGrpSpPr>
        <p:grpSpPr>
          <a:xfrm>
            <a:off x="0" y="6616700"/>
            <a:ext cx="13816013" cy="1155700"/>
            <a:chOff x="0" y="6616700"/>
            <a:chExt cx="13816013" cy="1155700"/>
          </a:xfrm>
        </p:grpSpPr>
        <p:cxnSp>
          <p:nvCxnSpPr>
            <p:cNvPr id="5" name="Straight Connector 4">
              <a:extLst>
                <a:ext uri="{FF2B5EF4-FFF2-40B4-BE49-F238E27FC236}">
                  <a16:creationId xmlns:a16="http://schemas.microsoft.com/office/drawing/2014/main" id="{CC4408E3-F5CC-9894-6E08-31D317CDD0FA}"/>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56169EE-B2FE-72CA-E152-62C742301928}"/>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90666539"/>
      </p:ext>
    </p:extLst>
  </p:cSld>
  <p:clrMapOvr>
    <a:masterClrMapping/>
  </p:clrMapOvr>
  <p:extLst>
    <p:ext uri="{DCECCB84-F9BA-43D5-87BE-67443E8EF086}">
      <p15:sldGuideLst xmlns:p15="http://schemas.microsoft.com/office/powerpoint/2012/main">
        <p15:guide id="1" orient="horz" pos="4576">
          <p15:clr>
            <a:srgbClr val="FBAE40"/>
          </p15:clr>
        </p15:guide>
        <p15:guide id="2" pos="8133">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5" name="Picture 4" descr="A green and black background">
            <a:extLst>
              <a:ext uri="{FF2B5EF4-FFF2-40B4-BE49-F238E27FC236}">
                <a16:creationId xmlns:a16="http://schemas.microsoft.com/office/drawing/2014/main" id="{1B7B4230-1C25-6E3F-33F8-1DE4A640C1E4}"/>
              </a:ext>
            </a:extLst>
          </p:cNvPr>
          <p:cNvPicPr>
            <a:picLocks noChangeAspect="1"/>
          </p:cNvPicPr>
          <p:nvPr userDrawn="1"/>
        </p:nvPicPr>
        <p:blipFill rotWithShape="1">
          <a:blip r:embed="rId2"/>
          <a:srcRect b="89455"/>
          <a:stretch/>
        </p:blipFill>
        <p:spPr>
          <a:xfrm>
            <a:off x="0" y="0"/>
            <a:ext cx="13816013" cy="987008"/>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7" name="Graphic 6">
            <a:extLst>
              <a:ext uri="{FF2B5EF4-FFF2-40B4-BE49-F238E27FC236}">
                <a16:creationId xmlns:a16="http://schemas.microsoft.com/office/drawing/2014/main" id="{F388E419-FF75-2018-3068-9A2C089E50D3}"/>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383207619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5" name="Picture 4" descr="A green and black background&#10;&#10;Description automatically generated">
            <a:extLst>
              <a:ext uri="{FF2B5EF4-FFF2-40B4-BE49-F238E27FC236}">
                <a16:creationId xmlns:a16="http://schemas.microsoft.com/office/drawing/2014/main" id="{2C751C0F-A7D7-8046-F994-F3C9A3D070C4}"/>
              </a:ext>
            </a:extLst>
          </p:cNvPr>
          <p:cNvPicPr>
            <a:picLocks noChangeAspect="1"/>
          </p:cNvPicPr>
          <p:nvPr userDrawn="1"/>
        </p:nvPicPr>
        <p:blipFill rotWithShape="1">
          <a:blip r:embed="rId2"/>
          <a:srcRect b="89455"/>
          <a:stretch/>
        </p:blipFill>
        <p:spPr>
          <a:xfrm>
            <a:off x="0" y="1"/>
            <a:ext cx="13816013" cy="96892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rgbClr val="00B0B0"/>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7" name="Graphic 6">
            <a:extLst>
              <a:ext uri="{FF2B5EF4-FFF2-40B4-BE49-F238E27FC236}">
                <a16:creationId xmlns:a16="http://schemas.microsoft.com/office/drawing/2014/main" id="{EB140B65-65B6-82FB-532C-3A959C522AA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38415294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 preserve="1">
  <p:cSld name="3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tx1"/>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BC76FC0A-AA8F-5CBB-C7A5-2F7C27281D1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354349492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685169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0"/>
            <a:ext cx="685169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pic>
        <p:nvPicPr>
          <p:cNvPr id="8" name="Graphic 7">
            <a:extLst>
              <a:ext uri="{FF2B5EF4-FFF2-40B4-BE49-F238E27FC236}">
                <a16:creationId xmlns:a16="http://schemas.microsoft.com/office/drawing/2014/main" id="{FDFDE1E9-124C-8162-7EE3-3B3E4A19F52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1182336" y="226532"/>
            <a:ext cx="2207541" cy="637068"/>
          </a:xfrm>
          <a:prstGeom prst="rect">
            <a:avLst/>
          </a:prstGeom>
        </p:spPr>
      </p:pic>
    </p:spTree>
    <p:extLst>
      <p:ext uri="{BB962C8B-B14F-4D97-AF65-F5344CB8AC3E}">
        <p14:creationId xmlns:p14="http://schemas.microsoft.com/office/powerpoint/2010/main" val="224585750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47667CEF-70A1-E90A-C44F-7F60DA8CD7F3}"/>
              </a:ext>
            </a:extLst>
          </p:cNvPr>
          <p:cNvSpPr>
            <a:spLocks noGrp="1"/>
          </p:cNvSpPr>
          <p:nvPr>
            <p:ph idx="13"/>
          </p:nvPr>
        </p:nvSpPr>
        <p:spPr>
          <a:xfrm>
            <a:off x="6901106" y="1068622"/>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F7C175F-16E0-2BB2-6F8A-655C584329D9}"/>
              </a:ext>
            </a:extLst>
          </p:cNvPr>
          <p:cNvSpPr>
            <a:spLocks noGrp="1"/>
          </p:cNvSpPr>
          <p:nvPr>
            <p:ph idx="14"/>
          </p:nvPr>
        </p:nvSpPr>
        <p:spPr>
          <a:xfrm>
            <a:off x="56313"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3E3B9F54-9B54-58C1-2C8C-2ACC93822D2F}"/>
              </a:ext>
            </a:extLst>
          </p:cNvPr>
          <p:cNvSpPr>
            <a:spLocks noGrp="1"/>
          </p:cNvSpPr>
          <p:nvPr>
            <p:ph idx="15"/>
          </p:nvPr>
        </p:nvSpPr>
        <p:spPr>
          <a:xfrm>
            <a:off x="6901106" y="4215184"/>
            <a:ext cx="6851693" cy="3102895"/>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242581051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2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rgbClr val="00B0B0"/>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0DDECCF2-31A9-57C6-1A12-4862401DC86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91899160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 preserve="1">
  <p:cSld name="1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13666430"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90107402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4" y="1068620"/>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7E979962-0759-23DF-32DB-D0CD359342EB}"/>
              </a:ext>
            </a:extLst>
          </p:cNvPr>
          <p:cNvSpPr>
            <a:spLocks noGrp="1"/>
          </p:cNvSpPr>
          <p:nvPr>
            <p:ph idx="13"/>
          </p:nvPr>
        </p:nvSpPr>
        <p:spPr>
          <a:xfrm>
            <a:off x="3485646" y="1068620"/>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1" name="Content Placeholder 2">
            <a:extLst>
              <a:ext uri="{FF2B5EF4-FFF2-40B4-BE49-F238E27FC236}">
                <a16:creationId xmlns:a16="http://schemas.microsoft.com/office/drawing/2014/main" id="{3C48C2AA-6DCF-2113-0F4A-563B829401D8}"/>
              </a:ext>
            </a:extLst>
          </p:cNvPr>
          <p:cNvSpPr>
            <a:spLocks noGrp="1"/>
          </p:cNvSpPr>
          <p:nvPr>
            <p:ph idx="14"/>
          </p:nvPr>
        </p:nvSpPr>
        <p:spPr>
          <a:xfrm>
            <a:off x="6919684" y="1064551"/>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2" name="Content Placeholder 2">
            <a:extLst>
              <a:ext uri="{FF2B5EF4-FFF2-40B4-BE49-F238E27FC236}">
                <a16:creationId xmlns:a16="http://schemas.microsoft.com/office/drawing/2014/main" id="{FABB98E7-507A-C91D-3F69-3E24F9F923C2}"/>
              </a:ext>
            </a:extLst>
          </p:cNvPr>
          <p:cNvSpPr>
            <a:spLocks noGrp="1"/>
          </p:cNvSpPr>
          <p:nvPr>
            <p:ph idx="15"/>
          </p:nvPr>
        </p:nvSpPr>
        <p:spPr>
          <a:xfrm>
            <a:off x="10349017" y="1064551"/>
            <a:ext cx="3365613"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220338401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6313" y="1068620"/>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cxnSp>
        <p:nvCxnSpPr>
          <p:cNvPr id="4" name="Straight Connector 3">
            <a:extLst>
              <a:ext uri="{FF2B5EF4-FFF2-40B4-BE49-F238E27FC236}">
                <a16:creationId xmlns:a16="http://schemas.microsoft.com/office/drawing/2014/main" id="{E917969F-C5F8-5D29-1228-15A35030A5BE}"/>
              </a:ext>
            </a:extLst>
          </p:cNvPr>
          <p:cNvCxnSpPr/>
          <p:nvPr userDrawn="1"/>
        </p:nvCxnSpPr>
        <p:spPr>
          <a:xfrm>
            <a:off x="-11513" y="1031261"/>
            <a:ext cx="13829611"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
        <p:nvSpPr>
          <p:cNvPr id="7" name="Content Placeholder 2">
            <a:extLst>
              <a:ext uri="{FF2B5EF4-FFF2-40B4-BE49-F238E27FC236}">
                <a16:creationId xmlns:a16="http://schemas.microsoft.com/office/drawing/2014/main" id="{7E979962-0759-23DF-32DB-D0CD359342EB}"/>
              </a:ext>
            </a:extLst>
          </p:cNvPr>
          <p:cNvSpPr>
            <a:spLocks noGrp="1"/>
          </p:cNvSpPr>
          <p:nvPr>
            <p:ph idx="13"/>
          </p:nvPr>
        </p:nvSpPr>
        <p:spPr>
          <a:xfrm>
            <a:off x="2794843" y="1068620"/>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A0779F03-6675-4A88-5F90-45B413D3F3ED}"/>
              </a:ext>
            </a:extLst>
          </p:cNvPr>
          <p:cNvSpPr>
            <a:spLocks noGrp="1"/>
          </p:cNvSpPr>
          <p:nvPr>
            <p:ph idx="14"/>
          </p:nvPr>
        </p:nvSpPr>
        <p:spPr>
          <a:xfrm>
            <a:off x="5549839" y="1068620"/>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7124E13D-E020-EF52-162D-EF4D4B13B837}"/>
              </a:ext>
            </a:extLst>
          </p:cNvPr>
          <p:cNvSpPr>
            <a:spLocks noGrp="1"/>
          </p:cNvSpPr>
          <p:nvPr>
            <p:ph idx="15"/>
          </p:nvPr>
        </p:nvSpPr>
        <p:spPr>
          <a:xfrm>
            <a:off x="8304010" y="1063425"/>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0" name="Content Placeholder 2">
            <a:extLst>
              <a:ext uri="{FF2B5EF4-FFF2-40B4-BE49-F238E27FC236}">
                <a16:creationId xmlns:a16="http://schemas.microsoft.com/office/drawing/2014/main" id="{6281DB7D-26A1-2DBE-F053-C8EBE03F280A}"/>
              </a:ext>
            </a:extLst>
          </p:cNvPr>
          <p:cNvSpPr>
            <a:spLocks noGrp="1"/>
          </p:cNvSpPr>
          <p:nvPr>
            <p:ph idx="16"/>
          </p:nvPr>
        </p:nvSpPr>
        <p:spPr>
          <a:xfrm>
            <a:off x="11046669" y="1063425"/>
            <a:ext cx="2692491" cy="6208359"/>
          </a:xfrm>
        </p:spPr>
        <p:txBody>
          <a:bodyPr/>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195479227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78532450-9478-2136-0B51-312403ECA752}"/>
              </a:ext>
            </a:extLst>
          </p:cNvPr>
          <p:cNvPicPr>
            <a:picLocks noChangeAspect="1"/>
          </p:cNvPicPr>
          <p:nvPr userDrawn="1"/>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6912512" y="54048"/>
            <a:ext cx="6814736" cy="931155"/>
          </a:xfrm>
        </p:spPr>
        <p:txBody>
          <a:bodyPr lIns="216000">
            <a:noAutofit/>
          </a:bodyPr>
          <a:lstStyle>
            <a:lvl1pPr>
              <a:defRPr sz="2720">
                <a:solidFill>
                  <a:schemeClr val="accent3"/>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a:cxnSpLocks/>
          </p:cNvCxnSpPr>
          <p:nvPr userDrawn="1"/>
        </p:nvCxn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26F44444-A5DE-5E76-CE0A-F603AAC358E3}"/>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303201213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C78C26A8-1354-E8FA-5BE4-8E503B53115D}"/>
              </a:ext>
            </a:extLst>
          </p:cNvPr>
          <p:cNvPicPr>
            <a:picLocks noChangeAspect="1"/>
          </p:cNvPicPr>
          <p:nvPr userDrawn="1"/>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4644163" y="1031261"/>
            <a:ext cx="9178946"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7E5B58F7-199E-14E4-6AD8-1DBEF8493AE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153407524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2B127D6D-8316-BB08-8C95-455DA850A60C}"/>
              </a:ext>
            </a:extLst>
          </p:cNvPr>
          <p:cNvPicPr>
            <a:picLocks noChangeAspect="1"/>
          </p:cNvPicPr>
          <p:nvPr userDrawn="1"/>
        </p:nvPicPr>
        <p:blipFill rotWithShape="1">
          <a:blip r:embed="rId2"/>
          <a:srcRect l="74878" b="15208"/>
          <a:stretch/>
        </p:blipFill>
        <p:spPr>
          <a:xfrm flipH="1">
            <a:off x="1200" y="2"/>
            <a:ext cx="3470895"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4" y="1068620"/>
            <a:ext cx="10186503"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F1D49DCD-4CF6-0BEF-2DCA-0EA9B5875CD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210685532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0BB720F5-9A0D-A59C-4FF0-DEDFCC5BCB84}"/>
              </a:ext>
            </a:extLst>
          </p:cNvPr>
          <p:cNvPicPr>
            <a:picLocks noChangeAspect="1"/>
          </p:cNvPicPr>
          <p:nvPr userDrawn="1"/>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rgbClr val="00B0B0"/>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0" indent="0" algn="ctr">
              <a:lnSpc>
                <a:spcPct val="90000"/>
              </a:lnSpc>
              <a:spcBef>
                <a:spcPts val="0"/>
              </a:spcBef>
              <a:spcAft>
                <a:spcPts val="680"/>
              </a:spcAft>
              <a:buNone/>
              <a:defRPr>
                <a:solidFill>
                  <a:srgbClr val="00B0B0"/>
                </a:solidFill>
                <a:latin typeface="Montserrat ExtraBold" pitchFamily="2" charset="0"/>
              </a:defRPr>
            </a:lvl2pPr>
            <a:lvl3pPr marL="0" indent="0" algn="ctr">
              <a:lnSpc>
                <a:spcPct val="90000"/>
              </a:lnSpc>
              <a:spcBef>
                <a:spcPts val="0"/>
              </a:spcBef>
              <a:spcAft>
                <a:spcPts val="680"/>
              </a:spcAft>
              <a:buNone/>
              <a:defRPr>
                <a:solidFill>
                  <a:srgbClr val="00B0B0"/>
                </a:solidFill>
                <a:latin typeface="Montserrat ExtraBold" pitchFamily="2" charset="0"/>
              </a:defRPr>
            </a:lvl3pPr>
            <a:lvl4pPr marL="0" indent="0" algn="ctr">
              <a:lnSpc>
                <a:spcPct val="90000"/>
              </a:lnSpc>
              <a:spcBef>
                <a:spcPts val="0"/>
              </a:spcBef>
              <a:spcAft>
                <a:spcPts val="680"/>
              </a:spcAft>
              <a:buNone/>
              <a:defRPr>
                <a:solidFill>
                  <a:srgbClr val="00B0B0"/>
                </a:solidFill>
                <a:latin typeface="Montserrat ExtraBold" pitchFamily="2" charset="0"/>
              </a:defRPr>
            </a:lvl4pPr>
            <a:lvl5pPr marL="0" indent="0" algn="ctr">
              <a:lnSpc>
                <a:spcPct val="90000"/>
              </a:lnSpc>
              <a:spcBef>
                <a:spcPts val="0"/>
              </a:spcBef>
              <a:spcAft>
                <a:spcPts val="680"/>
              </a:spcAft>
              <a:buNone/>
              <a:defRPr>
                <a:solidFill>
                  <a:srgbClr val="00B0B0"/>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2" name="Straight Connector 11">
            <a:extLst>
              <a:ext uri="{FF2B5EF4-FFF2-40B4-BE49-F238E27FC236}">
                <a16:creationId xmlns:a16="http://schemas.microsoft.com/office/drawing/2014/main" id="{01143C93-50CD-1C89-B3F7-FD1BD1711AA9}"/>
              </a:ext>
            </a:extLst>
          </p:cNvPr>
          <p:cNvCxnSpPr>
            <a:cxnSpLocks/>
          </p:cNvCxnSpPr>
          <p:nvPr userDrawn="1"/>
        </p:nvCxnSpPr>
        <p:spPr>
          <a:xfrm>
            <a:off x="6942547" y="1031261"/>
            <a:ext cx="6894408"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AF337938-CB32-1401-D62F-807EDDA6604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63059064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EA975030-546A-E79E-00CB-0B592582D5AB}"/>
              </a:ext>
            </a:extLst>
          </p:cNvPr>
          <p:cNvPicPr>
            <a:picLocks noChangeAspect="1"/>
          </p:cNvPicPr>
          <p:nvPr userDrawn="1"/>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3D7F59F-4BA3-2338-E79C-2BB551D24EDD}"/>
              </a:ext>
            </a:extLst>
          </p:cNvPr>
          <p:cNvCxnSpPr>
            <a:cxnSpLocks/>
          </p:cNvCxnSpPr>
          <p:nvPr userDrawn="1"/>
        </p:nvCxnSpPr>
        <p:spPr>
          <a:xfrm>
            <a:off x="4667194"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6EE4440C-7265-FF21-2B46-39B66D0366F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307703307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pic>
        <p:nvPicPr>
          <p:cNvPr id="11" name="Picture 10" descr="A green and black background&#10;&#10;Description automatically generated">
            <a:extLst>
              <a:ext uri="{FF2B5EF4-FFF2-40B4-BE49-F238E27FC236}">
                <a16:creationId xmlns:a16="http://schemas.microsoft.com/office/drawing/2014/main" id="{748B6E47-61FC-F900-D1D8-99182B151078}"/>
              </a:ext>
            </a:extLst>
          </p:cNvPr>
          <p:cNvPicPr>
            <a:picLocks noChangeAspect="1"/>
          </p:cNvPicPr>
          <p:nvPr userDrawn="1"/>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1" y="1094858"/>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C45505D-9D6B-B0C9-B33E-77F8F0011FE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BA977802-675B-C4B5-646E-13D61D596666}"/>
              </a:ext>
            </a:extLst>
          </p:cNvPr>
          <p:cNvSpPr>
            <a:spLocks noGrp="1"/>
          </p:cNvSpPr>
          <p:nvPr>
            <p:ph idx="14"/>
          </p:nvPr>
        </p:nvSpPr>
        <p:spPr>
          <a:xfrm>
            <a:off x="3536241" y="3277162"/>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06A23010-1DF5-8D2C-48B1-B7258D75A34C}"/>
              </a:ext>
            </a:extLst>
          </p:cNvPr>
          <p:cNvSpPr>
            <a:spLocks noGrp="1"/>
          </p:cNvSpPr>
          <p:nvPr>
            <p:ph idx="15"/>
          </p:nvPr>
        </p:nvSpPr>
        <p:spPr>
          <a:xfrm>
            <a:off x="3536241" y="5459466"/>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FE9A5FA4-B9E9-4F76-447B-7D7434903C99}"/>
              </a:ext>
            </a:extLst>
          </p:cNvPr>
          <p:cNvSpPr>
            <a:spLocks noGrp="1"/>
          </p:cNvSpPr>
          <p:nvPr>
            <p:ph idx="16"/>
          </p:nvPr>
        </p:nvSpPr>
        <p:spPr>
          <a:xfrm>
            <a:off x="8623331" y="1094858"/>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B0011F44-9FEB-046F-FCCC-08822A736BEA}"/>
              </a:ext>
            </a:extLst>
          </p:cNvPr>
          <p:cNvSpPr>
            <a:spLocks noGrp="1"/>
          </p:cNvSpPr>
          <p:nvPr>
            <p:ph idx="17"/>
          </p:nvPr>
        </p:nvSpPr>
        <p:spPr>
          <a:xfrm>
            <a:off x="8623331" y="3277162"/>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0" name="Content Placeholder 2">
            <a:extLst>
              <a:ext uri="{FF2B5EF4-FFF2-40B4-BE49-F238E27FC236}">
                <a16:creationId xmlns:a16="http://schemas.microsoft.com/office/drawing/2014/main" id="{A8B60158-3AF7-5BA6-9FCD-29B680E74B72}"/>
              </a:ext>
            </a:extLst>
          </p:cNvPr>
          <p:cNvSpPr>
            <a:spLocks noGrp="1"/>
          </p:cNvSpPr>
          <p:nvPr>
            <p:ph idx="18"/>
          </p:nvPr>
        </p:nvSpPr>
        <p:spPr>
          <a:xfrm>
            <a:off x="8623331" y="5459466"/>
            <a:ext cx="509941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267488440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8CA50EFB-F616-D1E8-C7A7-67E4360609E4}"/>
              </a:ext>
            </a:extLst>
          </p:cNvPr>
          <p:cNvPicPr>
            <a:picLocks noChangeAspect="1"/>
          </p:cNvPicPr>
          <p:nvPr userDrawn="1"/>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1" y="1094858"/>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C45505D-9D6B-B0C9-B33E-77F8F0011FE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BA977802-675B-C4B5-646E-13D61D596666}"/>
              </a:ext>
            </a:extLst>
          </p:cNvPr>
          <p:cNvSpPr>
            <a:spLocks noGrp="1"/>
          </p:cNvSpPr>
          <p:nvPr>
            <p:ph idx="14"/>
          </p:nvPr>
        </p:nvSpPr>
        <p:spPr>
          <a:xfrm>
            <a:off x="3536241" y="4255697"/>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1" name="Content Placeholder 2">
            <a:extLst>
              <a:ext uri="{FF2B5EF4-FFF2-40B4-BE49-F238E27FC236}">
                <a16:creationId xmlns:a16="http://schemas.microsoft.com/office/drawing/2014/main" id="{5F3356B7-4018-E178-DEE1-D9DD7820C15F}"/>
              </a:ext>
            </a:extLst>
          </p:cNvPr>
          <p:cNvSpPr>
            <a:spLocks noGrp="1"/>
          </p:cNvSpPr>
          <p:nvPr>
            <p:ph idx="15"/>
          </p:nvPr>
        </p:nvSpPr>
        <p:spPr>
          <a:xfrm>
            <a:off x="6945603" y="1094858"/>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4" name="Content Placeholder 2">
            <a:extLst>
              <a:ext uri="{FF2B5EF4-FFF2-40B4-BE49-F238E27FC236}">
                <a16:creationId xmlns:a16="http://schemas.microsoft.com/office/drawing/2014/main" id="{C56A5C0F-D072-6A77-9892-B9795B5FFE86}"/>
              </a:ext>
            </a:extLst>
          </p:cNvPr>
          <p:cNvSpPr>
            <a:spLocks noGrp="1"/>
          </p:cNvSpPr>
          <p:nvPr>
            <p:ph idx="16"/>
          </p:nvPr>
        </p:nvSpPr>
        <p:spPr>
          <a:xfrm>
            <a:off x="6945603" y="4255697"/>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6" name="Content Placeholder 2">
            <a:extLst>
              <a:ext uri="{FF2B5EF4-FFF2-40B4-BE49-F238E27FC236}">
                <a16:creationId xmlns:a16="http://schemas.microsoft.com/office/drawing/2014/main" id="{FADFB523-4BA2-CE0B-233F-904E76631A2B}"/>
              </a:ext>
            </a:extLst>
          </p:cNvPr>
          <p:cNvSpPr>
            <a:spLocks noGrp="1"/>
          </p:cNvSpPr>
          <p:nvPr>
            <p:ph idx="17"/>
          </p:nvPr>
        </p:nvSpPr>
        <p:spPr>
          <a:xfrm>
            <a:off x="10377529" y="1094858"/>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7" name="Content Placeholder 2">
            <a:extLst>
              <a:ext uri="{FF2B5EF4-FFF2-40B4-BE49-F238E27FC236}">
                <a16:creationId xmlns:a16="http://schemas.microsoft.com/office/drawing/2014/main" id="{3038E16B-0549-37B5-3369-58C28EC569B8}"/>
              </a:ext>
            </a:extLst>
          </p:cNvPr>
          <p:cNvSpPr>
            <a:spLocks noGrp="1"/>
          </p:cNvSpPr>
          <p:nvPr>
            <p:ph idx="18"/>
          </p:nvPr>
        </p:nvSpPr>
        <p:spPr>
          <a:xfrm>
            <a:off x="10377529" y="4255697"/>
            <a:ext cx="3345216" cy="3089777"/>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72557568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FE2A2AD8-BF11-C5D2-CD87-C05BDF312F38}"/>
              </a:ext>
            </a:extLst>
          </p:cNvPr>
          <p:cNvPicPr>
            <a:picLocks noChangeAspect="1"/>
          </p:cNvPicPr>
          <p:nvPr userDrawn="1"/>
        </p:nvPicPr>
        <p:blipFill rotWithShape="1">
          <a:blip r:embed="rId2"/>
          <a:srcRect l="74744" b="15208"/>
          <a:stretch/>
        </p:blipFill>
        <p:spPr>
          <a:xfrm flipH="1">
            <a:off x="1203" y="2"/>
            <a:ext cx="348942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3536244" y="1068620"/>
            <a:ext cx="10186503"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C45505D-9D6B-B0C9-B33E-77F8F0011FE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Tree>
    <p:extLst>
      <p:ext uri="{BB962C8B-B14F-4D97-AF65-F5344CB8AC3E}">
        <p14:creationId xmlns:p14="http://schemas.microsoft.com/office/powerpoint/2010/main" val="64569943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91360EE0-8481-BE1F-467A-F8B09E57E062}"/>
              </a:ext>
            </a:extLst>
          </p:cNvPr>
          <p:cNvPicPr>
            <a:picLocks noChangeAspect="1"/>
          </p:cNvPicPr>
          <p:nvPr userDrawn="1"/>
        </p:nvPicPr>
        <p:blipFill rotWithShape="1">
          <a:blip r:embed="rId2"/>
          <a:srcRect l="55468" b="15208"/>
          <a:stretch/>
        </p:blipFill>
        <p:spPr>
          <a:xfrm>
            <a:off x="7663456" y="1"/>
            <a:ext cx="615255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2" y="54048"/>
            <a:ext cx="7533229" cy="931155"/>
          </a:xfrm>
        </p:spPr>
        <p:txBody>
          <a:bodyPr lIns="216000">
            <a:noAutofit/>
          </a:bodyPr>
          <a:lstStyle>
            <a:lvl1pPr>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636" y="1072479"/>
            <a:ext cx="753323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7791182" y="1072479"/>
            <a:ext cx="5931562"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p:nvPr userDrawn="1"/>
        </p:nvCxnSpPr>
        <p:spPr>
          <a:xfrm>
            <a:off x="-11513" y="1031261"/>
            <a:ext cx="762872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7155536D-261B-E0AD-6121-775F1CDDB77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17494630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32927CC5-D8BB-99ED-931A-A808CC1A2477}"/>
              </a:ext>
            </a:extLst>
          </p:cNvPr>
          <p:cNvPicPr>
            <a:picLocks noChangeAspect="1"/>
          </p:cNvPicPr>
          <p:nvPr userDrawn="1"/>
        </p:nvPicPr>
        <p:blipFill rotWithShape="1">
          <a:blip r:embed="rId2"/>
          <a:srcRect l="59041" b="15208"/>
          <a:stretch/>
        </p:blipFill>
        <p:spPr>
          <a:xfrm>
            <a:off x="8157096" y="1"/>
            <a:ext cx="565891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2" y="29844"/>
            <a:ext cx="810742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8083926"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8394335" y="1068620"/>
            <a:ext cx="5315291"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4" y="1031261"/>
            <a:ext cx="8095243"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15EB237B-F581-C749-F6E0-DB04D4962D30}"/>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50320639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8870D5F-3984-FD84-8512-5364D29A4233}"/>
              </a:ext>
            </a:extLst>
          </p:cNvPr>
          <p:cNvPicPr>
            <a:picLocks noChangeAspect="1"/>
          </p:cNvPicPr>
          <p:nvPr userDrawn="1"/>
        </p:nvPicPr>
        <p:blipFill rotWithShape="1">
          <a:blip r:embed="rId2"/>
          <a:srcRect l="49803" b="15208"/>
          <a:stretch/>
        </p:blipFill>
        <p:spPr>
          <a:xfrm>
            <a:off x="6880810" y="1"/>
            <a:ext cx="6935203"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635" y="1072479"/>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908007" y="1072479"/>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p:nvPr userDrawn="1"/>
        </p:nvCxnSpPr>
        <p:spPr>
          <a:xfrm>
            <a:off x="-11513" y="1031261"/>
            <a:ext cx="6935203"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7155536D-261B-E0AD-6121-775F1CDDB777}"/>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83579490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93145737-459F-B114-3D5B-4400BCA39E89}"/>
              </a:ext>
            </a:extLst>
          </p:cNvPr>
          <p:cNvPicPr>
            <a:picLocks noChangeAspect="1"/>
          </p:cNvPicPr>
          <p:nvPr userDrawn="1"/>
        </p:nvPicPr>
        <p:blipFill rotWithShape="1">
          <a:blip r:embed="rId2"/>
          <a:srcRect l="74818" b="15208"/>
          <a:stretch/>
        </p:blipFill>
        <p:spPr>
          <a:xfrm>
            <a:off x="10336898" y="1"/>
            <a:ext cx="3479115"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1023111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1016885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10465630" y="1068620"/>
            <a:ext cx="3243994"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10231110"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F816BC7-40F3-7D47-FDE5-D8FE1884D47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250630042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60A9DE-2534-2046-0055-1279825F8CD2}"/>
              </a:ext>
            </a:extLst>
          </p:cNvPr>
          <p:cNvPicPr>
            <a:picLocks noChangeAspect="1"/>
          </p:cNvPicPr>
          <p:nvPr userDrawn="1"/>
        </p:nvPicPr>
        <p:blipFill rotWithShape="1">
          <a:blip r:embed="rId2"/>
          <a:srcRect l="50000" b="15208"/>
          <a:stretch/>
        </p:blipFill>
        <p:spPr>
          <a:xfrm>
            <a:off x="6908006" y="1"/>
            <a:ext cx="6908007"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5756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908007" y="1072479"/>
            <a:ext cx="6814737"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0" indent="0" algn="ctr">
              <a:lnSpc>
                <a:spcPct val="90000"/>
              </a:lnSpc>
              <a:spcBef>
                <a:spcPts val="0"/>
              </a:spcBef>
              <a:spcAft>
                <a:spcPts val="680"/>
              </a:spcAft>
              <a:buNone/>
              <a:defRPr>
                <a:solidFill>
                  <a:srgbClr val="00B0B0"/>
                </a:solidFill>
                <a:latin typeface="Montserrat ExtraBold" pitchFamily="2" charset="0"/>
              </a:defRPr>
            </a:lvl2pPr>
            <a:lvl3pPr marL="0" indent="0" algn="ctr">
              <a:lnSpc>
                <a:spcPct val="90000"/>
              </a:lnSpc>
              <a:spcBef>
                <a:spcPts val="0"/>
              </a:spcBef>
              <a:spcAft>
                <a:spcPts val="680"/>
              </a:spcAft>
              <a:buNone/>
              <a:defRPr>
                <a:solidFill>
                  <a:srgbClr val="00B0B0"/>
                </a:solidFill>
                <a:latin typeface="Montserrat ExtraBold" pitchFamily="2" charset="0"/>
              </a:defRPr>
            </a:lvl3pPr>
            <a:lvl4pPr marL="0" indent="0" algn="ctr">
              <a:lnSpc>
                <a:spcPct val="90000"/>
              </a:lnSpc>
              <a:spcBef>
                <a:spcPts val="0"/>
              </a:spcBef>
              <a:spcAft>
                <a:spcPts val="680"/>
              </a:spcAft>
              <a:buNone/>
              <a:defRPr>
                <a:solidFill>
                  <a:srgbClr val="00B0B0"/>
                </a:solidFill>
                <a:latin typeface="Montserrat ExtraBold" pitchFamily="2" charset="0"/>
              </a:defRPr>
            </a:lvl4pPr>
            <a:lvl5pPr marL="0" indent="0" algn="ctr">
              <a:lnSpc>
                <a:spcPct val="90000"/>
              </a:lnSpc>
              <a:spcBef>
                <a:spcPts val="0"/>
              </a:spcBef>
              <a:spcAft>
                <a:spcPts val="680"/>
              </a:spcAft>
              <a:buNone/>
              <a:defRPr>
                <a:solidFill>
                  <a:srgbClr val="00B0B0"/>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p:nvPr userDrawn="1"/>
        </p:nvCxnSpPr>
        <p:spPr>
          <a:xfrm>
            <a:off x="-11513" y="1031261"/>
            <a:ext cx="6935203"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D8623ED1-C122-8B32-3354-FA68B400E52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747218543"/>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737F1A0E-62CC-EA26-FF2A-570119FE1596}"/>
              </a:ext>
            </a:extLst>
          </p:cNvPr>
          <p:cNvPicPr>
            <a:picLocks noChangeAspect="1"/>
          </p:cNvPicPr>
          <p:nvPr userDrawn="1"/>
        </p:nvPicPr>
        <p:blipFill rotWithShape="1">
          <a:blip r:embed="rId2"/>
          <a:srcRect l="66765" b="15208"/>
          <a:stretch/>
        </p:blipFill>
        <p:spPr>
          <a:xfrm>
            <a:off x="9224274" y="1"/>
            <a:ext cx="4591739"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9150907"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2" y="1068620"/>
            <a:ext cx="909522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9279317"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D7C14BCC-0816-273C-88E2-AA277975B79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76768814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37771"/>
            <a:ext cx="10783500" cy="931155"/>
          </a:xfrm>
        </p:spPr>
        <p:txBody>
          <a:bodyPr lIns="216000"/>
          <a:lstStyle>
            <a:lvl1pPr>
              <a:defRPr>
                <a:solidFill>
                  <a:schemeClr val="accent3"/>
                </a:solidFill>
              </a:defRPr>
            </a:lvl1pPr>
          </a:lstStyle>
          <a:p>
            <a:r>
              <a:rPr lang="en-US"/>
              <a:t>Click to edit Master title style</a:t>
            </a:r>
            <a:endParaRPr lang="mn-MN"/>
          </a:p>
        </p:txBody>
      </p:sp>
      <p:pic>
        <p:nvPicPr>
          <p:cNvPr id="5" name="Graphic 4">
            <a:extLst>
              <a:ext uri="{FF2B5EF4-FFF2-40B4-BE49-F238E27FC236}">
                <a16:creationId xmlns:a16="http://schemas.microsoft.com/office/drawing/2014/main" id="{73622378-18E9-B6AE-50CB-29B0DFD1B23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7418140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E81E9C57-0BC7-5175-4DA2-7A0EAAF919E0}"/>
              </a:ext>
            </a:extLst>
          </p:cNvPr>
          <p:cNvPicPr>
            <a:picLocks noChangeAspect="1"/>
          </p:cNvPicPr>
          <p:nvPr userDrawn="1"/>
        </p:nvPicPr>
        <p:blipFill rotWithShape="1">
          <a:blip r:embed="rId2"/>
          <a:srcRect l="50009" b="15208"/>
          <a:stretch/>
        </p:blipFill>
        <p:spPr>
          <a:xfrm flipH="1">
            <a:off x="1203" y="2"/>
            <a:ext cx="6906806"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6912512" y="54048"/>
            <a:ext cx="6814736" cy="931155"/>
          </a:xfrm>
        </p:spPr>
        <p:txBody>
          <a:bodyPr lIns="216000">
            <a:noAutofit/>
          </a:bodyPr>
          <a:lstStyle>
            <a:lvl1pPr>
              <a:defRPr sz="2720">
                <a:solidFill>
                  <a:schemeClr val="accent3"/>
                </a:solidFill>
                <a:latin typeface="Montserrat ExtraBold" pitchFamily="2" charset="0"/>
              </a:defRPr>
            </a:lvl1pPr>
          </a:lstStyle>
          <a:p>
            <a:r>
              <a:rPr lang="en-US"/>
              <a:t>Click to edit Master title style</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a:cxnSpLocks/>
          </p:cNvCxnSpPr>
          <p:nvPr userDrawn="1"/>
        </p:nvCxn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26F44444-A5DE-5E76-CE0A-F603AAC358E3}"/>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7" name="Content Placeholder 2">
            <a:extLst>
              <a:ext uri="{FF2B5EF4-FFF2-40B4-BE49-F238E27FC236}">
                <a16:creationId xmlns:a16="http://schemas.microsoft.com/office/drawing/2014/main" id="{F2D68CC5-AFB1-7E7C-3152-EBD05B19582E}"/>
              </a:ext>
            </a:extLst>
          </p:cNvPr>
          <p:cNvSpPr>
            <a:spLocks noGrp="1"/>
          </p:cNvSpPr>
          <p:nvPr>
            <p:ph idx="1"/>
          </p:nvPr>
        </p:nvSpPr>
        <p:spPr>
          <a:xfrm>
            <a:off x="6964344" y="1094858"/>
            <a:ext cx="6783030"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58EC6866-3896-5410-51C0-7E1124600067}"/>
              </a:ext>
            </a:extLst>
          </p:cNvPr>
          <p:cNvSpPr>
            <a:spLocks noGrp="1"/>
          </p:cNvSpPr>
          <p:nvPr>
            <p:ph idx="14"/>
          </p:nvPr>
        </p:nvSpPr>
        <p:spPr>
          <a:xfrm>
            <a:off x="6964344" y="3277162"/>
            <a:ext cx="6783030"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064F9E18-1BB7-10E3-BABB-065A73BEA9E1}"/>
              </a:ext>
            </a:extLst>
          </p:cNvPr>
          <p:cNvSpPr>
            <a:spLocks noGrp="1"/>
          </p:cNvSpPr>
          <p:nvPr>
            <p:ph idx="15"/>
          </p:nvPr>
        </p:nvSpPr>
        <p:spPr>
          <a:xfrm>
            <a:off x="6964344" y="5459466"/>
            <a:ext cx="6783030"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347719550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4C9C833B-D98E-B68C-2F6F-F0380CB38FFA}"/>
              </a:ext>
            </a:extLst>
          </p:cNvPr>
          <p:cNvPicPr>
            <a:picLocks noChangeAspect="1"/>
          </p:cNvPicPr>
          <p:nvPr userDrawn="1"/>
        </p:nvPicPr>
        <p:blipFill rotWithShape="1">
          <a:blip r:embed="rId2"/>
          <a:srcRect l="50276" b="15208"/>
          <a:stretch/>
        </p:blipFill>
        <p:spPr>
          <a:xfrm flipH="1">
            <a:off x="1203" y="2"/>
            <a:ext cx="6869848"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6313" y="54048"/>
            <a:ext cx="6814736" cy="931155"/>
          </a:xfrm>
        </p:spPr>
        <p:txBody>
          <a:bodyPr lIns="216000">
            <a:noAutofit/>
          </a:bodyPr>
          <a:lstStyle>
            <a:lvl1pPr>
              <a:defRPr sz="2720">
                <a:solidFill>
                  <a:schemeClr val="accent3"/>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6908007" y="1068620"/>
            <a:ext cx="6814737"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39" y="1068620"/>
            <a:ext cx="6814737"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0" indent="0" algn="ctr">
              <a:lnSpc>
                <a:spcPct val="90000"/>
              </a:lnSpc>
              <a:spcBef>
                <a:spcPts val="0"/>
              </a:spcBef>
              <a:spcAft>
                <a:spcPts val="680"/>
              </a:spcAft>
              <a:buNone/>
              <a:defRPr>
                <a:solidFill>
                  <a:schemeClr val="accent3"/>
                </a:solidFill>
                <a:latin typeface="Montserrat ExtraBold" pitchFamily="2" charset="0"/>
              </a:defRPr>
            </a:lvl2pPr>
            <a:lvl3pPr marL="0" indent="0" algn="ctr">
              <a:lnSpc>
                <a:spcPct val="90000"/>
              </a:lnSpc>
              <a:spcBef>
                <a:spcPts val="0"/>
              </a:spcBef>
              <a:spcAft>
                <a:spcPts val="680"/>
              </a:spcAft>
              <a:buNone/>
              <a:defRPr>
                <a:solidFill>
                  <a:schemeClr val="accent3"/>
                </a:solidFill>
                <a:latin typeface="Montserrat ExtraBold" pitchFamily="2" charset="0"/>
              </a:defRPr>
            </a:lvl3pPr>
            <a:lvl4pPr marL="0" indent="0" algn="ctr">
              <a:lnSpc>
                <a:spcPct val="90000"/>
              </a:lnSpc>
              <a:spcBef>
                <a:spcPts val="0"/>
              </a:spcBef>
              <a:spcAft>
                <a:spcPts val="680"/>
              </a:spcAft>
              <a:buNone/>
              <a:defRPr>
                <a:solidFill>
                  <a:schemeClr val="accent3"/>
                </a:solidFill>
                <a:latin typeface="Montserrat ExtraBold" pitchFamily="2" charset="0"/>
              </a:defRPr>
            </a:lvl4pPr>
            <a:lvl5pPr marL="0" indent="0" algn="ctr">
              <a:lnSpc>
                <a:spcPct val="90000"/>
              </a:lnSpc>
              <a:spcBef>
                <a:spcPts val="0"/>
              </a:spcBef>
              <a:spcAft>
                <a:spcPts val="680"/>
              </a:spcAft>
              <a:buNone/>
              <a:defRPr>
                <a:solidFill>
                  <a:schemeClr val="accent3"/>
                </a:solidFill>
                <a:latin typeface="Montserrat ExtraBold"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cxnSp>
        <p:nvCxnSpPr>
          <p:cNvPr id="13" name="Straight Connector 12">
            <a:extLst>
              <a:ext uri="{FF2B5EF4-FFF2-40B4-BE49-F238E27FC236}">
                <a16:creationId xmlns:a16="http://schemas.microsoft.com/office/drawing/2014/main" id="{88393C06-6161-9FC2-AE2F-8894E0027942}"/>
              </a:ext>
            </a:extLst>
          </p:cNvPr>
          <p:cNvCxnSpPr>
            <a:cxnSpLocks/>
          </p:cNvCxnSpPr>
          <p:nvPr userDrawn="1"/>
        </p:nvCxnSpPr>
        <p:spPr>
          <a:xfrm>
            <a:off x="6931033" y="1031261"/>
            <a:ext cx="6894408"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C94CD17-8DFE-8FE1-B355-FFA111614F5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03176532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descr="A green and black background&#10;&#10;Description automatically generated">
            <a:extLst>
              <a:ext uri="{FF2B5EF4-FFF2-40B4-BE49-F238E27FC236}">
                <a16:creationId xmlns:a16="http://schemas.microsoft.com/office/drawing/2014/main" id="{3781B608-E1B7-96C6-5D5D-ADFBB171EBC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7" name="Graphic 26">
            <a:extLst>
              <a:ext uri="{FF2B5EF4-FFF2-40B4-BE49-F238E27FC236}">
                <a16:creationId xmlns:a16="http://schemas.microsoft.com/office/drawing/2014/main" id="{3DB6BA00-DFB1-9C41-7DE0-8A730C146AC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Tree>
    <p:extLst>
      <p:ext uri="{BB962C8B-B14F-4D97-AF65-F5344CB8AC3E}">
        <p14:creationId xmlns:p14="http://schemas.microsoft.com/office/powerpoint/2010/main" val="35448171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pic>
        <p:nvPicPr>
          <p:cNvPr id="9" name="Picture 8" descr="A green and black background&#10;&#10;Description automatically generated">
            <a:extLst>
              <a:ext uri="{FF2B5EF4-FFF2-40B4-BE49-F238E27FC236}">
                <a16:creationId xmlns:a16="http://schemas.microsoft.com/office/drawing/2014/main" id="{1AE4FFF3-6299-128E-D0C5-486C39FF4967}"/>
              </a:ext>
            </a:extLst>
          </p:cNvPr>
          <p:cNvPicPr>
            <a:picLocks noChangeAspect="1"/>
          </p:cNvPicPr>
          <p:nvPr userDrawn="1"/>
        </p:nvPicPr>
        <p:blipFill rotWithShape="1">
          <a:blip r:embed="rId2"/>
          <a:srcRect l="66643" b="15208"/>
          <a:stretch/>
        </p:blipFill>
        <p:spPr>
          <a:xfrm flipH="1">
            <a:off x="1203" y="2"/>
            <a:ext cx="460867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4667193" y="29844"/>
            <a:ext cx="9055552"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4678512" y="1068620"/>
            <a:ext cx="9044234" cy="2121600"/>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4430309"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3D7F59F-4BA3-2338-E79C-2BB551D24EDD}"/>
              </a:ext>
            </a:extLst>
          </p:cNvPr>
          <p:cNvCxnSpPr>
            <a:cxnSpLocks/>
          </p:cNvCxnSpPr>
          <p:nvPr userDrawn="1"/>
        </p:nvCxnSpPr>
        <p:spPr>
          <a:xfrm>
            <a:off x="4667194" y="1031261"/>
            <a:ext cx="915090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6EE4440C-7265-FF21-2B46-39B66D0366F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59F8A103-4B41-2712-00C6-513CA67525E2}"/>
              </a:ext>
            </a:extLst>
          </p:cNvPr>
          <p:cNvSpPr>
            <a:spLocks noGrp="1"/>
          </p:cNvSpPr>
          <p:nvPr>
            <p:ph idx="14"/>
          </p:nvPr>
        </p:nvSpPr>
        <p:spPr>
          <a:xfrm>
            <a:off x="4678510" y="3240699"/>
            <a:ext cx="2937263" cy="4117895"/>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CBD34335-A5EA-B703-4B0C-108748C5EBDC}"/>
              </a:ext>
            </a:extLst>
          </p:cNvPr>
          <p:cNvSpPr>
            <a:spLocks noGrp="1"/>
          </p:cNvSpPr>
          <p:nvPr>
            <p:ph idx="16"/>
          </p:nvPr>
        </p:nvSpPr>
        <p:spPr>
          <a:xfrm>
            <a:off x="7737883" y="3240699"/>
            <a:ext cx="2937263" cy="4117895"/>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D36465B6-BB22-F588-9B6E-C0D187962790}"/>
              </a:ext>
            </a:extLst>
          </p:cNvPr>
          <p:cNvSpPr>
            <a:spLocks noGrp="1"/>
          </p:cNvSpPr>
          <p:nvPr>
            <p:ph idx="18"/>
          </p:nvPr>
        </p:nvSpPr>
        <p:spPr>
          <a:xfrm>
            <a:off x="10797256" y="3240699"/>
            <a:ext cx="2937263" cy="4117895"/>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306220891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ADA5850E-4980-29C4-8D5C-25E72B85C6DD}"/>
              </a:ext>
            </a:extLst>
          </p:cNvPr>
          <p:cNvPicPr>
            <a:picLocks noChangeAspect="1"/>
          </p:cNvPicPr>
          <p:nvPr userDrawn="1"/>
        </p:nvPicPr>
        <p:blipFill rotWithShape="1">
          <a:blip r:embed="rId2"/>
          <a:srcRect l="66765" b="15208"/>
          <a:stretch/>
        </p:blipFill>
        <p:spPr>
          <a:xfrm>
            <a:off x="9224274" y="1"/>
            <a:ext cx="4591739"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9150907"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2" y="1068620"/>
            <a:ext cx="909522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9279317" y="1068620"/>
            <a:ext cx="4430309"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9150907"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92C1B0CE-89D2-4BAF-3BD3-ABB5A1A7E53A}"/>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49141291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60960"/>
            <a:ext cx="13816013" cy="7842387"/>
          </a:xfrm>
          <a:prstGeom prst="rect">
            <a:avLst/>
          </a:prstGeom>
        </p:spPr>
      </p:pic>
    </p:spTree>
    <p:extLst>
      <p:ext uri="{BB962C8B-B14F-4D97-AF65-F5344CB8AC3E}">
        <p14:creationId xmlns:p14="http://schemas.microsoft.com/office/powerpoint/2010/main" val="323106762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67801" y="227647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18279" y="227647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1463" y="227647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48953"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3040"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0295" y="968377"/>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Tree>
    <p:extLst>
      <p:ext uri="{BB962C8B-B14F-4D97-AF65-F5344CB8AC3E}">
        <p14:creationId xmlns:p14="http://schemas.microsoft.com/office/powerpoint/2010/main" val="916925170"/>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74531" y="89716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25009" y="89716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8193" y="89716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52255"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6342"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3597" y="5285015"/>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cxnSp>
        <p:nvCxnSpPr>
          <p:cNvPr id="3" name="Straight Connector 2">
            <a:extLst>
              <a:ext uri="{FF2B5EF4-FFF2-40B4-BE49-F238E27FC236}">
                <a16:creationId xmlns:a16="http://schemas.microsoft.com/office/drawing/2014/main" id="{A5D231CF-8342-CC9B-0A24-4C5207041BC4}"/>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DDFD324-1AE2-2B8D-5D4F-1181E3A1237B}"/>
              </a:ext>
            </a:extLst>
          </p:cNvPr>
          <p:cNvCxnSpPr/>
          <p:nvPr userDrawn="1"/>
        </p:nvCxnSpPr>
        <p:spPr>
          <a:xfrm>
            <a:off x="0" y="74930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714418D-FC80-9159-7513-DCF61D357F44}"/>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930742"/>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grpSp>
        <p:nvGrpSpPr>
          <p:cNvPr id="18" name="Group 17">
            <a:extLst>
              <a:ext uri="{FF2B5EF4-FFF2-40B4-BE49-F238E27FC236}">
                <a16:creationId xmlns:a16="http://schemas.microsoft.com/office/drawing/2014/main" id="{BA93755D-3605-E15F-8AE0-D210E20DFDFE}"/>
              </a:ext>
            </a:extLst>
          </p:cNvPr>
          <p:cNvGrpSpPr/>
          <p:nvPr userDrawn="1"/>
        </p:nvGrpSpPr>
        <p:grpSpPr>
          <a:xfrm>
            <a:off x="0" y="0"/>
            <a:ext cx="13816013" cy="7772400"/>
            <a:chOff x="0" y="0"/>
            <a:chExt cx="12192000" cy="7772400"/>
          </a:xfrm>
        </p:grpSpPr>
        <p:cxnSp>
          <p:nvCxnSpPr>
            <p:cNvPr id="19" name="Straight Connector 18">
              <a:extLst>
                <a:ext uri="{FF2B5EF4-FFF2-40B4-BE49-F238E27FC236}">
                  <a16:creationId xmlns:a16="http://schemas.microsoft.com/office/drawing/2014/main" id="{76F78FE0-439E-AFC5-6E0C-830C7716BEFD}"/>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5D9A444-71F1-8C5F-451A-D6374FF09FFA}"/>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DA71BE-D22C-403B-F6FB-51760667DC7E}"/>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B1EC228-29B2-1BF7-ACBF-3D217B664D5F}"/>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5145D1-A6EF-CDAF-51C0-317B5457A42D}"/>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67801" y="227647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18279" y="227647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1463" y="227647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48953"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3040" y="977901"/>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0295" y="968377"/>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Tree>
    <p:extLst>
      <p:ext uri="{BB962C8B-B14F-4D97-AF65-F5344CB8AC3E}">
        <p14:creationId xmlns:p14="http://schemas.microsoft.com/office/powerpoint/2010/main" val="616848093"/>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grpSp>
        <p:nvGrpSpPr>
          <p:cNvPr id="18" name="Group 17">
            <a:extLst>
              <a:ext uri="{FF2B5EF4-FFF2-40B4-BE49-F238E27FC236}">
                <a16:creationId xmlns:a16="http://schemas.microsoft.com/office/drawing/2014/main" id="{BA93755D-3605-E15F-8AE0-D210E20DFDFE}"/>
              </a:ext>
            </a:extLst>
          </p:cNvPr>
          <p:cNvGrpSpPr/>
          <p:nvPr userDrawn="1"/>
        </p:nvGrpSpPr>
        <p:grpSpPr>
          <a:xfrm>
            <a:off x="0" y="0"/>
            <a:ext cx="13816013" cy="7772400"/>
            <a:chOff x="0" y="0"/>
            <a:chExt cx="12192000" cy="7772400"/>
          </a:xfrm>
        </p:grpSpPr>
        <p:cxnSp>
          <p:nvCxnSpPr>
            <p:cNvPr id="19" name="Straight Connector 18">
              <a:extLst>
                <a:ext uri="{FF2B5EF4-FFF2-40B4-BE49-F238E27FC236}">
                  <a16:creationId xmlns:a16="http://schemas.microsoft.com/office/drawing/2014/main" id="{76F78FE0-439E-AFC5-6E0C-830C7716BEFD}"/>
                </a:ext>
              </a:extLst>
            </p:cNvPr>
            <p:cNvCxnSpPr/>
            <p:nvPr userDrawn="1"/>
          </p:nvCxnSpPr>
          <p:spPr>
            <a:xfrm>
              <a:off x="0" y="6616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5D9A444-71F1-8C5F-451A-D6374FF09FFA}"/>
                </a:ext>
              </a:extLst>
            </p:cNvPr>
            <p:cNvCxnSpPr>
              <a:cxnSpLocks/>
            </p:cNvCxnSpPr>
            <p:nvPr userDrawn="1"/>
          </p:nvCxnSpPr>
          <p:spPr>
            <a:xfrm flipV="1">
              <a:off x="444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DA71BE-D22C-403B-F6FB-51760667DC7E}"/>
                </a:ext>
              </a:extLst>
            </p:cNvPr>
            <p:cNvCxnSpPr>
              <a:cxnSpLocks/>
            </p:cNvCxnSpPr>
            <p:nvPr userDrawn="1"/>
          </p:nvCxnSpPr>
          <p:spPr>
            <a:xfrm flipV="1">
              <a:off x="11747500" y="0"/>
              <a:ext cx="0" cy="77724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B1EC228-29B2-1BF7-ACBF-3D217B664D5F}"/>
                </a:ext>
              </a:extLst>
            </p:cNvPr>
            <p:cNvCxnSpPr/>
            <p:nvPr userDrawn="1"/>
          </p:nvCxnSpPr>
          <p:spPr>
            <a:xfrm>
              <a:off x="0" y="9017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5145D1-A6EF-CDAF-51C0-317B5457A42D}"/>
                </a:ext>
              </a:extLst>
            </p:cNvPr>
            <p:cNvCxnSpPr/>
            <p:nvPr userDrawn="1"/>
          </p:nvCxnSpPr>
          <p:spPr>
            <a:xfrm>
              <a:off x="0" y="74930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sp>
        <p:nvSpPr>
          <p:cNvPr id="5" name="Content Placeholder 2">
            <a:extLst>
              <a:ext uri="{FF2B5EF4-FFF2-40B4-BE49-F238E27FC236}">
                <a16:creationId xmlns:a16="http://schemas.microsoft.com/office/drawing/2014/main" id="{10C9E72E-7A47-3085-9F92-DC2006DD87F2}"/>
              </a:ext>
            </a:extLst>
          </p:cNvPr>
          <p:cNvSpPr>
            <a:spLocks noGrp="1"/>
          </p:cNvSpPr>
          <p:nvPr>
            <p:ph idx="15"/>
          </p:nvPr>
        </p:nvSpPr>
        <p:spPr>
          <a:xfrm>
            <a:off x="9074531" y="897167"/>
            <a:ext cx="4205032" cy="430212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6" name="Content Placeholder 2">
            <a:extLst>
              <a:ext uri="{FF2B5EF4-FFF2-40B4-BE49-F238E27FC236}">
                <a16:creationId xmlns:a16="http://schemas.microsoft.com/office/drawing/2014/main" id="{36D83873-6840-5A48-EC94-CD842FC2B9A6}"/>
              </a:ext>
            </a:extLst>
          </p:cNvPr>
          <p:cNvSpPr>
            <a:spLocks noGrp="1"/>
          </p:cNvSpPr>
          <p:nvPr>
            <p:ph idx="16"/>
          </p:nvPr>
        </p:nvSpPr>
        <p:spPr>
          <a:xfrm>
            <a:off x="4825009" y="897167"/>
            <a:ext cx="4205032" cy="4302123"/>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DC1CDB0-5274-2103-F767-783A6C3F1179}"/>
              </a:ext>
            </a:extLst>
          </p:cNvPr>
          <p:cNvSpPr>
            <a:spLocks noGrp="1"/>
          </p:cNvSpPr>
          <p:nvPr>
            <p:ph idx="17"/>
          </p:nvPr>
        </p:nvSpPr>
        <p:spPr>
          <a:xfrm>
            <a:off x="558193" y="897167"/>
            <a:ext cx="4205032" cy="4302122"/>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8" name="Content Placeholder 2">
            <a:extLst>
              <a:ext uri="{FF2B5EF4-FFF2-40B4-BE49-F238E27FC236}">
                <a16:creationId xmlns:a16="http://schemas.microsoft.com/office/drawing/2014/main" id="{84BD29C8-2C86-80D6-0654-B8E81DD09193}"/>
              </a:ext>
            </a:extLst>
          </p:cNvPr>
          <p:cNvSpPr>
            <a:spLocks noGrp="1"/>
          </p:cNvSpPr>
          <p:nvPr>
            <p:ph idx="18"/>
          </p:nvPr>
        </p:nvSpPr>
        <p:spPr>
          <a:xfrm>
            <a:off x="552255"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A151E79E-6DA8-6F79-3303-B57DC163CF67}"/>
              </a:ext>
            </a:extLst>
          </p:cNvPr>
          <p:cNvSpPr>
            <a:spLocks noGrp="1"/>
          </p:cNvSpPr>
          <p:nvPr>
            <p:ph idx="19" hasCustomPrompt="1"/>
          </p:nvPr>
        </p:nvSpPr>
        <p:spPr>
          <a:xfrm>
            <a:off x="4826342" y="5294539"/>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
        <p:nvSpPr>
          <p:cNvPr id="10" name="Content Placeholder 2">
            <a:extLst>
              <a:ext uri="{FF2B5EF4-FFF2-40B4-BE49-F238E27FC236}">
                <a16:creationId xmlns:a16="http://schemas.microsoft.com/office/drawing/2014/main" id="{8CCEAC2E-7413-F837-FB19-A81C642E268A}"/>
              </a:ext>
            </a:extLst>
          </p:cNvPr>
          <p:cNvSpPr>
            <a:spLocks noGrp="1"/>
          </p:cNvSpPr>
          <p:nvPr>
            <p:ph idx="20" hasCustomPrompt="1"/>
          </p:nvPr>
        </p:nvSpPr>
        <p:spPr>
          <a:xfrm>
            <a:off x="9073597" y="5285015"/>
            <a:ext cx="4205032" cy="1260474"/>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r>
              <a:rPr lang="mn-MN"/>
              <a:t>0</a:t>
            </a:r>
            <a:endParaRPr lang="en-US"/>
          </a:p>
        </p:txBody>
      </p:sp>
    </p:spTree>
    <p:extLst>
      <p:ext uri="{BB962C8B-B14F-4D97-AF65-F5344CB8AC3E}">
        <p14:creationId xmlns:p14="http://schemas.microsoft.com/office/powerpoint/2010/main" val="11933096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6DA306C5-86D0-FA46-B894-FC4F4F0646A0}"/>
              </a:ext>
            </a:extLst>
          </p:cNvPr>
          <p:cNvPicPr>
            <a:picLocks noChangeAspect="1"/>
          </p:cNvPicPr>
          <p:nvPr userDrawn="1"/>
        </p:nvPicPr>
        <p:blipFill rotWithShape="1">
          <a:blip r:embed="rId2"/>
          <a:srcRect b="15208"/>
          <a:stretch/>
        </p:blipFill>
        <p:spPr>
          <a:xfrm flipH="1">
            <a:off x="1200" y="2"/>
            <a:ext cx="3446860" cy="7768312"/>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3523495" y="29844"/>
            <a:ext cx="1019925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68642" y="1068620"/>
            <a:ext cx="3316284" cy="6208359"/>
          </a:xfrm>
        </p:spPr>
        <p:txBody>
          <a:bodyPr/>
          <a:lstStyle>
            <a:lvl1pPr marL="0" indent="0" algn="ctr">
              <a:lnSpc>
                <a:spcPct val="90000"/>
              </a:lnSpc>
              <a:spcBef>
                <a:spcPts val="0"/>
              </a:spcBef>
              <a:spcAft>
                <a:spcPts val="680"/>
              </a:spcAft>
              <a:buNone/>
              <a:defRPr>
                <a:solidFill>
                  <a:schemeClr val="accent3"/>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3490629" y="1031261"/>
            <a:ext cx="10321214" cy="0"/>
          </a:xfrm>
          <a:prstGeom prst="line">
            <a:avLst/>
          </a:prstGeom>
          <a:ln w="19050">
            <a:solidFill>
              <a:srgbClr val="00B0B0"/>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F1D49DCD-4CF6-0BEF-2DCA-0EA9B5875CD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97410" y="133397"/>
            <a:ext cx="2881072" cy="816000"/>
          </a:xfrm>
          <a:prstGeom prst="rect">
            <a:avLst/>
          </a:prstGeom>
        </p:spPr>
      </p:pic>
      <p:sp>
        <p:nvSpPr>
          <p:cNvPr id="4" name="Content Placeholder 2">
            <a:extLst>
              <a:ext uri="{FF2B5EF4-FFF2-40B4-BE49-F238E27FC236}">
                <a16:creationId xmlns:a16="http://schemas.microsoft.com/office/drawing/2014/main" id="{0E22F811-2A64-5904-F62F-F5545E1FEE44}"/>
              </a:ext>
            </a:extLst>
          </p:cNvPr>
          <p:cNvSpPr>
            <a:spLocks noGrp="1"/>
          </p:cNvSpPr>
          <p:nvPr>
            <p:ph idx="14"/>
          </p:nvPr>
        </p:nvSpPr>
        <p:spPr>
          <a:xfrm>
            <a:off x="6927340" y="1068622"/>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7" name="Content Placeholder 2">
            <a:extLst>
              <a:ext uri="{FF2B5EF4-FFF2-40B4-BE49-F238E27FC236}">
                <a16:creationId xmlns:a16="http://schemas.microsoft.com/office/drawing/2014/main" id="{5D55BAED-4AB6-CA10-27A7-7B8B6B71B7E4}"/>
              </a:ext>
            </a:extLst>
          </p:cNvPr>
          <p:cNvSpPr>
            <a:spLocks noGrp="1"/>
          </p:cNvSpPr>
          <p:nvPr>
            <p:ph idx="15"/>
          </p:nvPr>
        </p:nvSpPr>
        <p:spPr>
          <a:xfrm>
            <a:off x="6927340" y="4215184"/>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8" name="Content Placeholder 2">
            <a:extLst>
              <a:ext uri="{FF2B5EF4-FFF2-40B4-BE49-F238E27FC236}">
                <a16:creationId xmlns:a16="http://schemas.microsoft.com/office/drawing/2014/main" id="{16BF6D8D-3D39-13B0-51CD-FD1455E555EF}"/>
              </a:ext>
            </a:extLst>
          </p:cNvPr>
          <p:cNvSpPr>
            <a:spLocks noGrp="1"/>
          </p:cNvSpPr>
          <p:nvPr>
            <p:ph idx="16"/>
          </p:nvPr>
        </p:nvSpPr>
        <p:spPr>
          <a:xfrm>
            <a:off x="3523596" y="1062312"/>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9" name="Content Placeholder 2">
            <a:extLst>
              <a:ext uri="{FF2B5EF4-FFF2-40B4-BE49-F238E27FC236}">
                <a16:creationId xmlns:a16="http://schemas.microsoft.com/office/drawing/2014/main" id="{A75785A2-BDE6-3648-9F8A-5C38E5A381E5}"/>
              </a:ext>
            </a:extLst>
          </p:cNvPr>
          <p:cNvSpPr>
            <a:spLocks noGrp="1"/>
          </p:cNvSpPr>
          <p:nvPr>
            <p:ph idx="17"/>
          </p:nvPr>
        </p:nvSpPr>
        <p:spPr>
          <a:xfrm>
            <a:off x="10368389" y="1062312"/>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0" name="Content Placeholder 2">
            <a:extLst>
              <a:ext uri="{FF2B5EF4-FFF2-40B4-BE49-F238E27FC236}">
                <a16:creationId xmlns:a16="http://schemas.microsoft.com/office/drawing/2014/main" id="{230450BE-FC27-D918-BC10-BA7CC1814448}"/>
              </a:ext>
            </a:extLst>
          </p:cNvPr>
          <p:cNvSpPr>
            <a:spLocks noGrp="1"/>
          </p:cNvSpPr>
          <p:nvPr>
            <p:ph idx="18"/>
          </p:nvPr>
        </p:nvSpPr>
        <p:spPr>
          <a:xfrm>
            <a:off x="3523596" y="4208876"/>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11" name="Content Placeholder 2">
            <a:extLst>
              <a:ext uri="{FF2B5EF4-FFF2-40B4-BE49-F238E27FC236}">
                <a16:creationId xmlns:a16="http://schemas.microsoft.com/office/drawing/2014/main" id="{E5C72FB4-3066-DBE9-DF90-35FF6D19C2E7}"/>
              </a:ext>
            </a:extLst>
          </p:cNvPr>
          <p:cNvSpPr>
            <a:spLocks noGrp="1"/>
          </p:cNvSpPr>
          <p:nvPr>
            <p:ph idx="19"/>
          </p:nvPr>
        </p:nvSpPr>
        <p:spPr>
          <a:xfrm>
            <a:off x="10368389" y="4208876"/>
            <a:ext cx="3365613" cy="3102895"/>
          </a:xfrm>
        </p:spPr>
        <p:txBody>
          <a:bodyPr>
            <a:normAutofit/>
          </a:bodyPr>
          <a:lstStyle>
            <a:lvl1pPr marL="203976" indent="-203976">
              <a:lnSpc>
                <a:spcPct val="90000"/>
              </a:lnSpc>
              <a:spcBef>
                <a:spcPts val="0"/>
              </a:spcBef>
              <a:spcAft>
                <a:spcPts val="680"/>
              </a:spcAft>
              <a:defRPr sz="1813"/>
            </a:lvl1pPr>
            <a:lvl2pPr marL="652723" indent="-326362">
              <a:lnSpc>
                <a:spcPct val="90000"/>
              </a:lnSpc>
              <a:spcBef>
                <a:spcPts val="0"/>
              </a:spcBef>
              <a:spcAft>
                <a:spcPts val="680"/>
              </a:spcAft>
              <a:defRPr sz="1586"/>
            </a:lvl2pPr>
            <a:lvl3pPr marL="979085" indent="-326362">
              <a:lnSpc>
                <a:spcPct val="90000"/>
              </a:lnSpc>
              <a:spcBef>
                <a:spcPts val="0"/>
              </a:spcBef>
              <a:spcAft>
                <a:spcPts val="680"/>
              </a:spcAft>
              <a:defRPr sz="1360"/>
            </a:lvl3pPr>
            <a:lvl4pPr marL="1305446" indent="-326362">
              <a:lnSpc>
                <a:spcPct val="90000"/>
              </a:lnSpc>
              <a:spcBef>
                <a:spcPts val="0"/>
              </a:spcBef>
              <a:spcAft>
                <a:spcPts val="680"/>
              </a:spcAft>
              <a:defRPr sz="1247"/>
            </a:lvl4pPr>
            <a:lvl5pPr marL="1631808" indent="-326362">
              <a:lnSpc>
                <a:spcPct val="90000"/>
              </a:lnSpc>
              <a:spcBef>
                <a:spcPts val="0"/>
              </a:spcBef>
              <a:spcAft>
                <a:spcPts val="680"/>
              </a:spcAft>
              <a:defRPr sz="124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Tree>
    <p:extLst>
      <p:ext uri="{BB962C8B-B14F-4D97-AF65-F5344CB8AC3E}">
        <p14:creationId xmlns:p14="http://schemas.microsoft.com/office/powerpoint/2010/main" val="169345670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1_Title and Content">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6DA306C5-86D0-FA46-B894-FC4F4F0646A0}"/>
              </a:ext>
            </a:extLst>
          </p:cNvPr>
          <p:cNvPicPr>
            <a:picLocks noChangeAspect="1"/>
          </p:cNvPicPr>
          <p:nvPr userDrawn="1"/>
        </p:nvPicPr>
        <p:blipFill rotWithShape="1">
          <a:blip r:embed="rId2"/>
          <a:srcRect r="33887" b="15208"/>
          <a:stretch/>
        </p:blipFill>
        <p:spPr>
          <a:xfrm flipH="1">
            <a:off x="4446483" y="2"/>
            <a:ext cx="9369528" cy="7768312"/>
          </a:xfrm>
          <a:prstGeom prst="rect">
            <a:avLst/>
          </a:prstGeom>
        </p:spPr>
      </p:pic>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pic>
        <p:nvPicPr>
          <p:cNvPr id="14" name="Graphic 13">
            <a:extLst>
              <a:ext uri="{FF2B5EF4-FFF2-40B4-BE49-F238E27FC236}">
                <a16:creationId xmlns:a16="http://schemas.microsoft.com/office/drawing/2014/main" id="{F1D49DCD-4CF6-0BEF-2DCA-0EA9B5875CD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76109" y="185869"/>
            <a:ext cx="2881072" cy="816000"/>
          </a:xfrm>
          <a:prstGeom prst="rect">
            <a:avLst/>
          </a:prstGeom>
        </p:spPr>
      </p:pic>
    </p:spTree>
    <p:extLst>
      <p:ext uri="{BB962C8B-B14F-4D97-AF65-F5344CB8AC3E}">
        <p14:creationId xmlns:p14="http://schemas.microsoft.com/office/powerpoint/2010/main" val="3367619106"/>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40633-C39C-4144-D3A2-248E5DCA5CF6}"/>
              </a:ext>
            </a:extLst>
          </p:cNvPr>
          <p:cNvSpPr>
            <a:spLocks noGrp="1"/>
          </p:cNvSpPr>
          <p:nvPr>
            <p:ph type="title"/>
          </p:nvPr>
        </p:nvSpPr>
        <p:spPr>
          <a:xfrm>
            <a:off x="1811608" y="404544"/>
            <a:ext cx="9020398" cy="518160"/>
          </a:xfrm>
        </p:spPr>
        <p:txBody>
          <a:bodyPr>
            <a:normAutofit/>
          </a:bodyPr>
          <a:lstStyle>
            <a:lvl1pPr>
              <a:defRPr sz="2720">
                <a:latin typeface="Montserrat ExtraBold" panose="00000900000000000000" pitchFamily="2" charset="0"/>
              </a:defRPr>
            </a:lvl1pPr>
          </a:lstStyle>
          <a:p>
            <a:r>
              <a:rPr lang="en-US"/>
              <a:t>Click to edit Master title style</a:t>
            </a:r>
          </a:p>
        </p:txBody>
      </p:sp>
    </p:spTree>
    <p:extLst>
      <p:ext uri="{BB962C8B-B14F-4D97-AF65-F5344CB8AC3E}">
        <p14:creationId xmlns:p14="http://schemas.microsoft.com/office/powerpoint/2010/main" val="303687400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4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0"/>
            <a:ext cx="13816013" cy="7790454"/>
          </a:xfrm>
          <a:prstGeom prst="rect">
            <a:avLst/>
          </a:prstGeom>
        </p:spPr>
      </p:pic>
      <p:pic>
        <p:nvPicPr>
          <p:cNvPr id="3" name="Graphic 2">
            <a:extLst>
              <a:ext uri="{FF2B5EF4-FFF2-40B4-BE49-F238E27FC236}">
                <a16:creationId xmlns:a16="http://schemas.microsoft.com/office/drawing/2014/main" id="{A93FC29E-DF5B-7E7D-BCE9-47E6F834A4D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13" name="Group 12">
            <a:extLst>
              <a:ext uri="{FF2B5EF4-FFF2-40B4-BE49-F238E27FC236}">
                <a16:creationId xmlns:a16="http://schemas.microsoft.com/office/drawing/2014/main" id="{F830B3BC-0E1D-9121-4914-EE0A795AA57A}"/>
              </a:ext>
            </a:extLst>
          </p:cNvPr>
          <p:cNvGrpSpPr/>
          <p:nvPr userDrawn="1"/>
        </p:nvGrpSpPr>
        <p:grpSpPr>
          <a:xfrm>
            <a:off x="0" y="901700"/>
            <a:ext cx="13816013" cy="6870700"/>
            <a:chOff x="0" y="901700"/>
            <a:chExt cx="13816013" cy="6870700"/>
          </a:xfrm>
        </p:grpSpPr>
        <p:cxnSp>
          <p:nvCxnSpPr>
            <p:cNvPr id="14" name="Straight Connector 13">
              <a:extLst>
                <a:ext uri="{FF2B5EF4-FFF2-40B4-BE49-F238E27FC236}">
                  <a16:creationId xmlns:a16="http://schemas.microsoft.com/office/drawing/2014/main" id="{8F7AE337-18C7-DFB3-07A2-75E16788521D}"/>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D63642C-FB18-8F16-CCBB-5AE1BE936344}"/>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FC131EB-41CC-64C2-8E76-F942E2B1DF44}"/>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313156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1341EDE8-1DA4-8D6F-86A3-B8C2D7482A33}"/>
              </a:ext>
            </a:extLst>
          </p:cNvPr>
          <p:cNvPicPr>
            <a:picLocks noChangeAspect="1"/>
          </p:cNvPicPr>
          <p:nvPr userDrawn="1"/>
        </p:nvPicPr>
        <p:blipFill rotWithShape="1">
          <a:blip r:embed="rId2"/>
          <a:srcRect t="411" b="15208"/>
          <a:stretch/>
        </p:blipFill>
        <p:spPr>
          <a:xfrm>
            <a:off x="0" y="0"/>
            <a:ext cx="13816013" cy="7790454"/>
          </a:xfrm>
          <a:prstGeom prst="rect">
            <a:avLst/>
          </a:prstGeom>
        </p:spPr>
      </p:pic>
      <p:pic>
        <p:nvPicPr>
          <p:cNvPr id="3" name="Graphic 2">
            <a:extLst>
              <a:ext uri="{FF2B5EF4-FFF2-40B4-BE49-F238E27FC236}">
                <a16:creationId xmlns:a16="http://schemas.microsoft.com/office/drawing/2014/main" id="{0C80B914-12E7-F1BE-BD29-10E474E13F1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A02C7DAF-2836-425A-43C7-E1B62FA63D99}"/>
              </a:ext>
            </a:extLst>
          </p:cNvPr>
          <p:cNvGrpSpPr/>
          <p:nvPr userDrawn="1"/>
        </p:nvGrpSpPr>
        <p:grpSpPr>
          <a:xfrm>
            <a:off x="0" y="901700"/>
            <a:ext cx="13816013" cy="6870700"/>
            <a:chOff x="0" y="901700"/>
            <a:chExt cx="13816013" cy="6870700"/>
          </a:xfrm>
        </p:grpSpPr>
        <p:cxnSp>
          <p:nvCxnSpPr>
            <p:cNvPr id="6" name="Straight Connector 5">
              <a:extLst>
                <a:ext uri="{FF2B5EF4-FFF2-40B4-BE49-F238E27FC236}">
                  <a16:creationId xmlns:a16="http://schemas.microsoft.com/office/drawing/2014/main" id="{5816D9D8-45C6-DABE-7BAF-718505678D49}"/>
                </a:ext>
              </a:extLst>
            </p:cNvPr>
            <p:cNvCxnSpPr/>
            <p:nvPr userDrawn="1"/>
          </p:nvCxnSpPr>
          <p:spPr>
            <a:xfrm>
              <a:off x="0" y="6616700"/>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8F9B7F-4F05-A114-2F8A-2C5573652232}"/>
                </a:ext>
              </a:extLst>
            </p:cNvPr>
            <p:cNvCxnSpPr>
              <a:cxnSpLocks/>
            </p:cNvCxnSpPr>
            <p:nvPr userDrawn="1"/>
          </p:nvCxnSpPr>
          <p:spPr>
            <a:xfrm>
              <a:off x="0" y="901700"/>
              <a:ext cx="3746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39ACDF4-E9BA-50D8-8C8D-8FED16FBEF76}"/>
                </a:ext>
              </a:extLst>
            </p:cNvPr>
            <p:cNvSpPr/>
            <p:nvPr userDrawn="1"/>
          </p:nvSpPr>
          <p:spPr>
            <a:xfrm>
              <a:off x="0" y="6629400"/>
              <a:ext cx="13803313" cy="1143000"/>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91872198"/>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804A265B-DD21-6D83-B510-3BBB96AE96D9}"/>
              </a:ext>
            </a:extLst>
          </p:cNvPr>
          <p:cNvPicPr>
            <a:picLocks noChangeAspect="1"/>
          </p:cNvPicPr>
          <p:nvPr userDrawn="1"/>
        </p:nvPicPr>
        <p:blipFill rotWithShape="1">
          <a:blip r:embed="rId2"/>
          <a:srcRect l="74735" b="15208"/>
          <a:stretch/>
        </p:blipFill>
        <p:spPr>
          <a:xfrm>
            <a:off x="10325385" y="1"/>
            <a:ext cx="3490628" cy="7790454"/>
          </a:xfrm>
          <a:prstGeom prst="rect">
            <a:avLst/>
          </a:prstGeom>
        </p:spPr>
      </p:pic>
      <p:sp>
        <p:nvSpPr>
          <p:cNvPr id="2" name="Title 1">
            <a:extLst>
              <a:ext uri="{FF2B5EF4-FFF2-40B4-BE49-F238E27FC236}">
                <a16:creationId xmlns:a16="http://schemas.microsoft.com/office/drawing/2014/main" id="{726FC398-6344-9B92-3C64-DD4C4A18B090}"/>
              </a:ext>
            </a:extLst>
          </p:cNvPr>
          <p:cNvSpPr>
            <a:spLocks noGrp="1"/>
          </p:cNvSpPr>
          <p:nvPr>
            <p:ph type="title"/>
          </p:nvPr>
        </p:nvSpPr>
        <p:spPr>
          <a:xfrm>
            <a:off x="50343" y="29844"/>
            <a:ext cx="10231110" cy="931155"/>
          </a:xfrm>
        </p:spPr>
        <p:txBody>
          <a:bodyPr lIns="216000">
            <a:noAutofit/>
          </a:bodyPr>
          <a:lstStyle>
            <a:lvl1pPr algn="l">
              <a:defRPr sz="2720">
                <a:solidFill>
                  <a:schemeClr val="tx1"/>
                </a:solidFill>
                <a:latin typeface="Montserrat ExtraBold" pitchFamily="2" charset="0"/>
              </a:defRPr>
            </a:lvl1pPr>
          </a:lstStyle>
          <a:p>
            <a:r>
              <a:rPr lang="en-US"/>
              <a:t>Click to edit Master title style</a:t>
            </a:r>
            <a:endParaRPr lang="mn-MN"/>
          </a:p>
        </p:txBody>
      </p:sp>
      <p:sp>
        <p:nvSpPr>
          <p:cNvPr id="3" name="Content Placeholder 2">
            <a:extLst>
              <a:ext uri="{FF2B5EF4-FFF2-40B4-BE49-F238E27FC236}">
                <a16:creationId xmlns:a16="http://schemas.microsoft.com/office/drawing/2014/main" id="{AEFFEB1B-E063-8506-1F73-826EEB1ACE88}"/>
              </a:ext>
            </a:extLst>
          </p:cNvPr>
          <p:cNvSpPr>
            <a:spLocks noGrp="1"/>
          </p:cNvSpPr>
          <p:nvPr>
            <p:ph idx="1"/>
          </p:nvPr>
        </p:nvSpPr>
        <p:spPr>
          <a:xfrm>
            <a:off x="73174" y="1068620"/>
            <a:ext cx="10168850" cy="6208359"/>
          </a:xfrm>
        </p:spPr>
        <p:txBody>
          <a:bodyPr tIns="108000" bIns="108000"/>
          <a:lstStyle>
            <a:lvl1pPr marL="203976" indent="-326362">
              <a:lnSpc>
                <a:spcPct val="90000"/>
              </a:lnSpc>
              <a:spcBef>
                <a:spcPts val="0"/>
              </a:spcBef>
              <a:spcAft>
                <a:spcPts val="680"/>
              </a:spcAft>
              <a:defRPr/>
            </a:lvl1pPr>
            <a:lvl2pPr marL="652723" indent="-326362">
              <a:lnSpc>
                <a:spcPct val="90000"/>
              </a:lnSpc>
              <a:spcBef>
                <a:spcPts val="0"/>
              </a:spcBef>
              <a:spcAft>
                <a:spcPts val="680"/>
              </a:spcAft>
              <a:defRPr/>
            </a:lvl2pPr>
            <a:lvl3pPr marL="979085" indent="-326362">
              <a:lnSpc>
                <a:spcPct val="90000"/>
              </a:lnSpc>
              <a:spcBef>
                <a:spcPts val="0"/>
              </a:spcBef>
              <a:spcAft>
                <a:spcPts val="680"/>
              </a:spcAft>
              <a:defRPr/>
            </a:lvl3pPr>
            <a:lvl4pPr marL="1305446" indent="-326362">
              <a:lnSpc>
                <a:spcPct val="90000"/>
              </a:lnSpc>
              <a:spcBef>
                <a:spcPts val="0"/>
              </a:spcBef>
              <a:spcAft>
                <a:spcPts val="680"/>
              </a:spcAft>
              <a:defRPr/>
            </a:lvl4pPr>
            <a:lvl5pPr marL="1631808" indent="-326362">
              <a:lnSpc>
                <a:spcPct val="90000"/>
              </a:lnSpc>
              <a:spcBef>
                <a:spcPts val="0"/>
              </a:spcBef>
              <a:spcAft>
                <a:spcPts val="68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C33701B5-6631-D266-F88F-F8086F3235A3}"/>
              </a:ext>
            </a:extLst>
          </p:cNvPr>
          <p:cNvSpPr>
            <a:spLocks noGrp="1"/>
          </p:cNvSpPr>
          <p:nvPr>
            <p:ph type="sldNum" sz="quarter" idx="12"/>
          </p:nvPr>
        </p:nvSpPr>
        <p:spPr>
          <a:xfrm>
            <a:off x="56313" y="7358593"/>
            <a:ext cx="901894" cy="349802"/>
          </a:xfrm>
          <a:prstGeom prst="rect">
            <a:avLst/>
          </a:prstGeom>
        </p:spPr>
        <p:txBody>
          <a:bodyPr/>
          <a:lstStyle>
            <a:lvl1pPr>
              <a:defRPr sz="1133"/>
            </a:lvl1pPr>
          </a:lstStyle>
          <a:p>
            <a:fld id="{31EDE896-AC2C-481E-AE90-43E2336744F8}" type="slidenum">
              <a:rPr lang="mn-MN" smtClean="0"/>
              <a:pPr/>
              <a:t>‹#›</a:t>
            </a:fld>
            <a:endParaRPr lang="mn-MN"/>
          </a:p>
        </p:txBody>
      </p:sp>
      <p:sp>
        <p:nvSpPr>
          <p:cNvPr id="5" name="Content Placeholder 2">
            <a:extLst>
              <a:ext uri="{FF2B5EF4-FFF2-40B4-BE49-F238E27FC236}">
                <a16:creationId xmlns:a16="http://schemas.microsoft.com/office/drawing/2014/main" id="{9D3FB103-FE3B-EA96-BEE5-AE385B006718}"/>
              </a:ext>
            </a:extLst>
          </p:cNvPr>
          <p:cNvSpPr>
            <a:spLocks noGrp="1"/>
          </p:cNvSpPr>
          <p:nvPr>
            <p:ph idx="13"/>
          </p:nvPr>
        </p:nvSpPr>
        <p:spPr>
          <a:xfrm>
            <a:off x="10431090" y="1068620"/>
            <a:ext cx="3278534" cy="6208359"/>
          </a:xfrm>
        </p:spPr>
        <p:txBody>
          <a:bodyPr/>
          <a:lstStyle>
            <a:lvl1pPr marL="0" indent="0" algn="ctr">
              <a:lnSpc>
                <a:spcPct val="90000"/>
              </a:lnSpc>
              <a:spcBef>
                <a:spcPts val="0"/>
              </a:spcBef>
              <a:spcAft>
                <a:spcPts val="680"/>
              </a:spcAft>
              <a:buNone/>
              <a:defRPr>
                <a:solidFill>
                  <a:srgbClr val="00B0B0"/>
                </a:solidFill>
                <a:latin typeface="Montserrat ExtraBold" pitchFamily="2" charset="0"/>
              </a:defRPr>
            </a:lvl1pPr>
            <a:lvl2pPr marL="652723" indent="-326362">
              <a:lnSpc>
                <a:spcPct val="90000"/>
              </a:lnSpc>
              <a:spcBef>
                <a:spcPts val="0"/>
              </a:spcBef>
              <a:spcAft>
                <a:spcPts val="680"/>
              </a:spcAft>
              <a:defRPr>
                <a:solidFill>
                  <a:schemeClr val="accent3"/>
                </a:solidFill>
              </a:defRPr>
            </a:lvl2pPr>
            <a:lvl3pPr marL="979085" indent="-326362">
              <a:lnSpc>
                <a:spcPct val="90000"/>
              </a:lnSpc>
              <a:spcBef>
                <a:spcPts val="0"/>
              </a:spcBef>
              <a:spcAft>
                <a:spcPts val="680"/>
              </a:spcAft>
              <a:defRPr>
                <a:solidFill>
                  <a:schemeClr val="accent3"/>
                </a:solidFill>
              </a:defRPr>
            </a:lvl3pPr>
            <a:lvl4pPr marL="1305446" indent="-326362">
              <a:lnSpc>
                <a:spcPct val="90000"/>
              </a:lnSpc>
              <a:spcBef>
                <a:spcPts val="0"/>
              </a:spcBef>
              <a:spcAft>
                <a:spcPts val="680"/>
              </a:spcAft>
              <a:defRPr>
                <a:solidFill>
                  <a:schemeClr val="accent3"/>
                </a:solidFill>
              </a:defRPr>
            </a:lvl4pPr>
            <a:lvl5pPr marL="1631808" indent="-326362">
              <a:lnSpc>
                <a:spcPct val="90000"/>
              </a:lnSpc>
              <a:spcBef>
                <a:spcPts val="0"/>
              </a:spcBef>
              <a:spcAft>
                <a:spcPts val="680"/>
              </a:spcAft>
              <a:defRPr>
                <a:solidFill>
                  <a:schemeClr val="accent3"/>
                </a:solidFill>
              </a:defRPr>
            </a:lvl5pPr>
          </a:lstStyle>
          <a:p>
            <a:pPr lvl="0"/>
            <a:r>
              <a:rPr lang="en-US"/>
              <a:t>Click to edit Master text styles</a:t>
            </a:r>
          </a:p>
        </p:txBody>
      </p:sp>
      <p:cxnSp>
        <p:nvCxnSpPr>
          <p:cNvPr id="12" name="Straight Connector 11">
            <a:extLst>
              <a:ext uri="{FF2B5EF4-FFF2-40B4-BE49-F238E27FC236}">
                <a16:creationId xmlns:a16="http://schemas.microsoft.com/office/drawing/2014/main" id="{6156F774-CE13-1398-1446-B30F4A9D4B5F}"/>
              </a:ext>
            </a:extLst>
          </p:cNvPr>
          <p:cNvCxnSpPr>
            <a:cxnSpLocks/>
          </p:cNvCxnSpPr>
          <p:nvPr userDrawn="1"/>
        </p:nvCxnSpPr>
        <p:spPr>
          <a:xfrm>
            <a:off x="61856" y="1031261"/>
            <a:ext cx="1023111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6F893B95-0418-85BE-42E0-191C0275073C}"/>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3763608252"/>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12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0"/>
            <a:ext cx="13816013" cy="7790454"/>
          </a:xfrm>
          <a:prstGeom prst="rect">
            <a:avLst/>
          </a:prstGeom>
        </p:spPr>
      </p:pic>
      <p:sp>
        <p:nvSpPr>
          <p:cNvPr id="2" name="Title 1">
            <a:extLst>
              <a:ext uri="{FF2B5EF4-FFF2-40B4-BE49-F238E27FC236}">
                <a16:creationId xmlns:a16="http://schemas.microsoft.com/office/drawing/2014/main" id="{2CBE9737-B1C7-7E5D-0532-56CCAAAD5515}"/>
              </a:ext>
            </a:extLst>
          </p:cNvPr>
          <p:cNvSpPr>
            <a:spLocks noGrp="1"/>
          </p:cNvSpPr>
          <p:nvPr>
            <p:ph type="title"/>
          </p:nvPr>
        </p:nvSpPr>
        <p:spPr>
          <a:xfrm>
            <a:off x="56315" y="64007"/>
            <a:ext cx="10783500" cy="914252"/>
          </a:xfrm>
        </p:spPr>
        <p:txBody>
          <a:bodyPr/>
          <a:lstStyle/>
          <a:p>
            <a:r>
              <a:rPr lang="en-US"/>
              <a:t>Click to edit Master title style</a:t>
            </a:r>
            <a:endParaRPr lang="mn-MN"/>
          </a:p>
        </p:txBody>
      </p:sp>
      <p:sp>
        <p:nvSpPr>
          <p:cNvPr id="3" name="Slide Number Placeholder 2">
            <a:extLst>
              <a:ext uri="{FF2B5EF4-FFF2-40B4-BE49-F238E27FC236}">
                <a16:creationId xmlns:a16="http://schemas.microsoft.com/office/drawing/2014/main" id="{39DEFB82-E0F3-2C9B-870C-2E9ED5DF3279}"/>
              </a:ext>
            </a:extLst>
          </p:cNvPr>
          <p:cNvSpPr>
            <a:spLocks noGrp="1"/>
          </p:cNvSpPr>
          <p:nvPr>
            <p:ph type="sldNum" sz="quarter" idx="10"/>
          </p:nvPr>
        </p:nvSpPr>
        <p:spPr/>
        <p:txBody>
          <a:bodyPr/>
          <a:lstStyle/>
          <a:p>
            <a:fld id="{31EDE896-AC2C-481E-AE90-43E2336744F8}" type="slidenum">
              <a:rPr lang="mn-MN" smtClean="0"/>
              <a:pPr/>
              <a:t>‹#›</a:t>
            </a:fld>
            <a:endParaRPr lang="mn-MN"/>
          </a:p>
        </p:txBody>
      </p:sp>
      <p:pic>
        <p:nvPicPr>
          <p:cNvPr id="10" name="Graphic 9">
            <a:extLst>
              <a:ext uri="{FF2B5EF4-FFF2-40B4-BE49-F238E27FC236}">
                <a16:creationId xmlns:a16="http://schemas.microsoft.com/office/drawing/2014/main" id="{65593100-A594-62A4-8800-C8395F9F675F}"/>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0839813" y="133397"/>
            <a:ext cx="2881072" cy="816000"/>
          </a:xfrm>
          <a:prstGeom prst="rect">
            <a:avLst/>
          </a:prstGeom>
        </p:spPr>
      </p:pic>
    </p:spTree>
    <p:extLst>
      <p:ext uri="{BB962C8B-B14F-4D97-AF65-F5344CB8AC3E}">
        <p14:creationId xmlns:p14="http://schemas.microsoft.com/office/powerpoint/2010/main" val="187124271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3" name="Picture 2" descr="A green and black background&#10;&#10;Description automatically generated">
            <a:extLst>
              <a:ext uri="{FF2B5EF4-FFF2-40B4-BE49-F238E27FC236}">
                <a16:creationId xmlns:a16="http://schemas.microsoft.com/office/drawing/2014/main" id="{EA0AEA24-98A7-2B26-1F2D-8E4FA52D7A7B}"/>
              </a:ext>
            </a:extLst>
          </p:cNvPr>
          <p:cNvPicPr>
            <a:picLocks noChangeAspect="1"/>
          </p:cNvPicPr>
          <p:nvPr userDrawn="1"/>
        </p:nvPicPr>
        <p:blipFill rotWithShape="1">
          <a:blip r:embed="rId2"/>
          <a:srcRect t="411" b="15208"/>
          <a:stretch/>
        </p:blipFill>
        <p:spPr>
          <a:xfrm>
            <a:off x="0" y="1"/>
            <a:ext cx="13816013" cy="7790454"/>
          </a:xfrm>
          <a:prstGeom prst="rect">
            <a:avLst/>
          </a:prstGeom>
        </p:spPr>
      </p:pic>
      <p:pic>
        <p:nvPicPr>
          <p:cNvPr id="9" name="Picture 8" descr="A black background with blue and gold letters&#10;&#10;Description automatically generated">
            <a:extLst>
              <a:ext uri="{FF2B5EF4-FFF2-40B4-BE49-F238E27FC236}">
                <a16:creationId xmlns:a16="http://schemas.microsoft.com/office/drawing/2014/main" id="{B4508C86-6A0A-22F1-2C32-A54E0D27717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615056" y="279400"/>
            <a:ext cx="1788788" cy="460534"/>
          </a:xfrm>
          <a:prstGeom prst="rect">
            <a:avLst/>
          </a:prstGeom>
        </p:spPr>
      </p:pic>
      <p:cxnSp>
        <p:nvCxnSpPr>
          <p:cNvPr id="10" name="Straight Connector 9">
            <a:extLst>
              <a:ext uri="{FF2B5EF4-FFF2-40B4-BE49-F238E27FC236}">
                <a16:creationId xmlns:a16="http://schemas.microsoft.com/office/drawing/2014/main" id="{AB6B0E5E-1941-C7B8-3A66-28196977CB56}"/>
              </a:ext>
            </a:extLst>
          </p:cNvPr>
          <p:cNvCxnSpPr>
            <a:cxnSpLocks/>
          </p:cNvCxnSpPr>
          <p:nvPr userDrawn="1"/>
        </p:nvCxnSpPr>
        <p:spPr>
          <a:xfrm>
            <a:off x="11475356" y="330200"/>
            <a:ext cx="1" cy="31045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1023329"/>
      </p:ext>
    </p:extLst>
  </p:cSld>
  <p:clrMapOvr>
    <a:masterClrMapping/>
  </p:clrMapOvr>
  <p:extLst>
    <p:ext uri="{DCECCB84-F9BA-43D5-87BE-67443E8EF086}">
      <p15:sldGuideLst xmlns:p15="http://schemas.microsoft.com/office/powerpoint/2012/main">
        <p15:guide id="1" orient="horz" pos="5186">
          <p15:clr>
            <a:srgbClr val="FBAE40"/>
          </p15:clr>
        </p15:guide>
        <p15:guide id="2" pos="8133">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4" name="Picture 3" descr="A green and black background&#10;&#10;Description automatically generated">
            <a:extLst>
              <a:ext uri="{FF2B5EF4-FFF2-40B4-BE49-F238E27FC236}">
                <a16:creationId xmlns:a16="http://schemas.microsoft.com/office/drawing/2014/main" id="{D2A132B6-BB39-3930-450D-2B80E162DF25}"/>
              </a:ext>
            </a:extLst>
          </p:cNvPr>
          <p:cNvPicPr>
            <a:picLocks noChangeAspect="1"/>
          </p:cNvPicPr>
          <p:nvPr userDrawn="1"/>
        </p:nvPicPr>
        <p:blipFill rotWithShape="1">
          <a:blip r:embed="rId2"/>
          <a:srcRect b="15208"/>
          <a:stretch/>
        </p:blipFill>
        <p:spPr>
          <a:xfrm>
            <a:off x="0" y="-14393"/>
            <a:ext cx="13816013" cy="7790454"/>
          </a:xfrm>
          <a:prstGeom prst="rect">
            <a:avLst/>
          </a:prstGeom>
        </p:spPr>
      </p:pic>
      <p:pic>
        <p:nvPicPr>
          <p:cNvPr id="24" name="Graphic 23">
            <a:extLst>
              <a:ext uri="{FF2B5EF4-FFF2-40B4-BE49-F238E27FC236}">
                <a16:creationId xmlns:a16="http://schemas.microsoft.com/office/drawing/2014/main" id="{2F642CF9-C649-5918-77A0-B7713C855CB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425" t="41481" r="50675" b="40445"/>
          <a:stretch/>
        </p:blipFill>
        <p:spPr>
          <a:xfrm>
            <a:off x="11182336" y="188432"/>
            <a:ext cx="2207541" cy="637068"/>
          </a:xfrm>
          <a:prstGeom prst="rect">
            <a:avLst/>
          </a:prstGeom>
        </p:spPr>
      </p:pic>
      <p:grpSp>
        <p:nvGrpSpPr>
          <p:cNvPr id="2" name="Group 1">
            <a:extLst>
              <a:ext uri="{FF2B5EF4-FFF2-40B4-BE49-F238E27FC236}">
                <a16:creationId xmlns:a16="http://schemas.microsoft.com/office/drawing/2014/main" id="{2B8276BD-E51C-64C9-A0E7-6B42BFF49858}"/>
              </a:ext>
            </a:extLst>
          </p:cNvPr>
          <p:cNvGrpSpPr/>
          <p:nvPr userDrawn="1"/>
        </p:nvGrpSpPr>
        <p:grpSpPr>
          <a:xfrm>
            <a:off x="0" y="6966654"/>
            <a:ext cx="13816013" cy="805745"/>
            <a:chOff x="0" y="6966654"/>
            <a:chExt cx="13816013" cy="805745"/>
          </a:xfrm>
        </p:grpSpPr>
        <p:cxnSp>
          <p:nvCxnSpPr>
            <p:cNvPr id="3" name="Straight Connector 2">
              <a:extLst>
                <a:ext uri="{FF2B5EF4-FFF2-40B4-BE49-F238E27FC236}">
                  <a16:creationId xmlns:a16="http://schemas.microsoft.com/office/drawing/2014/main" id="{AE73E98A-BE0B-FE0F-EDC9-AF5C85FE46C5}"/>
                </a:ext>
              </a:extLst>
            </p:cNvPr>
            <p:cNvCxnSpPr/>
            <p:nvPr userDrawn="1"/>
          </p:nvCxnSpPr>
          <p:spPr>
            <a:xfrm>
              <a:off x="0" y="6966654"/>
              <a:ext cx="13816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20805BD5-4803-1A83-A65B-A82810CBC6C8}"/>
                </a:ext>
              </a:extLst>
            </p:cNvPr>
            <p:cNvSpPr/>
            <p:nvPr userDrawn="1"/>
          </p:nvSpPr>
          <p:spPr>
            <a:xfrm>
              <a:off x="0" y="6976532"/>
              <a:ext cx="13803313" cy="795867"/>
            </a:xfrm>
            <a:prstGeom prst="rect">
              <a:avLst/>
            </a:prstGeom>
            <a:gradFill>
              <a:gsLst>
                <a:gs pos="0">
                  <a:srgbClr val="002E2E"/>
                </a:gs>
                <a:gs pos="100000">
                  <a:srgbClr val="00272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90323618"/>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9" name="Picture 8" descr="A group of people on a snowy mountain&#10;&#10;Description automatically generated">
            <a:extLst>
              <a:ext uri="{FF2B5EF4-FFF2-40B4-BE49-F238E27FC236}">
                <a16:creationId xmlns:a16="http://schemas.microsoft.com/office/drawing/2014/main" id="{D57C4E3D-7B4D-BD19-3046-BF0B1465D6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41" y="-14393"/>
            <a:ext cx="13820054" cy="7772400"/>
          </a:xfrm>
          <a:prstGeom prst="rect">
            <a:avLst/>
          </a:prstGeom>
        </p:spPr>
      </p:pic>
      <p:pic>
        <p:nvPicPr>
          <p:cNvPr id="10" name="Picture 9" descr="A white cloud in the sky&#10;&#10;Description automatically generated">
            <a:extLst>
              <a:ext uri="{FF2B5EF4-FFF2-40B4-BE49-F238E27FC236}">
                <a16:creationId xmlns:a16="http://schemas.microsoft.com/office/drawing/2014/main" id="{FFF6542F-B63E-F5EC-0F2E-ED94D760C81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05975" y="1464008"/>
            <a:ext cx="2580444" cy="1768323"/>
          </a:xfrm>
          <a:prstGeom prst="rect">
            <a:avLst/>
          </a:prstGeom>
        </p:spPr>
      </p:pic>
    </p:spTree>
    <p:extLst>
      <p:ext uri="{BB962C8B-B14F-4D97-AF65-F5344CB8AC3E}">
        <p14:creationId xmlns:p14="http://schemas.microsoft.com/office/powerpoint/2010/main" val="87401111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userDrawn="1">
  <p:cSld name="No title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281E44A-5CDE-D882-F844-4F078462FC8E}"/>
              </a:ext>
            </a:extLst>
          </p:cNvPr>
          <p:cNvGrpSpPr/>
          <p:nvPr userDrawn="1"/>
        </p:nvGrpSpPr>
        <p:grpSpPr>
          <a:xfrm>
            <a:off x="0" y="-18054"/>
            <a:ext cx="13816013" cy="7790454"/>
            <a:chOff x="0" y="-15930"/>
            <a:chExt cx="12192000" cy="6873930"/>
          </a:xfrm>
        </p:grpSpPr>
        <p:pic>
          <p:nvPicPr>
            <p:cNvPr id="2" name="Picture 1" descr="A green and black background&#10;&#10;Description automatically generated">
              <a:extLst>
                <a:ext uri="{FF2B5EF4-FFF2-40B4-BE49-F238E27FC236}">
                  <a16:creationId xmlns:a16="http://schemas.microsoft.com/office/drawing/2014/main" id="{9985CF58-8E7B-C2C7-1C0F-948DB5FD2FED}"/>
                </a:ext>
              </a:extLst>
            </p:cNvPr>
            <p:cNvPicPr>
              <a:picLocks noChangeAspect="1"/>
            </p:cNvPicPr>
            <p:nvPr userDrawn="1"/>
          </p:nvPicPr>
          <p:blipFill rotWithShape="1">
            <a:blip r:embed="rId2"/>
            <a:srcRect t="411" b="15208"/>
            <a:stretch/>
          </p:blipFill>
          <p:spPr>
            <a:xfrm>
              <a:off x="0" y="-15930"/>
              <a:ext cx="12192000" cy="6873930"/>
            </a:xfrm>
            <a:prstGeom prst="rect">
              <a:avLst/>
            </a:prstGeom>
          </p:spPr>
        </p:pic>
        <p:pic>
          <p:nvPicPr>
            <p:cNvPr id="3" name="Picture 2" descr="A long shot of a tunnel&#10;&#10;AI-generated content may be incorrect.">
              <a:extLst>
                <a:ext uri="{FF2B5EF4-FFF2-40B4-BE49-F238E27FC236}">
                  <a16:creationId xmlns:a16="http://schemas.microsoft.com/office/drawing/2014/main" id="{D069CF58-83AA-06AF-692A-E837394BA716}"/>
                </a:ext>
              </a:extLst>
            </p:cNvPr>
            <p:cNvPicPr>
              <a:picLocks noChangeAspect="1"/>
            </p:cNvPicPr>
            <p:nvPr userDrawn="1"/>
          </p:nvPicPr>
          <p:blipFill>
            <a:blip r:embed="rId3">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pic>
        <p:nvPicPr>
          <p:cNvPr id="6" name="Picture 5" descr="A black background with blue and yellow text&#10;&#10;AI-generated content may be incorrect.">
            <a:extLst>
              <a:ext uri="{FF2B5EF4-FFF2-40B4-BE49-F238E27FC236}">
                <a16:creationId xmlns:a16="http://schemas.microsoft.com/office/drawing/2014/main" id="{BF7B1B3A-020A-3796-432F-77836222EAF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1595947" y="219719"/>
            <a:ext cx="1910074" cy="492115"/>
          </a:xfrm>
          <a:prstGeom prst="rect">
            <a:avLst/>
          </a:prstGeom>
        </p:spPr>
      </p:pic>
    </p:spTree>
    <p:extLst>
      <p:ext uri="{BB962C8B-B14F-4D97-AF65-F5344CB8AC3E}">
        <p14:creationId xmlns:p14="http://schemas.microsoft.com/office/powerpoint/2010/main" val="22705309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6" Type="http://schemas.openxmlformats.org/officeDocument/2006/relationships/image" Target="../media/image7.jpeg"/><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image" Target="../media/image6.png"/><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6" Type="http://schemas.openxmlformats.org/officeDocument/2006/relationships/image" Target="../media/image12.jpeg"/><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6.pn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26" Type="http://schemas.openxmlformats.org/officeDocument/2006/relationships/slideLayout" Target="../slideLayouts/slideLayout113.xml"/><Relationship Id="rId39" Type="http://schemas.openxmlformats.org/officeDocument/2006/relationships/slideLayout" Target="../slideLayouts/slideLayout126.xml"/><Relationship Id="rId21" Type="http://schemas.openxmlformats.org/officeDocument/2006/relationships/slideLayout" Target="../slideLayouts/slideLayout108.xml"/><Relationship Id="rId34" Type="http://schemas.openxmlformats.org/officeDocument/2006/relationships/slideLayout" Target="../slideLayouts/slideLayout121.xml"/><Relationship Id="rId42" Type="http://schemas.openxmlformats.org/officeDocument/2006/relationships/slideLayout" Target="../slideLayouts/slideLayout129.xml"/><Relationship Id="rId47" Type="http://schemas.openxmlformats.org/officeDocument/2006/relationships/slideLayout" Target="../slideLayouts/slideLayout134.xml"/><Relationship Id="rId50" Type="http://schemas.openxmlformats.org/officeDocument/2006/relationships/slideLayout" Target="../slideLayouts/slideLayout137.xml"/><Relationship Id="rId55" Type="http://schemas.openxmlformats.org/officeDocument/2006/relationships/slideLayout" Target="../slideLayouts/slideLayout142.xml"/><Relationship Id="rId7" Type="http://schemas.openxmlformats.org/officeDocument/2006/relationships/slideLayout" Target="../slideLayouts/slideLayout94.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9" Type="http://schemas.openxmlformats.org/officeDocument/2006/relationships/slideLayout" Target="../slideLayouts/slideLayout116.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32" Type="http://schemas.openxmlformats.org/officeDocument/2006/relationships/slideLayout" Target="../slideLayouts/slideLayout119.xml"/><Relationship Id="rId37" Type="http://schemas.openxmlformats.org/officeDocument/2006/relationships/slideLayout" Target="../slideLayouts/slideLayout124.xml"/><Relationship Id="rId40" Type="http://schemas.openxmlformats.org/officeDocument/2006/relationships/slideLayout" Target="../slideLayouts/slideLayout127.xml"/><Relationship Id="rId45" Type="http://schemas.openxmlformats.org/officeDocument/2006/relationships/slideLayout" Target="../slideLayouts/slideLayout132.xml"/><Relationship Id="rId53" Type="http://schemas.openxmlformats.org/officeDocument/2006/relationships/slideLayout" Target="../slideLayouts/slideLayout140.xml"/><Relationship Id="rId58" Type="http://schemas.openxmlformats.org/officeDocument/2006/relationships/slideLayout" Target="../slideLayouts/slideLayout145.xml"/><Relationship Id="rId5" Type="http://schemas.openxmlformats.org/officeDocument/2006/relationships/slideLayout" Target="../slideLayouts/slideLayout92.xml"/><Relationship Id="rId61" Type="http://schemas.openxmlformats.org/officeDocument/2006/relationships/slideLayout" Target="../slideLayouts/slideLayout148.xml"/><Relationship Id="rId19" Type="http://schemas.openxmlformats.org/officeDocument/2006/relationships/slideLayout" Target="../slideLayouts/slideLayout10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30" Type="http://schemas.openxmlformats.org/officeDocument/2006/relationships/slideLayout" Target="../slideLayouts/slideLayout117.xml"/><Relationship Id="rId35" Type="http://schemas.openxmlformats.org/officeDocument/2006/relationships/slideLayout" Target="../slideLayouts/slideLayout122.xml"/><Relationship Id="rId43" Type="http://schemas.openxmlformats.org/officeDocument/2006/relationships/slideLayout" Target="../slideLayouts/slideLayout130.xml"/><Relationship Id="rId48" Type="http://schemas.openxmlformats.org/officeDocument/2006/relationships/slideLayout" Target="../slideLayouts/slideLayout135.xml"/><Relationship Id="rId56" Type="http://schemas.openxmlformats.org/officeDocument/2006/relationships/slideLayout" Target="../slideLayouts/slideLayout143.xml"/><Relationship Id="rId8" Type="http://schemas.openxmlformats.org/officeDocument/2006/relationships/slideLayout" Target="../slideLayouts/slideLayout95.xml"/><Relationship Id="rId51" Type="http://schemas.openxmlformats.org/officeDocument/2006/relationships/slideLayout" Target="../slideLayouts/slideLayout138.xml"/><Relationship Id="rId3" Type="http://schemas.openxmlformats.org/officeDocument/2006/relationships/slideLayout" Target="../slideLayouts/slideLayout90.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33" Type="http://schemas.openxmlformats.org/officeDocument/2006/relationships/slideLayout" Target="../slideLayouts/slideLayout120.xml"/><Relationship Id="rId38" Type="http://schemas.openxmlformats.org/officeDocument/2006/relationships/slideLayout" Target="../slideLayouts/slideLayout125.xml"/><Relationship Id="rId46" Type="http://schemas.openxmlformats.org/officeDocument/2006/relationships/slideLayout" Target="../slideLayouts/slideLayout133.xml"/><Relationship Id="rId59" Type="http://schemas.openxmlformats.org/officeDocument/2006/relationships/slideLayout" Target="../slideLayouts/slideLayout146.xml"/><Relationship Id="rId20" Type="http://schemas.openxmlformats.org/officeDocument/2006/relationships/slideLayout" Target="../slideLayouts/slideLayout107.xml"/><Relationship Id="rId41" Type="http://schemas.openxmlformats.org/officeDocument/2006/relationships/slideLayout" Target="../slideLayouts/slideLayout128.xml"/><Relationship Id="rId54" Type="http://schemas.openxmlformats.org/officeDocument/2006/relationships/slideLayout" Target="../slideLayouts/slideLayout141.xml"/><Relationship Id="rId62" Type="http://schemas.openxmlformats.org/officeDocument/2006/relationships/theme" Target="../theme/theme4.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36" Type="http://schemas.openxmlformats.org/officeDocument/2006/relationships/slideLayout" Target="../slideLayouts/slideLayout123.xml"/><Relationship Id="rId49" Type="http://schemas.openxmlformats.org/officeDocument/2006/relationships/slideLayout" Target="../slideLayouts/slideLayout136.xml"/><Relationship Id="rId57" Type="http://schemas.openxmlformats.org/officeDocument/2006/relationships/slideLayout" Target="../slideLayouts/slideLayout144.xml"/><Relationship Id="rId10" Type="http://schemas.openxmlformats.org/officeDocument/2006/relationships/slideLayout" Target="../slideLayouts/slideLayout97.xml"/><Relationship Id="rId31" Type="http://schemas.openxmlformats.org/officeDocument/2006/relationships/slideLayout" Target="../slideLayouts/slideLayout118.xml"/><Relationship Id="rId44" Type="http://schemas.openxmlformats.org/officeDocument/2006/relationships/slideLayout" Target="../slideLayouts/slideLayout131.xml"/><Relationship Id="rId52" Type="http://schemas.openxmlformats.org/officeDocument/2006/relationships/slideLayout" Target="../slideLayouts/slideLayout139.xml"/><Relationship Id="rId60" Type="http://schemas.openxmlformats.org/officeDocument/2006/relationships/slideLayout" Target="../slideLayouts/slideLayout147.xml"/><Relationship Id="rId4" Type="http://schemas.openxmlformats.org/officeDocument/2006/relationships/slideLayout" Target="../slideLayouts/slideLayout91.xml"/><Relationship Id="rId9" Type="http://schemas.openxmlformats.org/officeDocument/2006/relationships/slideLayout" Target="../slideLayouts/slideLayout9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61.xml"/><Relationship Id="rId18" Type="http://schemas.openxmlformats.org/officeDocument/2006/relationships/slideLayout" Target="../slideLayouts/slideLayout166.xml"/><Relationship Id="rId26" Type="http://schemas.openxmlformats.org/officeDocument/2006/relationships/slideLayout" Target="../slideLayouts/slideLayout174.xml"/><Relationship Id="rId39" Type="http://schemas.openxmlformats.org/officeDocument/2006/relationships/slideLayout" Target="../slideLayouts/slideLayout187.xml"/><Relationship Id="rId21" Type="http://schemas.openxmlformats.org/officeDocument/2006/relationships/slideLayout" Target="../slideLayouts/slideLayout169.xml"/><Relationship Id="rId34" Type="http://schemas.openxmlformats.org/officeDocument/2006/relationships/slideLayout" Target="../slideLayouts/slideLayout182.xml"/><Relationship Id="rId42" Type="http://schemas.openxmlformats.org/officeDocument/2006/relationships/slideLayout" Target="../slideLayouts/slideLayout190.xml"/><Relationship Id="rId47" Type="http://schemas.openxmlformats.org/officeDocument/2006/relationships/slideLayout" Target="../slideLayouts/slideLayout195.xml"/><Relationship Id="rId50" Type="http://schemas.openxmlformats.org/officeDocument/2006/relationships/slideLayout" Target="../slideLayouts/slideLayout198.xml"/><Relationship Id="rId55" Type="http://schemas.openxmlformats.org/officeDocument/2006/relationships/slideLayout" Target="../slideLayouts/slideLayout203.xml"/><Relationship Id="rId63" Type="http://schemas.openxmlformats.org/officeDocument/2006/relationships/theme" Target="../theme/theme5.xml"/><Relationship Id="rId7" Type="http://schemas.openxmlformats.org/officeDocument/2006/relationships/slideLayout" Target="../slideLayouts/slideLayout155.xml"/><Relationship Id="rId2" Type="http://schemas.openxmlformats.org/officeDocument/2006/relationships/slideLayout" Target="../slideLayouts/slideLayout150.xml"/><Relationship Id="rId16" Type="http://schemas.openxmlformats.org/officeDocument/2006/relationships/slideLayout" Target="../slideLayouts/slideLayout164.xml"/><Relationship Id="rId29" Type="http://schemas.openxmlformats.org/officeDocument/2006/relationships/slideLayout" Target="../slideLayouts/slideLayout177.xml"/><Relationship Id="rId11" Type="http://schemas.openxmlformats.org/officeDocument/2006/relationships/slideLayout" Target="../slideLayouts/slideLayout159.xml"/><Relationship Id="rId24" Type="http://schemas.openxmlformats.org/officeDocument/2006/relationships/slideLayout" Target="../slideLayouts/slideLayout172.xml"/><Relationship Id="rId32" Type="http://schemas.openxmlformats.org/officeDocument/2006/relationships/slideLayout" Target="../slideLayouts/slideLayout180.xml"/><Relationship Id="rId37" Type="http://schemas.openxmlformats.org/officeDocument/2006/relationships/slideLayout" Target="../slideLayouts/slideLayout185.xml"/><Relationship Id="rId40" Type="http://schemas.openxmlformats.org/officeDocument/2006/relationships/slideLayout" Target="../slideLayouts/slideLayout188.xml"/><Relationship Id="rId45" Type="http://schemas.openxmlformats.org/officeDocument/2006/relationships/slideLayout" Target="../slideLayouts/slideLayout193.xml"/><Relationship Id="rId53" Type="http://schemas.openxmlformats.org/officeDocument/2006/relationships/slideLayout" Target="../slideLayouts/slideLayout201.xml"/><Relationship Id="rId58" Type="http://schemas.openxmlformats.org/officeDocument/2006/relationships/slideLayout" Target="../slideLayouts/slideLayout206.xml"/><Relationship Id="rId5" Type="http://schemas.openxmlformats.org/officeDocument/2006/relationships/slideLayout" Target="../slideLayouts/slideLayout153.xml"/><Relationship Id="rId61" Type="http://schemas.openxmlformats.org/officeDocument/2006/relationships/slideLayout" Target="../slideLayouts/slideLayout209.xml"/><Relationship Id="rId19" Type="http://schemas.openxmlformats.org/officeDocument/2006/relationships/slideLayout" Target="../slideLayouts/slideLayout167.xml"/><Relationship Id="rId14" Type="http://schemas.openxmlformats.org/officeDocument/2006/relationships/slideLayout" Target="../slideLayouts/slideLayout162.xml"/><Relationship Id="rId22" Type="http://schemas.openxmlformats.org/officeDocument/2006/relationships/slideLayout" Target="../slideLayouts/slideLayout170.xml"/><Relationship Id="rId27" Type="http://schemas.openxmlformats.org/officeDocument/2006/relationships/slideLayout" Target="../slideLayouts/slideLayout175.xml"/><Relationship Id="rId30" Type="http://schemas.openxmlformats.org/officeDocument/2006/relationships/slideLayout" Target="../slideLayouts/slideLayout178.xml"/><Relationship Id="rId35" Type="http://schemas.openxmlformats.org/officeDocument/2006/relationships/slideLayout" Target="../slideLayouts/slideLayout183.xml"/><Relationship Id="rId43" Type="http://schemas.openxmlformats.org/officeDocument/2006/relationships/slideLayout" Target="../slideLayouts/slideLayout191.xml"/><Relationship Id="rId48" Type="http://schemas.openxmlformats.org/officeDocument/2006/relationships/slideLayout" Target="../slideLayouts/slideLayout196.xml"/><Relationship Id="rId56" Type="http://schemas.openxmlformats.org/officeDocument/2006/relationships/slideLayout" Target="../slideLayouts/slideLayout204.xml"/><Relationship Id="rId8" Type="http://schemas.openxmlformats.org/officeDocument/2006/relationships/slideLayout" Target="../slideLayouts/slideLayout156.xml"/><Relationship Id="rId51" Type="http://schemas.openxmlformats.org/officeDocument/2006/relationships/slideLayout" Target="../slideLayouts/slideLayout199.xml"/><Relationship Id="rId3" Type="http://schemas.openxmlformats.org/officeDocument/2006/relationships/slideLayout" Target="../slideLayouts/slideLayout151.xml"/><Relationship Id="rId12" Type="http://schemas.openxmlformats.org/officeDocument/2006/relationships/slideLayout" Target="../slideLayouts/slideLayout160.xml"/><Relationship Id="rId17" Type="http://schemas.openxmlformats.org/officeDocument/2006/relationships/slideLayout" Target="../slideLayouts/slideLayout165.xml"/><Relationship Id="rId25" Type="http://schemas.openxmlformats.org/officeDocument/2006/relationships/slideLayout" Target="../slideLayouts/slideLayout173.xml"/><Relationship Id="rId33" Type="http://schemas.openxmlformats.org/officeDocument/2006/relationships/slideLayout" Target="../slideLayouts/slideLayout181.xml"/><Relationship Id="rId38" Type="http://schemas.openxmlformats.org/officeDocument/2006/relationships/slideLayout" Target="../slideLayouts/slideLayout186.xml"/><Relationship Id="rId46" Type="http://schemas.openxmlformats.org/officeDocument/2006/relationships/slideLayout" Target="../slideLayouts/slideLayout194.xml"/><Relationship Id="rId59" Type="http://schemas.openxmlformats.org/officeDocument/2006/relationships/slideLayout" Target="../slideLayouts/slideLayout207.xml"/><Relationship Id="rId20" Type="http://schemas.openxmlformats.org/officeDocument/2006/relationships/slideLayout" Target="../slideLayouts/slideLayout168.xml"/><Relationship Id="rId41" Type="http://schemas.openxmlformats.org/officeDocument/2006/relationships/slideLayout" Target="../slideLayouts/slideLayout189.xml"/><Relationship Id="rId54" Type="http://schemas.openxmlformats.org/officeDocument/2006/relationships/slideLayout" Target="../slideLayouts/slideLayout202.xml"/><Relationship Id="rId62" Type="http://schemas.openxmlformats.org/officeDocument/2006/relationships/slideLayout" Target="../slideLayouts/slideLayout210.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5" Type="http://schemas.openxmlformats.org/officeDocument/2006/relationships/slideLayout" Target="../slideLayouts/slideLayout163.xml"/><Relationship Id="rId23" Type="http://schemas.openxmlformats.org/officeDocument/2006/relationships/slideLayout" Target="../slideLayouts/slideLayout171.xml"/><Relationship Id="rId28" Type="http://schemas.openxmlformats.org/officeDocument/2006/relationships/slideLayout" Target="../slideLayouts/slideLayout176.xml"/><Relationship Id="rId36" Type="http://schemas.openxmlformats.org/officeDocument/2006/relationships/slideLayout" Target="../slideLayouts/slideLayout184.xml"/><Relationship Id="rId49" Type="http://schemas.openxmlformats.org/officeDocument/2006/relationships/slideLayout" Target="../slideLayouts/slideLayout197.xml"/><Relationship Id="rId57" Type="http://schemas.openxmlformats.org/officeDocument/2006/relationships/slideLayout" Target="../slideLayouts/slideLayout205.xml"/><Relationship Id="rId10" Type="http://schemas.openxmlformats.org/officeDocument/2006/relationships/slideLayout" Target="../slideLayouts/slideLayout158.xml"/><Relationship Id="rId31" Type="http://schemas.openxmlformats.org/officeDocument/2006/relationships/slideLayout" Target="../slideLayouts/slideLayout179.xml"/><Relationship Id="rId44" Type="http://schemas.openxmlformats.org/officeDocument/2006/relationships/slideLayout" Target="../slideLayouts/slideLayout192.xml"/><Relationship Id="rId52" Type="http://schemas.openxmlformats.org/officeDocument/2006/relationships/slideLayout" Target="../slideLayouts/slideLayout200.xml"/><Relationship Id="rId60" Type="http://schemas.openxmlformats.org/officeDocument/2006/relationships/slideLayout" Target="../slideLayouts/slideLayout208.xml"/><Relationship Id="rId4" Type="http://schemas.openxmlformats.org/officeDocument/2006/relationships/slideLayout" Target="../slideLayouts/slideLayout152.xml"/><Relationship Id="rId9" Type="http://schemas.openxmlformats.org/officeDocument/2006/relationships/slideLayout" Target="../slideLayouts/slideLayout1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4EAAE-1E4B-AA12-47E4-5EE880AAC607}"/>
              </a:ext>
            </a:extLst>
          </p:cNvPr>
          <p:cNvSpPr>
            <a:spLocks noGrp="1"/>
          </p:cNvSpPr>
          <p:nvPr>
            <p:ph type="title"/>
          </p:nvPr>
        </p:nvSpPr>
        <p:spPr>
          <a:xfrm>
            <a:off x="56316" y="64007"/>
            <a:ext cx="13666429" cy="914252"/>
          </a:xfrm>
          <a:prstGeom prst="rect">
            <a:avLst/>
          </a:prstGeom>
        </p:spPr>
        <p:txBody>
          <a:bodyPr vert="horz" lIns="72000" tIns="36000" rIns="72000" bIns="36000" anchor="ctr">
            <a:normAutofit/>
          </a:bodyPr>
          <a:lstStyle/>
          <a:p>
            <a:r>
              <a:t>Click to edit Master title style</a:t>
            </a:r>
          </a:p>
        </p:txBody>
      </p:sp>
      <p:sp>
        <p:nvSpPr>
          <p:cNvPr id="3" name="Text Placeholder 2">
            <a:extLst>
              <a:ext uri="{FF2B5EF4-FFF2-40B4-BE49-F238E27FC236}">
                <a16:creationId xmlns:a16="http://schemas.microsoft.com/office/drawing/2014/main" id="{F67A8EB1-5B9C-A74B-2618-6D2C457FDD86}"/>
              </a:ext>
            </a:extLst>
          </p:cNvPr>
          <p:cNvSpPr>
            <a:spLocks noGrp="1"/>
          </p:cNvSpPr>
          <p:nvPr>
            <p:ph type="body" idx="1"/>
          </p:nvPr>
        </p:nvSpPr>
        <p:spPr>
          <a:xfrm>
            <a:off x="56313" y="1034580"/>
            <a:ext cx="13666430" cy="6242400"/>
          </a:xfrm>
          <a:prstGeom prst="rect">
            <a:avLst/>
          </a:prstGeom>
        </p:spPr>
        <p:txBody>
          <a:bodyPr vert="horz" lIns="72000" tIns="108000" rIns="72000" bIns="10800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88AD0DDC-F6C7-BADA-85CE-CA2C0D13821E}"/>
              </a:ext>
            </a:extLst>
          </p:cNvPr>
          <p:cNvSpPr>
            <a:spLocks noGrp="1"/>
          </p:cNvSpPr>
          <p:nvPr>
            <p:ph type="sldNum" idx="4"/>
          </p:nvPr>
        </p:nvSpPr>
        <p:spPr>
          <a:xfrm>
            <a:off x="56314" y="7341194"/>
            <a:ext cx="734316" cy="367200"/>
          </a:xfrm>
          <a:prstGeom prst="rect">
            <a:avLst/>
          </a:prstGeom>
        </p:spPr>
        <p:txBody>
          <a:bodyPr vert="horz" lIns="91440" tIns="45720" rIns="91440" bIns="45720" anchor="ctr"/>
          <a:lstStyle>
            <a:lvl1pPr algn="l">
              <a:buNone/>
              <a:defRPr sz="1360">
                <a:solidFill>
                  <a:schemeClr val="tx1">
                    <a:tint val="75000"/>
                  </a:schemeClr>
                </a:solidFill>
              </a:defRPr>
            </a:lvl1pPr>
          </a:lstStyle>
          <a:p>
            <a:fld id="{31EDE896-AC2C-481E-AE90-43E2336744F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txStyles>
    <p:titleStyle>
      <a:lvl1pPr algn="l" defTabSz="1036198">
        <a:lnSpc>
          <a:spcPct val="90000"/>
        </a:lnSpc>
        <a:spcBef>
          <a:spcPct val="0"/>
        </a:spcBef>
        <a:buNone/>
        <a:defRPr sz="3626" kern="1200">
          <a:solidFill>
            <a:srgbClr val="00B0B0"/>
          </a:solidFill>
          <a:latin typeface="Montserrat ExtraBold"/>
          <a:ea typeface="Montserrat ExtraBold"/>
          <a:cs typeface="Montserrat ExtraBold"/>
        </a:defRPr>
      </a:lvl1pPr>
    </p:titleStyle>
    <p:bodyStyle>
      <a:lvl1pPr marL="326362" indent="-326362" algn="l" defTabSz="1036198">
        <a:lnSpc>
          <a:spcPct val="90000"/>
        </a:lnSpc>
        <a:spcBef>
          <a:spcPts val="0"/>
        </a:spcBef>
        <a:spcAft>
          <a:spcPts val="680"/>
        </a:spcAft>
        <a:buFont typeface="Arial"/>
        <a:buChar char="•"/>
        <a:defRPr sz="2720" kern="1200">
          <a:solidFill>
            <a:schemeClr val="tx1"/>
          </a:solidFill>
          <a:latin typeface="+mn-lt"/>
          <a:ea typeface="+mn-lt"/>
          <a:cs typeface="+mn-lt"/>
        </a:defRPr>
      </a:lvl1pPr>
      <a:lvl2pPr marL="652723" indent="-326362" algn="l" defTabSz="1036198">
        <a:lnSpc>
          <a:spcPct val="90000"/>
        </a:lnSpc>
        <a:spcBef>
          <a:spcPts val="0"/>
        </a:spcBef>
        <a:spcAft>
          <a:spcPts val="680"/>
        </a:spcAft>
        <a:buFont typeface="Arial"/>
        <a:buChar char="•"/>
        <a:defRPr sz="2266" kern="1200">
          <a:solidFill>
            <a:schemeClr val="tx1"/>
          </a:solidFill>
          <a:latin typeface="+mn-lt"/>
          <a:ea typeface="+mn-lt"/>
          <a:cs typeface="+mn-lt"/>
        </a:defRPr>
      </a:lvl2pPr>
      <a:lvl3pPr marL="979085" indent="-326362" algn="l" defTabSz="1036198">
        <a:lnSpc>
          <a:spcPct val="90000"/>
        </a:lnSpc>
        <a:spcBef>
          <a:spcPts val="0"/>
        </a:spcBef>
        <a:spcAft>
          <a:spcPts val="680"/>
        </a:spcAft>
        <a:buFont typeface="Arial"/>
        <a:buChar char="•"/>
        <a:defRPr sz="2040" kern="1200">
          <a:solidFill>
            <a:schemeClr val="tx1"/>
          </a:solidFill>
          <a:latin typeface="+mn-lt"/>
          <a:ea typeface="+mn-lt"/>
          <a:cs typeface="+mn-lt"/>
        </a:defRPr>
      </a:lvl3pPr>
      <a:lvl4pPr marL="1305446" indent="-326362" algn="l" defTabSz="1036198">
        <a:lnSpc>
          <a:spcPct val="90000"/>
        </a:lnSpc>
        <a:spcBef>
          <a:spcPts val="0"/>
        </a:spcBef>
        <a:spcAft>
          <a:spcPts val="680"/>
        </a:spcAft>
        <a:buFont typeface="Arial"/>
        <a:buChar char="•"/>
        <a:defRPr sz="1813" kern="1200">
          <a:solidFill>
            <a:schemeClr val="tx1"/>
          </a:solidFill>
          <a:latin typeface="+mn-lt"/>
          <a:ea typeface="+mn-lt"/>
          <a:cs typeface="+mn-lt"/>
        </a:defRPr>
      </a:lvl4pPr>
      <a:lvl5pPr marL="1631808" indent="-326362" algn="l" defTabSz="1036198">
        <a:lnSpc>
          <a:spcPct val="90000"/>
        </a:lnSpc>
        <a:spcBef>
          <a:spcPts val="0"/>
        </a:spcBef>
        <a:spcAft>
          <a:spcPts val="680"/>
        </a:spcAft>
        <a:buFont typeface="Arial"/>
        <a:buChar char="•"/>
        <a:defRPr sz="1813" kern="1200">
          <a:solidFill>
            <a:schemeClr val="tx1"/>
          </a:solidFill>
          <a:latin typeface="+mn-lt"/>
          <a:ea typeface="+mn-lt"/>
          <a:cs typeface="+mn-lt"/>
        </a:defRPr>
      </a:lvl5pPr>
      <a:lvl6pPr marL="2849545" indent="-259050" algn="l" defTabSz="1036198">
        <a:lnSpc>
          <a:spcPct val="90000"/>
        </a:lnSpc>
        <a:spcBef>
          <a:spcPts val="567"/>
        </a:spcBef>
        <a:buFont typeface="Arial"/>
        <a:buChar char="•"/>
        <a:defRPr sz="2040" kern="1200">
          <a:solidFill>
            <a:schemeClr val="tx1"/>
          </a:solidFill>
          <a:latin typeface="+mn-lt"/>
          <a:ea typeface="+mn-lt"/>
          <a:cs typeface="+mn-lt"/>
        </a:defRPr>
      </a:lvl6pPr>
      <a:lvl7pPr marL="3367644" indent="-259050" algn="l" defTabSz="1036198">
        <a:lnSpc>
          <a:spcPct val="90000"/>
        </a:lnSpc>
        <a:spcBef>
          <a:spcPts val="567"/>
        </a:spcBef>
        <a:buFont typeface="Arial"/>
        <a:buChar char="•"/>
        <a:defRPr sz="2040" kern="1200">
          <a:solidFill>
            <a:schemeClr val="tx1"/>
          </a:solidFill>
          <a:latin typeface="+mn-lt"/>
          <a:ea typeface="+mn-lt"/>
          <a:cs typeface="+mn-lt"/>
        </a:defRPr>
      </a:lvl7pPr>
      <a:lvl8pPr marL="3885743" indent="-259050" algn="l" defTabSz="1036198">
        <a:lnSpc>
          <a:spcPct val="90000"/>
        </a:lnSpc>
        <a:spcBef>
          <a:spcPts val="567"/>
        </a:spcBef>
        <a:buFont typeface="Arial"/>
        <a:buChar char="•"/>
        <a:defRPr sz="2040" kern="1200">
          <a:solidFill>
            <a:schemeClr val="tx1"/>
          </a:solidFill>
          <a:latin typeface="+mn-lt"/>
          <a:ea typeface="+mn-lt"/>
          <a:cs typeface="+mn-lt"/>
        </a:defRPr>
      </a:lvl8pPr>
      <a:lvl9pPr marL="4403842" indent="-259050" algn="l" defTabSz="1036198">
        <a:lnSpc>
          <a:spcPct val="90000"/>
        </a:lnSpc>
        <a:spcBef>
          <a:spcPts val="567"/>
        </a:spcBef>
        <a:buFont typeface="Arial"/>
        <a:buChar char="•"/>
        <a:defRPr sz="2040" kern="1200">
          <a:solidFill>
            <a:schemeClr val="tx1"/>
          </a:solidFill>
          <a:latin typeface="+mn-lt"/>
          <a:ea typeface="+mn-lt"/>
          <a:cs typeface="+mn-lt"/>
        </a:defRPr>
      </a:lvl9pPr>
    </p:bodyStyle>
    <p:otherStyle>
      <a:lvl1pPr marL="0" algn="l" defTabSz="1036198">
        <a:buNone/>
        <a:defRPr sz="2040" kern="1200">
          <a:solidFill>
            <a:schemeClr val="tx1"/>
          </a:solidFill>
          <a:latin typeface="+mn-lt"/>
          <a:ea typeface="+mn-lt"/>
          <a:cs typeface="+mn-lt"/>
        </a:defRPr>
      </a:lvl1pPr>
      <a:lvl2pPr marL="518099" algn="l" defTabSz="1036198">
        <a:buNone/>
        <a:defRPr sz="2040" kern="1200">
          <a:solidFill>
            <a:schemeClr val="tx1"/>
          </a:solidFill>
          <a:latin typeface="+mn-lt"/>
          <a:ea typeface="+mn-lt"/>
          <a:cs typeface="+mn-lt"/>
        </a:defRPr>
      </a:lvl2pPr>
      <a:lvl3pPr marL="1036198" algn="l" defTabSz="1036198">
        <a:buNone/>
        <a:defRPr sz="2040" kern="1200">
          <a:solidFill>
            <a:schemeClr val="tx1"/>
          </a:solidFill>
          <a:latin typeface="+mn-lt"/>
          <a:ea typeface="+mn-lt"/>
          <a:cs typeface="+mn-lt"/>
        </a:defRPr>
      </a:lvl3pPr>
      <a:lvl4pPr marL="1554297" algn="l" defTabSz="1036198">
        <a:buNone/>
        <a:defRPr sz="2040" kern="1200">
          <a:solidFill>
            <a:schemeClr val="tx1"/>
          </a:solidFill>
          <a:latin typeface="+mn-lt"/>
          <a:ea typeface="+mn-lt"/>
          <a:cs typeface="+mn-lt"/>
        </a:defRPr>
      </a:lvl4pPr>
      <a:lvl5pPr marL="2072396" algn="l" defTabSz="1036198">
        <a:buNone/>
        <a:defRPr sz="2040" kern="1200">
          <a:solidFill>
            <a:schemeClr val="tx1"/>
          </a:solidFill>
          <a:latin typeface="+mn-lt"/>
          <a:ea typeface="+mn-lt"/>
          <a:cs typeface="+mn-lt"/>
        </a:defRPr>
      </a:lvl5pPr>
      <a:lvl6pPr marL="2590495" algn="l" defTabSz="1036198">
        <a:buNone/>
        <a:defRPr sz="2040" kern="1200">
          <a:solidFill>
            <a:schemeClr val="tx1"/>
          </a:solidFill>
          <a:latin typeface="+mn-lt"/>
          <a:ea typeface="+mn-lt"/>
          <a:cs typeface="+mn-lt"/>
        </a:defRPr>
      </a:lvl6pPr>
      <a:lvl7pPr marL="3108594" algn="l" defTabSz="1036198">
        <a:buNone/>
        <a:defRPr sz="2040" kern="1200">
          <a:solidFill>
            <a:schemeClr val="tx1"/>
          </a:solidFill>
          <a:latin typeface="+mn-lt"/>
          <a:ea typeface="+mn-lt"/>
          <a:cs typeface="+mn-lt"/>
        </a:defRPr>
      </a:lvl7pPr>
      <a:lvl8pPr marL="3626693" algn="l" defTabSz="1036198">
        <a:buNone/>
        <a:defRPr sz="2040" kern="1200">
          <a:solidFill>
            <a:schemeClr val="tx1"/>
          </a:solidFill>
          <a:latin typeface="+mn-lt"/>
          <a:ea typeface="+mn-lt"/>
          <a:cs typeface="+mn-lt"/>
        </a:defRPr>
      </a:lvl8pPr>
      <a:lvl9pPr marL="4144792" algn="l" defTabSz="1036198">
        <a:buNone/>
        <a:defRPr sz="204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4038" userDrawn="1">
          <p15:clr>
            <a:srgbClr val="F26B43"/>
          </p15:clr>
        </p15:guide>
        <p15:guide id="2" pos="813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5"/>
          <a:stretch>
            <a:fillRect l="-13000" r="-13000"/>
          </a:stretch>
        </a:blip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16"/>
          <a:srcRect/>
          <a:stretch/>
        </p:blipFill>
        <p:spPr>
          <a:xfrm>
            <a:off x="0" y="1"/>
            <a:ext cx="13816013" cy="7772400"/>
          </a:xfrm>
          <a:prstGeom prst="rect">
            <a:avLst/>
          </a:prstGeom>
        </p:spPr>
      </p:pic>
      <p:sp>
        <p:nvSpPr>
          <p:cNvPr id="2" name="Title Placeholder 1">
            <a:extLst>
              <a:ext uri="{FF2B5EF4-FFF2-40B4-BE49-F238E27FC236}">
                <a16:creationId xmlns:a16="http://schemas.microsoft.com/office/drawing/2014/main" id="{F4A3E493-13DC-E41D-D8E0-9C981F314F74}"/>
              </a:ext>
            </a:extLst>
          </p:cNvPr>
          <p:cNvSpPr>
            <a:spLocks noGrp="1"/>
          </p:cNvSpPr>
          <p:nvPr>
            <p:ph type="title"/>
          </p:nvPr>
        </p:nvSpPr>
        <p:spPr>
          <a:xfrm>
            <a:off x="949851" y="413810"/>
            <a:ext cx="11916311" cy="1502305"/>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A6370BE-344F-6D33-66B8-A10E10E2DB1E}"/>
              </a:ext>
            </a:extLst>
          </p:cNvPr>
          <p:cNvSpPr>
            <a:spLocks noGrp="1"/>
          </p:cNvSpPr>
          <p:nvPr>
            <p:ph type="body" idx="1"/>
          </p:nvPr>
        </p:nvSpPr>
        <p:spPr>
          <a:xfrm>
            <a:off x="949851" y="2069042"/>
            <a:ext cx="11916311" cy="4931516"/>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70A7A00-0CFD-AACB-4CFE-68D68829B258}"/>
              </a:ext>
            </a:extLst>
          </p:cNvPr>
          <p:cNvSpPr>
            <a:spLocks noGrp="1"/>
          </p:cNvSpPr>
          <p:nvPr>
            <p:ph type="dt" idx="2"/>
          </p:nvPr>
        </p:nvSpPr>
        <p:spPr>
          <a:xfrm>
            <a:off x="949851" y="7203865"/>
            <a:ext cx="3108603" cy="413809"/>
          </a:xfrm>
          <a:prstGeom prst="rect">
            <a:avLst/>
          </a:prstGeom>
        </p:spPr>
        <p:txBody>
          <a:bodyPr vert="horz" lIns="91440" tIns="45720" rIns="91440" bIns="45720" anchor="ctr"/>
          <a:lstStyle>
            <a:lvl1pPr algn="l">
              <a:buNone/>
              <a:defRPr sz="1360">
                <a:solidFill>
                  <a:schemeClr val="bg1"/>
                </a:solidFill>
                <a:latin typeface="Arial"/>
                <a:ea typeface="Arial"/>
                <a:cs typeface="Arial"/>
              </a:defRPr>
            </a:lvl1p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61F8D950-5C5C-CE52-BC5A-12364D92729C}"/>
              </a:ext>
            </a:extLst>
          </p:cNvPr>
          <p:cNvSpPr>
            <a:spLocks noGrp="1"/>
          </p:cNvSpPr>
          <p:nvPr>
            <p:ph type="ftr" idx="3"/>
          </p:nvPr>
        </p:nvSpPr>
        <p:spPr>
          <a:xfrm>
            <a:off x="4576555" y="7203865"/>
            <a:ext cx="4662904" cy="413809"/>
          </a:xfrm>
          <a:prstGeom prst="rect">
            <a:avLst/>
          </a:prstGeom>
        </p:spPr>
        <p:txBody>
          <a:bodyPr vert="horz" lIns="91440" tIns="45720" rIns="91440" bIns="45720" anchor="ctr"/>
          <a:lstStyle>
            <a:lvl1pPr algn="ctr">
              <a:buNone/>
              <a:defRPr sz="1360">
                <a:solidFill>
                  <a:schemeClr val="bg1"/>
                </a:solidFill>
                <a:latin typeface="Arial"/>
                <a:ea typeface="Arial"/>
                <a:cs typeface="Arial"/>
              </a:defRPr>
            </a:lvl1pPr>
          </a:lstStyle>
          <a:p>
            <a:endParaRPr/>
          </a:p>
        </p:txBody>
      </p:sp>
      <p:sp>
        <p:nvSpPr>
          <p:cNvPr id="6" name="Slide Number Placeholder 5">
            <a:extLst>
              <a:ext uri="{FF2B5EF4-FFF2-40B4-BE49-F238E27FC236}">
                <a16:creationId xmlns:a16="http://schemas.microsoft.com/office/drawing/2014/main" id="{0C257901-B7C1-DE95-A02F-72D00CD1DDAB}"/>
              </a:ext>
            </a:extLst>
          </p:cNvPr>
          <p:cNvSpPr>
            <a:spLocks noGrp="1"/>
          </p:cNvSpPr>
          <p:nvPr>
            <p:ph type="sldNum" idx="4"/>
          </p:nvPr>
        </p:nvSpPr>
        <p:spPr>
          <a:xfrm>
            <a:off x="9757559" y="7203865"/>
            <a:ext cx="3108603" cy="413809"/>
          </a:xfrm>
          <a:prstGeom prst="rect">
            <a:avLst/>
          </a:prstGeom>
        </p:spPr>
        <p:txBody>
          <a:bodyPr vert="horz" lIns="91440" tIns="45720" rIns="91440" bIns="45720" anchor="ctr"/>
          <a:lstStyle>
            <a:lvl1pPr algn="r">
              <a:buNone/>
              <a:defRPr sz="1360">
                <a:solidFill>
                  <a:schemeClr val="bg1"/>
                </a:solidFill>
                <a:latin typeface="Arial"/>
                <a:ea typeface="Arial"/>
                <a:cs typeface="Arial"/>
              </a:defRPr>
            </a:lvl1pPr>
          </a:lstStyle>
          <a:p>
            <a:fld id="{27DE548E-D5EB-44AF-A428-F25EAE3F826E}" type="slidenum">
              <a:t>‹#›</a:t>
            </a:fld>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Lst>
  <p:txStyles>
    <p:titleStyle>
      <a:lvl1pPr algn="l" defTabSz="1036198">
        <a:lnSpc>
          <a:spcPct val="90000"/>
        </a:lnSpc>
        <a:spcBef>
          <a:spcPct val="0"/>
        </a:spcBef>
        <a:buNone/>
        <a:defRPr sz="4986" kern="1200">
          <a:solidFill>
            <a:schemeClr val="bg1"/>
          </a:solidFill>
          <a:latin typeface="Arial"/>
          <a:ea typeface="Arial"/>
          <a:cs typeface="Arial"/>
        </a:defRPr>
      </a:lvl1pPr>
    </p:titleStyle>
    <p:bodyStyle>
      <a:lvl1pPr marL="259050" indent="-259050" algn="l" defTabSz="1036198">
        <a:lnSpc>
          <a:spcPct val="90000"/>
        </a:lnSpc>
        <a:spcBef>
          <a:spcPts val="1133"/>
        </a:spcBef>
        <a:buFont typeface="Arial"/>
        <a:buChar char="•"/>
        <a:defRPr sz="3173" kern="1200">
          <a:solidFill>
            <a:schemeClr val="bg1"/>
          </a:solidFill>
          <a:latin typeface="Arial"/>
          <a:ea typeface="Arial"/>
          <a:cs typeface="Arial"/>
        </a:defRPr>
      </a:lvl1pPr>
      <a:lvl2pPr marL="777149" indent="-259050" algn="l" defTabSz="1036198">
        <a:lnSpc>
          <a:spcPct val="90000"/>
        </a:lnSpc>
        <a:spcBef>
          <a:spcPts val="567"/>
        </a:spcBef>
        <a:buFont typeface="Arial"/>
        <a:buChar char="•"/>
        <a:defRPr sz="2720" kern="1200">
          <a:solidFill>
            <a:schemeClr val="bg1"/>
          </a:solidFill>
          <a:latin typeface="Arial"/>
          <a:ea typeface="Arial"/>
          <a:cs typeface="Arial"/>
        </a:defRPr>
      </a:lvl2pPr>
      <a:lvl3pPr marL="1295248" indent="-259050" algn="l" defTabSz="1036198">
        <a:lnSpc>
          <a:spcPct val="90000"/>
        </a:lnSpc>
        <a:spcBef>
          <a:spcPts val="567"/>
        </a:spcBef>
        <a:buFont typeface="Arial"/>
        <a:buChar char="•"/>
        <a:defRPr sz="2266" kern="1200">
          <a:solidFill>
            <a:schemeClr val="bg1"/>
          </a:solidFill>
          <a:latin typeface="Arial"/>
          <a:ea typeface="Arial"/>
          <a:cs typeface="Arial"/>
        </a:defRPr>
      </a:lvl3pPr>
      <a:lvl4pPr marL="1813347" indent="-259050" algn="l" defTabSz="1036198">
        <a:lnSpc>
          <a:spcPct val="90000"/>
        </a:lnSpc>
        <a:spcBef>
          <a:spcPts val="567"/>
        </a:spcBef>
        <a:buFont typeface="Arial"/>
        <a:buChar char="•"/>
        <a:defRPr sz="2040" kern="1200">
          <a:solidFill>
            <a:schemeClr val="bg1"/>
          </a:solidFill>
          <a:latin typeface="Arial"/>
          <a:ea typeface="Arial"/>
          <a:cs typeface="Arial"/>
        </a:defRPr>
      </a:lvl4pPr>
      <a:lvl5pPr marL="2331446" indent="-259050" algn="l" defTabSz="1036198">
        <a:lnSpc>
          <a:spcPct val="90000"/>
        </a:lnSpc>
        <a:spcBef>
          <a:spcPts val="567"/>
        </a:spcBef>
        <a:buFont typeface="Arial"/>
        <a:buChar char="•"/>
        <a:defRPr sz="2040" kern="1200">
          <a:solidFill>
            <a:schemeClr val="bg1"/>
          </a:solidFill>
          <a:latin typeface="Arial"/>
          <a:ea typeface="Arial"/>
          <a:cs typeface="Arial"/>
        </a:defRPr>
      </a:lvl5pPr>
      <a:lvl6pPr marL="2849545" indent="-259050" algn="l" defTabSz="1036198">
        <a:lnSpc>
          <a:spcPct val="90000"/>
        </a:lnSpc>
        <a:spcBef>
          <a:spcPts val="567"/>
        </a:spcBef>
        <a:buFont typeface="Arial"/>
        <a:buChar char="•"/>
        <a:defRPr sz="2040" kern="1200">
          <a:solidFill>
            <a:schemeClr val="tx1"/>
          </a:solidFill>
          <a:latin typeface="+mn-lt"/>
          <a:ea typeface="+mn-lt"/>
          <a:cs typeface="+mn-lt"/>
        </a:defRPr>
      </a:lvl6pPr>
      <a:lvl7pPr marL="3367644" indent="-259050" algn="l" defTabSz="1036198">
        <a:lnSpc>
          <a:spcPct val="90000"/>
        </a:lnSpc>
        <a:spcBef>
          <a:spcPts val="567"/>
        </a:spcBef>
        <a:buFont typeface="Arial"/>
        <a:buChar char="•"/>
        <a:defRPr sz="2040" kern="1200">
          <a:solidFill>
            <a:schemeClr val="tx1"/>
          </a:solidFill>
          <a:latin typeface="+mn-lt"/>
          <a:ea typeface="+mn-lt"/>
          <a:cs typeface="+mn-lt"/>
        </a:defRPr>
      </a:lvl7pPr>
      <a:lvl8pPr marL="3885743" indent="-259050" algn="l" defTabSz="1036198">
        <a:lnSpc>
          <a:spcPct val="90000"/>
        </a:lnSpc>
        <a:spcBef>
          <a:spcPts val="567"/>
        </a:spcBef>
        <a:buFont typeface="Arial"/>
        <a:buChar char="•"/>
        <a:defRPr sz="2040" kern="1200">
          <a:solidFill>
            <a:schemeClr val="tx1"/>
          </a:solidFill>
          <a:latin typeface="+mn-lt"/>
          <a:ea typeface="+mn-lt"/>
          <a:cs typeface="+mn-lt"/>
        </a:defRPr>
      </a:lvl8pPr>
      <a:lvl9pPr marL="4403842" indent="-259050" algn="l" defTabSz="1036198">
        <a:lnSpc>
          <a:spcPct val="90000"/>
        </a:lnSpc>
        <a:spcBef>
          <a:spcPts val="567"/>
        </a:spcBef>
        <a:buFont typeface="Arial"/>
        <a:buChar char="•"/>
        <a:defRPr sz="2040" kern="1200">
          <a:solidFill>
            <a:schemeClr val="tx1"/>
          </a:solidFill>
          <a:latin typeface="+mn-lt"/>
          <a:ea typeface="+mn-lt"/>
          <a:cs typeface="+mn-lt"/>
        </a:defRPr>
      </a:lvl9pPr>
    </p:bodyStyle>
    <p:otherStyle>
      <a:lvl1pPr marL="0" algn="l" defTabSz="1036198">
        <a:buNone/>
        <a:defRPr sz="2040" kern="1200">
          <a:solidFill>
            <a:schemeClr val="tx1"/>
          </a:solidFill>
          <a:latin typeface="+mn-lt"/>
          <a:ea typeface="+mn-lt"/>
          <a:cs typeface="+mn-lt"/>
        </a:defRPr>
      </a:lvl1pPr>
      <a:lvl2pPr marL="518099" algn="l" defTabSz="1036198">
        <a:buNone/>
        <a:defRPr sz="2040" kern="1200">
          <a:solidFill>
            <a:schemeClr val="tx1"/>
          </a:solidFill>
          <a:latin typeface="+mn-lt"/>
          <a:ea typeface="+mn-lt"/>
          <a:cs typeface="+mn-lt"/>
        </a:defRPr>
      </a:lvl2pPr>
      <a:lvl3pPr marL="1036198" algn="l" defTabSz="1036198">
        <a:buNone/>
        <a:defRPr sz="2040" kern="1200">
          <a:solidFill>
            <a:schemeClr val="tx1"/>
          </a:solidFill>
          <a:latin typeface="+mn-lt"/>
          <a:ea typeface="+mn-lt"/>
          <a:cs typeface="+mn-lt"/>
        </a:defRPr>
      </a:lvl3pPr>
      <a:lvl4pPr marL="1554297" algn="l" defTabSz="1036198">
        <a:buNone/>
        <a:defRPr sz="2040" kern="1200">
          <a:solidFill>
            <a:schemeClr val="tx1"/>
          </a:solidFill>
          <a:latin typeface="+mn-lt"/>
          <a:ea typeface="+mn-lt"/>
          <a:cs typeface="+mn-lt"/>
        </a:defRPr>
      </a:lvl4pPr>
      <a:lvl5pPr marL="2072396" algn="l" defTabSz="1036198">
        <a:buNone/>
        <a:defRPr sz="2040" kern="1200">
          <a:solidFill>
            <a:schemeClr val="tx1"/>
          </a:solidFill>
          <a:latin typeface="+mn-lt"/>
          <a:ea typeface="+mn-lt"/>
          <a:cs typeface="+mn-lt"/>
        </a:defRPr>
      </a:lvl5pPr>
      <a:lvl6pPr marL="2590495" algn="l" defTabSz="1036198">
        <a:buNone/>
        <a:defRPr sz="2040" kern="1200">
          <a:solidFill>
            <a:schemeClr val="tx1"/>
          </a:solidFill>
          <a:latin typeface="+mn-lt"/>
          <a:ea typeface="+mn-lt"/>
          <a:cs typeface="+mn-lt"/>
        </a:defRPr>
      </a:lvl6pPr>
      <a:lvl7pPr marL="3108594" algn="l" defTabSz="1036198">
        <a:buNone/>
        <a:defRPr sz="2040" kern="1200">
          <a:solidFill>
            <a:schemeClr val="tx1"/>
          </a:solidFill>
          <a:latin typeface="+mn-lt"/>
          <a:ea typeface="+mn-lt"/>
          <a:cs typeface="+mn-lt"/>
        </a:defRPr>
      </a:lvl7pPr>
      <a:lvl8pPr marL="3626693" algn="l" defTabSz="1036198">
        <a:buNone/>
        <a:defRPr sz="2040" kern="1200">
          <a:solidFill>
            <a:schemeClr val="tx1"/>
          </a:solidFill>
          <a:latin typeface="+mn-lt"/>
          <a:ea typeface="+mn-lt"/>
          <a:cs typeface="+mn-lt"/>
        </a:defRPr>
      </a:lvl8pPr>
      <a:lvl9pPr marL="4144792" algn="l" defTabSz="1036198">
        <a:buNone/>
        <a:defRPr sz="204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563" userDrawn="1">
          <p15:clr>
            <a:srgbClr val="F26B43"/>
          </p15:clr>
        </p15:guide>
        <p15:guide id="2" pos="717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5"/>
          <a:stretch>
            <a:fillRect l="-13000" r="-13000"/>
          </a:stretch>
        </a:blip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16"/>
          <a:srcRect/>
          <a:stretch/>
        </p:blipFill>
        <p:spPr>
          <a:xfrm>
            <a:off x="0" y="0"/>
            <a:ext cx="13816013" cy="7772400"/>
          </a:xfrm>
          <a:prstGeom prst="rect">
            <a:avLst/>
          </a:prstGeom>
        </p:spPr>
      </p:pic>
      <p:sp>
        <p:nvSpPr>
          <p:cNvPr id="2" name="Title Placeholder 1">
            <a:extLst>
              <a:ext uri="{FF2B5EF4-FFF2-40B4-BE49-F238E27FC236}">
                <a16:creationId xmlns:a16="http://schemas.microsoft.com/office/drawing/2014/main" id="{F4A3E493-13DC-E41D-D8E0-9C981F314F74}"/>
              </a:ext>
            </a:extLst>
          </p:cNvPr>
          <p:cNvSpPr>
            <a:spLocks noGrp="1"/>
          </p:cNvSpPr>
          <p:nvPr>
            <p:ph type="title"/>
          </p:nvPr>
        </p:nvSpPr>
        <p:spPr>
          <a:xfrm>
            <a:off x="949851" y="413809"/>
            <a:ext cx="11916311" cy="1502305"/>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A6370BE-344F-6D33-66B8-A10E10E2DB1E}"/>
              </a:ext>
            </a:extLst>
          </p:cNvPr>
          <p:cNvSpPr>
            <a:spLocks noGrp="1"/>
          </p:cNvSpPr>
          <p:nvPr>
            <p:ph type="body" idx="1"/>
          </p:nvPr>
        </p:nvSpPr>
        <p:spPr>
          <a:xfrm>
            <a:off x="949851" y="2069042"/>
            <a:ext cx="11916311" cy="4931516"/>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70A7A00-0CFD-AACB-4CFE-68D68829B258}"/>
              </a:ext>
            </a:extLst>
          </p:cNvPr>
          <p:cNvSpPr>
            <a:spLocks noGrp="1"/>
          </p:cNvSpPr>
          <p:nvPr>
            <p:ph type="dt" idx="2"/>
          </p:nvPr>
        </p:nvSpPr>
        <p:spPr>
          <a:xfrm>
            <a:off x="949851" y="7203864"/>
            <a:ext cx="3108603" cy="413808"/>
          </a:xfrm>
          <a:prstGeom prst="rect">
            <a:avLst/>
          </a:prstGeom>
        </p:spPr>
        <p:txBody>
          <a:bodyPr vert="horz" lIns="91440" tIns="45720" rIns="91440" bIns="45720" anchor="ctr"/>
          <a:lstStyle>
            <a:lvl1pPr algn="l">
              <a:buNone/>
              <a:defRPr sz="1360">
                <a:solidFill>
                  <a:schemeClr val="bg1"/>
                </a:solidFill>
                <a:latin typeface="Arial"/>
                <a:ea typeface="Arial"/>
                <a:cs typeface="Arial"/>
              </a:defRPr>
            </a:lvl1pPr>
          </a:lstStyle>
          <a:p>
            <a:fld id="{472E79C7-151F-4CDA-AC36-BBDA0A554019}" type="datetimeFigureOut">
              <a:t>10/12/2026</a:t>
            </a:fld>
            <a:endParaRPr/>
          </a:p>
        </p:txBody>
      </p:sp>
      <p:sp>
        <p:nvSpPr>
          <p:cNvPr id="5" name="Footer Placeholder 4">
            <a:extLst>
              <a:ext uri="{FF2B5EF4-FFF2-40B4-BE49-F238E27FC236}">
                <a16:creationId xmlns:a16="http://schemas.microsoft.com/office/drawing/2014/main" id="{61F8D950-5C5C-CE52-BC5A-12364D92729C}"/>
              </a:ext>
            </a:extLst>
          </p:cNvPr>
          <p:cNvSpPr>
            <a:spLocks noGrp="1"/>
          </p:cNvSpPr>
          <p:nvPr>
            <p:ph type="ftr" idx="3"/>
          </p:nvPr>
        </p:nvSpPr>
        <p:spPr>
          <a:xfrm>
            <a:off x="4576555" y="7203864"/>
            <a:ext cx="4662904" cy="413808"/>
          </a:xfrm>
          <a:prstGeom prst="rect">
            <a:avLst/>
          </a:prstGeom>
        </p:spPr>
        <p:txBody>
          <a:bodyPr vert="horz" lIns="91440" tIns="45720" rIns="91440" bIns="45720" anchor="ctr"/>
          <a:lstStyle>
            <a:lvl1pPr algn="ctr">
              <a:buNone/>
              <a:defRPr sz="1360">
                <a:solidFill>
                  <a:schemeClr val="bg1"/>
                </a:solidFill>
                <a:latin typeface="Arial"/>
                <a:ea typeface="Arial"/>
                <a:cs typeface="Arial"/>
              </a:defRPr>
            </a:lvl1pPr>
          </a:lstStyle>
          <a:p>
            <a:endParaRPr/>
          </a:p>
        </p:txBody>
      </p:sp>
      <p:sp>
        <p:nvSpPr>
          <p:cNvPr id="6" name="Slide Number Placeholder 5">
            <a:extLst>
              <a:ext uri="{FF2B5EF4-FFF2-40B4-BE49-F238E27FC236}">
                <a16:creationId xmlns:a16="http://schemas.microsoft.com/office/drawing/2014/main" id="{0C257901-B7C1-DE95-A02F-72D00CD1DDAB}"/>
              </a:ext>
            </a:extLst>
          </p:cNvPr>
          <p:cNvSpPr>
            <a:spLocks noGrp="1"/>
          </p:cNvSpPr>
          <p:nvPr>
            <p:ph type="sldNum" idx="4"/>
          </p:nvPr>
        </p:nvSpPr>
        <p:spPr>
          <a:xfrm>
            <a:off x="9757559" y="7203864"/>
            <a:ext cx="3108603" cy="413808"/>
          </a:xfrm>
          <a:prstGeom prst="rect">
            <a:avLst/>
          </a:prstGeom>
        </p:spPr>
        <p:txBody>
          <a:bodyPr vert="horz" lIns="91440" tIns="45720" rIns="91440" bIns="45720" anchor="ctr"/>
          <a:lstStyle>
            <a:lvl1pPr algn="r">
              <a:buNone/>
              <a:defRPr sz="1360">
                <a:solidFill>
                  <a:schemeClr val="bg1"/>
                </a:solidFill>
                <a:latin typeface="Arial"/>
                <a:ea typeface="Arial"/>
                <a:cs typeface="Arial"/>
              </a:defRPr>
            </a:lvl1pPr>
          </a:lstStyle>
          <a:p>
            <a:fld id="{27DE548E-D5EB-44AF-A428-F25EAE3F826E}" type="slidenum">
              <a:t>‹#›</a:t>
            </a:fld>
            <a:endParaRPr/>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Lst>
  <p:txStyles>
    <p:titleStyle>
      <a:lvl1pPr algn="l" defTabSz="1036198">
        <a:lnSpc>
          <a:spcPct val="90000"/>
        </a:lnSpc>
        <a:spcBef>
          <a:spcPct val="0"/>
        </a:spcBef>
        <a:buNone/>
        <a:defRPr sz="4986" kern="1200">
          <a:solidFill>
            <a:schemeClr val="bg1"/>
          </a:solidFill>
          <a:latin typeface="Arial"/>
          <a:ea typeface="Arial"/>
          <a:cs typeface="Arial"/>
        </a:defRPr>
      </a:lvl1pPr>
    </p:titleStyle>
    <p:bodyStyle>
      <a:lvl1pPr marL="259050" indent="-259050" algn="l" defTabSz="1036198">
        <a:lnSpc>
          <a:spcPct val="90000"/>
        </a:lnSpc>
        <a:spcBef>
          <a:spcPts val="1133"/>
        </a:spcBef>
        <a:buFont typeface="Arial"/>
        <a:buChar char="•"/>
        <a:defRPr sz="3173" kern="1200">
          <a:solidFill>
            <a:schemeClr val="bg1"/>
          </a:solidFill>
          <a:latin typeface="Arial"/>
          <a:ea typeface="Arial"/>
          <a:cs typeface="Arial"/>
        </a:defRPr>
      </a:lvl1pPr>
      <a:lvl2pPr marL="777149" indent="-259050" algn="l" defTabSz="1036198">
        <a:lnSpc>
          <a:spcPct val="90000"/>
        </a:lnSpc>
        <a:spcBef>
          <a:spcPts val="567"/>
        </a:spcBef>
        <a:buFont typeface="Arial"/>
        <a:buChar char="•"/>
        <a:defRPr sz="2720" kern="1200">
          <a:solidFill>
            <a:schemeClr val="bg1"/>
          </a:solidFill>
          <a:latin typeface="Arial"/>
          <a:ea typeface="Arial"/>
          <a:cs typeface="Arial"/>
        </a:defRPr>
      </a:lvl2pPr>
      <a:lvl3pPr marL="1295248" indent="-259050" algn="l" defTabSz="1036198">
        <a:lnSpc>
          <a:spcPct val="90000"/>
        </a:lnSpc>
        <a:spcBef>
          <a:spcPts val="567"/>
        </a:spcBef>
        <a:buFont typeface="Arial"/>
        <a:buChar char="•"/>
        <a:defRPr sz="2266" kern="1200">
          <a:solidFill>
            <a:schemeClr val="bg1"/>
          </a:solidFill>
          <a:latin typeface="Arial"/>
          <a:ea typeface="Arial"/>
          <a:cs typeface="Arial"/>
        </a:defRPr>
      </a:lvl3pPr>
      <a:lvl4pPr marL="1813347" indent="-259050" algn="l" defTabSz="1036198">
        <a:lnSpc>
          <a:spcPct val="90000"/>
        </a:lnSpc>
        <a:spcBef>
          <a:spcPts val="567"/>
        </a:spcBef>
        <a:buFont typeface="Arial"/>
        <a:buChar char="•"/>
        <a:defRPr sz="2040" kern="1200">
          <a:solidFill>
            <a:schemeClr val="bg1"/>
          </a:solidFill>
          <a:latin typeface="Arial"/>
          <a:ea typeface="Arial"/>
          <a:cs typeface="Arial"/>
        </a:defRPr>
      </a:lvl4pPr>
      <a:lvl5pPr marL="2331446" indent="-259050" algn="l" defTabSz="1036198">
        <a:lnSpc>
          <a:spcPct val="90000"/>
        </a:lnSpc>
        <a:spcBef>
          <a:spcPts val="567"/>
        </a:spcBef>
        <a:buFont typeface="Arial"/>
        <a:buChar char="•"/>
        <a:defRPr sz="2040" kern="1200">
          <a:solidFill>
            <a:schemeClr val="bg1"/>
          </a:solidFill>
          <a:latin typeface="Arial"/>
          <a:ea typeface="Arial"/>
          <a:cs typeface="Arial"/>
        </a:defRPr>
      </a:lvl5pPr>
      <a:lvl6pPr marL="2849545" indent="-259050" algn="l" defTabSz="1036198">
        <a:lnSpc>
          <a:spcPct val="90000"/>
        </a:lnSpc>
        <a:spcBef>
          <a:spcPts val="567"/>
        </a:spcBef>
        <a:buFont typeface="Arial"/>
        <a:buChar char="•"/>
        <a:defRPr sz="2040" kern="1200">
          <a:solidFill>
            <a:schemeClr val="tx1"/>
          </a:solidFill>
          <a:latin typeface="+mn-lt"/>
          <a:ea typeface="+mn-lt"/>
          <a:cs typeface="+mn-lt"/>
        </a:defRPr>
      </a:lvl6pPr>
      <a:lvl7pPr marL="3367644" indent="-259050" algn="l" defTabSz="1036198">
        <a:lnSpc>
          <a:spcPct val="90000"/>
        </a:lnSpc>
        <a:spcBef>
          <a:spcPts val="567"/>
        </a:spcBef>
        <a:buFont typeface="Arial"/>
        <a:buChar char="•"/>
        <a:defRPr sz="2040" kern="1200">
          <a:solidFill>
            <a:schemeClr val="tx1"/>
          </a:solidFill>
          <a:latin typeface="+mn-lt"/>
          <a:ea typeface="+mn-lt"/>
          <a:cs typeface="+mn-lt"/>
        </a:defRPr>
      </a:lvl7pPr>
      <a:lvl8pPr marL="3885743" indent="-259050" algn="l" defTabSz="1036198">
        <a:lnSpc>
          <a:spcPct val="90000"/>
        </a:lnSpc>
        <a:spcBef>
          <a:spcPts val="567"/>
        </a:spcBef>
        <a:buFont typeface="Arial"/>
        <a:buChar char="•"/>
        <a:defRPr sz="2040" kern="1200">
          <a:solidFill>
            <a:schemeClr val="tx1"/>
          </a:solidFill>
          <a:latin typeface="+mn-lt"/>
          <a:ea typeface="+mn-lt"/>
          <a:cs typeface="+mn-lt"/>
        </a:defRPr>
      </a:lvl8pPr>
      <a:lvl9pPr marL="4403842" indent="-259050" algn="l" defTabSz="1036198">
        <a:lnSpc>
          <a:spcPct val="90000"/>
        </a:lnSpc>
        <a:spcBef>
          <a:spcPts val="567"/>
        </a:spcBef>
        <a:buFont typeface="Arial"/>
        <a:buChar char="•"/>
        <a:defRPr sz="2040" kern="1200">
          <a:solidFill>
            <a:schemeClr val="tx1"/>
          </a:solidFill>
          <a:latin typeface="+mn-lt"/>
          <a:ea typeface="+mn-lt"/>
          <a:cs typeface="+mn-lt"/>
        </a:defRPr>
      </a:lvl9pPr>
    </p:bodyStyle>
    <p:otherStyle>
      <a:lvl1pPr marL="0" algn="l" defTabSz="1036198">
        <a:buNone/>
        <a:defRPr sz="2040" kern="1200">
          <a:solidFill>
            <a:schemeClr val="tx1"/>
          </a:solidFill>
          <a:latin typeface="+mn-lt"/>
          <a:ea typeface="+mn-lt"/>
          <a:cs typeface="+mn-lt"/>
        </a:defRPr>
      </a:lvl1pPr>
      <a:lvl2pPr marL="518099" algn="l" defTabSz="1036198">
        <a:buNone/>
        <a:defRPr sz="2040" kern="1200">
          <a:solidFill>
            <a:schemeClr val="tx1"/>
          </a:solidFill>
          <a:latin typeface="+mn-lt"/>
          <a:ea typeface="+mn-lt"/>
          <a:cs typeface="+mn-lt"/>
        </a:defRPr>
      </a:lvl2pPr>
      <a:lvl3pPr marL="1036198" algn="l" defTabSz="1036198">
        <a:buNone/>
        <a:defRPr sz="2040" kern="1200">
          <a:solidFill>
            <a:schemeClr val="tx1"/>
          </a:solidFill>
          <a:latin typeface="+mn-lt"/>
          <a:ea typeface="+mn-lt"/>
          <a:cs typeface="+mn-lt"/>
        </a:defRPr>
      </a:lvl3pPr>
      <a:lvl4pPr marL="1554297" algn="l" defTabSz="1036198">
        <a:buNone/>
        <a:defRPr sz="2040" kern="1200">
          <a:solidFill>
            <a:schemeClr val="tx1"/>
          </a:solidFill>
          <a:latin typeface="+mn-lt"/>
          <a:ea typeface="+mn-lt"/>
          <a:cs typeface="+mn-lt"/>
        </a:defRPr>
      </a:lvl4pPr>
      <a:lvl5pPr marL="2072396" algn="l" defTabSz="1036198">
        <a:buNone/>
        <a:defRPr sz="2040" kern="1200">
          <a:solidFill>
            <a:schemeClr val="tx1"/>
          </a:solidFill>
          <a:latin typeface="+mn-lt"/>
          <a:ea typeface="+mn-lt"/>
          <a:cs typeface="+mn-lt"/>
        </a:defRPr>
      </a:lvl5pPr>
      <a:lvl6pPr marL="2590495" algn="l" defTabSz="1036198">
        <a:buNone/>
        <a:defRPr sz="2040" kern="1200">
          <a:solidFill>
            <a:schemeClr val="tx1"/>
          </a:solidFill>
          <a:latin typeface="+mn-lt"/>
          <a:ea typeface="+mn-lt"/>
          <a:cs typeface="+mn-lt"/>
        </a:defRPr>
      </a:lvl6pPr>
      <a:lvl7pPr marL="3108594" algn="l" defTabSz="1036198">
        <a:buNone/>
        <a:defRPr sz="2040" kern="1200">
          <a:solidFill>
            <a:schemeClr val="tx1"/>
          </a:solidFill>
          <a:latin typeface="+mn-lt"/>
          <a:ea typeface="+mn-lt"/>
          <a:cs typeface="+mn-lt"/>
        </a:defRPr>
      </a:lvl7pPr>
      <a:lvl8pPr marL="3626693" algn="l" defTabSz="1036198">
        <a:buNone/>
        <a:defRPr sz="2040" kern="1200">
          <a:solidFill>
            <a:schemeClr val="tx1"/>
          </a:solidFill>
          <a:latin typeface="+mn-lt"/>
          <a:ea typeface="+mn-lt"/>
          <a:cs typeface="+mn-lt"/>
        </a:defRPr>
      </a:lvl8pPr>
      <a:lvl9pPr marL="4144792" algn="l" defTabSz="1036198">
        <a:buNone/>
        <a:defRPr sz="2040" kern="12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4EAAE-1E4B-AA12-47E4-5EE880AAC607}"/>
              </a:ext>
            </a:extLst>
          </p:cNvPr>
          <p:cNvSpPr>
            <a:spLocks noGrp="1"/>
          </p:cNvSpPr>
          <p:nvPr>
            <p:ph type="title"/>
          </p:nvPr>
        </p:nvSpPr>
        <p:spPr>
          <a:xfrm>
            <a:off x="56316" y="64007"/>
            <a:ext cx="13666429" cy="914252"/>
          </a:xfrm>
          <a:prstGeom prst="rect">
            <a:avLst/>
          </a:prstGeom>
        </p:spPr>
        <p:txBody>
          <a:bodyPr vert="horz" lIns="72000" tIns="36000" rIns="72000" bIns="36000" rtlCol="0" anchor="ctr">
            <a:normAutofit/>
          </a:bodyPr>
          <a:lstStyle/>
          <a:p>
            <a:r>
              <a:rPr lang="en-US"/>
              <a:t>Click to edit Master title style</a:t>
            </a:r>
            <a:endParaRPr lang="mn-MN"/>
          </a:p>
        </p:txBody>
      </p:sp>
      <p:sp>
        <p:nvSpPr>
          <p:cNvPr id="3" name="Text Placeholder 2">
            <a:extLst>
              <a:ext uri="{FF2B5EF4-FFF2-40B4-BE49-F238E27FC236}">
                <a16:creationId xmlns:a16="http://schemas.microsoft.com/office/drawing/2014/main" id="{F67A8EB1-5B9C-A74B-2618-6D2C457FDD86}"/>
              </a:ext>
            </a:extLst>
          </p:cNvPr>
          <p:cNvSpPr>
            <a:spLocks noGrp="1"/>
          </p:cNvSpPr>
          <p:nvPr>
            <p:ph type="body" idx="1"/>
          </p:nvPr>
        </p:nvSpPr>
        <p:spPr>
          <a:xfrm>
            <a:off x="56313" y="1034580"/>
            <a:ext cx="13666430" cy="6242400"/>
          </a:xfrm>
          <a:prstGeom prst="rect">
            <a:avLst/>
          </a:prstGeom>
        </p:spPr>
        <p:txBody>
          <a:bodyPr vert="horz" lIns="72000" tIns="108000" rIns="72000" bIns="108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88AD0DDC-F6C7-BADA-85CE-CA2C0D13821E}"/>
              </a:ext>
            </a:extLst>
          </p:cNvPr>
          <p:cNvSpPr>
            <a:spLocks noGrp="1"/>
          </p:cNvSpPr>
          <p:nvPr>
            <p:ph type="sldNum" sz="quarter" idx="4"/>
          </p:nvPr>
        </p:nvSpPr>
        <p:spPr>
          <a:xfrm>
            <a:off x="56314" y="7341194"/>
            <a:ext cx="734316" cy="367200"/>
          </a:xfrm>
          <a:prstGeom prst="rect">
            <a:avLst/>
          </a:prstGeom>
        </p:spPr>
        <p:txBody>
          <a:bodyPr vert="horz" lIns="91440" tIns="45720" rIns="91440" bIns="45720" rtlCol="0" anchor="ctr"/>
          <a:lstStyle>
            <a:lvl1pPr algn="l">
              <a:defRPr sz="1360">
                <a:solidFill>
                  <a:schemeClr val="tx1">
                    <a:tint val="75000"/>
                  </a:schemeClr>
                </a:solidFill>
              </a:defRPr>
            </a:lvl1pPr>
          </a:lstStyle>
          <a:p>
            <a:fld id="{31EDE896-AC2C-481E-AE90-43E2336744F8}" type="slidenum">
              <a:rPr lang="mn-MN" smtClean="0"/>
              <a:pPr/>
              <a:t>‹#›</a:t>
            </a:fld>
            <a:endParaRPr lang="mn-MN"/>
          </a:p>
        </p:txBody>
      </p:sp>
    </p:spTree>
    <p:extLst>
      <p:ext uri="{BB962C8B-B14F-4D97-AF65-F5344CB8AC3E}">
        <p14:creationId xmlns:p14="http://schemas.microsoft.com/office/powerpoint/2010/main" val="181676152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4" r:id="rId36"/>
    <p:sldLayoutId id="2147483775" r:id="rId37"/>
    <p:sldLayoutId id="2147483776" r:id="rId38"/>
    <p:sldLayoutId id="2147483777" r:id="rId39"/>
    <p:sldLayoutId id="2147483778" r:id="rId40"/>
    <p:sldLayoutId id="2147483779" r:id="rId41"/>
    <p:sldLayoutId id="2147483780" r:id="rId42"/>
    <p:sldLayoutId id="2147483781" r:id="rId43"/>
    <p:sldLayoutId id="2147483782" r:id="rId44"/>
    <p:sldLayoutId id="2147483783" r:id="rId45"/>
    <p:sldLayoutId id="2147483784" r:id="rId46"/>
    <p:sldLayoutId id="2147483785" r:id="rId47"/>
    <p:sldLayoutId id="2147483786" r:id="rId48"/>
    <p:sldLayoutId id="2147483787" r:id="rId49"/>
    <p:sldLayoutId id="2147483788" r:id="rId50"/>
    <p:sldLayoutId id="2147483789" r:id="rId51"/>
    <p:sldLayoutId id="2147483790" r:id="rId52"/>
    <p:sldLayoutId id="2147483791" r:id="rId53"/>
    <p:sldLayoutId id="2147483792" r:id="rId54"/>
    <p:sldLayoutId id="2147483793" r:id="rId55"/>
    <p:sldLayoutId id="2147483794" r:id="rId56"/>
    <p:sldLayoutId id="2147483795" r:id="rId57"/>
    <p:sldLayoutId id="2147483796" r:id="rId58"/>
    <p:sldLayoutId id="2147483797" r:id="rId59"/>
    <p:sldLayoutId id="2147483798" r:id="rId60"/>
    <p:sldLayoutId id="2147483799" r:id="rId61"/>
  </p:sldLayoutIdLst>
  <p:txStyles>
    <p:titleStyle>
      <a:lvl1pPr algn="l" defTabSz="1036198" rtl="0" eaLnBrk="1" latinLnBrk="0" hangingPunct="1">
        <a:lnSpc>
          <a:spcPct val="90000"/>
        </a:lnSpc>
        <a:spcBef>
          <a:spcPct val="0"/>
        </a:spcBef>
        <a:buNone/>
        <a:defRPr sz="3626" kern="1200">
          <a:solidFill>
            <a:srgbClr val="00B0B0"/>
          </a:solidFill>
          <a:latin typeface="Montserrat ExtraBold" pitchFamily="2" charset="0"/>
          <a:ea typeface="+mj-ea"/>
          <a:cs typeface="+mj-cs"/>
        </a:defRPr>
      </a:lvl1pPr>
    </p:titleStyle>
    <p:bodyStyle>
      <a:lvl1pPr marL="326362" indent="-326362" algn="l" defTabSz="1036198" rtl="0" eaLnBrk="1" latinLnBrk="0" hangingPunct="1">
        <a:lnSpc>
          <a:spcPct val="90000"/>
        </a:lnSpc>
        <a:spcBef>
          <a:spcPts val="0"/>
        </a:spcBef>
        <a:spcAft>
          <a:spcPts val="680"/>
        </a:spcAft>
        <a:buFont typeface="Arial" panose="020B0604020202020204" pitchFamily="34" charset="0"/>
        <a:buChar char="•"/>
        <a:defRPr sz="2720" kern="1200">
          <a:solidFill>
            <a:schemeClr val="tx1"/>
          </a:solidFill>
          <a:latin typeface="+mn-lt"/>
          <a:ea typeface="+mn-ea"/>
          <a:cs typeface="+mn-cs"/>
        </a:defRPr>
      </a:lvl1pPr>
      <a:lvl2pPr marL="652723" indent="-326362" algn="l" defTabSz="1036198" rtl="0" eaLnBrk="1" latinLnBrk="0" hangingPunct="1">
        <a:lnSpc>
          <a:spcPct val="90000"/>
        </a:lnSpc>
        <a:spcBef>
          <a:spcPts val="0"/>
        </a:spcBef>
        <a:spcAft>
          <a:spcPts val="680"/>
        </a:spcAft>
        <a:buFont typeface="Arial" panose="020B0604020202020204" pitchFamily="34" charset="0"/>
        <a:buChar char="•"/>
        <a:defRPr sz="2266" kern="1200">
          <a:solidFill>
            <a:schemeClr val="tx1"/>
          </a:solidFill>
          <a:latin typeface="+mn-lt"/>
          <a:ea typeface="+mn-ea"/>
          <a:cs typeface="+mn-cs"/>
        </a:defRPr>
      </a:lvl2pPr>
      <a:lvl3pPr marL="979085" indent="-326362" algn="l" defTabSz="1036198" rtl="0" eaLnBrk="1" latinLnBrk="0" hangingPunct="1">
        <a:lnSpc>
          <a:spcPct val="90000"/>
        </a:lnSpc>
        <a:spcBef>
          <a:spcPts val="0"/>
        </a:spcBef>
        <a:spcAft>
          <a:spcPts val="680"/>
        </a:spcAft>
        <a:buFont typeface="Arial" panose="020B0604020202020204" pitchFamily="34" charset="0"/>
        <a:buChar char="•"/>
        <a:defRPr sz="2040" kern="1200">
          <a:solidFill>
            <a:schemeClr val="tx1"/>
          </a:solidFill>
          <a:latin typeface="+mn-lt"/>
          <a:ea typeface="+mn-ea"/>
          <a:cs typeface="+mn-cs"/>
        </a:defRPr>
      </a:lvl3pPr>
      <a:lvl4pPr marL="1305446" indent="-326362" algn="l" defTabSz="1036198" rtl="0" eaLnBrk="1" latinLnBrk="0" hangingPunct="1">
        <a:lnSpc>
          <a:spcPct val="90000"/>
        </a:lnSpc>
        <a:spcBef>
          <a:spcPts val="0"/>
        </a:spcBef>
        <a:spcAft>
          <a:spcPts val="680"/>
        </a:spcAft>
        <a:buFont typeface="Arial" panose="020B0604020202020204" pitchFamily="34" charset="0"/>
        <a:buChar char="•"/>
        <a:defRPr sz="1813" kern="1200">
          <a:solidFill>
            <a:schemeClr val="tx1"/>
          </a:solidFill>
          <a:latin typeface="+mn-lt"/>
          <a:ea typeface="+mn-ea"/>
          <a:cs typeface="+mn-cs"/>
        </a:defRPr>
      </a:lvl4pPr>
      <a:lvl5pPr marL="1631808" indent="-326362" algn="l" defTabSz="1036198" rtl="0" eaLnBrk="1" latinLnBrk="0" hangingPunct="1">
        <a:lnSpc>
          <a:spcPct val="90000"/>
        </a:lnSpc>
        <a:spcBef>
          <a:spcPts val="0"/>
        </a:spcBef>
        <a:spcAft>
          <a:spcPts val="680"/>
        </a:spcAft>
        <a:buFont typeface="Arial" panose="020B0604020202020204" pitchFamily="34" charset="0"/>
        <a:buChar char="•"/>
        <a:defRPr sz="1813" kern="1200">
          <a:solidFill>
            <a:schemeClr val="tx1"/>
          </a:solidFill>
          <a:latin typeface="+mn-lt"/>
          <a:ea typeface="+mn-ea"/>
          <a:cs typeface="+mn-cs"/>
        </a:defRPr>
      </a:lvl5pPr>
      <a:lvl6pPr marL="2849545"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644"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5743"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3842"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mn-MN"/>
      </a:defPPr>
      <a:lvl1pPr marL="0" algn="l" defTabSz="1036198" rtl="0" eaLnBrk="1" latinLnBrk="0" hangingPunct="1">
        <a:defRPr sz="2040" kern="1200">
          <a:solidFill>
            <a:schemeClr val="tx1"/>
          </a:solidFill>
          <a:latin typeface="+mn-lt"/>
          <a:ea typeface="+mn-ea"/>
          <a:cs typeface="+mn-cs"/>
        </a:defRPr>
      </a:lvl1pPr>
      <a:lvl2pPr marL="518099" algn="l" defTabSz="1036198" rtl="0" eaLnBrk="1" latinLnBrk="0" hangingPunct="1">
        <a:defRPr sz="2040" kern="1200">
          <a:solidFill>
            <a:schemeClr val="tx1"/>
          </a:solidFill>
          <a:latin typeface="+mn-lt"/>
          <a:ea typeface="+mn-ea"/>
          <a:cs typeface="+mn-cs"/>
        </a:defRPr>
      </a:lvl2pPr>
      <a:lvl3pPr marL="1036198" algn="l" defTabSz="1036198" rtl="0" eaLnBrk="1" latinLnBrk="0" hangingPunct="1">
        <a:defRPr sz="2040" kern="1200">
          <a:solidFill>
            <a:schemeClr val="tx1"/>
          </a:solidFill>
          <a:latin typeface="+mn-lt"/>
          <a:ea typeface="+mn-ea"/>
          <a:cs typeface="+mn-cs"/>
        </a:defRPr>
      </a:lvl3pPr>
      <a:lvl4pPr marL="1554297" algn="l" defTabSz="1036198" rtl="0" eaLnBrk="1" latinLnBrk="0" hangingPunct="1">
        <a:defRPr sz="2040" kern="1200">
          <a:solidFill>
            <a:schemeClr val="tx1"/>
          </a:solidFill>
          <a:latin typeface="+mn-lt"/>
          <a:ea typeface="+mn-ea"/>
          <a:cs typeface="+mn-cs"/>
        </a:defRPr>
      </a:lvl4pPr>
      <a:lvl5pPr marL="2072396" algn="l" defTabSz="1036198" rtl="0" eaLnBrk="1" latinLnBrk="0" hangingPunct="1">
        <a:defRPr sz="2040" kern="1200">
          <a:solidFill>
            <a:schemeClr val="tx1"/>
          </a:solidFill>
          <a:latin typeface="+mn-lt"/>
          <a:ea typeface="+mn-ea"/>
          <a:cs typeface="+mn-cs"/>
        </a:defRPr>
      </a:lvl5pPr>
      <a:lvl6pPr marL="2590495" algn="l" defTabSz="1036198" rtl="0" eaLnBrk="1" latinLnBrk="0" hangingPunct="1">
        <a:defRPr sz="2040" kern="1200">
          <a:solidFill>
            <a:schemeClr val="tx1"/>
          </a:solidFill>
          <a:latin typeface="+mn-lt"/>
          <a:ea typeface="+mn-ea"/>
          <a:cs typeface="+mn-cs"/>
        </a:defRPr>
      </a:lvl6pPr>
      <a:lvl7pPr marL="3108594" algn="l" defTabSz="1036198" rtl="0" eaLnBrk="1" latinLnBrk="0" hangingPunct="1">
        <a:defRPr sz="2040" kern="1200">
          <a:solidFill>
            <a:schemeClr val="tx1"/>
          </a:solidFill>
          <a:latin typeface="+mn-lt"/>
          <a:ea typeface="+mn-ea"/>
          <a:cs typeface="+mn-cs"/>
        </a:defRPr>
      </a:lvl7pPr>
      <a:lvl8pPr marL="3626693" algn="l" defTabSz="1036198" rtl="0" eaLnBrk="1" latinLnBrk="0" hangingPunct="1">
        <a:defRPr sz="2040" kern="1200">
          <a:solidFill>
            <a:schemeClr val="tx1"/>
          </a:solidFill>
          <a:latin typeface="+mn-lt"/>
          <a:ea typeface="+mn-ea"/>
          <a:cs typeface="+mn-cs"/>
        </a:defRPr>
      </a:lvl8pPr>
      <a:lvl9pPr marL="4144792" algn="l" defTabSz="1036198"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8">
          <p15:clr>
            <a:srgbClr val="F26B43"/>
          </p15:clr>
        </p15:guide>
        <p15:guide id="2" pos="813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4EAAE-1E4B-AA12-47E4-5EE880AAC607}"/>
              </a:ext>
            </a:extLst>
          </p:cNvPr>
          <p:cNvSpPr>
            <a:spLocks noGrp="1"/>
          </p:cNvSpPr>
          <p:nvPr>
            <p:ph type="title"/>
          </p:nvPr>
        </p:nvSpPr>
        <p:spPr>
          <a:xfrm>
            <a:off x="56316" y="64007"/>
            <a:ext cx="13666429" cy="914252"/>
          </a:xfrm>
          <a:prstGeom prst="rect">
            <a:avLst/>
          </a:prstGeom>
        </p:spPr>
        <p:txBody>
          <a:bodyPr vert="horz" lIns="72000" tIns="36000" rIns="72000" bIns="36000" rtlCol="0" anchor="ctr">
            <a:normAutofit/>
          </a:bodyPr>
          <a:lstStyle/>
          <a:p>
            <a:r>
              <a:rPr lang="en-US"/>
              <a:t>Click to edit Master title style</a:t>
            </a:r>
            <a:endParaRPr lang="mn-MN"/>
          </a:p>
        </p:txBody>
      </p:sp>
      <p:sp>
        <p:nvSpPr>
          <p:cNvPr id="3" name="Text Placeholder 2">
            <a:extLst>
              <a:ext uri="{FF2B5EF4-FFF2-40B4-BE49-F238E27FC236}">
                <a16:creationId xmlns:a16="http://schemas.microsoft.com/office/drawing/2014/main" id="{F67A8EB1-5B9C-A74B-2618-6D2C457FDD86}"/>
              </a:ext>
            </a:extLst>
          </p:cNvPr>
          <p:cNvSpPr>
            <a:spLocks noGrp="1"/>
          </p:cNvSpPr>
          <p:nvPr>
            <p:ph type="body" idx="1"/>
          </p:nvPr>
        </p:nvSpPr>
        <p:spPr>
          <a:xfrm>
            <a:off x="56313" y="1034580"/>
            <a:ext cx="13666430" cy="6242400"/>
          </a:xfrm>
          <a:prstGeom prst="rect">
            <a:avLst/>
          </a:prstGeom>
        </p:spPr>
        <p:txBody>
          <a:bodyPr vert="horz" lIns="72000" tIns="108000" rIns="72000" bIns="108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n-MN"/>
          </a:p>
        </p:txBody>
      </p:sp>
      <p:sp>
        <p:nvSpPr>
          <p:cNvPr id="6" name="Slide Number Placeholder 5">
            <a:extLst>
              <a:ext uri="{FF2B5EF4-FFF2-40B4-BE49-F238E27FC236}">
                <a16:creationId xmlns:a16="http://schemas.microsoft.com/office/drawing/2014/main" id="{88AD0DDC-F6C7-BADA-85CE-CA2C0D13821E}"/>
              </a:ext>
            </a:extLst>
          </p:cNvPr>
          <p:cNvSpPr>
            <a:spLocks noGrp="1"/>
          </p:cNvSpPr>
          <p:nvPr>
            <p:ph type="sldNum" sz="quarter" idx="4"/>
          </p:nvPr>
        </p:nvSpPr>
        <p:spPr>
          <a:xfrm>
            <a:off x="56314" y="7341194"/>
            <a:ext cx="734316" cy="367200"/>
          </a:xfrm>
          <a:prstGeom prst="rect">
            <a:avLst/>
          </a:prstGeom>
        </p:spPr>
        <p:txBody>
          <a:bodyPr vert="horz" lIns="91440" tIns="45720" rIns="91440" bIns="45720" rtlCol="0" anchor="ctr"/>
          <a:lstStyle>
            <a:lvl1pPr algn="l">
              <a:defRPr sz="1360">
                <a:solidFill>
                  <a:schemeClr val="tx1">
                    <a:tint val="75000"/>
                  </a:schemeClr>
                </a:solidFill>
              </a:defRPr>
            </a:lvl1pPr>
          </a:lstStyle>
          <a:p>
            <a:fld id="{31EDE896-AC2C-481E-AE90-43E2336744F8}" type="slidenum">
              <a:rPr lang="mn-MN" smtClean="0"/>
              <a:pPr/>
              <a:t>‹#›</a:t>
            </a:fld>
            <a:endParaRPr lang="mn-MN"/>
          </a:p>
        </p:txBody>
      </p:sp>
    </p:spTree>
    <p:extLst>
      <p:ext uri="{BB962C8B-B14F-4D97-AF65-F5344CB8AC3E}">
        <p14:creationId xmlns:p14="http://schemas.microsoft.com/office/powerpoint/2010/main" val="258676782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19" r:id="rId19"/>
    <p:sldLayoutId id="2147483820" r:id="rId20"/>
    <p:sldLayoutId id="2147483821" r:id="rId21"/>
    <p:sldLayoutId id="2147483822" r:id="rId22"/>
    <p:sldLayoutId id="2147483823" r:id="rId23"/>
    <p:sldLayoutId id="2147483824" r:id="rId24"/>
    <p:sldLayoutId id="2147483825" r:id="rId25"/>
    <p:sldLayoutId id="2147483826" r:id="rId26"/>
    <p:sldLayoutId id="2147483827" r:id="rId27"/>
    <p:sldLayoutId id="2147483828" r:id="rId28"/>
    <p:sldLayoutId id="2147483829" r:id="rId29"/>
    <p:sldLayoutId id="2147483830" r:id="rId30"/>
    <p:sldLayoutId id="2147483831" r:id="rId31"/>
    <p:sldLayoutId id="2147483832" r:id="rId32"/>
    <p:sldLayoutId id="2147483833" r:id="rId33"/>
    <p:sldLayoutId id="2147483834" r:id="rId34"/>
    <p:sldLayoutId id="2147483835" r:id="rId35"/>
    <p:sldLayoutId id="2147483836" r:id="rId36"/>
    <p:sldLayoutId id="2147483837" r:id="rId37"/>
    <p:sldLayoutId id="2147483838" r:id="rId38"/>
    <p:sldLayoutId id="2147483839" r:id="rId39"/>
    <p:sldLayoutId id="2147483840" r:id="rId40"/>
    <p:sldLayoutId id="2147483841" r:id="rId41"/>
    <p:sldLayoutId id="2147483842" r:id="rId42"/>
    <p:sldLayoutId id="2147483843" r:id="rId43"/>
    <p:sldLayoutId id="2147483844" r:id="rId44"/>
    <p:sldLayoutId id="2147483845" r:id="rId45"/>
    <p:sldLayoutId id="2147483846" r:id="rId46"/>
    <p:sldLayoutId id="2147483847" r:id="rId47"/>
    <p:sldLayoutId id="2147483848" r:id="rId48"/>
    <p:sldLayoutId id="2147483849" r:id="rId49"/>
    <p:sldLayoutId id="2147483850" r:id="rId50"/>
    <p:sldLayoutId id="2147483851" r:id="rId51"/>
    <p:sldLayoutId id="2147483852" r:id="rId52"/>
    <p:sldLayoutId id="2147483853" r:id="rId53"/>
    <p:sldLayoutId id="2147483854" r:id="rId54"/>
    <p:sldLayoutId id="2147483855" r:id="rId55"/>
    <p:sldLayoutId id="2147483856" r:id="rId56"/>
    <p:sldLayoutId id="2147483857" r:id="rId57"/>
    <p:sldLayoutId id="2147483858" r:id="rId58"/>
    <p:sldLayoutId id="2147483859" r:id="rId59"/>
    <p:sldLayoutId id="2147483860" r:id="rId60"/>
    <p:sldLayoutId id="2147483861" r:id="rId61"/>
    <p:sldLayoutId id="2147483862" r:id="rId62"/>
  </p:sldLayoutIdLst>
  <p:txStyles>
    <p:titleStyle>
      <a:lvl1pPr algn="l" defTabSz="1036198" rtl="0" eaLnBrk="1" latinLnBrk="0" hangingPunct="1">
        <a:lnSpc>
          <a:spcPct val="90000"/>
        </a:lnSpc>
        <a:spcBef>
          <a:spcPct val="0"/>
        </a:spcBef>
        <a:buNone/>
        <a:defRPr sz="3626" kern="1200">
          <a:solidFill>
            <a:srgbClr val="00B0B0"/>
          </a:solidFill>
          <a:latin typeface="Montserrat ExtraBold" pitchFamily="2" charset="0"/>
          <a:ea typeface="+mj-ea"/>
          <a:cs typeface="+mj-cs"/>
        </a:defRPr>
      </a:lvl1pPr>
    </p:titleStyle>
    <p:bodyStyle>
      <a:lvl1pPr marL="326362" indent="-326362" algn="l" defTabSz="1036198" rtl="0" eaLnBrk="1" latinLnBrk="0" hangingPunct="1">
        <a:lnSpc>
          <a:spcPct val="90000"/>
        </a:lnSpc>
        <a:spcBef>
          <a:spcPts val="0"/>
        </a:spcBef>
        <a:spcAft>
          <a:spcPts val="680"/>
        </a:spcAft>
        <a:buFont typeface="Arial" panose="020B0604020202020204" pitchFamily="34" charset="0"/>
        <a:buChar char="•"/>
        <a:defRPr sz="2720" kern="1200">
          <a:solidFill>
            <a:schemeClr val="tx1"/>
          </a:solidFill>
          <a:latin typeface="+mn-lt"/>
          <a:ea typeface="+mn-ea"/>
          <a:cs typeface="+mn-cs"/>
        </a:defRPr>
      </a:lvl1pPr>
      <a:lvl2pPr marL="652723" indent="-326362" algn="l" defTabSz="1036198" rtl="0" eaLnBrk="1" latinLnBrk="0" hangingPunct="1">
        <a:lnSpc>
          <a:spcPct val="90000"/>
        </a:lnSpc>
        <a:spcBef>
          <a:spcPts val="0"/>
        </a:spcBef>
        <a:spcAft>
          <a:spcPts val="680"/>
        </a:spcAft>
        <a:buFont typeface="Arial" panose="020B0604020202020204" pitchFamily="34" charset="0"/>
        <a:buChar char="•"/>
        <a:defRPr sz="2266" kern="1200">
          <a:solidFill>
            <a:schemeClr val="tx1"/>
          </a:solidFill>
          <a:latin typeface="+mn-lt"/>
          <a:ea typeface="+mn-ea"/>
          <a:cs typeface="+mn-cs"/>
        </a:defRPr>
      </a:lvl2pPr>
      <a:lvl3pPr marL="979085" indent="-326362" algn="l" defTabSz="1036198" rtl="0" eaLnBrk="1" latinLnBrk="0" hangingPunct="1">
        <a:lnSpc>
          <a:spcPct val="90000"/>
        </a:lnSpc>
        <a:spcBef>
          <a:spcPts val="0"/>
        </a:spcBef>
        <a:spcAft>
          <a:spcPts val="680"/>
        </a:spcAft>
        <a:buFont typeface="Arial" panose="020B0604020202020204" pitchFamily="34" charset="0"/>
        <a:buChar char="•"/>
        <a:defRPr sz="2040" kern="1200">
          <a:solidFill>
            <a:schemeClr val="tx1"/>
          </a:solidFill>
          <a:latin typeface="+mn-lt"/>
          <a:ea typeface="+mn-ea"/>
          <a:cs typeface="+mn-cs"/>
        </a:defRPr>
      </a:lvl3pPr>
      <a:lvl4pPr marL="1305446" indent="-326362" algn="l" defTabSz="1036198" rtl="0" eaLnBrk="1" latinLnBrk="0" hangingPunct="1">
        <a:lnSpc>
          <a:spcPct val="90000"/>
        </a:lnSpc>
        <a:spcBef>
          <a:spcPts val="0"/>
        </a:spcBef>
        <a:spcAft>
          <a:spcPts val="680"/>
        </a:spcAft>
        <a:buFont typeface="Arial" panose="020B0604020202020204" pitchFamily="34" charset="0"/>
        <a:buChar char="•"/>
        <a:defRPr sz="1813" kern="1200">
          <a:solidFill>
            <a:schemeClr val="tx1"/>
          </a:solidFill>
          <a:latin typeface="+mn-lt"/>
          <a:ea typeface="+mn-ea"/>
          <a:cs typeface="+mn-cs"/>
        </a:defRPr>
      </a:lvl4pPr>
      <a:lvl5pPr marL="1631808" indent="-326362" algn="l" defTabSz="1036198" rtl="0" eaLnBrk="1" latinLnBrk="0" hangingPunct="1">
        <a:lnSpc>
          <a:spcPct val="90000"/>
        </a:lnSpc>
        <a:spcBef>
          <a:spcPts val="0"/>
        </a:spcBef>
        <a:spcAft>
          <a:spcPts val="680"/>
        </a:spcAft>
        <a:buFont typeface="Arial" panose="020B0604020202020204" pitchFamily="34" charset="0"/>
        <a:buChar char="•"/>
        <a:defRPr sz="1813" kern="1200">
          <a:solidFill>
            <a:schemeClr val="tx1"/>
          </a:solidFill>
          <a:latin typeface="+mn-lt"/>
          <a:ea typeface="+mn-ea"/>
          <a:cs typeface="+mn-cs"/>
        </a:defRPr>
      </a:lvl5pPr>
      <a:lvl6pPr marL="2849545"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644"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5743"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3842" indent="-259050" algn="l" defTabSz="1036198"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mn-MN"/>
      </a:defPPr>
      <a:lvl1pPr marL="0" algn="l" defTabSz="1036198" rtl="0" eaLnBrk="1" latinLnBrk="0" hangingPunct="1">
        <a:defRPr sz="2040" kern="1200">
          <a:solidFill>
            <a:schemeClr val="tx1"/>
          </a:solidFill>
          <a:latin typeface="+mn-lt"/>
          <a:ea typeface="+mn-ea"/>
          <a:cs typeface="+mn-cs"/>
        </a:defRPr>
      </a:lvl1pPr>
      <a:lvl2pPr marL="518099" algn="l" defTabSz="1036198" rtl="0" eaLnBrk="1" latinLnBrk="0" hangingPunct="1">
        <a:defRPr sz="2040" kern="1200">
          <a:solidFill>
            <a:schemeClr val="tx1"/>
          </a:solidFill>
          <a:latin typeface="+mn-lt"/>
          <a:ea typeface="+mn-ea"/>
          <a:cs typeface="+mn-cs"/>
        </a:defRPr>
      </a:lvl2pPr>
      <a:lvl3pPr marL="1036198" algn="l" defTabSz="1036198" rtl="0" eaLnBrk="1" latinLnBrk="0" hangingPunct="1">
        <a:defRPr sz="2040" kern="1200">
          <a:solidFill>
            <a:schemeClr val="tx1"/>
          </a:solidFill>
          <a:latin typeface="+mn-lt"/>
          <a:ea typeface="+mn-ea"/>
          <a:cs typeface="+mn-cs"/>
        </a:defRPr>
      </a:lvl3pPr>
      <a:lvl4pPr marL="1554297" algn="l" defTabSz="1036198" rtl="0" eaLnBrk="1" latinLnBrk="0" hangingPunct="1">
        <a:defRPr sz="2040" kern="1200">
          <a:solidFill>
            <a:schemeClr val="tx1"/>
          </a:solidFill>
          <a:latin typeface="+mn-lt"/>
          <a:ea typeface="+mn-ea"/>
          <a:cs typeface="+mn-cs"/>
        </a:defRPr>
      </a:lvl4pPr>
      <a:lvl5pPr marL="2072396" algn="l" defTabSz="1036198" rtl="0" eaLnBrk="1" latinLnBrk="0" hangingPunct="1">
        <a:defRPr sz="2040" kern="1200">
          <a:solidFill>
            <a:schemeClr val="tx1"/>
          </a:solidFill>
          <a:latin typeface="+mn-lt"/>
          <a:ea typeface="+mn-ea"/>
          <a:cs typeface="+mn-cs"/>
        </a:defRPr>
      </a:lvl5pPr>
      <a:lvl6pPr marL="2590495" algn="l" defTabSz="1036198" rtl="0" eaLnBrk="1" latinLnBrk="0" hangingPunct="1">
        <a:defRPr sz="2040" kern="1200">
          <a:solidFill>
            <a:schemeClr val="tx1"/>
          </a:solidFill>
          <a:latin typeface="+mn-lt"/>
          <a:ea typeface="+mn-ea"/>
          <a:cs typeface="+mn-cs"/>
        </a:defRPr>
      </a:lvl6pPr>
      <a:lvl7pPr marL="3108594" algn="l" defTabSz="1036198" rtl="0" eaLnBrk="1" latinLnBrk="0" hangingPunct="1">
        <a:defRPr sz="2040" kern="1200">
          <a:solidFill>
            <a:schemeClr val="tx1"/>
          </a:solidFill>
          <a:latin typeface="+mn-lt"/>
          <a:ea typeface="+mn-ea"/>
          <a:cs typeface="+mn-cs"/>
        </a:defRPr>
      </a:lvl7pPr>
      <a:lvl8pPr marL="3626693" algn="l" defTabSz="1036198" rtl="0" eaLnBrk="1" latinLnBrk="0" hangingPunct="1">
        <a:defRPr sz="2040" kern="1200">
          <a:solidFill>
            <a:schemeClr val="tx1"/>
          </a:solidFill>
          <a:latin typeface="+mn-lt"/>
          <a:ea typeface="+mn-ea"/>
          <a:cs typeface="+mn-cs"/>
        </a:defRPr>
      </a:lvl8pPr>
      <a:lvl9pPr marL="4144792" algn="l" defTabSz="1036198"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8">
          <p15:clr>
            <a:srgbClr val="F26B43"/>
          </p15:clr>
        </p15:guide>
        <p15:guide id="2" pos="81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47.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jpe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3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34.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47.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7.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1.xml"/><Relationship Id="rId1" Type="http://schemas.openxmlformats.org/officeDocument/2006/relationships/slideLayout" Target="../slideLayouts/slideLayout4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2.xml"/><Relationship Id="rId1" Type="http://schemas.openxmlformats.org/officeDocument/2006/relationships/slideLayout" Target="../slideLayouts/slideLayout9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8.png"/><Relationship Id="rId1" Type="http://schemas.openxmlformats.org/officeDocument/2006/relationships/slideLayout" Target="../slideLayouts/slideLayout9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0.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2DD64A56-DEA8-3237-486D-DC682FC52733}"/>
              </a:ext>
            </a:extLst>
          </p:cNvPr>
          <p:cNvSpPr>
            <a:spLocks noGrp="1"/>
          </p:cNvSpPr>
          <p:nvPr/>
        </p:nvSpPr>
        <p:spPr>
          <a:xfrm>
            <a:off x="6274998" y="6773554"/>
            <a:ext cx="912430" cy="330860"/>
          </a:xfrm>
          <a:prstGeom prst="rect">
            <a:avLst/>
          </a:prstGeom>
          <a:noFill/>
        </p:spPr>
        <p:txBody>
          <a:bodyPr wrap="none" lIns="91440" tIns="45720" rIns="91440" bIns="45720" anchor="t">
            <a:normAutofit/>
          </a:bodyPr>
          <a:lstStyle/>
          <a:p>
            <a:pPr algn="ctr">
              <a:buNone/>
            </a:pPr>
            <a:r>
              <a:rPr sz="1550">
                <a:solidFill>
                  <a:schemeClr val="bg1"/>
                </a:solidFill>
                <a:latin typeface="Roboto"/>
                <a:ea typeface="Roboto"/>
                <a:cs typeface="Roboto"/>
              </a:rPr>
              <a:t>2026</a:t>
            </a:r>
          </a:p>
        </p:txBody>
      </p:sp>
      <p:sp>
        <p:nvSpPr>
          <p:cNvPr id="25" name="Straight Connector 24">
            <a:extLst>
              <a:ext uri="{FF2B5EF4-FFF2-40B4-BE49-F238E27FC236}">
                <a16:creationId xmlns:a16="http://schemas.microsoft.com/office/drawing/2014/main" id="{8CF4F4B3-284A-4FE7-896D-06EE68E5CE6B}"/>
              </a:ext>
            </a:extLst>
          </p:cNvPr>
          <p:cNvSpPr>
            <a:spLocks noGrp="1"/>
          </p:cNvSpPr>
          <p:nvPr/>
        </p:nvSpPr>
        <p:spPr>
          <a:xfrm>
            <a:off x="1295400" y="3924300"/>
            <a:ext cx="11010900" cy="0"/>
          </a:xfrm>
          <a:prstGeom prst="line">
            <a:avLst/>
          </a:prstGeom>
          <a:ln w="19050">
            <a:solidFill>
              <a:schemeClr val="bg1"/>
            </a:solidFill>
          </a:ln>
        </p:spPr>
        <p:style>
          <a:lnRef idx="2">
            <a:schemeClr val="dk1"/>
          </a:lnRef>
          <a:fillRef idx="0">
            <a:schemeClr val="dk1"/>
          </a:fillRef>
          <a:effectRef idx="1">
            <a:schemeClr val="dk1"/>
          </a:effectRef>
          <a:fontRef idx="minor">
            <a:schemeClr val="tx1"/>
          </a:fontRef>
        </p:style>
        <p:txBody>
          <a:bodyPr/>
          <a:lstStyle/>
          <a:p>
            <a:endParaRPr lang="en-GB"/>
          </a:p>
        </p:txBody>
      </p:sp>
      <p:sp>
        <p:nvSpPr>
          <p:cNvPr id="7" name="Google Shape;58;p14">
            <a:extLst>
              <a:ext uri="{FF2B5EF4-FFF2-40B4-BE49-F238E27FC236}">
                <a16:creationId xmlns:a16="http://schemas.microsoft.com/office/drawing/2014/main" id="{4D1D6084-1936-5327-C879-956409DC3E86}"/>
              </a:ext>
            </a:extLst>
          </p:cNvPr>
          <p:cNvSpPr>
            <a:spLocks noGrp="1"/>
          </p:cNvSpPr>
          <p:nvPr/>
        </p:nvSpPr>
        <p:spPr>
          <a:xfrm>
            <a:off x="1885600" y="2487766"/>
            <a:ext cx="10044810" cy="1585800"/>
          </a:xfrm>
          <a:prstGeom prst="rect">
            <a:avLst/>
          </a:prstGeom>
        </p:spPr>
        <p:txBody>
          <a:bodyPr spcFirstLastPara="1" wrap="square" lIns="121900" tIns="121900" rIns="121900" bIns="121900" anchor="ctr">
            <a:normAutofit/>
          </a:bodyPr>
          <a:lstStyle>
            <a:defPPr algn="ctr">
              <a:defRPr sz="2800" b="1" spc="0">
                <a:solidFill>
                  <a:srgbClr val="C0A051"/>
                </a:solidFill>
                <a:latin typeface="Montserrat ExtraBold"/>
                <a:ea typeface="Montserrat ExtraBold"/>
                <a:cs typeface="Montserrat ExtraBold"/>
              </a:defRPr>
            </a:defPPr>
            <a:lvl1pPr algn="ctr" defTabSz="914400">
              <a:spcBef>
                <a:spcPct val="0"/>
              </a:spcBef>
              <a:buNone/>
              <a:defRPr sz="4400" kern="1200" spc="0">
                <a:solidFill>
                  <a:schemeClr val="tx1"/>
                </a:solidFill>
                <a:latin typeface="+mj-lt"/>
                <a:ea typeface="+mj-lt"/>
                <a:cs typeface="+mj-lt"/>
              </a:defRPr>
            </a:lvl1pPr>
          </a:lstStyle>
          <a:p>
            <a:pPr algn="ctr">
              <a:lnSpc>
                <a:spcPct val="150000"/>
              </a:lnSpc>
              <a:spcBef>
                <a:spcPts val="0"/>
              </a:spcBef>
              <a:buNone/>
              <a:defRPr sz="2800" b="1" spc="0">
                <a:solidFill>
                  <a:srgbClr val="C0A051"/>
                </a:solidFill>
                <a:latin typeface="Montserrat ExtraBold"/>
                <a:ea typeface="Montserrat ExtraBold"/>
                <a:cs typeface="Montserrat ExtraBold"/>
              </a:defRPr>
            </a:pPr>
            <a:r>
              <a:rPr sz="2800" b="1" spc="0" dirty="0">
                <a:solidFill>
                  <a:srgbClr val="C0A051"/>
                </a:solidFill>
                <a:latin typeface="Montserrat ExtraBold"/>
                <a:ea typeface="Montserrat ExtraBold"/>
                <a:cs typeface="Montserrat ExtraBold"/>
              </a:rPr>
              <a:t>CRITICAL MINERALS PROGRAM</a:t>
            </a:r>
            <a:r>
              <a:rPr lang="en-US" sz="2800" b="1" spc="0" dirty="0">
                <a:solidFill>
                  <a:srgbClr val="C0A051"/>
                </a:solidFill>
                <a:latin typeface="Montserrat ExtraBold"/>
                <a:ea typeface="Montserrat ExtraBold"/>
                <a:cs typeface="Montserrat ExtraBold"/>
              </a:rPr>
              <a:t> OF</a:t>
            </a:r>
            <a:endParaRPr sz="2800" b="1" spc="0" dirty="0">
              <a:solidFill>
                <a:srgbClr val="C0A051"/>
              </a:solidFill>
              <a:latin typeface="Montserrat ExtraBold"/>
              <a:ea typeface="Montserrat ExtraBold"/>
              <a:cs typeface="Montserrat ExtraBold"/>
            </a:endParaRPr>
          </a:p>
          <a:p>
            <a:pPr algn="ctr">
              <a:lnSpc>
                <a:spcPct val="150000"/>
              </a:lnSpc>
              <a:spcBef>
                <a:spcPts val="0"/>
              </a:spcBef>
              <a:buNone/>
              <a:defRPr sz="2800" b="1" spc="0">
                <a:solidFill>
                  <a:srgbClr val="C0A051"/>
                </a:solidFill>
                <a:latin typeface="Montserrat ExtraBold"/>
                <a:ea typeface="Montserrat ExtraBold"/>
                <a:cs typeface="Montserrat ExtraBold"/>
              </a:defRPr>
            </a:pPr>
            <a:r>
              <a:rPr lang="en-US" sz="2800" b="1" dirty="0">
                <a:solidFill>
                  <a:srgbClr val="C0A051"/>
                </a:solidFill>
                <a:latin typeface="Montserrat ExtraBold"/>
                <a:ea typeface="Montserrat ExtraBold"/>
                <a:cs typeface="Montserrat ExtraBold"/>
              </a:rPr>
              <a:t>"</a:t>
            </a:r>
            <a:r>
              <a:rPr sz="2800" b="1" spc="0" dirty="0">
                <a:solidFill>
                  <a:srgbClr val="C0A051"/>
                </a:solidFill>
                <a:latin typeface="Montserrat ExtraBold"/>
                <a:ea typeface="Montserrat ExtraBold"/>
                <a:cs typeface="Montserrat ExtraBold"/>
              </a:rPr>
              <a:t>MONGOLROSTSVETMET</a:t>
            </a:r>
            <a:r>
              <a:rPr lang="en-US" sz="2800" b="1" spc="0" dirty="0">
                <a:solidFill>
                  <a:srgbClr val="C0A051"/>
                </a:solidFill>
                <a:latin typeface="Montserrat ExtraBold"/>
                <a:ea typeface="Montserrat ExtraBold"/>
                <a:cs typeface="Montserrat ExtraBold"/>
              </a:rPr>
              <a:t>"</a:t>
            </a:r>
            <a:r>
              <a:rPr sz="2800" b="1" spc="0" dirty="0">
                <a:solidFill>
                  <a:srgbClr val="C0A051"/>
                </a:solidFill>
                <a:latin typeface="Montserrat ExtraBold"/>
                <a:ea typeface="Montserrat ExtraBold"/>
                <a:cs typeface="Montserrat ExtraBold"/>
              </a:rPr>
              <a:t> SOE</a:t>
            </a:r>
          </a:p>
        </p:txBody>
      </p:sp>
      <p:pic>
        <p:nvPicPr>
          <p:cNvPr id="30" name="Picture 2"/>
          <p:cNvPicPr>
            <a:picLocks noChangeAspect="1"/>
          </p:cNvPicPr>
          <p:nvPr/>
        </p:nvPicPr>
        <p:blipFill>
          <a:blip r:embed="rId3"/>
          <a:stretch>
            <a:fillRect/>
          </a:stretch>
        </p:blipFill>
        <p:spPr>
          <a:xfrm>
            <a:off x="6140423" y="1231595"/>
            <a:ext cx="1159792" cy="1159792"/>
          </a:xfrm>
          <a:prstGeom prst="rect">
            <a:avLst/>
          </a:prstGeom>
        </p:spPr>
      </p:pic>
    </p:spTree>
    <p:extLst>
      <p:ext uri="{BB962C8B-B14F-4D97-AF65-F5344CB8AC3E}">
        <p14:creationId xmlns:p14="http://schemas.microsoft.com/office/powerpoint/2010/main" val="3711770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BD273C0-624D-274F-F3C7-E0E116EE3E81}"/>
              </a:ext>
            </a:extLst>
          </p:cNvPr>
          <p:cNvSpPr>
            <a:spLocks noGrp="1"/>
          </p:cNvSpPr>
          <p:nvPr/>
        </p:nvSpPr>
        <p:spPr>
          <a:xfrm>
            <a:off x="6274998" y="6773554"/>
            <a:ext cx="912430" cy="330860"/>
          </a:xfrm>
          <a:prstGeom prst="rect">
            <a:avLst/>
          </a:prstGeom>
          <a:noFill/>
        </p:spPr>
        <p:txBody>
          <a:bodyPr wrap="none" lIns="91440" tIns="45720" rIns="91440" bIns="45720" anchor="t">
            <a:noAutofit/>
          </a:bodyPr>
          <a:lstStyle/>
          <a:p>
            <a:pPr algn="ctr">
              <a:buNone/>
            </a:pPr>
            <a:r>
              <a:rPr sz="1700" b="1" dirty="0">
                <a:solidFill>
                  <a:srgbClr val="C0A051"/>
                </a:solidFill>
                <a:latin typeface="Montserrat ExtraBold"/>
              </a:rPr>
              <a:t>2026</a:t>
            </a:r>
          </a:p>
        </p:txBody>
      </p:sp>
      <p:sp>
        <p:nvSpPr>
          <p:cNvPr id="4" name="Title 1">
            <a:extLst>
              <a:ext uri="{FF2B5EF4-FFF2-40B4-BE49-F238E27FC236}">
                <a16:creationId xmlns:a16="http://schemas.microsoft.com/office/drawing/2014/main" id="{5690034F-E322-823D-E949-065A4D24E4B5}"/>
              </a:ext>
            </a:extLst>
          </p:cNvPr>
          <p:cNvSpPr>
            <a:spLocks noGrp="1"/>
          </p:cNvSpPr>
          <p:nvPr/>
        </p:nvSpPr>
        <p:spPr>
          <a:xfrm>
            <a:off x="749931" y="2543445"/>
            <a:ext cx="12874994" cy="4904027"/>
          </a:xfrm>
          <a:prstGeom prst="rect">
            <a:avLst/>
          </a:prstGeom>
        </p:spPr>
        <p:txBody>
          <a:bodyPr lIns="103608" tIns="51804" rIns="103608" bIns="51804" anchor="t">
            <a:normAutofit/>
          </a:bodyPr>
          <a:lstStyle>
            <a:defPPr algn="l">
              <a:defRPr sz="2000" b="1" spc="0">
                <a:solidFill>
                  <a:srgbClr val="FFC000"/>
                </a:solidFill>
                <a:latin typeface="Montserrat SemiBold"/>
                <a:ea typeface="Montserrat SemiBold"/>
                <a:cs typeface="Montserrat SemiBold"/>
              </a:defRPr>
            </a:defPPr>
            <a:lvl1pPr algn="l" defTabSz="914400">
              <a:lnSpc>
                <a:spcPct val="90000"/>
              </a:lnSpc>
              <a:spcBef>
                <a:spcPct val="0"/>
              </a:spcBef>
              <a:buNone/>
              <a:defRPr sz="4400" kern="1200" spc="0">
                <a:solidFill>
                  <a:schemeClr val="bg1"/>
                </a:solidFill>
                <a:latin typeface="Arial"/>
                <a:ea typeface="Arial"/>
                <a:cs typeface="Arial"/>
              </a:defRPr>
            </a:lvl1pPr>
          </a:lstStyle>
          <a:p>
            <a:pPr algn="l">
              <a:defRPr sz="2000" b="1" spc="0">
                <a:solidFill>
                  <a:srgbClr val="FFC000"/>
                </a:solidFill>
                <a:latin typeface="Montserrat SemiBold"/>
                <a:ea typeface="Montserrat SemiBold"/>
                <a:cs typeface="Montserrat SemiBold"/>
              </a:defRPr>
            </a:pPr>
            <a:r>
              <a:rPr sz="2000" b="1" spc="0">
                <a:solidFill>
                  <a:srgbClr val="FFC000"/>
                </a:solidFill>
                <a:latin typeface="Montserrat SemiBold"/>
                <a:ea typeface="Montserrat SemiBold"/>
                <a:cs typeface="Montserrat SemiBold"/>
              </a:rPr>
              <a:t>I. List of critical minerals</a:t>
            </a:r>
          </a:p>
          <a:p>
            <a:endParaRPr sz="2000" spc="0">
              <a:solidFill>
                <a:srgbClr val="FFFFFF"/>
              </a:solidFill>
              <a:latin typeface="Arial"/>
              <a:ea typeface="Arial"/>
              <a:cs typeface="Arial"/>
            </a:endParaRPr>
          </a:p>
          <a:p>
            <a:pPr algn="l">
              <a:defRPr sz="2000" b="1" spc="0">
                <a:solidFill>
                  <a:srgbClr val="FFC000"/>
                </a:solidFill>
                <a:latin typeface="Montserrat SemiBold"/>
                <a:ea typeface="Montserrat SemiBold"/>
                <a:cs typeface="Montserrat SemiBold"/>
              </a:defRPr>
            </a:pPr>
            <a:r>
              <a:rPr sz="2000" b="1" spc="0">
                <a:solidFill>
                  <a:srgbClr val="FFC000"/>
                </a:solidFill>
                <a:latin typeface="Montserrat SemiBold"/>
                <a:ea typeface="Montserrat SemiBold"/>
                <a:cs typeface="Montserrat SemiBold"/>
              </a:rPr>
              <a:t>II. Overview of cooperation</a:t>
            </a:r>
          </a:p>
          <a:p>
            <a:endParaRPr sz="2000" b="1" spc="0">
              <a:solidFill>
                <a:srgbClr val="FFC000"/>
              </a:solidFill>
              <a:latin typeface="Montserrat"/>
              <a:ea typeface="Montserrat"/>
              <a:cs typeface="Montserrat"/>
            </a:endParaRPr>
          </a:p>
          <a:p>
            <a:pPr algn="l">
              <a:defRPr sz="2000" b="1" spc="0">
                <a:solidFill>
                  <a:srgbClr val="FFC000"/>
                </a:solidFill>
                <a:latin typeface="Montserrat SemiBold"/>
                <a:ea typeface="Montserrat SemiBold"/>
                <a:cs typeface="Montserrat SemiBold"/>
              </a:defRPr>
            </a:pPr>
            <a:r>
              <a:rPr sz="2000" b="1" spc="0">
                <a:solidFill>
                  <a:srgbClr val="FFC000"/>
                </a:solidFill>
                <a:latin typeface="Montserrat SemiBold"/>
                <a:ea typeface="Montserrat SemiBold"/>
                <a:cs typeface="Montserrat SemiBold"/>
              </a:rPr>
              <a:t>III. Critical Minerals Program</a:t>
            </a:r>
            <a:endParaRPr sz="2000" b="1" spc="0">
              <a:solidFill>
                <a:srgbClr val="FF0000"/>
              </a:solidFill>
              <a:latin typeface="Montserrat"/>
              <a:ea typeface="Montserrat"/>
              <a:cs typeface="Montserrat"/>
            </a:endParaRPr>
          </a:p>
          <a:p>
            <a:endParaRPr sz="2000" spc="0">
              <a:solidFill>
                <a:srgbClr val="FFFFFF"/>
              </a:solidFill>
              <a:latin typeface="Arial"/>
              <a:ea typeface="Arial"/>
              <a:cs typeface="Arial"/>
            </a:endParaRPr>
          </a:p>
          <a:p>
            <a:pPr algn="l">
              <a:defRPr sz="2000" b="1" spc="0">
                <a:solidFill>
                  <a:srgbClr val="FFC000"/>
                </a:solidFill>
                <a:latin typeface="Montserrat SemiBold"/>
                <a:ea typeface="Montserrat SemiBold"/>
                <a:cs typeface="Montserrat SemiBold"/>
              </a:defRPr>
            </a:pPr>
            <a:r>
              <a:rPr sz="2000" b="1" spc="0">
                <a:solidFill>
                  <a:srgbClr val="FFC000"/>
                </a:solidFill>
                <a:latin typeface="Montserrat SemiBold"/>
                <a:ea typeface="Montserrat SemiBold"/>
                <a:cs typeface="Montserrat SemiBold"/>
              </a:rPr>
              <a:t>IV. Strategy for developing critical mineral resources</a:t>
            </a:r>
            <a:endParaRPr sz="2000" b="1" spc="0">
              <a:solidFill>
                <a:srgbClr val="FFC000"/>
              </a:solidFill>
              <a:latin typeface="Montserrat"/>
              <a:ea typeface="Montserrat"/>
              <a:cs typeface="Montserrat"/>
            </a:endParaRPr>
          </a:p>
        </p:txBody>
      </p:sp>
      <p:sp>
        <p:nvSpPr>
          <p:cNvPr id="6" name="TextBox 5">
            <a:extLst>
              <a:ext uri="{FF2B5EF4-FFF2-40B4-BE49-F238E27FC236}">
                <a16:creationId xmlns:a16="http://schemas.microsoft.com/office/drawing/2014/main" id="{816C9545-B4B6-DD29-3AAC-D223A14C73D3}"/>
              </a:ext>
            </a:extLst>
          </p:cNvPr>
          <p:cNvSpPr>
            <a:spLocks noGrp="1"/>
          </p:cNvSpPr>
          <p:nvPr/>
        </p:nvSpPr>
        <p:spPr>
          <a:xfrm>
            <a:off x="749931" y="1239328"/>
            <a:ext cx="2142590" cy="400110"/>
          </a:xfrm>
          <a:prstGeom prst="rect">
            <a:avLst/>
          </a:prstGeom>
          <a:noFill/>
        </p:spPr>
        <p:txBody>
          <a:bodyPr wrap="square" lIns="91440" tIns="45720" rIns="91440" bIns="45720" anchor="t">
            <a:noAutofit/>
          </a:bodyPr>
          <a:lstStyle/>
          <a:p>
            <a:r>
              <a:rPr sz="2000" b="1" dirty="0">
                <a:solidFill>
                  <a:srgbClr val="C0A051"/>
                </a:solidFill>
                <a:latin typeface="Montserrat ExtraBold"/>
              </a:rPr>
              <a:t>CONTENTS</a:t>
            </a:r>
          </a:p>
        </p:txBody>
      </p:sp>
      <p:sp>
        <p:nvSpPr>
          <p:cNvPr id="8" name="Straight Connector 7">
            <a:extLst>
              <a:ext uri="{FF2B5EF4-FFF2-40B4-BE49-F238E27FC236}">
                <a16:creationId xmlns:a16="http://schemas.microsoft.com/office/drawing/2014/main" id="{BCEF3A10-AEE6-4216-B10A-8AB5444863E6}"/>
              </a:ext>
            </a:extLst>
          </p:cNvPr>
          <p:cNvSpPr>
            <a:spLocks noGrp="1"/>
          </p:cNvSpPr>
          <p:nvPr/>
        </p:nvSpPr>
        <p:spPr>
          <a:xfrm>
            <a:off x="749931" y="1766567"/>
            <a:ext cx="6881141" cy="2960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en-GB"/>
          </a:p>
        </p:txBody>
      </p:sp>
      <p:pic>
        <p:nvPicPr>
          <p:cNvPr id="21" name="Picture 9"/>
          <p:cNvPicPr>
            <a:picLocks noChangeAspect="1"/>
          </p:cNvPicPr>
          <p:nvPr/>
        </p:nvPicPr>
        <p:blipFill>
          <a:blip r:embed="rId3"/>
          <a:stretch>
            <a:fillRect/>
          </a:stretch>
        </p:blipFill>
        <p:spPr>
          <a:xfrm>
            <a:off x="12215974" y="382004"/>
            <a:ext cx="971334" cy="971334"/>
          </a:xfrm>
          <a:prstGeom prst="rect">
            <a:avLst/>
          </a:prstGeom>
        </p:spPr>
      </p:pic>
    </p:spTree>
    <p:extLst>
      <p:ext uri="{BB962C8B-B14F-4D97-AF65-F5344CB8AC3E}">
        <p14:creationId xmlns:p14="http://schemas.microsoft.com/office/powerpoint/2010/main" val="4263917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3054D-A6AA-FD62-2F81-4952CC95BDA4}"/>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6E4952A2-0F91-2F1D-F00C-D836928B8991}"/>
              </a:ext>
            </a:extLst>
          </p:cNvPr>
          <p:cNvSpPr>
            <a:spLocks noGrp="1"/>
          </p:cNvSpPr>
          <p:nvPr/>
        </p:nvSpPr>
        <p:spPr>
          <a:xfrm>
            <a:off x="6274998" y="6773554"/>
            <a:ext cx="912430" cy="330860"/>
          </a:xfrm>
          <a:prstGeom prst="rect">
            <a:avLst/>
          </a:prstGeom>
          <a:noFill/>
        </p:spPr>
        <p:txBody>
          <a:bodyPr wrap="none" lIns="91440" tIns="45720" rIns="91440" bIns="45720" anchor="t">
            <a:normAutofit/>
          </a:bodyPr>
          <a:lstStyle/>
          <a:p>
            <a:pPr algn="ctr">
              <a:buNone/>
            </a:pPr>
            <a:endParaRPr sz="1550" dirty="0">
              <a:solidFill>
                <a:schemeClr val="bg1"/>
              </a:solidFill>
              <a:latin typeface="Roboto"/>
              <a:ea typeface="Roboto"/>
              <a:cs typeface="Roboto"/>
            </a:endParaRPr>
          </a:p>
        </p:txBody>
      </p:sp>
      <p:sp>
        <p:nvSpPr>
          <p:cNvPr id="4" name="Title 1">
            <a:extLst>
              <a:ext uri="{FF2B5EF4-FFF2-40B4-BE49-F238E27FC236}">
                <a16:creationId xmlns:a16="http://schemas.microsoft.com/office/drawing/2014/main" id="{E51649E2-8813-2E3F-4E04-052F1AC75BEB}"/>
              </a:ext>
            </a:extLst>
          </p:cNvPr>
          <p:cNvSpPr>
            <a:spLocks noGrp="1"/>
          </p:cNvSpPr>
          <p:nvPr/>
        </p:nvSpPr>
        <p:spPr>
          <a:xfrm>
            <a:off x="749931" y="1581381"/>
            <a:ext cx="12019396" cy="5866092"/>
          </a:xfrm>
          <a:prstGeom prst="rect">
            <a:avLst/>
          </a:prstGeom>
        </p:spPr>
        <p:txBody>
          <a:bodyPr lIns="103608" tIns="51804" rIns="103608" bIns="51804" anchor="t">
            <a:normAutofit/>
          </a:bodyPr>
          <a:lstStyle>
            <a:lvl1pPr algn="l" defTabSz="914400">
              <a:lnSpc>
                <a:spcPct val="90000"/>
              </a:lnSpc>
              <a:spcBef>
                <a:spcPct val="0"/>
              </a:spcBef>
              <a:buNone/>
              <a:defRPr sz="4400" kern="1200">
                <a:solidFill>
                  <a:schemeClr val="bg1"/>
                </a:solidFill>
                <a:latin typeface="Arial"/>
                <a:ea typeface="Arial"/>
                <a:cs typeface="Arial"/>
              </a:defRPr>
            </a:lvl1pPr>
          </a:lstStyle>
          <a:p>
            <a:endParaRPr sz="1800" dirty="0">
              <a:latin typeface="+mn-lt"/>
              <a:ea typeface="+mn-ea"/>
              <a:cs typeface="+mn-cs"/>
            </a:endParaRPr>
          </a:p>
        </p:txBody>
      </p:sp>
      <p:sp>
        <p:nvSpPr>
          <p:cNvPr id="6" name="TextBox 5">
            <a:extLst>
              <a:ext uri="{FF2B5EF4-FFF2-40B4-BE49-F238E27FC236}">
                <a16:creationId xmlns:a16="http://schemas.microsoft.com/office/drawing/2014/main" id="{E0AC75F4-BBA2-1AF4-A3C6-A7B5C98B9335}"/>
              </a:ext>
            </a:extLst>
          </p:cNvPr>
          <p:cNvSpPr>
            <a:spLocks noGrp="1"/>
          </p:cNvSpPr>
          <p:nvPr/>
        </p:nvSpPr>
        <p:spPr>
          <a:xfrm>
            <a:off x="628705" y="829641"/>
            <a:ext cx="8665902" cy="400110"/>
          </a:xfrm>
          <a:prstGeom prst="rect">
            <a:avLst/>
          </a:prstGeom>
          <a:noFill/>
        </p:spPr>
        <p:txBody>
          <a:bodyPr wrap="square" lIns="91440" tIns="45720" rIns="91440" bIns="45720" anchor="t">
            <a:noAutofit/>
          </a:bodyPr>
          <a:lstStyle>
            <a:defPPr algn="l">
              <a:defRPr sz="2200" b="0" spc="0">
                <a:solidFill>
                  <a:srgbClr val="DDB048"/>
                </a:solidFill>
                <a:latin typeface="Montserrat Medium"/>
                <a:ea typeface="Montserrat Medium"/>
                <a:cs typeface="Montserrat Medium"/>
              </a:defRPr>
            </a:defPPr>
          </a:lstStyle>
          <a:p>
            <a:pPr algn="l">
              <a:defRPr sz="2200" b="0" spc="0">
                <a:solidFill>
                  <a:srgbClr val="DDB048"/>
                </a:solidFill>
                <a:latin typeface="Montserrat Medium"/>
                <a:ea typeface="Montserrat Medium"/>
                <a:cs typeface="Montserrat Medium"/>
              </a:defRPr>
            </a:pPr>
            <a:r>
              <a:rPr sz="2200" b="0" spc="0">
                <a:solidFill>
                  <a:srgbClr val="DDB048"/>
                </a:solidFill>
                <a:latin typeface="Montserrat Medium"/>
                <a:ea typeface="Montserrat Medium"/>
                <a:cs typeface="Montserrat Medium"/>
              </a:rPr>
              <a:t>CRITICAL MINERALS PROGRAM: OVERVIEW</a:t>
            </a:r>
          </a:p>
        </p:txBody>
      </p:sp>
      <p:sp>
        <p:nvSpPr>
          <p:cNvPr id="8" name="Straight Connector 7">
            <a:extLst>
              <a:ext uri="{FF2B5EF4-FFF2-40B4-BE49-F238E27FC236}">
                <a16:creationId xmlns:a16="http://schemas.microsoft.com/office/drawing/2014/main" id="{B0916229-2646-5B15-962B-4E0E5A71535E}"/>
              </a:ext>
            </a:extLst>
          </p:cNvPr>
          <p:cNvSpPr>
            <a:spLocks noGrp="1"/>
          </p:cNvSpPr>
          <p:nvPr/>
        </p:nvSpPr>
        <p:spPr>
          <a:xfrm>
            <a:off x="749930" y="1353338"/>
            <a:ext cx="8103613" cy="0"/>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en-US" dirty="0"/>
          </a:p>
        </p:txBody>
      </p:sp>
      <p:pic>
        <p:nvPicPr>
          <p:cNvPr id="21" name="Picture 9">
            <a:extLst>
              <a:ext uri="{FF2B5EF4-FFF2-40B4-BE49-F238E27FC236}">
                <a16:creationId xmlns:a16="http://schemas.microsoft.com/office/drawing/2014/main" id="{39DAAF06-7F76-9F7E-9743-2D74306218F7}"/>
              </a:ext>
            </a:extLst>
          </p:cNvPr>
          <p:cNvPicPr>
            <a:picLocks noChangeAspect="1"/>
          </p:cNvPicPr>
          <p:nvPr/>
        </p:nvPicPr>
        <p:blipFill>
          <a:blip r:embed="rId3"/>
          <a:stretch>
            <a:fillRect/>
          </a:stretch>
        </p:blipFill>
        <p:spPr>
          <a:xfrm>
            <a:off x="12215974" y="382004"/>
            <a:ext cx="971334" cy="971334"/>
          </a:xfrm>
          <a:prstGeom prst="rect">
            <a:avLst/>
          </a:prstGeom>
        </p:spPr>
      </p:pic>
      <p:sp>
        <p:nvSpPr>
          <p:cNvPr id="3" name="TextBox 2">
            <a:extLst>
              <a:ext uri="{FF2B5EF4-FFF2-40B4-BE49-F238E27FC236}">
                <a16:creationId xmlns:a16="http://schemas.microsoft.com/office/drawing/2014/main" id="{85532374-E068-28BA-A636-AC476355A7F1}"/>
              </a:ext>
            </a:extLst>
          </p:cNvPr>
          <p:cNvSpPr txBox="1"/>
          <p:nvPr/>
        </p:nvSpPr>
        <p:spPr>
          <a:xfrm>
            <a:off x="379459" y="1721105"/>
            <a:ext cx="11023648" cy="6124754"/>
          </a:xfrm>
          <a:prstGeom prst="rect">
            <a:avLst/>
          </a:prstGeom>
          <a:noFill/>
        </p:spPr>
        <p:txBody>
          <a:bodyPr wrap="square">
            <a:spAutoFit/>
          </a:bodyPr>
          <a:lstStyle>
            <a:defPPr algn="l">
              <a:defRPr sz="1800" b="0" spc="0">
                <a:solidFill>
                  <a:srgbClr val="FFFFFF"/>
                </a:solidFill>
                <a:latin typeface="Montserrat Medium"/>
                <a:ea typeface="Montserrat Medium"/>
                <a:cs typeface="Montserrat Medium"/>
              </a:defRPr>
            </a:defPPr>
          </a:lstStyle>
          <a:p>
            <a:pPr marL="285750" indent="-285750" algn="l">
              <a:buFont typeface="Wingdings" panose="05000000000000000000" pitchFamily="2" charset="2"/>
              <a:buChar char="v"/>
              <a:defRPr sz="1800" b="0" spc="0">
                <a:solidFill>
                  <a:srgbClr val="FFFFFF"/>
                </a:solidFill>
                <a:latin typeface="Montserrat Medium"/>
                <a:ea typeface="Montserrat Medium"/>
                <a:cs typeface="Montserrat Medium"/>
              </a:defRPr>
            </a:pPr>
            <a:r>
              <a:rPr lang="en-US" dirty="0">
                <a:solidFill>
                  <a:srgbClr val="FFFFFF"/>
                </a:solidFill>
                <a:latin typeface="Montserrat Medium"/>
                <a:ea typeface="Montserrat Medium"/>
                <a:cs typeface="Montserrat Medium"/>
              </a:rPr>
              <a:t>As a state-owned enterprise, our 2026-2030 Critical Minerals Strategy focuses on developing strategic mineral resources, driving value-added processing, and integrating our production directly into global advanced technology supply chain.</a:t>
            </a:r>
            <a:endParaRPr sz="1800" b="0" spc="0" dirty="0">
              <a:solidFill>
                <a:srgbClr val="FFFFFF"/>
              </a:solidFill>
              <a:latin typeface="Montserrat Medium"/>
              <a:ea typeface="Montserrat Medium"/>
              <a:cs typeface="Montserrat Medium"/>
            </a:endParaRPr>
          </a:p>
          <a:p>
            <a:pPr algn="just">
              <a:buNone/>
            </a:pPr>
            <a:endParaRPr sz="1600" spc="0" dirty="0">
              <a:solidFill>
                <a:schemeClr val="bg1"/>
              </a:solidFill>
            </a:endParaRPr>
          </a:p>
          <a:p>
            <a:pPr marL="285750" indent="-285750" algn="l">
              <a:buFont typeface="Wingdings" panose="05000000000000000000" pitchFamily="2" charset="2"/>
              <a:buChar char="v"/>
              <a:defRPr sz="1800" b="0" spc="0">
                <a:solidFill>
                  <a:srgbClr val="FFFFFF"/>
                </a:solidFill>
                <a:latin typeface="Montserrat Medium"/>
                <a:ea typeface="Montserrat Medium"/>
                <a:cs typeface="Montserrat Medium"/>
              </a:defRPr>
            </a:pPr>
            <a:r>
              <a:rPr sz="1800" b="0" spc="0" dirty="0">
                <a:solidFill>
                  <a:srgbClr val="FFFFFF"/>
                </a:solidFill>
                <a:latin typeface="Montserrat Medium"/>
                <a:ea typeface="Montserrat Medium"/>
                <a:cs typeface="Montserrat Medium"/>
              </a:rPr>
              <a:t>The program includes geological surveys and exploration, resource assessment, investment and project management, and processing technology. In 2026, </a:t>
            </a:r>
            <a:r>
              <a:rPr lang="en-US" dirty="0">
                <a:solidFill>
                  <a:srgbClr val="FFFFFF"/>
                </a:solidFill>
                <a:latin typeface="Montserrat Medium"/>
                <a:ea typeface="Montserrat Medium"/>
                <a:cs typeface="Montserrat Medium"/>
              </a:rPr>
              <a:t>site inspections</a:t>
            </a:r>
            <a:r>
              <a:rPr sz="1800" b="0" spc="0" dirty="0">
                <a:solidFill>
                  <a:srgbClr val="FFFFFF"/>
                </a:solidFill>
                <a:latin typeface="Montserrat Medium"/>
                <a:ea typeface="Montserrat Medium"/>
                <a:cs typeface="Montserrat Medium"/>
              </a:rPr>
              <a:t> identified 14 prospective areas. The company received four </a:t>
            </a:r>
            <a:r>
              <a:rPr sz="1800" b="0" spc="0" dirty="0" err="1">
                <a:solidFill>
                  <a:srgbClr val="FFFFFF"/>
                </a:solidFill>
                <a:latin typeface="Montserrat Medium"/>
                <a:ea typeface="Montserrat Medium"/>
                <a:cs typeface="Montserrat Medium"/>
              </a:rPr>
              <a:t>licences</a:t>
            </a:r>
            <a:r>
              <a:rPr sz="1800" b="0" spc="0" dirty="0">
                <a:solidFill>
                  <a:srgbClr val="FFFFFF"/>
                </a:solidFill>
                <a:latin typeface="Montserrat Medium"/>
                <a:ea typeface="Montserrat Medium"/>
                <a:cs typeface="Montserrat Medium"/>
              </a:rPr>
              <a:t> under Government Resolution No. 196 of 2025: </a:t>
            </a:r>
            <a:r>
              <a:rPr sz="1800" b="0" spc="0" dirty="0" err="1">
                <a:solidFill>
                  <a:srgbClr val="FFFFFF"/>
                </a:solidFill>
                <a:latin typeface="Montserrat Medium"/>
                <a:ea typeface="Montserrat Medium"/>
                <a:cs typeface="Montserrat Medium"/>
              </a:rPr>
              <a:t>Zalaa</a:t>
            </a:r>
            <a:r>
              <a:rPr sz="1800" b="0" spc="0" dirty="0">
                <a:solidFill>
                  <a:srgbClr val="FFFFFF"/>
                </a:solidFill>
                <a:latin typeface="Montserrat Medium"/>
                <a:ea typeface="Montserrat Medium"/>
                <a:cs typeface="Montserrat Medium"/>
              </a:rPr>
              <a:t> </a:t>
            </a:r>
            <a:r>
              <a:rPr sz="1800" b="0" spc="0" dirty="0" err="1">
                <a:solidFill>
                  <a:srgbClr val="FFFFFF"/>
                </a:solidFill>
                <a:latin typeface="Montserrat Medium"/>
                <a:ea typeface="Montserrat Medium"/>
                <a:cs typeface="Montserrat Medium"/>
              </a:rPr>
              <a:t>Uul</a:t>
            </a:r>
            <a:r>
              <a:rPr sz="1800" b="0" spc="0" dirty="0">
                <a:solidFill>
                  <a:srgbClr val="FFFFFF"/>
                </a:solidFill>
                <a:latin typeface="Montserrat Medium"/>
                <a:ea typeface="Montserrat Medium"/>
                <a:cs typeface="Montserrat Medium"/>
              </a:rPr>
              <a:t> North, </a:t>
            </a:r>
            <a:r>
              <a:rPr sz="1800" b="0" spc="0" dirty="0" err="1">
                <a:solidFill>
                  <a:srgbClr val="FFFFFF"/>
                </a:solidFill>
                <a:latin typeface="Montserrat Medium"/>
                <a:ea typeface="Montserrat Medium"/>
                <a:cs typeface="Montserrat Medium"/>
              </a:rPr>
              <a:t>Zalaa</a:t>
            </a:r>
            <a:r>
              <a:rPr sz="1800" b="0" spc="0" dirty="0">
                <a:solidFill>
                  <a:srgbClr val="FFFFFF"/>
                </a:solidFill>
                <a:latin typeface="Montserrat Medium"/>
                <a:ea typeface="Montserrat Medium"/>
                <a:cs typeface="Montserrat Medium"/>
              </a:rPr>
              <a:t> </a:t>
            </a:r>
            <a:r>
              <a:rPr sz="1800" b="0" spc="0" dirty="0" err="1">
                <a:solidFill>
                  <a:srgbClr val="FFFFFF"/>
                </a:solidFill>
                <a:latin typeface="Montserrat Medium"/>
                <a:ea typeface="Montserrat Medium"/>
                <a:cs typeface="Montserrat Medium"/>
              </a:rPr>
              <a:t>Uul</a:t>
            </a:r>
            <a:r>
              <a:rPr sz="1800" b="0" spc="0" dirty="0">
                <a:solidFill>
                  <a:srgbClr val="FFFFFF"/>
                </a:solidFill>
                <a:latin typeface="Montserrat Medium"/>
                <a:ea typeface="Montserrat Medium"/>
                <a:cs typeface="Montserrat Medium"/>
              </a:rPr>
              <a:t> South, </a:t>
            </a:r>
            <a:r>
              <a:rPr sz="1800" b="0" spc="0" dirty="0" err="1">
                <a:solidFill>
                  <a:srgbClr val="FFFFFF"/>
                </a:solidFill>
                <a:latin typeface="Montserrat Medium"/>
                <a:ea typeface="Montserrat Medium"/>
                <a:cs typeface="Montserrat Medium"/>
              </a:rPr>
              <a:t>Bömbiin</a:t>
            </a:r>
            <a:r>
              <a:rPr sz="1800" b="0" spc="0" dirty="0">
                <a:solidFill>
                  <a:srgbClr val="FFFFFF"/>
                </a:solidFill>
                <a:latin typeface="Montserrat Medium"/>
                <a:ea typeface="Montserrat Medium"/>
                <a:cs typeface="Montserrat Medium"/>
              </a:rPr>
              <a:t> Tal, and </a:t>
            </a:r>
            <a:r>
              <a:rPr sz="1800" b="0" spc="0" dirty="0" err="1">
                <a:solidFill>
                  <a:srgbClr val="FFFFFF"/>
                </a:solidFill>
                <a:latin typeface="Montserrat Medium"/>
                <a:ea typeface="Montserrat Medium"/>
                <a:cs typeface="Montserrat Medium"/>
              </a:rPr>
              <a:t>Lugiin</a:t>
            </a:r>
            <a:r>
              <a:rPr sz="1800" b="0" spc="0" dirty="0">
                <a:solidFill>
                  <a:srgbClr val="FFFFFF"/>
                </a:solidFill>
                <a:latin typeface="Montserrat Medium"/>
                <a:ea typeface="Montserrat Medium"/>
                <a:cs typeface="Montserrat Medium"/>
              </a:rPr>
              <a:t> Gol.</a:t>
            </a:r>
          </a:p>
          <a:p>
            <a:pPr algn="just">
              <a:buNone/>
            </a:pPr>
            <a:endParaRPr sz="1600" spc="0" dirty="0">
              <a:solidFill>
                <a:schemeClr val="bg1"/>
              </a:solidFill>
            </a:endParaRPr>
          </a:p>
          <a:p>
            <a:pPr marL="285750" indent="-285750" algn="l">
              <a:buFont typeface="Wingdings" panose="05000000000000000000" pitchFamily="2" charset="2"/>
              <a:buChar char="v"/>
              <a:defRPr sz="1800" b="0" spc="0">
                <a:solidFill>
                  <a:srgbClr val="FFFFFF"/>
                </a:solidFill>
                <a:latin typeface="Montserrat Medium"/>
                <a:ea typeface="Montserrat Medium"/>
                <a:cs typeface="Montserrat Medium"/>
              </a:defRPr>
            </a:pPr>
            <a:r>
              <a:rPr lang="en-US" dirty="0">
                <a:solidFill>
                  <a:srgbClr val="FFFFFF"/>
                </a:solidFill>
                <a:latin typeface="Montserrat Medium"/>
                <a:ea typeface="Montserrat Medium"/>
                <a:cs typeface="Montserrat Medium"/>
              </a:rPr>
              <a:t>We are actively seeking international partnerships to expand critical mineral resources and advance modern processing technologies. Key areas for strategic collaboration include joint exploration, laboratory analysis, processing trials, and specialized technical training for engineers and industry specialists. </a:t>
            </a:r>
          </a:p>
          <a:p>
            <a:pPr algn="l">
              <a:defRPr sz="1800" b="0" spc="0">
                <a:solidFill>
                  <a:srgbClr val="FFFFFF"/>
                </a:solidFill>
                <a:latin typeface="Montserrat Medium"/>
                <a:ea typeface="Montserrat Medium"/>
                <a:cs typeface="Montserrat Medium"/>
              </a:defRPr>
            </a:pPr>
            <a:endParaRPr lang="en-US" dirty="0">
              <a:solidFill>
                <a:srgbClr val="FFFFFF"/>
              </a:solidFill>
              <a:latin typeface="Montserrat Medium"/>
              <a:ea typeface="Montserrat Medium"/>
              <a:cs typeface="Montserrat Medium"/>
            </a:endParaRPr>
          </a:p>
          <a:p>
            <a:pPr marL="285750" indent="-285750">
              <a:buFont typeface="Wingdings" panose="05000000000000000000" pitchFamily="2" charset="2"/>
              <a:buChar char="v"/>
              <a:defRPr sz="1800" b="0" spc="0">
                <a:solidFill>
                  <a:srgbClr val="FFFFFF"/>
                </a:solidFill>
                <a:latin typeface="Montserrat Medium"/>
                <a:ea typeface="Montserrat Medium"/>
                <a:cs typeface="Montserrat Medium"/>
              </a:defRPr>
            </a:pPr>
            <a:r>
              <a:rPr lang="en-US" dirty="0">
                <a:solidFill>
                  <a:srgbClr val="FFFFFF"/>
                </a:solidFill>
                <a:latin typeface="Montserrat Medium"/>
                <a:ea typeface="Montserrat Medium"/>
                <a:cs typeface="Montserrat Medium"/>
              </a:rPr>
              <a:t>As </a:t>
            </a:r>
            <a:r>
              <a:rPr lang="en-US" dirty="0">
                <a:solidFill>
                  <a:schemeClr val="bg1"/>
                </a:solidFill>
                <a:latin typeface="Montserrat Medium"/>
                <a:ea typeface="Montserrat Medium"/>
                <a:cs typeface="Arial" panose="020B0604020202020204" pitchFamily="34" charset="0"/>
              </a:rPr>
              <a:t>an</a:t>
            </a:r>
            <a:r>
              <a:rPr lang="en-US" dirty="0">
                <a:solidFill>
                  <a:schemeClr val="bg1"/>
                </a:solidFill>
                <a:cs typeface="Arial" panose="020B0604020202020204" pitchFamily="34" charset="0"/>
              </a:rPr>
              <a:t> enterprise which has been successfully operating for 53 years, w</a:t>
            </a:r>
            <a:r>
              <a:rPr lang="en-US" dirty="0">
                <a:solidFill>
                  <a:srgbClr val="FFFFFF"/>
                </a:solidFill>
                <a:latin typeface="Montserrat Medium"/>
                <a:ea typeface="Montserrat Medium"/>
                <a:cs typeface="Montserrat Medium"/>
              </a:rPr>
              <a:t>e are committed to transforming natural resource development into lasting community strength through dedicated investments in sustainable development, health, education, and infrastructure. By prioritizing local employment, funding healthcare facilities and quality schooling, and building essential public infrastructure, we ensure our presence cerates measurable, long-term opportunity and improves quality of life for our host communities.</a:t>
            </a:r>
          </a:p>
          <a:p>
            <a:pPr algn="l">
              <a:buNone/>
              <a:defRPr sz="1800" b="0" spc="0">
                <a:solidFill>
                  <a:srgbClr val="FFFFFF"/>
                </a:solidFill>
                <a:latin typeface="Montserrat Medium"/>
                <a:ea typeface="Montserrat Medium"/>
                <a:cs typeface="Montserrat Medium"/>
              </a:defRPr>
            </a:pPr>
            <a:endParaRPr lang="en-US" sz="1800" b="0" spc="0" dirty="0">
              <a:solidFill>
                <a:srgbClr val="FFFFFF"/>
              </a:solidFill>
              <a:latin typeface="Montserrat Medium"/>
              <a:ea typeface="Montserrat Medium"/>
              <a:cs typeface="Montserrat Medium"/>
            </a:endParaRPr>
          </a:p>
          <a:p>
            <a:pPr algn="l">
              <a:buNone/>
              <a:defRPr sz="1800" b="0" spc="0">
                <a:solidFill>
                  <a:srgbClr val="FFFFFF"/>
                </a:solidFill>
                <a:latin typeface="Montserrat Medium"/>
                <a:ea typeface="Montserrat Medium"/>
                <a:cs typeface="Montserrat Medium"/>
              </a:defRPr>
            </a:pPr>
            <a:endParaRPr sz="1800" b="0" spc="0" dirty="0">
              <a:solidFill>
                <a:srgbClr val="FFFFFF"/>
              </a:solidFill>
              <a:latin typeface="Montserrat Medium"/>
              <a:ea typeface="Montserrat Medium"/>
              <a:cs typeface="Montserrat Medium"/>
            </a:endParaRPr>
          </a:p>
        </p:txBody>
      </p:sp>
    </p:spTree>
    <p:extLst>
      <p:ext uri="{BB962C8B-B14F-4D97-AF65-F5344CB8AC3E}">
        <p14:creationId xmlns:p14="http://schemas.microsoft.com/office/powerpoint/2010/main" val="3820791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695;p33">
            <a:extLst>
              <a:ext uri="{FF2B5EF4-FFF2-40B4-BE49-F238E27FC236}">
                <a16:creationId xmlns:a16="http://schemas.microsoft.com/office/drawing/2014/main" id="{37180D39-73A5-22D1-FB9B-C763BE326ADE}"/>
              </a:ext>
            </a:extLst>
          </p:cNvPr>
          <p:cNvSpPr>
            <a:spLocks noGrp="1"/>
          </p:cNvSpPr>
          <p:nvPr/>
        </p:nvSpPr>
        <p:spPr>
          <a:xfrm>
            <a:off x="4443962" y="2214045"/>
            <a:ext cx="4888498" cy="4006135"/>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rect l="l" t="t" r="r" b="b"/>
            <a:pathLst>
              <a:path w="29021" h="18420">
                <a:moveTo>
                  <a:pt x="0" y="0"/>
                </a:moveTo>
                <a:lnTo>
                  <a:pt x="4493" y="9210"/>
                </a:lnTo>
                <a:lnTo>
                  <a:pt x="0" y="18420"/>
                </a:lnTo>
                <a:lnTo>
                  <a:pt x="24347" y="18420"/>
                </a:lnTo>
                <a:lnTo>
                  <a:pt x="29021" y="9576"/>
                </a:lnTo>
                <a:lnTo>
                  <a:pt x="24347" y="0"/>
                </a:lnTo>
                <a:lnTo>
                  <a:pt x="0" y="0"/>
                </a:lnTo>
                <a:close/>
              </a:path>
            </a:pathLst>
          </a:custGeom>
          <a:gradFill rotWithShape="1">
            <a:gsLst>
              <a:gs pos="100000">
                <a:schemeClr val="accent2">
                  <a:lumMod val="0"/>
                  <a:alpha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oAutofit/>
          </a:bodyPr>
          <a:lstStyle/>
          <a:p>
            <a:endParaRPr sz="2720"/>
          </a:p>
        </p:txBody>
      </p:sp>
      <p:sp>
        <p:nvSpPr>
          <p:cNvPr id="114" name="TextBox 113">
            <a:extLst>
              <a:ext uri="{FF2B5EF4-FFF2-40B4-BE49-F238E27FC236}">
                <a16:creationId xmlns:a16="http://schemas.microsoft.com/office/drawing/2014/main" id="{7D68E88D-E33D-7365-94E7-205DDA65C684}"/>
              </a:ext>
            </a:extLst>
          </p:cNvPr>
          <p:cNvSpPr>
            <a:spLocks noGrp="1"/>
          </p:cNvSpPr>
          <p:nvPr/>
        </p:nvSpPr>
        <p:spPr>
          <a:xfrm>
            <a:off x="9250442" y="5706863"/>
            <a:ext cx="1176425" cy="523220"/>
          </a:xfrm>
          <a:prstGeom prst="rect">
            <a:avLst/>
          </a:prstGeom>
          <a:noFill/>
        </p:spPr>
        <p:txBody>
          <a:bodyPr wrap="square">
            <a:normAutofit/>
          </a:bodyPr>
          <a:lstStyle/>
          <a:p>
            <a:pPr algn="ctr">
              <a:buNone/>
            </a:pPr>
            <a:endParaRPr sz="1400" dirty="0">
              <a:solidFill>
                <a:schemeClr val="bg1"/>
              </a:solidFill>
              <a:latin typeface="Roboto Condensed Medium"/>
              <a:ea typeface="Roboto Condensed Medium"/>
              <a:cs typeface="Roboto Condensed Medium"/>
            </a:endParaRPr>
          </a:p>
        </p:txBody>
      </p:sp>
      <p:sp>
        <p:nvSpPr>
          <p:cNvPr id="118" name="TextBox 117">
            <a:extLst>
              <a:ext uri="{FF2B5EF4-FFF2-40B4-BE49-F238E27FC236}">
                <a16:creationId xmlns:a16="http://schemas.microsoft.com/office/drawing/2014/main" id="{AD6928F5-CB38-5722-1C1B-4A58484622D7}"/>
              </a:ext>
            </a:extLst>
          </p:cNvPr>
          <p:cNvSpPr>
            <a:spLocks noGrp="1"/>
          </p:cNvSpPr>
          <p:nvPr/>
        </p:nvSpPr>
        <p:spPr>
          <a:xfrm>
            <a:off x="10270606" y="5723423"/>
            <a:ext cx="1334737" cy="523220"/>
          </a:xfrm>
          <a:prstGeom prst="rect">
            <a:avLst/>
          </a:prstGeom>
          <a:noFill/>
        </p:spPr>
        <p:txBody>
          <a:bodyPr wrap="square">
            <a:normAutofit/>
          </a:bodyPr>
          <a:lstStyle/>
          <a:p>
            <a:pPr algn="ctr">
              <a:buNone/>
            </a:pPr>
            <a:endParaRPr sz="1400" dirty="0">
              <a:solidFill>
                <a:schemeClr val="bg1"/>
              </a:solidFill>
              <a:latin typeface="Roboto Condensed Medium"/>
              <a:ea typeface="Roboto Condensed Medium"/>
              <a:cs typeface="Roboto Condensed Medium"/>
            </a:endParaRPr>
          </a:p>
        </p:txBody>
      </p:sp>
      <p:sp>
        <p:nvSpPr>
          <p:cNvPr id="119" name="TextBox 118">
            <a:extLst>
              <a:ext uri="{FF2B5EF4-FFF2-40B4-BE49-F238E27FC236}">
                <a16:creationId xmlns:a16="http://schemas.microsoft.com/office/drawing/2014/main" id="{1713F90D-A03B-EAA2-E648-6C3EC0DC2B8F}"/>
              </a:ext>
            </a:extLst>
          </p:cNvPr>
          <p:cNvSpPr>
            <a:spLocks noGrp="1"/>
          </p:cNvSpPr>
          <p:nvPr/>
        </p:nvSpPr>
        <p:spPr>
          <a:xfrm>
            <a:off x="11365013" y="5667564"/>
            <a:ext cx="1334737" cy="523220"/>
          </a:xfrm>
          <a:prstGeom prst="rect">
            <a:avLst/>
          </a:prstGeom>
          <a:noFill/>
        </p:spPr>
        <p:txBody>
          <a:bodyPr wrap="square">
            <a:normAutofit/>
          </a:bodyPr>
          <a:lstStyle/>
          <a:p>
            <a:pPr algn="ctr">
              <a:buNone/>
            </a:pPr>
            <a:endParaRPr sz="1400" dirty="0">
              <a:solidFill>
                <a:schemeClr val="bg1"/>
              </a:solidFill>
              <a:latin typeface="Roboto Condensed Medium"/>
              <a:ea typeface="Roboto Condensed Medium"/>
              <a:cs typeface="Roboto Condensed Medium"/>
            </a:endParaRPr>
          </a:p>
        </p:txBody>
      </p:sp>
      <p:sp>
        <p:nvSpPr>
          <p:cNvPr id="53" name="Rectangle: Rounded Corners 52">
            <a:extLst>
              <a:ext uri="{FF2B5EF4-FFF2-40B4-BE49-F238E27FC236}">
                <a16:creationId xmlns:a16="http://schemas.microsoft.com/office/drawing/2014/main" id="{7F64E5A3-08CC-C9B9-0F88-5D762D5E4095}"/>
              </a:ext>
            </a:extLst>
          </p:cNvPr>
          <p:cNvSpPr>
            <a:spLocks noGrp="1"/>
          </p:cNvSpPr>
          <p:nvPr/>
        </p:nvSpPr>
        <p:spPr>
          <a:xfrm>
            <a:off x="494852" y="266442"/>
            <a:ext cx="286801" cy="640080"/>
          </a:xfrm>
          <a:prstGeom prst="roundRect">
            <a:avLst>
              <a:gd name="adj" fmla="val 0"/>
            </a:avLst>
          </a:prstGeom>
          <a:solidFill>
            <a:srgbClr val="00B0B0">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2040"/>
          </a:p>
        </p:txBody>
      </p:sp>
      <p:sp>
        <p:nvSpPr>
          <p:cNvPr id="3" name="Google Shape;695;p33">
            <a:extLst>
              <a:ext uri="{FF2B5EF4-FFF2-40B4-BE49-F238E27FC236}">
                <a16:creationId xmlns:a16="http://schemas.microsoft.com/office/drawing/2014/main" id="{A8B79DF5-66F5-8052-4108-4DEFDA519907}"/>
              </a:ext>
            </a:extLst>
          </p:cNvPr>
          <p:cNvSpPr>
            <a:spLocks noGrp="1"/>
          </p:cNvSpPr>
          <p:nvPr/>
        </p:nvSpPr>
        <p:spPr>
          <a:xfrm>
            <a:off x="135578" y="2214045"/>
            <a:ext cx="4888498" cy="4003043"/>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rect l="l" t="t" r="r" b="b"/>
            <a:pathLst>
              <a:path w="29021" h="18420">
                <a:moveTo>
                  <a:pt x="0" y="0"/>
                </a:moveTo>
                <a:lnTo>
                  <a:pt x="4493" y="9210"/>
                </a:lnTo>
                <a:lnTo>
                  <a:pt x="0" y="18420"/>
                </a:lnTo>
                <a:lnTo>
                  <a:pt x="24347" y="18420"/>
                </a:lnTo>
                <a:lnTo>
                  <a:pt x="29021" y="9576"/>
                </a:lnTo>
                <a:lnTo>
                  <a:pt x="24347" y="0"/>
                </a:lnTo>
                <a:lnTo>
                  <a:pt x="0" y="0"/>
                </a:lnTo>
                <a:close/>
              </a:path>
            </a:pathLst>
          </a:custGeom>
          <a:gradFill rotWithShape="1">
            <a:gsLst>
              <a:gs pos="100000">
                <a:schemeClr val="accent2">
                  <a:lumMod val="0"/>
                  <a:alpha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oAutofit/>
          </a:bodyPr>
          <a:lstStyle/>
          <a:p>
            <a:endParaRPr sz="2720"/>
          </a:p>
        </p:txBody>
      </p:sp>
      <p:sp>
        <p:nvSpPr>
          <p:cNvPr id="36" name="TextBox 35">
            <a:extLst>
              <a:ext uri="{FF2B5EF4-FFF2-40B4-BE49-F238E27FC236}">
                <a16:creationId xmlns:a16="http://schemas.microsoft.com/office/drawing/2014/main" id="{89187537-4278-C4B5-C5E0-B032941470BD}"/>
              </a:ext>
            </a:extLst>
          </p:cNvPr>
          <p:cNvSpPr>
            <a:spLocks noGrp="1"/>
          </p:cNvSpPr>
          <p:nvPr/>
        </p:nvSpPr>
        <p:spPr>
          <a:xfrm>
            <a:off x="9010753" y="1448322"/>
            <a:ext cx="4510620" cy="682744"/>
          </a:xfrm>
          <a:prstGeom prst="rect">
            <a:avLst/>
          </a:prstGeom>
          <a:noFill/>
          <a:ln>
            <a:noFill/>
          </a:ln>
        </p:spPr>
        <p:txBody>
          <a:bodyPr wrap="square" lIns="60953" tIns="30476" rIns="60953" bIns="30476" anchor="t">
            <a:normAutofit/>
          </a:bodyPr>
          <a:lstStyle/>
          <a:p>
            <a:pPr algn="ctr">
              <a:buClr>
                <a:schemeClr val="bg1"/>
              </a:buClr>
              <a:buNone/>
            </a:pPr>
            <a:r>
              <a:rPr dirty="0">
                <a:solidFill>
                  <a:schemeClr val="bg1"/>
                </a:solidFill>
                <a:latin typeface="Montserrat ExtraBold"/>
                <a:ea typeface="Montserrat ExtraBold"/>
                <a:cs typeface="Montserrat ExtraBold"/>
              </a:rPr>
              <a:t>CRITICAL</a:t>
            </a:r>
          </a:p>
          <a:p>
            <a:pPr algn="ctr">
              <a:buClr>
                <a:schemeClr val="bg1"/>
              </a:buClr>
              <a:buNone/>
            </a:pPr>
            <a:r>
              <a:rPr dirty="0">
                <a:solidFill>
                  <a:schemeClr val="bg1"/>
                </a:solidFill>
                <a:latin typeface="Montserrat ExtraBold"/>
                <a:ea typeface="Montserrat ExtraBold"/>
                <a:cs typeface="Montserrat ExtraBold"/>
              </a:rPr>
              <a:t>MINERALS</a:t>
            </a:r>
          </a:p>
        </p:txBody>
      </p:sp>
      <p:sp>
        <p:nvSpPr>
          <p:cNvPr id="40" name="Rectangle: Rounded Corners 39">
            <a:extLst>
              <a:ext uri="{FF2B5EF4-FFF2-40B4-BE49-F238E27FC236}">
                <a16:creationId xmlns:a16="http://schemas.microsoft.com/office/drawing/2014/main" id="{651BF69F-8DEA-4609-46B1-B5FA662DF549}"/>
              </a:ext>
            </a:extLst>
          </p:cNvPr>
          <p:cNvSpPr>
            <a:spLocks noGrp="1"/>
          </p:cNvSpPr>
          <p:nvPr/>
        </p:nvSpPr>
        <p:spPr>
          <a:xfrm>
            <a:off x="9874654" y="2795324"/>
            <a:ext cx="840768"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buNone/>
            </a:pPr>
            <a:r>
              <a:rPr sz="2000" b="1">
                <a:solidFill>
                  <a:schemeClr val="bg1"/>
                </a:solidFill>
              </a:rPr>
              <a:t>Cu</a:t>
            </a:r>
          </a:p>
          <a:p>
            <a:pPr algn="ctr">
              <a:buNone/>
            </a:pPr>
            <a:r>
              <a:rPr sz="1000">
                <a:solidFill>
                  <a:schemeClr val="bg1"/>
                </a:solidFill>
              </a:rPr>
              <a:t>copper</a:t>
            </a:r>
          </a:p>
        </p:txBody>
      </p:sp>
      <p:sp>
        <p:nvSpPr>
          <p:cNvPr id="50" name="Rectangle: Rounded Corners 49">
            <a:extLst>
              <a:ext uri="{FF2B5EF4-FFF2-40B4-BE49-F238E27FC236}">
                <a16:creationId xmlns:a16="http://schemas.microsoft.com/office/drawing/2014/main" id="{87463E03-F2E8-404F-271F-49649F1C20B2}"/>
              </a:ext>
            </a:extLst>
          </p:cNvPr>
          <p:cNvSpPr>
            <a:spLocks noGrp="1"/>
          </p:cNvSpPr>
          <p:nvPr/>
        </p:nvSpPr>
        <p:spPr>
          <a:xfrm>
            <a:off x="10800777" y="2795324"/>
            <a:ext cx="840767"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0236" lnSpcReduction="20000"/>
          </a:bodyPr>
          <a:lstStyle/>
          <a:p>
            <a:pPr algn="ctr">
              <a:buNone/>
            </a:pPr>
            <a:r>
              <a:rPr sz="1800" b="1" dirty="0">
                <a:solidFill>
                  <a:schemeClr val="bg1"/>
                </a:solidFill>
              </a:rPr>
              <a:t>REE</a:t>
            </a:r>
          </a:p>
          <a:p>
            <a:pPr algn="ctr">
              <a:buNone/>
            </a:pPr>
            <a:r>
              <a:rPr sz="1000" dirty="0">
                <a:solidFill>
                  <a:schemeClr val="bg1"/>
                </a:solidFill>
              </a:rPr>
              <a:t>rare earth</a:t>
            </a:r>
            <a:r>
              <a:rPr lang="en-US" sz="1000" dirty="0">
                <a:solidFill>
                  <a:schemeClr val="bg1"/>
                </a:solidFill>
              </a:rPr>
              <a:t> elements</a:t>
            </a:r>
            <a:r>
              <a:rPr sz="1000" dirty="0">
                <a:solidFill>
                  <a:schemeClr val="bg1"/>
                </a:solidFill>
              </a:rPr>
              <a:t> </a:t>
            </a:r>
          </a:p>
        </p:txBody>
      </p:sp>
      <p:sp>
        <p:nvSpPr>
          <p:cNvPr id="52" name="Rectangle: Rounded Corners 51">
            <a:extLst>
              <a:ext uri="{FF2B5EF4-FFF2-40B4-BE49-F238E27FC236}">
                <a16:creationId xmlns:a16="http://schemas.microsoft.com/office/drawing/2014/main" id="{6DC6FD2F-6998-8D40-E7E5-FA870C0D6433}"/>
              </a:ext>
            </a:extLst>
          </p:cNvPr>
          <p:cNvSpPr>
            <a:spLocks noGrp="1"/>
          </p:cNvSpPr>
          <p:nvPr/>
        </p:nvSpPr>
        <p:spPr>
          <a:xfrm>
            <a:off x="11721991" y="2795324"/>
            <a:ext cx="840767"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9513"/>
          </a:bodyPr>
          <a:lstStyle/>
          <a:p>
            <a:pPr algn="ctr">
              <a:buNone/>
            </a:pPr>
            <a:r>
              <a:rPr b="1">
                <a:solidFill>
                  <a:schemeClr val="bg1"/>
                </a:solidFill>
              </a:rPr>
              <a:t>Li</a:t>
            </a:r>
            <a:endParaRPr sz="1800" b="1">
              <a:solidFill>
                <a:schemeClr val="bg1"/>
              </a:solidFill>
            </a:endParaRPr>
          </a:p>
          <a:p>
            <a:pPr algn="ctr">
              <a:buNone/>
            </a:pPr>
            <a:r>
              <a:rPr sz="1000">
                <a:solidFill>
                  <a:schemeClr val="bg1"/>
                </a:solidFill>
              </a:rPr>
              <a:t>lithium</a:t>
            </a:r>
          </a:p>
        </p:txBody>
      </p:sp>
      <p:sp>
        <p:nvSpPr>
          <p:cNvPr id="55" name="Rectangle: Rounded Corners 54">
            <a:extLst>
              <a:ext uri="{FF2B5EF4-FFF2-40B4-BE49-F238E27FC236}">
                <a16:creationId xmlns:a16="http://schemas.microsoft.com/office/drawing/2014/main" id="{990B0285-0406-B69E-59C8-94B2C332680F}"/>
              </a:ext>
            </a:extLst>
          </p:cNvPr>
          <p:cNvSpPr>
            <a:spLocks noGrp="1"/>
          </p:cNvSpPr>
          <p:nvPr/>
        </p:nvSpPr>
        <p:spPr>
          <a:xfrm>
            <a:off x="10399728" y="4244596"/>
            <a:ext cx="835856"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buNone/>
            </a:pPr>
            <a:r>
              <a:rPr sz="1800" b="1">
                <a:solidFill>
                  <a:schemeClr val="bg1"/>
                </a:solidFill>
              </a:rPr>
              <a:t>Ni</a:t>
            </a:r>
            <a:endParaRPr b="1">
              <a:solidFill>
                <a:schemeClr val="bg1"/>
              </a:solidFill>
            </a:endParaRPr>
          </a:p>
          <a:p>
            <a:pPr algn="ctr">
              <a:buNone/>
            </a:pPr>
            <a:r>
              <a:rPr sz="1000">
                <a:solidFill>
                  <a:schemeClr val="bg1"/>
                </a:solidFill>
              </a:rPr>
              <a:t>nickel</a:t>
            </a:r>
          </a:p>
        </p:txBody>
      </p:sp>
      <p:sp>
        <p:nvSpPr>
          <p:cNvPr id="58" name="Rectangle: Rounded Corners 57">
            <a:extLst>
              <a:ext uri="{FF2B5EF4-FFF2-40B4-BE49-F238E27FC236}">
                <a16:creationId xmlns:a16="http://schemas.microsoft.com/office/drawing/2014/main" id="{2659339F-2D8A-D764-8552-864366F678D6}"/>
              </a:ext>
            </a:extLst>
          </p:cNvPr>
          <p:cNvSpPr>
            <a:spLocks noGrp="1"/>
          </p:cNvSpPr>
          <p:nvPr/>
        </p:nvSpPr>
        <p:spPr>
          <a:xfrm>
            <a:off x="11325852" y="4244596"/>
            <a:ext cx="835856"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buNone/>
            </a:pPr>
            <a:r>
              <a:rPr b="1">
                <a:solidFill>
                  <a:schemeClr val="bg1"/>
                </a:solidFill>
              </a:rPr>
              <a:t>W</a:t>
            </a:r>
          </a:p>
          <a:p>
            <a:pPr algn="ctr">
              <a:buNone/>
            </a:pPr>
            <a:r>
              <a:rPr sz="800">
                <a:solidFill>
                  <a:schemeClr val="bg1"/>
                </a:solidFill>
              </a:rPr>
              <a:t>tungsten</a:t>
            </a:r>
          </a:p>
        </p:txBody>
      </p:sp>
      <p:sp>
        <p:nvSpPr>
          <p:cNvPr id="61" name="Rectangle: Rounded Corners 60">
            <a:extLst>
              <a:ext uri="{FF2B5EF4-FFF2-40B4-BE49-F238E27FC236}">
                <a16:creationId xmlns:a16="http://schemas.microsoft.com/office/drawing/2014/main" id="{E07D94A4-7BB3-5224-A098-45859C49F9EC}"/>
              </a:ext>
            </a:extLst>
          </p:cNvPr>
          <p:cNvSpPr>
            <a:spLocks noGrp="1"/>
          </p:cNvSpPr>
          <p:nvPr/>
        </p:nvSpPr>
        <p:spPr>
          <a:xfrm>
            <a:off x="9874654" y="3487039"/>
            <a:ext cx="840768"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buNone/>
            </a:pPr>
            <a:r>
              <a:rPr sz="2000" b="1" dirty="0">
                <a:solidFill>
                  <a:schemeClr val="bg1"/>
                </a:solidFill>
              </a:rPr>
              <a:t>C</a:t>
            </a:r>
          </a:p>
          <a:p>
            <a:pPr algn="ctr">
              <a:buNone/>
            </a:pPr>
            <a:r>
              <a:rPr sz="1000" dirty="0">
                <a:solidFill>
                  <a:schemeClr val="bg1"/>
                </a:solidFill>
              </a:rPr>
              <a:t>graphite</a:t>
            </a:r>
          </a:p>
        </p:txBody>
      </p:sp>
      <p:sp>
        <p:nvSpPr>
          <p:cNvPr id="65" name="Rectangle: Rounded Corners 64">
            <a:extLst>
              <a:ext uri="{FF2B5EF4-FFF2-40B4-BE49-F238E27FC236}">
                <a16:creationId xmlns:a16="http://schemas.microsoft.com/office/drawing/2014/main" id="{29692674-DA4C-EA5F-B053-A9CFB89E96EF}"/>
              </a:ext>
            </a:extLst>
          </p:cNvPr>
          <p:cNvSpPr>
            <a:spLocks noGrp="1"/>
          </p:cNvSpPr>
          <p:nvPr/>
        </p:nvSpPr>
        <p:spPr>
          <a:xfrm>
            <a:off x="10800777" y="3487039"/>
            <a:ext cx="840767"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buNone/>
            </a:pPr>
            <a:r>
              <a:rPr sz="1800" b="1" dirty="0">
                <a:solidFill>
                  <a:schemeClr val="bg1"/>
                </a:solidFill>
              </a:rPr>
              <a:t>Mg</a:t>
            </a:r>
          </a:p>
          <a:p>
            <a:pPr algn="ctr">
              <a:buNone/>
            </a:pPr>
            <a:r>
              <a:rPr sz="750" dirty="0">
                <a:solidFill>
                  <a:schemeClr val="bg1"/>
                </a:solidFill>
              </a:rPr>
              <a:t>magnesium</a:t>
            </a:r>
            <a:endParaRPr sz="1000" dirty="0">
              <a:solidFill>
                <a:schemeClr val="bg1"/>
              </a:solidFill>
            </a:endParaRPr>
          </a:p>
        </p:txBody>
      </p:sp>
      <p:sp>
        <p:nvSpPr>
          <p:cNvPr id="68" name="Rectangle: Rounded Corners 67">
            <a:extLst>
              <a:ext uri="{FF2B5EF4-FFF2-40B4-BE49-F238E27FC236}">
                <a16:creationId xmlns:a16="http://schemas.microsoft.com/office/drawing/2014/main" id="{643EB887-3A7C-DF9D-CB35-9874BCAF61EA}"/>
              </a:ext>
            </a:extLst>
          </p:cNvPr>
          <p:cNvSpPr>
            <a:spLocks noGrp="1"/>
          </p:cNvSpPr>
          <p:nvPr/>
        </p:nvSpPr>
        <p:spPr>
          <a:xfrm>
            <a:off x="11721991" y="3487039"/>
            <a:ext cx="965377"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0821"/>
          </a:bodyPr>
          <a:lstStyle/>
          <a:p>
            <a:pPr algn="ctr">
              <a:buNone/>
            </a:pPr>
            <a:r>
              <a:rPr sz="1800" b="1" dirty="0">
                <a:solidFill>
                  <a:schemeClr val="bg1"/>
                </a:solidFill>
              </a:rPr>
              <a:t>Mn</a:t>
            </a:r>
          </a:p>
          <a:p>
            <a:pPr algn="ctr">
              <a:buNone/>
            </a:pPr>
            <a:r>
              <a:rPr sz="1000" dirty="0">
                <a:solidFill>
                  <a:schemeClr val="bg1"/>
                </a:solidFill>
              </a:rPr>
              <a:t>manganese</a:t>
            </a:r>
          </a:p>
        </p:txBody>
      </p:sp>
      <p:sp>
        <p:nvSpPr>
          <p:cNvPr id="69" name="Rectangle: Rounded Corners 68">
            <a:extLst>
              <a:ext uri="{FF2B5EF4-FFF2-40B4-BE49-F238E27FC236}">
                <a16:creationId xmlns:a16="http://schemas.microsoft.com/office/drawing/2014/main" id="{A6BA5D9C-D038-7DCD-FEA4-5154989E3459}"/>
              </a:ext>
            </a:extLst>
          </p:cNvPr>
          <p:cNvSpPr>
            <a:spLocks noGrp="1"/>
          </p:cNvSpPr>
          <p:nvPr/>
        </p:nvSpPr>
        <p:spPr>
          <a:xfrm>
            <a:off x="9498378" y="4244596"/>
            <a:ext cx="835856"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8634"/>
          </a:bodyPr>
          <a:lstStyle/>
          <a:p>
            <a:pPr algn="ctr">
              <a:buNone/>
            </a:pPr>
            <a:r>
              <a:rPr b="1">
                <a:solidFill>
                  <a:schemeClr val="bg1"/>
                </a:solidFill>
              </a:rPr>
              <a:t>CaF₂</a:t>
            </a:r>
            <a:endParaRPr sz="1200" b="1">
              <a:solidFill>
                <a:schemeClr val="bg1"/>
              </a:solidFill>
            </a:endParaRPr>
          </a:p>
          <a:p>
            <a:pPr algn="ctr">
              <a:buNone/>
            </a:pPr>
            <a:r>
              <a:rPr sz="1000">
                <a:solidFill>
                  <a:schemeClr val="bg1"/>
                </a:solidFill>
              </a:rPr>
              <a:t>fluorspar</a:t>
            </a:r>
          </a:p>
        </p:txBody>
      </p:sp>
      <p:sp>
        <p:nvSpPr>
          <p:cNvPr id="70" name="Rectangle: Rounded Corners 69">
            <a:extLst>
              <a:ext uri="{FF2B5EF4-FFF2-40B4-BE49-F238E27FC236}">
                <a16:creationId xmlns:a16="http://schemas.microsoft.com/office/drawing/2014/main" id="{E22985C8-5EAD-373B-9A80-0800FF7393BA}"/>
              </a:ext>
            </a:extLst>
          </p:cNvPr>
          <p:cNvSpPr>
            <a:spLocks noGrp="1"/>
          </p:cNvSpPr>
          <p:nvPr/>
        </p:nvSpPr>
        <p:spPr>
          <a:xfrm>
            <a:off x="12243657" y="4244596"/>
            <a:ext cx="835856" cy="61225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buNone/>
            </a:pPr>
            <a:r>
              <a:rPr b="1" dirty="0">
                <a:solidFill>
                  <a:schemeClr val="bg1"/>
                </a:solidFill>
              </a:rPr>
              <a:t>U</a:t>
            </a:r>
          </a:p>
          <a:p>
            <a:pPr algn="ctr">
              <a:buNone/>
            </a:pPr>
            <a:r>
              <a:rPr sz="800" dirty="0">
                <a:solidFill>
                  <a:schemeClr val="bg1"/>
                </a:solidFill>
              </a:rPr>
              <a:t>uranium</a:t>
            </a:r>
          </a:p>
        </p:txBody>
      </p:sp>
      <p:sp>
        <p:nvSpPr>
          <p:cNvPr id="71" name="TextBox 70">
            <a:extLst>
              <a:ext uri="{FF2B5EF4-FFF2-40B4-BE49-F238E27FC236}">
                <a16:creationId xmlns:a16="http://schemas.microsoft.com/office/drawing/2014/main" id="{E80C5D5E-CB5E-BC13-78E6-DC9DDF805AFA}"/>
              </a:ext>
            </a:extLst>
          </p:cNvPr>
          <p:cNvSpPr>
            <a:spLocks noGrp="1"/>
          </p:cNvSpPr>
          <p:nvPr/>
        </p:nvSpPr>
        <p:spPr>
          <a:xfrm>
            <a:off x="387314" y="6742590"/>
            <a:ext cx="13090107" cy="996188"/>
          </a:xfrm>
          <a:prstGeom prst="rect">
            <a:avLst/>
          </a:prstGeom>
          <a:noFill/>
        </p:spPr>
        <p:txBody>
          <a:bodyPr wrap="square">
            <a:noAutofit/>
          </a:bodyPr>
          <a:lstStyle>
            <a:defPPr algn="l">
              <a:defRPr sz="2040" b="0" spc="0">
                <a:solidFill>
                  <a:srgbClr val="FFFFFF"/>
                </a:solidFill>
                <a:latin typeface="Montserrat Medium"/>
                <a:ea typeface="Montserrat Medium"/>
                <a:cs typeface="Montserrat Medium"/>
              </a:defRPr>
            </a:defPPr>
          </a:lstStyle>
          <a:p>
            <a:pPr algn="l">
              <a:defRPr sz="2040" b="0" spc="0">
                <a:solidFill>
                  <a:srgbClr val="FFFFFF"/>
                </a:solidFill>
                <a:latin typeface="Montserrat Medium"/>
                <a:ea typeface="Montserrat Medium"/>
                <a:cs typeface="Montserrat Medium"/>
              </a:defRPr>
            </a:pPr>
            <a:r>
              <a:rPr sz="1600" dirty="0">
                <a:solidFill>
                  <a:schemeClr val="bg1"/>
                </a:solidFill>
                <a:latin typeface="+mj-lt"/>
                <a:ea typeface="+mj-lt"/>
                <a:cs typeface="+mj-lt"/>
              </a:rPr>
              <a:t>THE </a:t>
            </a:r>
            <a:r>
              <a:rPr lang="en-US" sz="1600" dirty="0">
                <a:solidFill>
                  <a:schemeClr val="bg1"/>
                </a:solidFill>
                <a:latin typeface="+mj-lt"/>
                <a:ea typeface="+mj-lt"/>
                <a:cs typeface="+mj-lt"/>
              </a:rPr>
              <a:t>CHINGGIS KHAAN SOVEREIGN WEALTH FUND</a:t>
            </a:r>
            <a:r>
              <a:rPr sz="1600" dirty="0">
                <a:solidFill>
                  <a:schemeClr val="bg1"/>
                </a:solidFill>
                <a:latin typeface="+mj-lt"/>
                <a:ea typeface="+mj-lt"/>
                <a:cs typeface="+mj-lt"/>
              </a:rPr>
              <a:t> IDENTIFIED ITS PRIORITY CRITICAL MINERALS BASED ON MONGOLIA’S DEVELOPMENT POLICY, </a:t>
            </a:r>
            <a:r>
              <a:rPr lang="en-US" sz="1600" dirty="0">
                <a:solidFill>
                  <a:schemeClr val="bg1"/>
                </a:solidFill>
                <a:latin typeface="+mj-lt"/>
                <a:ea typeface="+mj-lt"/>
                <a:cs typeface="+mj-lt"/>
              </a:rPr>
              <a:t>INTERNATIONAL</a:t>
            </a:r>
            <a:r>
              <a:rPr sz="1600" dirty="0">
                <a:solidFill>
                  <a:schemeClr val="bg1"/>
                </a:solidFill>
                <a:latin typeface="+mj-lt"/>
                <a:ea typeface="+mj-lt"/>
                <a:cs typeface="+mj-lt"/>
              </a:rPr>
              <a:t> TRENDS, AND POTENTIAL TO INCREASE MINERAL RESOURCES.</a:t>
            </a:r>
          </a:p>
        </p:txBody>
      </p:sp>
      <p:pic>
        <p:nvPicPr>
          <p:cNvPr id="154" name="Picture 72"/>
          <p:cNvPicPr>
            <a:picLocks noChangeAspect="1"/>
          </p:cNvPicPr>
          <p:nvPr/>
        </p:nvPicPr>
        <p:blipFill>
          <a:blip r:embed="rId3"/>
          <a:stretch>
            <a:fillRect/>
          </a:stretch>
        </p:blipFill>
        <p:spPr>
          <a:xfrm>
            <a:off x="2713809" y="2636402"/>
            <a:ext cx="758811" cy="614992"/>
          </a:xfrm>
          <a:prstGeom prst="rect">
            <a:avLst/>
          </a:prstGeom>
        </p:spPr>
      </p:pic>
      <p:pic>
        <p:nvPicPr>
          <p:cNvPr id="155" name="Picture 74"/>
          <p:cNvPicPr>
            <a:picLocks noChangeAspect="1"/>
          </p:cNvPicPr>
          <p:nvPr/>
        </p:nvPicPr>
        <p:blipFill>
          <a:blip r:embed="rId4"/>
          <a:stretch>
            <a:fillRect/>
          </a:stretch>
        </p:blipFill>
        <p:spPr>
          <a:xfrm>
            <a:off x="2313169" y="2443667"/>
            <a:ext cx="881916" cy="685123"/>
          </a:xfrm>
          <a:prstGeom prst="rect">
            <a:avLst/>
          </a:prstGeom>
        </p:spPr>
      </p:pic>
      <p:sp>
        <p:nvSpPr>
          <p:cNvPr id="76" name="TextBox 13">
            <a:extLst>
              <a:ext uri="{FF2B5EF4-FFF2-40B4-BE49-F238E27FC236}">
                <a16:creationId xmlns:a16="http://schemas.microsoft.com/office/drawing/2014/main" id="{FA8BA803-764C-41D2-859C-6163C8153BE4}"/>
              </a:ext>
            </a:extLst>
          </p:cNvPr>
          <p:cNvSpPr>
            <a:spLocks noGrp="1"/>
          </p:cNvSpPr>
          <p:nvPr/>
        </p:nvSpPr>
        <p:spPr>
          <a:xfrm>
            <a:off x="1100890" y="2508107"/>
            <a:ext cx="1271853" cy="650304"/>
          </a:xfrm>
          <a:prstGeom prst="rect">
            <a:avLst/>
          </a:prstGeom>
          <a:noFill/>
        </p:spPr>
        <p:txBody>
          <a:bodyPr wrap="square">
            <a:norm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r">
              <a:buNone/>
            </a:pPr>
            <a:r>
              <a:rPr spc="-170">
                <a:solidFill>
                  <a:schemeClr val="bg1"/>
                </a:solidFill>
                <a:latin typeface="Montserrat ExtraBold"/>
                <a:ea typeface="Montserrat ExtraBold"/>
                <a:cs typeface="Montserrat ExtraBold"/>
              </a:rPr>
              <a:t>VISION</a:t>
            </a:r>
          </a:p>
        </p:txBody>
      </p:sp>
      <p:sp>
        <p:nvSpPr>
          <p:cNvPr id="86" name="TextBox 85">
            <a:extLst>
              <a:ext uri="{FF2B5EF4-FFF2-40B4-BE49-F238E27FC236}">
                <a16:creationId xmlns:a16="http://schemas.microsoft.com/office/drawing/2014/main" id="{3CCE8B4A-8264-7633-09A2-454FB9111705}"/>
              </a:ext>
            </a:extLst>
          </p:cNvPr>
          <p:cNvSpPr>
            <a:spLocks noGrp="1"/>
          </p:cNvSpPr>
          <p:nvPr/>
        </p:nvSpPr>
        <p:spPr>
          <a:xfrm>
            <a:off x="865190" y="1434391"/>
            <a:ext cx="3143362" cy="646331"/>
          </a:xfrm>
          <a:prstGeom prst="rect">
            <a:avLst/>
          </a:prstGeom>
          <a:noFill/>
        </p:spPr>
        <p:txBody>
          <a:bodyPr wrap="square">
            <a:normAutofit/>
          </a:bodyPr>
          <a:lstStyle/>
          <a:p>
            <a:pPr algn="ctr">
              <a:buNone/>
            </a:pPr>
            <a:r>
              <a:rPr lang="en-US" sz="1800" b="1" dirty="0">
                <a:solidFill>
                  <a:schemeClr val="bg1"/>
                </a:solidFill>
                <a:latin typeface="Montserrat ExtraBold"/>
                <a:ea typeface="Montserrat ExtraBold"/>
                <a:cs typeface="Montserrat ExtraBold"/>
              </a:rPr>
              <a:t>DEVELOPMENT POLICY OF MONGOLIA</a:t>
            </a:r>
          </a:p>
        </p:txBody>
      </p:sp>
      <p:sp>
        <p:nvSpPr>
          <p:cNvPr id="88" name="TextBox 87">
            <a:extLst>
              <a:ext uri="{FF2B5EF4-FFF2-40B4-BE49-F238E27FC236}">
                <a16:creationId xmlns:a16="http://schemas.microsoft.com/office/drawing/2014/main" id="{BA9B0B5C-A82F-C736-F6E6-A55B4D5EA0D3}"/>
              </a:ext>
            </a:extLst>
          </p:cNvPr>
          <p:cNvSpPr>
            <a:spLocks noGrp="1"/>
          </p:cNvSpPr>
          <p:nvPr/>
        </p:nvSpPr>
        <p:spPr>
          <a:xfrm>
            <a:off x="1978996" y="3683912"/>
            <a:ext cx="1743149" cy="205749"/>
          </a:xfrm>
          <a:prstGeom prst="rect">
            <a:avLst/>
          </a:prstGeom>
          <a:noFill/>
        </p:spPr>
        <p:txBody>
          <a:bodyPr wrap="square">
            <a:noAutofit/>
          </a:bodyPr>
          <a:lstStyle>
            <a:defPPr algn="l">
              <a:defRPr sz="1200" b="0" spc="0">
                <a:solidFill>
                  <a:srgbClr val="FFFFFF"/>
                </a:solidFill>
                <a:latin typeface="Montserrat SemiBold"/>
                <a:ea typeface="Montserrat SemiBold"/>
                <a:cs typeface="Montserrat SemiBold"/>
              </a:defRPr>
            </a:defPPr>
          </a:lstStyle>
          <a:p>
            <a:pPr algn="l">
              <a:buNone/>
              <a:defRPr sz="1200" b="0" spc="0">
                <a:solidFill>
                  <a:srgbClr val="FFFFFF"/>
                </a:solidFill>
                <a:latin typeface="Montserrat SemiBold"/>
                <a:ea typeface="Montserrat SemiBold"/>
                <a:cs typeface="Montserrat SemiBold"/>
              </a:defRPr>
            </a:pPr>
            <a:r>
              <a:rPr sz="1200" b="0" spc="0">
                <a:solidFill>
                  <a:srgbClr val="FFFFFF"/>
                </a:solidFill>
                <a:latin typeface="Montserrat SemiBold"/>
                <a:ea typeface="Montserrat SemiBold"/>
                <a:cs typeface="Montserrat SemiBold"/>
              </a:rPr>
              <a:t>ACTION PROGRAM</a:t>
            </a:r>
          </a:p>
        </p:txBody>
      </p:sp>
      <p:pic>
        <p:nvPicPr>
          <p:cNvPr id="159" name="Picture 4"/>
          <p:cNvPicPr>
            <a:picLocks noChangeAspect="1"/>
          </p:cNvPicPr>
          <p:nvPr/>
        </p:nvPicPr>
        <p:blipFill rotWithShape="1">
          <a:blip r:embed="rId5"/>
          <a:srcRect l="24541" t="1281" r="21440" b="1203"/>
          <a:stretch/>
        </p:blipFill>
        <p:spPr>
          <a:xfrm>
            <a:off x="1045834" y="3735735"/>
            <a:ext cx="608471" cy="605008"/>
          </a:xfrm>
          <a:prstGeom prst="rect">
            <a:avLst/>
          </a:prstGeom>
        </p:spPr>
      </p:pic>
      <p:sp>
        <p:nvSpPr>
          <p:cNvPr id="96" name="TextBox 95">
            <a:extLst>
              <a:ext uri="{FF2B5EF4-FFF2-40B4-BE49-F238E27FC236}">
                <a16:creationId xmlns:a16="http://schemas.microsoft.com/office/drawing/2014/main" id="{18D1EA20-2D35-BFED-2C35-9234DE5A87B1}"/>
              </a:ext>
            </a:extLst>
          </p:cNvPr>
          <p:cNvSpPr>
            <a:spLocks noGrp="1"/>
          </p:cNvSpPr>
          <p:nvPr/>
        </p:nvSpPr>
        <p:spPr>
          <a:xfrm>
            <a:off x="1229978" y="3892753"/>
            <a:ext cx="3143362" cy="523220"/>
          </a:xfrm>
          <a:prstGeom prst="rect">
            <a:avLst/>
          </a:prstGeom>
          <a:noFill/>
        </p:spPr>
        <p:txBody>
          <a:bodyPr wrap="square">
            <a:spAutoFit/>
          </a:bodyPr>
          <a:lstStyle>
            <a:defPPr algn="ctr">
              <a:defRPr sz="2800" b="1" spc="0">
                <a:solidFill>
                  <a:srgbClr val="FFFFFF"/>
                </a:solidFill>
                <a:latin typeface="Montserrat ExtraBold"/>
                <a:ea typeface="Montserrat ExtraBold"/>
                <a:cs typeface="Montserrat ExtraBold"/>
              </a:defRPr>
            </a:defPPr>
          </a:lstStyle>
          <a:p>
            <a:pPr algn="ctr">
              <a:buNone/>
              <a:defRPr sz="2800" b="1" spc="0">
                <a:solidFill>
                  <a:srgbClr val="FFFFFF"/>
                </a:solidFill>
                <a:latin typeface="Montserrat ExtraBold"/>
                <a:ea typeface="Montserrat ExtraBold"/>
                <a:cs typeface="Montserrat ExtraBold"/>
              </a:defRPr>
            </a:pPr>
            <a:r>
              <a:rPr sz="2800" b="1" spc="0">
                <a:solidFill>
                  <a:srgbClr val="FFFFFF"/>
                </a:solidFill>
                <a:latin typeface="Montserrat ExtraBold"/>
                <a:ea typeface="Montserrat ExtraBold"/>
                <a:cs typeface="Montserrat ExtraBold"/>
              </a:rPr>
              <a:t>2024–2028</a:t>
            </a:r>
            <a:endParaRPr sz="2800" spc="0">
              <a:solidFill>
                <a:srgbClr val="FFC000"/>
              </a:solidFill>
            </a:endParaRPr>
          </a:p>
        </p:txBody>
      </p:sp>
      <p:sp>
        <p:nvSpPr>
          <p:cNvPr id="99" name="TextBox 98">
            <a:extLst>
              <a:ext uri="{FF2B5EF4-FFF2-40B4-BE49-F238E27FC236}">
                <a16:creationId xmlns:a16="http://schemas.microsoft.com/office/drawing/2014/main" id="{42B84237-136C-E783-D611-F75B076547C4}"/>
              </a:ext>
            </a:extLst>
          </p:cNvPr>
          <p:cNvSpPr>
            <a:spLocks noGrp="1"/>
          </p:cNvSpPr>
          <p:nvPr/>
        </p:nvSpPr>
        <p:spPr>
          <a:xfrm>
            <a:off x="1635440" y="5045410"/>
            <a:ext cx="2474559" cy="276999"/>
          </a:xfrm>
          <a:prstGeom prst="rect">
            <a:avLst/>
          </a:prstGeom>
          <a:noFill/>
        </p:spPr>
        <p:txBody>
          <a:bodyPr wrap="square">
            <a:normAutofit/>
          </a:bodyPr>
          <a:lstStyle/>
          <a:p>
            <a:pPr algn="ctr">
              <a:buNone/>
            </a:pPr>
            <a:r>
              <a:rPr sz="1200" dirty="0">
                <a:solidFill>
                  <a:schemeClr val="bg1"/>
                </a:solidFill>
                <a:latin typeface="+mj-lt"/>
                <a:ea typeface="+mj-lt"/>
                <a:cs typeface="+mj-lt"/>
              </a:rPr>
              <a:t>STRATEGIC PLAN</a:t>
            </a:r>
          </a:p>
        </p:txBody>
      </p:sp>
      <p:sp>
        <p:nvSpPr>
          <p:cNvPr id="100" name="TextBox 99">
            <a:extLst>
              <a:ext uri="{FF2B5EF4-FFF2-40B4-BE49-F238E27FC236}">
                <a16:creationId xmlns:a16="http://schemas.microsoft.com/office/drawing/2014/main" id="{F6187444-E2AB-60D3-6C7B-8F57897647A8}"/>
              </a:ext>
            </a:extLst>
          </p:cNvPr>
          <p:cNvSpPr>
            <a:spLocks noGrp="1"/>
          </p:cNvSpPr>
          <p:nvPr/>
        </p:nvSpPr>
        <p:spPr>
          <a:xfrm>
            <a:off x="1229978" y="5236418"/>
            <a:ext cx="3143362" cy="523220"/>
          </a:xfrm>
          <a:prstGeom prst="rect">
            <a:avLst/>
          </a:prstGeom>
          <a:noFill/>
        </p:spPr>
        <p:txBody>
          <a:bodyPr wrap="square">
            <a:spAutoFit/>
          </a:bodyPr>
          <a:lstStyle>
            <a:defPPr algn="ctr">
              <a:defRPr sz="2800" b="1" spc="0">
                <a:solidFill>
                  <a:srgbClr val="FFFFFF"/>
                </a:solidFill>
                <a:latin typeface="Montserrat ExtraBold"/>
                <a:ea typeface="Montserrat ExtraBold"/>
                <a:cs typeface="Montserrat ExtraBold"/>
              </a:defRPr>
            </a:defPPr>
          </a:lstStyle>
          <a:p>
            <a:pPr algn="ctr">
              <a:buNone/>
              <a:defRPr sz="2800" b="1" spc="0">
                <a:solidFill>
                  <a:srgbClr val="FFFFFF"/>
                </a:solidFill>
                <a:latin typeface="Montserrat ExtraBold"/>
                <a:ea typeface="Montserrat ExtraBold"/>
                <a:cs typeface="Montserrat ExtraBold"/>
              </a:defRPr>
            </a:pPr>
            <a:r>
              <a:rPr sz="2800" b="1" spc="0">
                <a:solidFill>
                  <a:srgbClr val="FFFFFF"/>
                </a:solidFill>
                <a:latin typeface="Montserrat ExtraBold"/>
                <a:ea typeface="Montserrat ExtraBold"/>
                <a:cs typeface="Montserrat ExtraBold"/>
              </a:rPr>
              <a:t>2024–2028</a:t>
            </a:r>
            <a:endParaRPr sz="2800" spc="0">
              <a:solidFill>
                <a:srgbClr val="FFC000"/>
              </a:solidFill>
            </a:endParaRPr>
          </a:p>
        </p:txBody>
      </p:sp>
      <p:sp>
        <p:nvSpPr>
          <p:cNvPr id="101" name="TextBox 100">
            <a:extLst>
              <a:ext uri="{FF2B5EF4-FFF2-40B4-BE49-F238E27FC236}">
                <a16:creationId xmlns:a16="http://schemas.microsoft.com/office/drawing/2014/main" id="{4AAB0B58-E773-FD81-973D-C044548F63A6}"/>
              </a:ext>
            </a:extLst>
          </p:cNvPr>
          <p:cNvSpPr>
            <a:spLocks noGrp="1"/>
          </p:cNvSpPr>
          <p:nvPr/>
        </p:nvSpPr>
        <p:spPr>
          <a:xfrm>
            <a:off x="5085693" y="1434391"/>
            <a:ext cx="3143362" cy="646331"/>
          </a:xfrm>
          <a:prstGeom prst="rect">
            <a:avLst/>
          </a:prstGeom>
          <a:noFill/>
        </p:spPr>
        <p:txBody>
          <a:bodyPr wrap="square">
            <a:normAutofit/>
          </a:bodyPr>
          <a:lstStyle/>
          <a:p>
            <a:pPr algn="ctr">
              <a:buNone/>
            </a:pPr>
            <a:r>
              <a:rPr sz="1800" b="1" dirty="0">
                <a:solidFill>
                  <a:schemeClr val="bg1"/>
                </a:solidFill>
                <a:latin typeface="Montserrat ExtraBold"/>
                <a:ea typeface="Montserrat ExtraBold"/>
                <a:cs typeface="Montserrat ExtraBold"/>
              </a:rPr>
              <a:t>CRITERIA AND METHODOLOGY</a:t>
            </a:r>
            <a:endParaRPr dirty="0"/>
          </a:p>
        </p:txBody>
      </p:sp>
      <p:sp>
        <p:nvSpPr>
          <p:cNvPr id="103" name="TextBox 13">
            <a:extLst>
              <a:ext uri="{FF2B5EF4-FFF2-40B4-BE49-F238E27FC236}">
                <a16:creationId xmlns:a16="http://schemas.microsoft.com/office/drawing/2014/main" id="{67417211-7D16-1C41-E4F0-C58EF05DA20A}"/>
              </a:ext>
            </a:extLst>
          </p:cNvPr>
          <p:cNvSpPr>
            <a:spLocks noGrp="1"/>
          </p:cNvSpPr>
          <p:nvPr/>
        </p:nvSpPr>
        <p:spPr>
          <a:xfrm>
            <a:off x="6625782" y="2443667"/>
            <a:ext cx="1857413" cy="646331"/>
          </a:xfrm>
          <a:prstGeom prst="rect">
            <a:avLst/>
          </a:prstGeom>
          <a:noFill/>
        </p:spPr>
        <p:txBody>
          <a:bodyPr wrap="square">
            <a:normAutofit fontScale="92500"/>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a:buNone/>
            </a:pPr>
            <a:r>
              <a:rPr lang="en-US" spc="-170" dirty="0">
                <a:solidFill>
                  <a:schemeClr val="bg1"/>
                </a:solidFill>
                <a:latin typeface="Montserrat ExtraBold"/>
                <a:ea typeface="Montserrat ExtraBold"/>
                <a:cs typeface="Montserrat ExtraBold"/>
              </a:rPr>
              <a:t>INTERNATIONAL</a:t>
            </a:r>
            <a:endParaRPr spc="-170" dirty="0">
              <a:solidFill>
                <a:schemeClr val="bg1"/>
              </a:solidFill>
              <a:latin typeface="Montserrat ExtraBold"/>
              <a:ea typeface="Montserrat ExtraBold"/>
              <a:cs typeface="Montserrat ExtraBold"/>
            </a:endParaRPr>
          </a:p>
          <a:p>
            <a:pPr algn="ctr">
              <a:buNone/>
            </a:pPr>
            <a:r>
              <a:rPr lang="en-US" sz="1700" b="1" dirty="0">
                <a:solidFill>
                  <a:srgbClr val="C0A051"/>
                </a:solidFill>
                <a:latin typeface="Montserrat ExtraBold"/>
              </a:rPr>
              <a:t>organizations</a:t>
            </a:r>
            <a:endParaRPr sz="1700" b="1" dirty="0">
              <a:solidFill>
                <a:srgbClr val="C0A051"/>
              </a:solidFill>
              <a:latin typeface="Montserrat ExtraBold"/>
            </a:endParaRPr>
          </a:p>
        </p:txBody>
      </p:sp>
      <p:sp>
        <p:nvSpPr>
          <p:cNvPr id="104" name="TextBox 13">
            <a:extLst>
              <a:ext uri="{FF2B5EF4-FFF2-40B4-BE49-F238E27FC236}">
                <a16:creationId xmlns:a16="http://schemas.microsoft.com/office/drawing/2014/main" id="{B5E37CE2-7209-905F-B13E-50866CD24761}"/>
              </a:ext>
            </a:extLst>
          </p:cNvPr>
          <p:cNvSpPr>
            <a:spLocks noGrp="1"/>
          </p:cNvSpPr>
          <p:nvPr/>
        </p:nvSpPr>
        <p:spPr>
          <a:xfrm>
            <a:off x="6305525" y="3514634"/>
            <a:ext cx="2773044" cy="826109"/>
          </a:xfrm>
          <a:prstGeom prst="rect">
            <a:avLst/>
          </a:prstGeom>
          <a:noFill/>
        </p:spPr>
        <p:txBody>
          <a:bodyPr wrap="square">
            <a:normAutofit lnSpcReduction="10000"/>
          </a:bodyPr>
          <a:lstStyle>
            <a:defPPr algn="l">
              <a:defRPr sz="17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l">
              <a:buNone/>
              <a:defRPr sz="1700" b="0" spc="0">
                <a:solidFill>
                  <a:srgbClr val="FFFFFF"/>
                </a:solidFill>
                <a:latin typeface="Montserrat ExtraBold"/>
                <a:ea typeface="Montserrat ExtraBold"/>
                <a:cs typeface="Montserrat ExtraBold"/>
              </a:defRPr>
            </a:pPr>
            <a:r>
              <a:rPr sz="1700" b="0" spc="0" dirty="0">
                <a:solidFill>
                  <a:srgbClr val="FFFFFF"/>
                </a:solidFill>
                <a:latin typeface="Montserrat ExtraBold"/>
                <a:ea typeface="Montserrat ExtraBold"/>
                <a:cs typeface="Montserrat ExtraBold"/>
              </a:rPr>
              <a:t>METHODOLOGY</a:t>
            </a:r>
          </a:p>
          <a:p>
            <a:pPr algn="l">
              <a:buNone/>
              <a:defRPr sz="1700" b="0" spc="0">
                <a:solidFill>
                  <a:srgbClr val="FFFFFF"/>
                </a:solidFill>
                <a:latin typeface="Montserrat ExtraBold"/>
                <a:ea typeface="Montserrat ExtraBold"/>
                <a:cs typeface="Montserrat ExtraBold"/>
              </a:defRPr>
            </a:pPr>
            <a:r>
              <a:rPr sz="1700" b="0" spc="0" dirty="0">
                <a:solidFill>
                  <a:srgbClr val="FFFFFF"/>
                </a:solidFill>
                <a:latin typeface="Montserrat ExtraBold"/>
                <a:ea typeface="Montserrat ExtraBold"/>
                <a:cs typeface="Montserrat ExtraBold"/>
              </a:rPr>
              <a:t>matrix and comparison</a:t>
            </a:r>
            <a:endParaRPr sz="1900" spc="0" dirty="0">
              <a:solidFill>
                <a:schemeClr val="bg1"/>
              </a:solidFill>
              <a:latin typeface="Montserrat ExtraBold"/>
              <a:ea typeface="Montserrat ExtraBold"/>
              <a:cs typeface="Montserrat ExtraBold"/>
            </a:endParaRPr>
          </a:p>
        </p:txBody>
      </p:sp>
      <p:sp>
        <p:nvSpPr>
          <p:cNvPr id="105" name="TextBox 13">
            <a:extLst>
              <a:ext uri="{FF2B5EF4-FFF2-40B4-BE49-F238E27FC236}">
                <a16:creationId xmlns:a16="http://schemas.microsoft.com/office/drawing/2014/main" id="{F83D275F-3DD6-9F6E-A00C-D8D6D093C822}"/>
              </a:ext>
            </a:extLst>
          </p:cNvPr>
          <p:cNvSpPr>
            <a:spLocks noGrp="1"/>
          </p:cNvSpPr>
          <p:nvPr/>
        </p:nvSpPr>
        <p:spPr>
          <a:xfrm>
            <a:off x="6512296" y="5383698"/>
            <a:ext cx="2498457" cy="914400"/>
          </a:xfrm>
          <a:prstGeom prst="rect">
            <a:avLst/>
          </a:prstGeom>
          <a:noFill/>
        </p:spPr>
        <p:txBody>
          <a:bodyPr wrap="square">
            <a:normAutofit/>
          </a:bodyPr>
          <a:lstStyle>
            <a:defPPr algn="l">
              <a:defRPr sz="1600" b="1" spc="0">
                <a:solidFill>
                  <a:srgbClr val="DDB048"/>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l">
              <a:buNone/>
              <a:defRPr sz="1600" b="1" spc="0">
                <a:solidFill>
                  <a:srgbClr val="DDB048"/>
                </a:solidFill>
                <a:latin typeface="Montserrat ExtraBold"/>
                <a:ea typeface="Montserrat ExtraBold"/>
                <a:cs typeface="Montserrat ExtraBold"/>
              </a:defRPr>
            </a:pPr>
            <a:r>
              <a:rPr spc="-170" dirty="0">
                <a:solidFill>
                  <a:schemeClr val="bg1"/>
                </a:solidFill>
                <a:latin typeface="Montserrat ExtraBold"/>
              </a:rPr>
              <a:t>RESOURCE GROWTH</a:t>
            </a:r>
          </a:p>
          <a:p>
            <a:pPr algn="ctr">
              <a:defRPr sz="1600" b="1" spc="0">
                <a:solidFill>
                  <a:srgbClr val="DDB048"/>
                </a:solidFill>
                <a:latin typeface="Montserrat ExtraBold"/>
                <a:ea typeface="Montserrat ExtraBold"/>
                <a:cs typeface="Montserrat ExtraBold"/>
              </a:defRPr>
            </a:pPr>
            <a:r>
              <a:rPr sz="1600" b="1" dirty="0">
                <a:solidFill>
                  <a:srgbClr val="C0A051"/>
                </a:solidFill>
                <a:latin typeface="Montserrat ExtraBold"/>
              </a:rPr>
              <a:t>potential for expansion</a:t>
            </a:r>
          </a:p>
        </p:txBody>
      </p:sp>
      <p:sp>
        <p:nvSpPr>
          <p:cNvPr id="106" name="TextBox 13">
            <a:extLst>
              <a:ext uri="{FF2B5EF4-FFF2-40B4-BE49-F238E27FC236}">
                <a16:creationId xmlns:a16="http://schemas.microsoft.com/office/drawing/2014/main" id="{B614305A-6F6E-FE69-FAFE-E78240DE1B6B}"/>
              </a:ext>
            </a:extLst>
          </p:cNvPr>
          <p:cNvSpPr>
            <a:spLocks noGrp="1"/>
          </p:cNvSpPr>
          <p:nvPr/>
        </p:nvSpPr>
        <p:spPr>
          <a:xfrm>
            <a:off x="6211160" y="4558986"/>
            <a:ext cx="3384466" cy="914400"/>
          </a:xfrm>
          <a:prstGeom prst="rect">
            <a:avLst/>
          </a:prstGeom>
          <a:noFill/>
        </p:spPr>
        <p:txBody>
          <a:bodyPr wrap="square">
            <a:normAutofit/>
          </a:bodyPr>
          <a:lstStyle>
            <a:defPPr algn="l">
              <a:defRPr sz="17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l">
              <a:buNone/>
              <a:defRPr sz="1700" b="0" spc="0">
                <a:solidFill>
                  <a:srgbClr val="FFFFFF"/>
                </a:solidFill>
                <a:latin typeface="Montserrat ExtraBold"/>
                <a:ea typeface="Montserrat ExtraBold"/>
                <a:cs typeface="Montserrat ExtraBold"/>
              </a:defRPr>
            </a:pPr>
            <a:r>
              <a:rPr sz="1700" b="0" spc="0" dirty="0">
                <a:solidFill>
                  <a:srgbClr val="FFFFFF"/>
                </a:solidFill>
                <a:latin typeface="Montserrat ExtraBold"/>
                <a:ea typeface="Montserrat ExtraBold"/>
                <a:cs typeface="Montserrat ExtraBold"/>
              </a:rPr>
              <a:t>INDUSTRIAL VALUE CHAIN</a:t>
            </a:r>
          </a:p>
          <a:p>
            <a:pPr algn="l">
              <a:buNone/>
              <a:defRPr sz="1700" b="0" spc="0">
                <a:solidFill>
                  <a:srgbClr val="FFFFFF"/>
                </a:solidFill>
                <a:latin typeface="Montserrat ExtraBold"/>
                <a:ea typeface="Montserrat ExtraBold"/>
                <a:cs typeface="Montserrat ExtraBold"/>
              </a:defRPr>
            </a:pPr>
            <a:r>
              <a:rPr sz="1700" b="0" spc="0" dirty="0">
                <a:solidFill>
                  <a:srgbClr val="FFFFFF"/>
                </a:solidFill>
                <a:latin typeface="Montserrat ExtraBold"/>
                <a:ea typeface="Montserrat ExtraBold"/>
                <a:cs typeface="Montserrat ExtraBold"/>
              </a:rPr>
              <a:t>processing technology</a:t>
            </a:r>
            <a:endParaRPr sz="1500" b="1" spc="0" dirty="0">
              <a:solidFill>
                <a:srgbClr val="C0A051"/>
              </a:solidFill>
              <a:latin typeface="Montserrat ExtraBold"/>
              <a:ea typeface="Montserrat ExtraBold"/>
              <a:cs typeface="Montserrat ExtraBold"/>
            </a:endParaRPr>
          </a:p>
        </p:txBody>
      </p:sp>
      <p:pic>
        <p:nvPicPr>
          <p:cNvPr id="169" name="Graphic 94"/>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91120" y="3407580"/>
            <a:ext cx="797791" cy="797791"/>
          </a:xfrm>
          <a:prstGeom prst="rect">
            <a:avLst/>
          </a:prstGeom>
        </p:spPr>
      </p:pic>
      <p:pic>
        <p:nvPicPr>
          <p:cNvPr id="170" name="Picture 2"/>
          <p:cNvPicPr>
            <a:picLocks noChangeAspect="1"/>
          </p:cNvPicPr>
          <p:nvPr/>
        </p:nvPicPr>
        <p:blipFill>
          <a:blip r:embed="rId7">
            <a:lum bright="70000" contrast="-70000"/>
          </a:blip>
          <a:srcRect/>
          <a:stretch>
            <a:fillRect/>
          </a:stretch>
        </p:blipFill>
        <p:spPr>
          <a:xfrm flipH="1">
            <a:off x="5491120" y="4522022"/>
            <a:ext cx="720258" cy="720258"/>
          </a:xfrm>
          <a:prstGeom prst="rect">
            <a:avLst/>
          </a:prstGeom>
          <a:ln>
            <a:noFill/>
          </a:ln>
        </p:spPr>
      </p:pic>
      <p:pic>
        <p:nvPicPr>
          <p:cNvPr id="171" name="Picture 4"/>
          <p:cNvPicPr>
            <a:picLocks noChangeAspect="1"/>
          </p:cNvPicPr>
          <p:nvPr/>
        </p:nvPicPr>
        <p:blipFill>
          <a:blip r:embed="rId8">
            <a:lum bright="70000" contrast="-70000"/>
          </a:blip>
          <a:srcRect/>
          <a:stretch>
            <a:fillRect/>
          </a:stretch>
        </p:blipFill>
        <p:spPr>
          <a:xfrm>
            <a:off x="5530271" y="5477356"/>
            <a:ext cx="662578" cy="661255"/>
          </a:xfrm>
          <a:prstGeom prst="rect">
            <a:avLst/>
          </a:prstGeom>
        </p:spPr>
      </p:pic>
      <p:pic>
        <p:nvPicPr>
          <p:cNvPr id="172" name="Graphic 109"/>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07733" y="2344106"/>
            <a:ext cx="797791" cy="797791"/>
          </a:xfrm>
          <a:prstGeom prst="rect">
            <a:avLst/>
          </a:prstGeom>
        </p:spPr>
      </p:pic>
      <p:sp>
        <p:nvSpPr>
          <p:cNvPr id="6" name="Google Shape;70;p15">
            <a:extLst>
              <a:ext uri="{FF2B5EF4-FFF2-40B4-BE49-F238E27FC236}">
                <a16:creationId xmlns:a16="http://schemas.microsoft.com/office/drawing/2014/main" id="{9144DCD0-177A-0802-3FC4-D344DEEE1B5D}"/>
              </a:ext>
            </a:extLst>
          </p:cNvPr>
          <p:cNvSpPr>
            <a:spLocks noGrp="1"/>
          </p:cNvSpPr>
          <p:nvPr/>
        </p:nvSpPr>
        <p:spPr>
          <a:xfrm>
            <a:off x="781653" y="574530"/>
            <a:ext cx="8484845" cy="582300"/>
          </a:xfrm>
          <a:prstGeom prst="rect">
            <a:avLst/>
          </a:prstGeom>
          <a:noFill/>
          <a:ln>
            <a:noFill/>
          </a:ln>
        </p:spPr>
        <p:txBody>
          <a:bodyPr spcFirstLastPara="1" wrap="square" lIns="91425" tIns="45700" rIns="91425" bIns="45700" anchor="t">
            <a:normAutofit/>
          </a:bodyPr>
          <a:lstStyle/>
          <a:p>
            <a:pPr marL="0" marR="0" lvl="0" indent="0" algn="l">
              <a:lnSpc>
                <a:spcPct val="90000"/>
              </a:lnSpc>
              <a:spcBef>
                <a:spcPts val="0"/>
              </a:spcBef>
              <a:spcAft>
                <a:spcPts val="0"/>
              </a:spcAft>
              <a:buClr>
                <a:schemeClr val="lt1"/>
              </a:buClr>
              <a:buSzPts val="3000"/>
              <a:buFont typeface="Montserrat ExtraBold"/>
              <a:buNone/>
            </a:pPr>
            <a:r>
              <a:rPr sz="2200" b="1" dirty="0">
                <a:solidFill>
                  <a:srgbClr val="C0A051"/>
                </a:solidFill>
                <a:latin typeface="Montserrat ExtraBold"/>
                <a:ea typeface="Montserrat ExtraBold"/>
                <a:cs typeface="Montserrat ExtraBold"/>
              </a:rPr>
              <a:t>LIST OF CRITICAL MINERALS</a:t>
            </a:r>
          </a:p>
        </p:txBody>
      </p:sp>
      <p:sp>
        <p:nvSpPr>
          <p:cNvPr id="7" name="Straight Connector 6">
            <a:extLst>
              <a:ext uri="{FF2B5EF4-FFF2-40B4-BE49-F238E27FC236}">
                <a16:creationId xmlns:a16="http://schemas.microsoft.com/office/drawing/2014/main" id="{57D067B6-1AEE-4AB7-B9FA-CEA4DD4BF913}"/>
              </a:ext>
            </a:extLst>
          </p:cNvPr>
          <p:cNvSpPr>
            <a:spLocks noGrp="1"/>
          </p:cNvSpPr>
          <p:nvPr/>
        </p:nvSpPr>
        <p:spPr>
          <a:xfrm flipV="1">
            <a:off x="387314" y="6742590"/>
            <a:ext cx="0" cy="541683"/>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4" name="TextBox 13">
            <a:extLst>
              <a:ext uri="{FF2B5EF4-FFF2-40B4-BE49-F238E27FC236}">
                <a16:creationId xmlns:a16="http://schemas.microsoft.com/office/drawing/2014/main" id="{D8A7D86C-14DB-8241-1E2D-9487C59A680C}"/>
              </a:ext>
            </a:extLst>
          </p:cNvPr>
          <p:cNvSpPr>
            <a:spLocks noGrp="1"/>
          </p:cNvSpPr>
          <p:nvPr/>
        </p:nvSpPr>
        <p:spPr>
          <a:xfrm>
            <a:off x="9568662" y="4984518"/>
            <a:ext cx="2827041" cy="338554"/>
          </a:xfrm>
          <a:prstGeom prst="rect">
            <a:avLst/>
          </a:prstGeom>
          <a:noFill/>
        </p:spPr>
        <p:txBody>
          <a:bodyPr wrap="square">
            <a:norm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a:buNone/>
            </a:pPr>
            <a:endParaRPr sz="1600" b="1" dirty="0">
              <a:solidFill>
                <a:srgbClr val="C0A051"/>
              </a:solidFill>
              <a:latin typeface="Montserrat ExtraBold"/>
              <a:ea typeface="Montserrat ExtraBold"/>
              <a:cs typeface="Montserrat ExtraBold"/>
            </a:endParaRPr>
          </a:p>
        </p:txBody>
      </p:sp>
      <p:pic>
        <p:nvPicPr>
          <p:cNvPr id="176" name="Picture 4"/>
          <p:cNvPicPr>
            <a:picLocks noChangeAspect="1"/>
          </p:cNvPicPr>
          <p:nvPr/>
        </p:nvPicPr>
        <p:blipFill>
          <a:blip r:embed="rId10"/>
          <a:stretch>
            <a:fillRect/>
          </a:stretch>
        </p:blipFill>
        <p:spPr>
          <a:xfrm>
            <a:off x="12539675" y="374315"/>
            <a:ext cx="640080" cy="640080"/>
          </a:xfrm>
          <a:prstGeom prst="rect">
            <a:avLst/>
          </a:prstGeom>
        </p:spPr>
      </p:pic>
      <p:pic>
        <p:nvPicPr>
          <p:cNvPr id="5" name="Picture 4">
            <a:extLst>
              <a:ext uri="{FF2B5EF4-FFF2-40B4-BE49-F238E27FC236}">
                <a16:creationId xmlns:a16="http://schemas.microsoft.com/office/drawing/2014/main" id="{1DDBFE90-63E3-E419-203E-1B6FC191E44F}"/>
              </a:ext>
            </a:extLst>
          </p:cNvPr>
          <p:cNvPicPr>
            <a:picLocks noChangeAspect="1"/>
          </p:cNvPicPr>
          <p:nvPr/>
        </p:nvPicPr>
        <p:blipFill>
          <a:blip r:embed="rId11"/>
          <a:stretch>
            <a:fillRect/>
          </a:stretch>
        </p:blipFill>
        <p:spPr>
          <a:xfrm>
            <a:off x="426940" y="4908084"/>
            <a:ext cx="1606075" cy="906398"/>
          </a:xfrm>
          <a:prstGeom prst="rect">
            <a:avLst/>
          </a:prstGeom>
        </p:spPr>
      </p:pic>
      <p:pic>
        <p:nvPicPr>
          <p:cNvPr id="9" name="Picture 8">
            <a:extLst>
              <a:ext uri="{FF2B5EF4-FFF2-40B4-BE49-F238E27FC236}">
                <a16:creationId xmlns:a16="http://schemas.microsoft.com/office/drawing/2014/main" id="{57D8B565-CAD6-71FE-A325-C372E8FDD684}"/>
              </a:ext>
            </a:extLst>
          </p:cNvPr>
          <p:cNvPicPr>
            <a:picLocks noChangeAspect="1"/>
          </p:cNvPicPr>
          <p:nvPr/>
        </p:nvPicPr>
        <p:blipFill>
          <a:blip r:embed="rId11"/>
          <a:stretch>
            <a:fillRect/>
          </a:stretch>
        </p:blipFill>
        <p:spPr>
          <a:xfrm>
            <a:off x="10426866" y="2044855"/>
            <a:ext cx="1496045" cy="844303"/>
          </a:xfrm>
          <a:prstGeom prst="rect">
            <a:avLst/>
          </a:prstGeom>
        </p:spPr>
      </p:pic>
    </p:spTree>
    <p:extLst>
      <p:ext uri="{BB962C8B-B14F-4D97-AF65-F5344CB8AC3E}">
        <p14:creationId xmlns:p14="http://schemas.microsoft.com/office/powerpoint/2010/main" val="3182288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87870-3D77-2AF5-B74A-CCC620660D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409992-0F60-5196-422C-E6E38B8BC205}"/>
              </a:ext>
            </a:extLst>
          </p:cNvPr>
          <p:cNvSpPr txBox="1"/>
          <p:nvPr/>
        </p:nvSpPr>
        <p:spPr>
          <a:xfrm>
            <a:off x="571500" y="285750"/>
            <a:ext cx="11811000" cy="438150"/>
          </a:xfrm>
          <a:prstGeom prst="rect">
            <a:avLst/>
          </a:prstGeom>
          <a:noFill/>
        </p:spPr>
        <p:txBody>
          <a:bodyPr wrap="square" lIns="62172" tIns="62172" rIns="62172" bIns="62172" anchor="t">
            <a:spAutoFit/>
          </a:bodyPr>
          <a:lstStyle>
            <a:defPPr algn="l">
              <a:defRPr sz="26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2600" b="1" spc="0">
                <a:solidFill>
                  <a:srgbClr val="FFFFFF"/>
                </a:solidFill>
                <a:latin typeface="Aptos"/>
                <a:ea typeface="Aptos"/>
                <a:cs typeface="Aptos"/>
              </a:defRPr>
            </a:pPr>
            <a:r>
              <a:rPr sz="2600" b="1" i="0" u="none" strike="noStrike" cap="none" spc="0" baseline="0">
                <a:ln>
                  <a:noFill/>
                </a:ln>
                <a:solidFill>
                  <a:srgbClr val="FFFFFF"/>
                </a:solidFill>
                <a:latin typeface="Aptos"/>
                <a:ea typeface="Aptos"/>
                <a:cs typeface="Aptos"/>
              </a:rPr>
              <a:t>MONGOLIA–KOREA COOPERATION ON CRITICAL MINERALS</a:t>
            </a:r>
            <a:endParaRPr sz="2833" b="1" i="0" u="none" strike="noStrike" kern="1200" cap="none" spc="0" baseline="0">
              <a:ln>
                <a:noFill/>
              </a:ln>
              <a:solidFill>
                <a:srgbClr val="FFFFFF"/>
              </a:solidFill>
              <a:latin typeface="Aptos"/>
              <a:ea typeface="Aptos"/>
              <a:cs typeface="Aptos"/>
            </a:endParaRPr>
          </a:p>
        </p:txBody>
      </p:sp>
      <p:sp>
        <p:nvSpPr>
          <p:cNvPr id="11" name="Rectangle 10">
            <a:extLst>
              <a:ext uri="{FF2B5EF4-FFF2-40B4-BE49-F238E27FC236}">
                <a16:creationId xmlns:a16="http://schemas.microsoft.com/office/drawing/2014/main" id="{A20EDB42-C940-013D-B113-DEF4474B4ADD}"/>
              </a:ext>
            </a:extLst>
          </p:cNvPr>
          <p:cNvSpPr/>
          <p:nvPr/>
        </p:nvSpPr>
        <p:spPr>
          <a:xfrm>
            <a:off x="600996" y="1036647"/>
            <a:ext cx="1222717" cy="56991"/>
          </a:xfrm>
          <a:prstGeom prst="rect">
            <a:avLst/>
          </a:prstGeom>
          <a:solidFill>
            <a:srgbClr val="0F777D"/>
          </a:solidFill>
          <a:ln>
            <a:solidFill>
              <a:srgbClr val="0F777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15" name="TextBox 14">
            <a:extLst>
              <a:ext uri="{FF2B5EF4-FFF2-40B4-BE49-F238E27FC236}">
                <a16:creationId xmlns:a16="http://schemas.microsoft.com/office/drawing/2014/main" id="{E6FCC0F4-2A22-9880-CD14-3FB06BD03109}"/>
              </a:ext>
            </a:extLst>
          </p:cNvPr>
          <p:cNvSpPr txBox="1"/>
          <p:nvPr/>
        </p:nvSpPr>
        <p:spPr>
          <a:xfrm>
            <a:off x="704850" y="809625"/>
            <a:ext cx="11811000" cy="257175"/>
          </a:xfrm>
          <a:prstGeom prst="rect">
            <a:avLst/>
          </a:prstGeom>
          <a:noFill/>
        </p:spPr>
        <p:txBody>
          <a:bodyPr wrap="square" lIns="62172" tIns="62172" rIns="62172" bIns="62172" anchor="t">
            <a:spAutoFit/>
          </a:bodyPr>
          <a:lstStyle>
            <a:defPPr algn="l">
              <a:defRPr sz="1200"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200" b="0" spc="0">
                <a:solidFill>
                  <a:srgbClr val="FFFFFF"/>
                </a:solidFill>
                <a:latin typeface="Aptos"/>
                <a:ea typeface="Aptos"/>
                <a:cs typeface="Aptos"/>
              </a:defRPr>
            </a:pPr>
            <a:r>
              <a:rPr sz="1200" b="0" i="0" u="none" strike="noStrike" cap="none" spc="0" baseline="0">
                <a:ln>
                  <a:noFill/>
                </a:ln>
                <a:solidFill>
                  <a:srgbClr val="FFFFFF"/>
                </a:solidFill>
                <a:latin typeface="Aptos"/>
                <a:ea typeface="Aptos"/>
                <a:cs typeface="Aptos"/>
              </a:rPr>
              <a:t>Proposed projects under the existing cooperation framework</a:t>
            </a:r>
            <a:endParaRPr sz="1133" b="0" i="0" u="none" strike="noStrike" kern="1200" cap="none" spc="0" baseline="0">
              <a:ln>
                <a:noFill/>
              </a:ln>
              <a:solidFill>
                <a:srgbClr val="FFFFFF"/>
              </a:solidFill>
              <a:latin typeface="Aptos"/>
              <a:ea typeface="Aptos"/>
              <a:cs typeface="Aptos"/>
            </a:endParaRPr>
          </a:p>
        </p:txBody>
      </p:sp>
      <p:sp>
        <p:nvSpPr>
          <p:cNvPr id="17" name="TextBox 16">
            <a:extLst>
              <a:ext uri="{FF2B5EF4-FFF2-40B4-BE49-F238E27FC236}">
                <a16:creationId xmlns:a16="http://schemas.microsoft.com/office/drawing/2014/main" id="{2E838158-3360-7388-2779-2C168E2ADD2E}"/>
              </a:ext>
            </a:extLst>
          </p:cNvPr>
          <p:cNvSpPr txBox="1"/>
          <p:nvPr/>
        </p:nvSpPr>
        <p:spPr>
          <a:xfrm>
            <a:off x="704617" y="1326784"/>
            <a:ext cx="12434411" cy="753422"/>
          </a:xfrm>
          <a:prstGeom prst="rect">
            <a:avLst/>
          </a:prstGeom>
          <a:noFill/>
        </p:spPr>
        <p:txBody>
          <a:bodyPr wrap="square" lIns="62172" tIns="62172" rIns="62172" bIns="62172" anchor="t">
            <a:spAutoFit/>
          </a:bodyPr>
          <a:lstStyle>
            <a:defPPr algn="l">
              <a:defRPr sz="19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900" b="1" spc="0">
                <a:solidFill>
                  <a:srgbClr val="FFFFFF"/>
                </a:solidFill>
                <a:latin typeface="Aptos"/>
                <a:ea typeface="Aptos"/>
                <a:cs typeface="Aptos"/>
              </a:defRPr>
            </a:pPr>
            <a:r>
              <a:rPr sz="1900" b="1" i="0" u="none" strike="noStrike" cap="none" spc="0" baseline="0">
                <a:ln>
                  <a:noFill/>
                </a:ln>
                <a:solidFill>
                  <a:srgbClr val="FFFFFF"/>
                </a:solidFill>
                <a:latin typeface="Aptos"/>
                <a:ea typeface="Aptos"/>
                <a:cs typeface="Aptos"/>
              </a:rPr>
              <a:t>Objective: Connect Mongolia’s mineral resources and projects with Korean research, processing technology, and industrial demand.</a:t>
            </a:r>
            <a:endParaRPr sz="2040" b="1" i="0" u="none" strike="noStrike" kern="1200" cap="none" spc="0" baseline="0">
              <a:ln>
                <a:noFill/>
              </a:ln>
              <a:solidFill>
                <a:srgbClr val="FFFFFF"/>
              </a:solidFill>
              <a:latin typeface="Aptos"/>
              <a:ea typeface="Aptos"/>
              <a:cs typeface="Aptos"/>
            </a:endParaRPr>
          </a:p>
        </p:txBody>
      </p:sp>
      <p:sp>
        <p:nvSpPr>
          <p:cNvPr id="19" name="Rounded Rectangle 6">
            <a:extLst>
              <a:ext uri="{FF2B5EF4-FFF2-40B4-BE49-F238E27FC236}">
                <a16:creationId xmlns:a16="http://schemas.microsoft.com/office/drawing/2014/main" id="{07543130-409D-2CEE-4A99-18C29C400D80}"/>
              </a:ext>
            </a:extLst>
          </p:cNvPr>
          <p:cNvSpPr/>
          <p:nvPr/>
        </p:nvSpPr>
        <p:spPr>
          <a:xfrm>
            <a:off x="673530" y="2300812"/>
            <a:ext cx="3958288" cy="1761542"/>
          </a:xfrm>
          <a:prstGeom prst="roundRect">
            <a:avLst/>
          </a:prstGeom>
          <a:gradFill flip="none" rotWithShape="1">
            <a:gsLst>
              <a:gs pos="0">
                <a:schemeClr val="tx1">
                  <a:lumMod val="90000"/>
                  <a:lumOff val="10000"/>
                  <a:shade val="30000"/>
                  <a:satMod val="115000"/>
                </a:schemeClr>
              </a:gs>
              <a:gs pos="50000">
                <a:schemeClr val="tx1">
                  <a:lumMod val="90000"/>
                  <a:lumOff val="10000"/>
                  <a:shade val="67500"/>
                  <a:satMod val="115000"/>
                </a:schemeClr>
              </a:gs>
              <a:gs pos="100000">
                <a:schemeClr val="tx1">
                  <a:lumMod val="90000"/>
                  <a:lumOff val="10000"/>
                  <a:shade val="100000"/>
                  <a:satMod val="115000"/>
                </a:schemeClr>
              </a:gs>
            </a:gsLst>
            <a:lin ang="162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dirty="0">
              <a:ln>
                <a:noFill/>
              </a:ln>
              <a:solidFill>
                <a:srgbClr val="004242"/>
              </a:solidFill>
              <a:effectLst/>
              <a:uLnTx/>
              <a:uFillTx/>
              <a:latin typeface="Montserrat Medium"/>
              <a:ea typeface="+mn-ea"/>
              <a:cs typeface="+mn-cs"/>
            </a:endParaRPr>
          </a:p>
        </p:txBody>
      </p:sp>
      <p:sp>
        <p:nvSpPr>
          <p:cNvPr id="21" name="TextBox 20">
            <a:extLst>
              <a:ext uri="{FF2B5EF4-FFF2-40B4-BE49-F238E27FC236}">
                <a16:creationId xmlns:a16="http://schemas.microsoft.com/office/drawing/2014/main" id="{C61AD3D9-50CC-ECA9-4350-BCC9D8485FFF}"/>
              </a:ext>
            </a:extLst>
          </p:cNvPr>
          <p:cNvSpPr txBox="1"/>
          <p:nvPr/>
        </p:nvSpPr>
        <p:spPr>
          <a:xfrm>
            <a:off x="818598" y="2675574"/>
            <a:ext cx="3668151" cy="352223"/>
          </a:xfrm>
          <a:prstGeom prst="rect">
            <a:avLst/>
          </a:prstGeom>
          <a:noFill/>
        </p:spPr>
        <p:txBody>
          <a:bodyPr wrap="square" lIns="62172" tIns="62172" rIns="62172" bIns="62172" anchor="t">
            <a:spAutoFit/>
          </a:bodyPr>
          <a:lstStyle>
            <a:defPPr algn="l">
              <a:defRPr sz="15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500" b="1" spc="0">
                <a:solidFill>
                  <a:srgbClr val="FFFFFF"/>
                </a:solidFill>
                <a:latin typeface="Aptos"/>
                <a:ea typeface="Aptos"/>
                <a:cs typeface="Aptos"/>
              </a:defRPr>
            </a:pPr>
            <a:r>
              <a:rPr sz="1500" b="1" i="0" u="none" strike="noStrike" cap="none" spc="0" baseline="0">
                <a:ln>
                  <a:noFill/>
                </a:ln>
                <a:solidFill>
                  <a:srgbClr val="FFFFFF"/>
                </a:solidFill>
                <a:latin typeface="Aptos"/>
                <a:ea typeface="Aptos"/>
                <a:cs typeface="Aptos"/>
              </a:rPr>
              <a:t>Cooperation with KIGAM</a:t>
            </a:r>
            <a:endParaRPr sz="1473" b="1" i="0" u="none" strike="noStrike" kern="1200" cap="none" spc="0" baseline="0">
              <a:ln>
                <a:noFill/>
              </a:ln>
              <a:solidFill>
                <a:srgbClr val="FFFFFF"/>
              </a:solidFill>
              <a:latin typeface="Aptos"/>
              <a:ea typeface="Aptos"/>
              <a:cs typeface="Aptos"/>
            </a:endParaRPr>
          </a:p>
        </p:txBody>
      </p:sp>
      <p:sp>
        <p:nvSpPr>
          <p:cNvPr id="23" name="TextBox 22">
            <a:extLst>
              <a:ext uri="{FF2B5EF4-FFF2-40B4-BE49-F238E27FC236}">
                <a16:creationId xmlns:a16="http://schemas.microsoft.com/office/drawing/2014/main" id="{EF6F6FAA-70C2-ED5F-3920-4C8018A8AC1A}"/>
              </a:ext>
            </a:extLst>
          </p:cNvPr>
          <p:cNvSpPr txBox="1"/>
          <p:nvPr/>
        </p:nvSpPr>
        <p:spPr>
          <a:xfrm>
            <a:off x="818598" y="3435457"/>
            <a:ext cx="3626703" cy="474243"/>
          </a:xfrm>
          <a:prstGeom prst="rect">
            <a:avLst/>
          </a:prstGeom>
          <a:noFill/>
        </p:spPr>
        <p:txBody>
          <a:bodyPr wrap="square" lIns="62172" tIns="62172" rIns="62172" bIns="62172" anchor="t">
            <a:spAutoFit/>
          </a:bodyPr>
          <a:lstStyle>
            <a:defPPr algn="l">
              <a:defRPr sz="1133"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FFFFFF"/>
                </a:solidFill>
                <a:latin typeface="Aptos"/>
                <a:ea typeface="Aptos"/>
                <a:cs typeface="Aptos"/>
              </a:defRPr>
            </a:pPr>
            <a:r>
              <a:rPr sz="1133" b="0" i="0" u="none" strike="noStrike" cap="none" spc="0" baseline="0">
                <a:ln>
                  <a:noFill/>
                </a:ln>
                <a:solidFill>
                  <a:srgbClr val="FFFFFF"/>
                </a:solidFill>
                <a:latin typeface="Aptos"/>
                <a:ea typeface="Aptos"/>
                <a:cs typeface="Aptos"/>
              </a:rPr>
              <a:t>Cooperation on rare metals supply chains.</a:t>
            </a:r>
            <a:endParaRPr sz="1133" b="0" i="0" u="none" strike="noStrike" kern="1200" cap="none" spc="0" baseline="0">
              <a:ln>
                <a:noFill/>
              </a:ln>
              <a:solidFill>
                <a:srgbClr val="FFFFFF"/>
              </a:solidFill>
              <a:latin typeface="Aptos"/>
              <a:ea typeface="Aptos"/>
              <a:cs typeface="Aptos"/>
            </a:endParaRPr>
          </a:p>
        </p:txBody>
      </p:sp>
      <p:sp>
        <p:nvSpPr>
          <p:cNvPr id="25" name="Rounded Rectangle 10">
            <a:extLst>
              <a:ext uri="{FF2B5EF4-FFF2-40B4-BE49-F238E27FC236}">
                <a16:creationId xmlns:a16="http://schemas.microsoft.com/office/drawing/2014/main" id="{6355A80E-0921-A788-449E-3F316F08ECF6}"/>
              </a:ext>
            </a:extLst>
          </p:cNvPr>
          <p:cNvSpPr/>
          <p:nvPr/>
        </p:nvSpPr>
        <p:spPr>
          <a:xfrm>
            <a:off x="4921954" y="2300812"/>
            <a:ext cx="3958288" cy="1761542"/>
          </a:xfrm>
          <a:prstGeom prst="roundRect">
            <a:avLst/>
          </a:prstGeom>
          <a:gradFill flip="none" rotWithShape="1">
            <a:gsLst>
              <a:gs pos="0">
                <a:schemeClr val="tx1">
                  <a:lumMod val="90000"/>
                  <a:lumOff val="10000"/>
                  <a:shade val="30000"/>
                  <a:satMod val="115000"/>
                </a:schemeClr>
              </a:gs>
              <a:gs pos="50000">
                <a:schemeClr val="tx1">
                  <a:lumMod val="90000"/>
                  <a:lumOff val="10000"/>
                  <a:shade val="67500"/>
                  <a:satMod val="115000"/>
                </a:schemeClr>
              </a:gs>
              <a:gs pos="100000">
                <a:schemeClr val="tx1">
                  <a:lumMod val="90000"/>
                  <a:lumOff val="10000"/>
                  <a:shade val="100000"/>
                  <a:satMod val="115000"/>
                </a:schemeClr>
              </a:gs>
            </a:gsLst>
            <a:lin ang="162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27" name="TextBox 26">
            <a:extLst>
              <a:ext uri="{FF2B5EF4-FFF2-40B4-BE49-F238E27FC236}">
                <a16:creationId xmlns:a16="http://schemas.microsoft.com/office/drawing/2014/main" id="{6EDFCE15-DA54-9DB6-450E-212BA7F89D02}"/>
              </a:ext>
            </a:extLst>
          </p:cNvPr>
          <p:cNvSpPr txBox="1"/>
          <p:nvPr/>
        </p:nvSpPr>
        <p:spPr>
          <a:xfrm>
            <a:off x="5046298" y="2593872"/>
            <a:ext cx="3668151" cy="352223"/>
          </a:xfrm>
          <a:prstGeom prst="rect">
            <a:avLst/>
          </a:prstGeom>
          <a:noFill/>
        </p:spPr>
        <p:txBody>
          <a:bodyPr wrap="square" lIns="62172" tIns="62172" rIns="62172" bIns="62172" anchor="t">
            <a:spAutoFit/>
          </a:bodyPr>
          <a:lstStyle>
            <a:defPPr algn="l">
              <a:defRPr sz="15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500" b="1" spc="0">
                <a:solidFill>
                  <a:srgbClr val="FFFFFF"/>
                </a:solidFill>
                <a:latin typeface="Aptos"/>
                <a:ea typeface="Aptos"/>
                <a:cs typeface="Aptos"/>
              </a:defRPr>
            </a:pPr>
            <a:r>
              <a:rPr sz="1500" b="1" i="0" u="none" strike="noStrike" cap="none" spc="0" baseline="0">
                <a:ln>
                  <a:noFill/>
                </a:ln>
                <a:solidFill>
                  <a:srgbClr val="FFFFFF"/>
                </a:solidFill>
                <a:latin typeface="Aptos"/>
                <a:ea typeface="Aptos"/>
                <a:cs typeface="Aptos"/>
              </a:rPr>
              <a:t>Cooperation with KOMIR</a:t>
            </a:r>
          </a:p>
        </p:txBody>
      </p:sp>
      <p:sp>
        <p:nvSpPr>
          <p:cNvPr id="29" name="TextBox 28">
            <a:extLst>
              <a:ext uri="{FF2B5EF4-FFF2-40B4-BE49-F238E27FC236}">
                <a16:creationId xmlns:a16="http://schemas.microsoft.com/office/drawing/2014/main" id="{CF9067D2-F219-18F5-9601-755C0472148E}"/>
              </a:ext>
            </a:extLst>
          </p:cNvPr>
          <p:cNvSpPr txBox="1"/>
          <p:nvPr/>
        </p:nvSpPr>
        <p:spPr>
          <a:xfrm>
            <a:off x="5108470" y="3499126"/>
            <a:ext cx="3626703" cy="474243"/>
          </a:xfrm>
          <a:prstGeom prst="rect">
            <a:avLst/>
          </a:prstGeom>
          <a:noFill/>
        </p:spPr>
        <p:txBody>
          <a:bodyPr wrap="square" lIns="62172" tIns="62172" rIns="62172" bIns="62172" anchor="t">
            <a:spAutoFit/>
          </a:bodyPr>
          <a:lstStyle>
            <a:defPPr algn="l">
              <a:defRPr sz="1133"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FFFFFF"/>
                </a:solidFill>
                <a:latin typeface="Aptos"/>
                <a:ea typeface="Aptos"/>
                <a:cs typeface="Aptos"/>
              </a:defRPr>
            </a:pPr>
            <a:r>
              <a:rPr sz="1133" b="0" i="0" u="none" strike="noStrike" cap="none" spc="0" baseline="0">
                <a:ln>
                  <a:noFill/>
                </a:ln>
                <a:solidFill>
                  <a:srgbClr val="FFFFFF"/>
                </a:solidFill>
                <a:latin typeface="Aptos"/>
                <a:ea typeface="Aptos"/>
                <a:cs typeface="Aptos"/>
              </a:rPr>
              <a:t>Potential joint exploration, smart mining, and processing tests.</a:t>
            </a:r>
            <a:endParaRPr sz="1133" b="0" i="0" u="none" strike="noStrike" kern="1200" cap="none" spc="0" baseline="0">
              <a:ln>
                <a:noFill/>
              </a:ln>
              <a:solidFill>
                <a:srgbClr val="FFFFFF"/>
              </a:solidFill>
              <a:latin typeface="Aptos"/>
              <a:ea typeface="Aptos"/>
              <a:cs typeface="Aptos"/>
            </a:endParaRPr>
          </a:p>
        </p:txBody>
      </p:sp>
      <p:sp>
        <p:nvSpPr>
          <p:cNvPr id="31" name="Rounded Rectangle 14">
            <a:extLst>
              <a:ext uri="{FF2B5EF4-FFF2-40B4-BE49-F238E27FC236}">
                <a16:creationId xmlns:a16="http://schemas.microsoft.com/office/drawing/2014/main" id="{436BA065-AF9A-A8CC-6963-F2EB371A173F}"/>
              </a:ext>
            </a:extLst>
          </p:cNvPr>
          <p:cNvSpPr/>
          <p:nvPr/>
        </p:nvSpPr>
        <p:spPr>
          <a:xfrm>
            <a:off x="9170378" y="2300812"/>
            <a:ext cx="3958288" cy="1761542"/>
          </a:xfrm>
          <a:prstGeom prst="roundRect">
            <a:avLst/>
          </a:prstGeom>
          <a:gradFill flip="none" rotWithShape="1">
            <a:gsLst>
              <a:gs pos="0">
                <a:schemeClr val="tx1">
                  <a:lumMod val="90000"/>
                  <a:lumOff val="10000"/>
                  <a:shade val="30000"/>
                  <a:satMod val="115000"/>
                </a:schemeClr>
              </a:gs>
              <a:gs pos="50000">
                <a:schemeClr val="tx1">
                  <a:lumMod val="90000"/>
                  <a:lumOff val="10000"/>
                  <a:shade val="67500"/>
                  <a:satMod val="115000"/>
                </a:schemeClr>
              </a:gs>
              <a:gs pos="100000">
                <a:schemeClr val="tx1">
                  <a:lumMod val="90000"/>
                  <a:lumOff val="10000"/>
                  <a:shade val="100000"/>
                  <a:satMod val="115000"/>
                </a:schemeClr>
              </a:gs>
            </a:gsLst>
            <a:lin ang="162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33" name="TextBox 32">
            <a:extLst>
              <a:ext uri="{FF2B5EF4-FFF2-40B4-BE49-F238E27FC236}">
                <a16:creationId xmlns:a16="http://schemas.microsoft.com/office/drawing/2014/main" id="{13E1E5C9-4A89-BA64-721E-CDA65370E35C}"/>
              </a:ext>
            </a:extLst>
          </p:cNvPr>
          <p:cNvSpPr txBox="1"/>
          <p:nvPr/>
        </p:nvSpPr>
        <p:spPr>
          <a:xfrm>
            <a:off x="9315445" y="2570799"/>
            <a:ext cx="3668151" cy="352223"/>
          </a:xfrm>
          <a:prstGeom prst="rect">
            <a:avLst/>
          </a:prstGeom>
          <a:noFill/>
        </p:spPr>
        <p:txBody>
          <a:bodyPr wrap="square" lIns="62172" tIns="62172" rIns="62172" bIns="62172" anchor="t">
            <a:spAutoFit/>
          </a:bodyPr>
          <a:lstStyle>
            <a:defPPr algn="l">
              <a:defRPr sz="1473"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473" b="1" spc="0">
                <a:solidFill>
                  <a:srgbClr val="FFFFFF"/>
                </a:solidFill>
                <a:latin typeface="Aptos"/>
                <a:ea typeface="Aptos"/>
                <a:cs typeface="Aptos"/>
              </a:defRPr>
            </a:pPr>
            <a:r>
              <a:rPr sz="1473" b="1" i="0" u="none" strike="noStrike" cap="none" spc="0" baseline="0">
                <a:ln>
                  <a:noFill/>
                </a:ln>
                <a:solidFill>
                  <a:srgbClr val="FFFFFF"/>
                </a:solidFill>
                <a:latin typeface="Aptos"/>
                <a:ea typeface="Aptos"/>
                <a:cs typeface="Aptos"/>
              </a:rPr>
              <a:t>Rare Metals Cooperation Center</a:t>
            </a:r>
            <a:endParaRPr sz="1473" b="1" i="0" u="none" strike="noStrike" kern="1200" cap="none" spc="0" baseline="0">
              <a:ln>
                <a:noFill/>
              </a:ln>
              <a:solidFill>
                <a:srgbClr val="FFFFFF"/>
              </a:solidFill>
              <a:latin typeface="Aptos"/>
              <a:ea typeface="Aptos"/>
              <a:cs typeface="Aptos"/>
            </a:endParaRPr>
          </a:p>
        </p:txBody>
      </p:sp>
      <p:sp>
        <p:nvSpPr>
          <p:cNvPr id="35" name="TextBox 34">
            <a:extLst>
              <a:ext uri="{FF2B5EF4-FFF2-40B4-BE49-F238E27FC236}">
                <a16:creationId xmlns:a16="http://schemas.microsoft.com/office/drawing/2014/main" id="{477F36B9-B927-C0C4-D8C3-91847D2AF6FE}"/>
              </a:ext>
            </a:extLst>
          </p:cNvPr>
          <p:cNvSpPr txBox="1"/>
          <p:nvPr/>
        </p:nvSpPr>
        <p:spPr>
          <a:xfrm>
            <a:off x="9336168" y="3202222"/>
            <a:ext cx="3626703" cy="474243"/>
          </a:xfrm>
          <a:prstGeom prst="rect">
            <a:avLst/>
          </a:prstGeom>
          <a:noFill/>
        </p:spPr>
        <p:txBody>
          <a:bodyPr wrap="square" lIns="62172" tIns="62172" rIns="62172" bIns="62172" anchor="t">
            <a:spAutoFit/>
          </a:bodyPr>
          <a:lstStyle>
            <a:defPPr algn="l">
              <a:defRPr sz="1133"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FFFFFF"/>
                </a:solidFill>
                <a:latin typeface="Aptos"/>
                <a:ea typeface="Aptos"/>
                <a:cs typeface="Aptos"/>
              </a:defRPr>
            </a:pPr>
            <a:r>
              <a:rPr sz="1133" b="0" i="0" u="none" strike="noStrike" cap="none" spc="0" baseline="0">
                <a:ln>
                  <a:noFill/>
                </a:ln>
                <a:solidFill>
                  <a:srgbClr val="FFFFFF"/>
                </a:solidFill>
                <a:latin typeface="Aptos"/>
                <a:ea typeface="Aptos"/>
                <a:cs typeface="Aptos"/>
              </a:rPr>
              <a:t>Korea–Mongolia Rare Metals Cooperation Center and Mongolia’s geological institutions.</a:t>
            </a:r>
            <a:endParaRPr sz="1133" b="0" i="0" u="none" strike="noStrike" kern="1200" cap="none" spc="0" baseline="0">
              <a:ln>
                <a:noFill/>
              </a:ln>
              <a:solidFill>
                <a:srgbClr val="FFFFFF"/>
              </a:solidFill>
              <a:latin typeface="Aptos"/>
              <a:ea typeface="Aptos"/>
              <a:cs typeface="Aptos"/>
            </a:endParaRPr>
          </a:p>
        </p:txBody>
      </p:sp>
      <p:sp>
        <p:nvSpPr>
          <p:cNvPr id="37" name="TextBox 36">
            <a:extLst>
              <a:ext uri="{FF2B5EF4-FFF2-40B4-BE49-F238E27FC236}">
                <a16:creationId xmlns:a16="http://schemas.microsoft.com/office/drawing/2014/main" id="{4329517E-1054-0A04-DEF9-3F4CD9E23715}"/>
              </a:ext>
            </a:extLst>
          </p:cNvPr>
          <p:cNvSpPr txBox="1"/>
          <p:nvPr/>
        </p:nvSpPr>
        <p:spPr>
          <a:xfrm>
            <a:off x="777151" y="4404300"/>
            <a:ext cx="4766524" cy="369599"/>
          </a:xfrm>
          <a:prstGeom prst="rect">
            <a:avLst/>
          </a:prstGeom>
          <a:noFill/>
        </p:spPr>
        <p:txBody>
          <a:bodyPr wrap="square" lIns="62172" tIns="62172" rIns="62172" bIns="62172" anchor="t">
            <a:spAutoFit/>
          </a:bodyPr>
          <a:lstStyle>
            <a:defPPr algn="l">
              <a:defRPr sz="1586"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586" b="1" spc="0">
                <a:solidFill>
                  <a:srgbClr val="FFFFFF"/>
                </a:solidFill>
                <a:latin typeface="Aptos"/>
                <a:ea typeface="Aptos"/>
                <a:cs typeface="Aptos"/>
              </a:defRPr>
            </a:pPr>
            <a:r>
              <a:rPr sz="1586" b="1" i="0" u="none" strike="noStrike" cap="none" spc="0" baseline="0">
                <a:ln>
                  <a:noFill/>
                </a:ln>
                <a:solidFill>
                  <a:srgbClr val="FFFFFF"/>
                </a:solidFill>
                <a:latin typeface="Aptos"/>
                <a:ea typeface="Aptos"/>
                <a:cs typeface="Aptos"/>
              </a:rPr>
              <a:t>POTENTIAL AREAS OF COOPERATION</a:t>
            </a:r>
            <a:endParaRPr sz="1586" b="1" i="0" u="none" strike="noStrike" kern="1200" cap="none" spc="0" baseline="0">
              <a:ln>
                <a:noFill/>
              </a:ln>
              <a:solidFill>
                <a:srgbClr val="FFFFFF"/>
              </a:solidFill>
              <a:latin typeface="Aptos"/>
              <a:ea typeface="Aptos"/>
              <a:cs typeface="Aptos"/>
            </a:endParaRPr>
          </a:p>
        </p:txBody>
      </p:sp>
      <p:sp>
        <p:nvSpPr>
          <p:cNvPr id="39" name="Rounded Rectangle 19">
            <a:extLst>
              <a:ext uri="{FF2B5EF4-FFF2-40B4-BE49-F238E27FC236}">
                <a16:creationId xmlns:a16="http://schemas.microsoft.com/office/drawing/2014/main" id="{62344CAC-768B-EB6F-CF23-5219825390A7}"/>
              </a:ext>
            </a:extLst>
          </p:cNvPr>
          <p:cNvSpPr/>
          <p:nvPr/>
        </p:nvSpPr>
        <p:spPr>
          <a:xfrm>
            <a:off x="642444" y="4821887"/>
            <a:ext cx="3989374" cy="1326337"/>
          </a:xfrm>
          <a:prstGeom prst="roundRect">
            <a:avLst/>
          </a:prstGeom>
          <a:gradFill flip="none" rotWithShape="1">
            <a:gsLst>
              <a:gs pos="0">
                <a:schemeClr val="tx1">
                  <a:lumMod val="90000"/>
                  <a:lumOff val="10000"/>
                  <a:shade val="30000"/>
                  <a:satMod val="115000"/>
                </a:schemeClr>
              </a:gs>
              <a:gs pos="50000">
                <a:schemeClr val="tx1">
                  <a:lumMod val="90000"/>
                  <a:lumOff val="10000"/>
                  <a:shade val="67500"/>
                  <a:satMod val="115000"/>
                </a:schemeClr>
              </a:gs>
              <a:gs pos="100000">
                <a:schemeClr val="tx1">
                  <a:lumMod val="90000"/>
                  <a:lumOff val="10000"/>
                  <a:shade val="100000"/>
                  <a:satMod val="115000"/>
                </a:schemeClr>
              </a:gs>
            </a:gsLst>
            <a:lin ang="162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41" name="Rectangle 40">
            <a:extLst>
              <a:ext uri="{FF2B5EF4-FFF2-40B4-BE49-F238E27FC236}">
                <a16:creationId xmlns:a16="http://schemas.microsoft.com/office/drawing/2014/main" id="{35B372E5-4EBE-7EA3-B5FB-9EFDFDC94F49}"/>
              </a:ext>
            </a:extLst>
          </p:cNvPr>
          <p:cNvSpPr/>
          <p:nvPr/>
        </p:nvSpPr>
        <p:spPr>
          <a:xfrm>
            <a:off x="673530" y="4849867"/>
            <a:ext cx="77715" cy="1222717"/>
          </a:xfrm>
          <a:prstGeom prst="rect">
            <a:avLst/>
          </a:prstGeom>
          <a:solidFill>
            <a:srgbClr val="0F777D"/>
          </a:solidFill>
          <a:ln>
            <a:solidFill>
              <a:srgbClr val="0F777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43" name="TextBox 42">
            <a:extLst>
              <a:ext uri="{FF2B5EF4-FFF2-40B4-BE49-F238E27FC236}">
                <a16:creationId xmlns:a16="http://schemas.microsoft.com/office/drawing/2014/main" id="{A514D08F-EF46-8BA6-9120-9A8A737E263E}"/>
              </a:ext>
            </a:extLst>
          </p:cNvPr>
          <p:cNvSpPr txBox="1"/>
          <p:nvPr/>
        </p:nvSpPr>
        <p:spPr>
          <a:xfrm>
            <a:off x="880771" y="4922401"/>
            <a:ext cx="3626703" cy="369599"/>
          </a:xfrm>
          <a:prstGeom prst="rect">
            <a:avLst/>
          </a:prstGeom>
          <a:noFill/>
        </p:spPr>
        <p:txBody>
          <a:bodyPr wrap="square" lIns="62172" tIns="62172" rIns="62172" bIns="62172" anchor="t">
            <a:spAutoFit/>
          </a:bodyPr>
          <a:lstStyle/>
          <a:p>
            <a:pPr marL="0" marR="0" lvl="0" indent="0" algn="l" defTabSz="914400" rtl="0" eaLnBrk="1" fontAlgn="auto" latinLnBrk="0" hangingPunct="1">
              <a:lnSpc>
                <a:spcPct val="100000"/>
              </a:lnSpc>
              <a:spcBef>
                <a:spcPts val="0"/>
              </a:spcBef>
              <a:spcAft>
                <a:spcPts val="453"/>
              </a:spcAft>
              <a:buClrTx/>
              <a:buSzTx/>
              <a:buFontTx/>
              <a:buNone/>
              <a:tabLst/>
              <a:defRPr/>
            </a:pPr>
            <a:r>
              <a:rPr kumimoji="0" lang="en-US" sz="1586" b="1" i="0" u="none" strike="noStrike" kern="1200" cap="none" spc="0" normalizeH="0" baseline="0" noProof="0" dirty="0">
                <a:ln>
                  <a:noFill/>
                </a:ln>
                <a:solidFill>
                  <a:srgbClr val="FFFFFF"/>
                </a:solidFill>
                <a:effectLst/>
                <a:uLnTx/>
                <a:uFillTx/>
                <a:latin typeface="Aptos"/>
                <a:ea typeface="+mn-ea"/>
                <a:cs typeface="+mn-cs"/>
              </a:rPr>
              <a:t>Mineral Analysis</a:t>
            </a:r>
            <a:endParaRPr kumimoji="0" sz="1586" b="1" i="0" u="none" strike="noStrike" kern="1200" cap="none" spc="0" normalizeH="0" baseline="0" noProof="0" dirty="0">
              <a:ln>
                <a:noFill/>
              </a:ln>
              <a:solidFill>
                <a:srgbClr val="FFFFFF"/>
              </a:solidFill>
              <a:effectLst/>
              <a:uLnTx/>
              <a:uFillTx/>
              <a:latin typeface="Aptos"/>
              <a:ea typeface="+mn-ea"/>
              <a:cs typeface="+mn-cs"/>
            </a:endParaRPr>
          </a:p>
        </p:txBody>
      </p:sp>
      <p:sp>
        <p:nvSpPr>
          <p:cNvPr id="45" name="TextBox 44">
            <a:extLst>
              <a:ext uri="{FF2B5EF4-FFF2-40B4-BE49-F238E27FC236}">
                <a16:creationId xmlns:a16="http://schemas.microsoft.com/office/drawing/2014/main" id="{B08604BA-FB1C-3D65-59E1-D40E6EBFD311}"/>
              </a:ext>
            </a:extLst>
          </p:cNvPr>
          <p:cNvSpPr txBox="1"/>
          <p:nvPr/>
        </p:nvSpPr>
        <p:spPr>
          <a:xfrm>
            <a:off x="880771" y="5347244"/>
            <a:ext cx="3626703" cy="701293"/>
          </a:xfrm>
          <a:prstGeom prst="rect">
            <a:avLst/>
          </a:prstGeom>
          <a:noFill/>
        </p:spPr>
        <p:txBody>
          <a:bodyPr wrap="square" lIns="62172" tIns="62172" rIns="62172" bIns="62172" anchor="t">
            <a:spAutoFit/>
          </a:bodyPr>
          <a:lstStyle>
            <a:defPPr algn="l">
              <a:defRPr sz="1247"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247" b="0" spc="0">
                <a:solidFill>
                  <a:srgbClr val="FFFFFF"/>
                </a:solidFill>
                <a:latin typeface="Aptos"/>
                <a:ea typeface="Aptos"/>
                <a:cs typeface="Aptos"/>
              </a:defRPr>
            </a:pPr>
            <a:r>
              <a:rPr sz="1247" b="0" i="0" u="none" strike="noStrike" cap="none" spc="0" baseline="0">
                <a:ln>
                  <a:noFill/>
                </a:ln>
                <a:solidFill>
                  <a:srgbClr val="FFFFFF"/>
                </a:solidFill>
                <a:latin typeface="Aptos"/>
                <a:ea typeface="Aptos"/>
                <a:cs typeface="Aptos"/>
              </a:rPr>
              <a:t>Analysis of tungsten, molybdenum, lithium, and rare earth elements (REE).</a:t>
            </a:r>
            <a:endParaRPr sz="1247" b="0" i="0" u="none" strike="noStrike" kern="1200" cap="none" spc="0" baseline="0">
              <a:ln>
                <a:noFill/>
              </a:ln>
              <a:solidFill>
                <a:srgbClr val="FFFFFF"/>
              </a:solidFill>
              <a:latin typeface="Aptos"/>
              <a:ea typeface="Aptos"/>
              <a:cs typeface="Aptos"/>
            </a:endParaRPr>
          </a:p>
        </p:txBody>
      </p:sp>
      <p:sp>
        <p:nvSpPr>
          <p:cNvPr id="47" name="Rounded Rectangle 23">
            <a:extLst>
              <a:ext uri="{FF2B5EF4-FFF2-40B4-BE49-F238E27FC236}">
                <a16:creationId xmlns:a16="http://schemas.microsoft.com/office/drawing/2014/main" id="{13C1D2A6-EECA-F01E-2D1D-0B3C8F90207B}"/>
              </a:ext>
            </a:extLst>
          </p:cNvPr>
          <p:cNvSpPr/>
          <p:nvPr/>
        </p:nvSpPr>
        <p:spPr>
          <a:xfrm>
            <a:off x="4890868" y="4798057"/>
            <a:ext cx="3989374" cy="1326337"/>
          </a:xfrm>
          <a:prstGeom prst="roundRect">
            <a:avLst/>
          </a:prstGeom>
          <a:gradFill flip="none" rotWithShape="1">
            <a:gsLst>
              <a:gs pos="0">
                <a:schemeClr val="tx1">
                  <a:lumMod val="90000"/>
                  <a:lumOff val="10000"/>
                  <a:shade val="30000"/>
                  <a:satMod val="115000"/>
                </a:schemeClr>
              </a:gs>
              <a:gs pos="50000">
                <a:schemeClr val="tx1">
                  <a:lumMod val="90000"/>
                  <a:lumOff val="10000"/>
                  <a:shade val="67500"/>
                  <a:satMod val="115000"/>
                </a:schemeClr>
              </a:gs>
              <a:gs pos="100000">
                <a:schemeClr val="tx1">
                  <a:lumMod val="90000"/>
                  <a:lumOff val="10000"/>
                  <a:shade val="100000"/>
                  <a:satMod val="115000"/>
                </a:schemeClr>
              </a:gs>
            </a:gsLst>
            <a:lin ang="162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49" name="Rectangle 48">
            <a:extLst>
              <a:ext uri="{FF2B5EF4-FFF2-40B4-BE49-F238E27FC236}">
                <a16:creationId xmlns:a16="http://schemas.microsoft.com/office/drawing/2014/main" id="{72BFB31A-A2AE-2ED6-2196-3DBF652E7CCE}"/>
              </a:ext>
            </a:extLst>
          </p:cNvPr>
          <p:cNvSpPr/>
          <p:nvPr/>
        </p:nvSpPr>
        <p:spPr>
          <a:xfrm>
            <a:off x="4890868" y="4849867"/>
            <a:ext cx="77715" cy="1222717"/>
          </a:xfrm>
          <a:prstGeom prst="rect">
            <a:avLst/>
          </a:prstGeom>
          <a:solidFill>
            <a:srgbClr val="BE8B30"/>
          </a:solidFill>
          <a:ln>
            <a:solidFill>
              <a:srgbClr val="BE8B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51" name="TextBox 50">
            <a:extLst>
              <a:ext uri="{FF2B5EF4-FFF2-40B4-BE49-F238E27FC236}">
                <a16:creationId xmlns:a16="http://schemas.microsoft.com/office/drawing/2014/main" id="{1B251CBC-CF6A-D825-8157-E41997F44A5C}"/>
              </a:ext>
            </a:extLst>
          </p:cNvPr>
          <p:cNvSpPr txBox="1"/>
          <p:nvPr/>
        </p:nvSpPr>
        <p:spPr>
          <a:xfrm>
            <a:off x="5098109" y="4922401"/>
            <a:ext cx="3626703" cy="369599"/>
          </a:xfrm>
          <a:prstGeom prst="rect">
            <a:avLst/>
          </a:prstGeom>
          <a:noFill/>
        </p:spPr>
        <p:txBody>
          <a:bodyPr wrap="square" lIns="62172" tIns="62172" rIns="62172" bIns="62172" anchor="t">
            <a:spAutoFit/>
          </a:bodyPr>
          <a:lstStyle>
            <a:defPPr algn="l">
              <a:defRPr sz="1586"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586" b="1" spc="0">
                <a:solidFill>
                  <a:srgbClr val="FFFFFF"/>
                </a:solidFill>
                <a:latin typeface="Aptos"/>
                <a:ea typeface="Aptos"/>
                <a:cs typeface="Aptos"/>
              </a:defRPr>
            </a:pPr>
            <a:r>
              <a:rPr sz="1586" b="1" i="0" u="none" strike="noStrike" cap="none" spc="0" baseline="0">
                <a:ln>
                  <a:noFill/>
                </a:ln>
                <a:solidFill>
                  <a:srgbClr val="FFFFFF"/>
                </a:solidFill>
                <a:latin typeface="Aptos"/>
                <a:ea typeface="Aptos"/>
                <a:cs typeface="Aptos"/>
              </a:rPr>
              <a:t>Processing and Training</a:t>
            </a:r>
            <a:endParaRPr sz="1586" b="1" i="0" u="none" strike="noStrike" kern="1200" cap="none" spc="0" baseline="0">
              <a:ln>
                <a:noFill/>
              </a:ln>
              <a:solidFill>
                <a:srgbClr val="FFFFFF"/>
              </a:solidFill>
              <a:latin typeface="Aptos"/>
              <a:ea typeface="Aptos"/>
              <a:cs typeface="Aptos"/>
            </a:endParaRPr>
          </a:p>
        </p:txBody>
      </p:sp>
      <p:sp>
        <p:nvSpPr>
          <p:cNvPr id="54" name="TextBox 53">
            <a:extLst>
              <a:ext uri="{FF2B5EF4-FFF2-40B4-BE49-F238E27FC236}">
                <a16:creationId xmlns:a16="http://schemas.microsoft.com/office/drawing/2014/main" id="{0E214C75-79F4-1365-972B-C95118ADCE1F}"/>
              </a:ext>
            </a:extLst>
          </p:cNvPr>
          <p:cNvSpPr txBox="1"/>
          <p:nvPr/>
        </p:nvSpPr>
        <p:spPr>
          <a:xfrm>
            <a:off x="5098109" y="5347244"/>
            <a:ext cx="3626703" cy="509381"/>
          </a:xfrm>
          <a:prstGeom prst="rect">
            <a:avLst/>
          </a:prstGeom>
          <a:noFill/>
        </p:spPr>
        <p:txBody>
          <a:bodyPr wrap="square" lIns="62172" tIns="62172" rIns="62172" bIns="62172" anchor="t">
            <a:spAutoFit/>
          </a:bodyPr>
          <a:lstStyle>
            <a:defPPr algn="l">
              <a:defRPr sz="1247"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247" b="0" spc="0">
                <a:solidFill>
                  <a:srgbClr val="FFFFFF"/>
                </a:solidFill>
                <a:latin typeface="Aptos"/>
                <a:ea typeface="Aptos"/>
                <a:cs typeface="Aptos"/>
              </a:defRPr>
            </a:pPr>
            <a:r>
              <a:rPr sz="1247" b="0" i="0" u="none" strike="noStrike" cap="none" spc="0" baseline="0">
                <a:ln>
                  <a:noFill/>
                </a:ln>
                <a:solidFill>
                  <a:srgbClr val="FFFFFF"/>
                </a:solidFill>
                <a:latin typeface="Aptos"/>
                <a:ea typeface="Aptos"/>
                <a:cs typeface="Aptos"/>
              </a:rPr>
              <a:t>Processing tests and training in mineral processing and metallurgy.</a:t>
            </a:r>
            <a:endParaRPr sz="1247" b="0" i="0" u="none" strike="noStrike" kern="1200" cap="none" spc="0" baseline="0">
              <a:ln>
                <a:noFill/>
              </a:ln>
              <a:solidFill>
                <a:srgbClr val="FFFFFF"/>
              </a:solidFill>
              <a:latin typeface="Aptos"/>
              <a:ea typeface="Aptos"/>
              <a:cs typeface="Aptos"/>
            </a:endParaRPr>
          </a:p>
        </p:txBody>
      </p:sp>
      <p:sp>
        <p:nvSpPr>
          <p:cNvPr id="56" name="Rounded Rectangle 27">
            <a:extLst>
              <a:ext uri="{FF2B5EF4-FFF2-40B4-BE49-F238E27FC236}">
                <a16:creationId xmlns:a16="http://schemas.microsoft.com/office/drawing/2014/main" id="{7CB4E745-D888-1CDA-3079-834177D4BE2E}"/>
              </a:ext>
            </a:extLst>
          </p:cNvPr>
          <p:cNvSpPr/>
          <p:nvPr/>
        </p:nvSpPr>
        <p:spPr>
          <a:xfrm>
            <a:off x="9108205" y="4755488"/>
            <a:ext cx="3989374" cy="1326337"/>
          </a:xfrm>
          <a:prstGeom prst="roundRect">
            <a:avLst/>
          </a:prstGeom>
          <a:gradFill flip="none" rotWithShape="1">
            <a:gsLst>
              <a:gs pos="0">
                <a:schemeClr val="tx1">
                  <a:lumMod val="90000"/>
                  <a:lumOff val="10000"/>
                  <a:shade val="30000"/>
                  <a:satMod val="115000"/>
                </a:schemeClr>
              </a:gs>
              <a:gs pos="50000">
                <a:schemeClr val="tx1">
                  <a:lumMod val="90000"/>
                  <a:lumOff val="10000"/>
                  <a:shade val="67500"/>
                  <a:satMod val="115000"/>
                </a:schemeClr>
              </a:gs>
              <a:gs pos="100000">
                <a:schemeClr val="tx1">
                  <a:lumMod val="90000"/>
                  <a:lumOff val="10000"/>
                  <a:shade val="100000"/>
                  <a:satMod val="115000"/>
                </a:schemeClr>
              </a:gs>
            </a:gsLst>
            <a:lin ang="162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58" name="Rectangle 57">
            <a:extLst>
              <a:ext uri="{FF2B5EF4-FFF2-40B4-BE49-F238E27FC236}">
                <a16:creationId xmlns:a16="http://schemas.microsoft.com/office/drawing/2014/main" id="{3DAA235D-FF30-6504-48E6-E45DFD52EA7F}"/>
              </a:ext>
            </a:extLst>
          </p:cNvPr>
          <p:cNvSpPr/>
          <p:nvPr/>
        </p:nvSpPr>
        <p:spPr>
          <a:xfrm>
            <a:off x="9108205" y="4849867"/>
            <a:ext cx="77715" cy="1222717"/>
          </a:xfrm>
          <a:prstGeom prst="rect">
            <a:avLst/>
          </a:prstGeom>
          <a:solidFill>
            <a:srgbClr val="B23037"/>
          </a:solidFill>
          <a:ln>
            <a:solidFill>
              <a:srgbClr val="B2303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60" name="TextBox 59">
            <a:extLst>
              <a:ext uri="{FF2B5EF4-FFF2-40B4-BE49-F238E27FC236}">
                <a16:creationId xmlns:a16="http://schemas.microsoft.com/office/drawing/2014/main" id="{59672CBB-3372-BFB0-0274-9D10196EEF8E}"/>
              </a:ext>
            </a:extLst>
          </p:cNvPr>
          <p:cNvSpPr txBox="1"/>
          <p:nvPr/>
        </p:nvSpPr>
        <p:spPr>
          <a:xfrm>
            <a:off x="9315445" y="4922401"/>
            <a:ext cx="3626703" cy="369599"/>
          </a:xfrm>
          <a:prstGeom prst="rect">
            <a:avLst/>
          </a:prstGeom>
          <a:noFill/>
        </p:spPr>
        <p:txBody>
          <a:bodyPr wrap="square" lIns="62172" tIns="62172" rIns="62172" bIns="62172" anchor="t">
            <a:spAutoFit/>
          </a:bodyPr>
          <a:lstStyle>
            <a:defPPr algn="l">
              <a:defRPr sz="1586"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586" b="1" spc="0">
                <a:solidFill>
                  <a:srgbClr val="FFFFFF"/>
                </a:solidFill>
                <a:latin typeface="Aptos"/>
                <a:ea typeface="Aptos"/>
                <a:cs typeface="Aptos"/>
              </a:defRPr>
            </a:pPr>
            <a:r>
              <a:rPr sz="1586" b="1" i="0" u="none" strike="noStrike" cap="none" spc="0" baseline="0">
                <a:ln>
                  <a:noFill/>
                </a:ln>
                <a:solidFill>
                  <a:srgbClr val="FFFFFF"/>
                </a:solidFill>
                <a:latin typeface="Aptos"/>
                <a:ea typeface="Aptos"/>
                <a:cs typeface="Aptos"/>
              </a:rPr>
              <a:t>Project Development</a:t>
            </a:r>
            <a:endParaRPr sz="1586" b="1" i="0" u="none" strike="noStrike" kern="1200" cap="none" spc="0" baseline="0">
              <a:ln>
                <a:noFill/>
              </a:ln>
              <a:solidFill>
                <a:srgbClr val="FFFFFF"/>
              </a:solidFill>
              <a:latin typeface="Aptos"/>
              <a:ea typeface="Aptos"/>
              <a:cs typeface="Aptos"/>
            </a:endParaRPr>
          </a:p>
        </p:txBody>
      </p:sp>
      <p:sp>
        <p:nvSpPr>
          <p:cNvPr id="62" name="TextBox 61">
            <a:extLst>
              <a:ext uri="{FF2B5EF4-FFF2-40B4-BE49-F238E27FC236}">
                <a16:creationId xmlns:a16="http://schemas.microsoft.com/office/drawing/2014/main" id="{5484BCC5-B56A-855A-F90C-A412E7D210A3}"/>
              </a:ext>
            </a:extLst>
          </p:cNvPr>
          <p:cNvSpPr txBox="1"/>
          <p:nvPr/>
        </p:nvSpPr>
        <p:spPr>
          <a:xfrm>
            <a:off x="9315445" y="5347244"/>
            <a:ext cx="3626703" cy="509381"/>
          </a:xfrm>
          <a:prstGeom prst="rect">
            <a:avLst/>
          </a:prstGeom>
          <a:noFill/>
        </p:spPr>
        <p:txBody>
          <a:bodyPr wrap="square" lIns="62172" tIns="62172" rIns="62172" bIns="62172" anchor="t">
            <a:spAutoFit/>
          </a:bodyPr>
          <a:lstStyle>
            <a:defPPr algn="l">
              <a:defRPr sz="1247"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247" b="0" spc="0">
                <a:solidFill>
                  <a:srgbClr val="FFFFFF"/>
                </a:solidFill>
                <a:latin typeface="Aptos"/>
                <a:ea typeface="Aptos"/>
                <a:cs typeface="Aptos"/>
              </a:defRPr>
            </a:pPr>
            <a:r>
              <a:rPr sz="1247" b="0" i="0" u="none" strike="noStrike" cap="none" spc="0" baseline="0">
                <a:ln>
                  <a:noFill/>
                </a:ln>
                <a:solidFill>
                  <a:srgbClr val="FFFFFF"/>
                </a:solidFill>
                <a:latin typeface="Aptos"/>
                <a:ea typeface="Aptos"/>
                <a:cs typeface="Aptos"/>
              </a:rPr>
              <a:t>Use research and test results to assess projects and discuss investment.</a:t>
            </a:r>
            <a:endParaRPr sz="1247" b="0" i="0" u="none" strike="noStrike" kern="1200" cap="none" spc="0" baseline="0">
              <a:ln>
                <a:noFill/>
              </a:ln>
              <a:solidFill>
                <a:srgbClr val="FFFFFF"/>
              </a:solidFill>
              <a:latin typeface="Aptos"/>
              <a:ea typeface="Aptos"/>
              <a:cs typeface="Aptos"/>
            </a:endParaRPr>
          </a:p>
        </p:txBody>
      </p:sp>
      <p:sp>
        <p:nvSpPr>
          <p:cNvPr id="64" name="TextBox 63">
            <a:extLst>
              <a:ext uri="{FF2B5EF4-FFF2-40B4-BE49-F238E27FC236}">
                <a16:creationId xmlns:a16="http://schemas.microsoft.com/office/drawing/2014/main" id="{0D42B4A4-05D9-77D8-FEA9-8F538FCF9DD9}"/>
              </a:ext>
            </a:extLst>
          </p:cNvPr>
          <p:cNvSpPr txBox="1"/>
          <p:nvPr/>
        </p:nvSpPr>
        <p:spPr>
          <a:xfrm>
            <a:off x="828961" y="6507789"/>
            <a:ext cx="12227171" cy="679556"/>
          </a:xfrm>
          <a:prstGeom prst="rect">
            <a:avLst/>
          </a:prstGeom>
          <a:noFill/>
        </p:spPr>
        <p:txBody>
          <a:bodyPr wrap="square" lIns="62172" tIns="62172" rIns="62172" bIns="62172" anchor="t">
            <a:spAutoFit/>
          </a:bodyPr>
          <a:lstStyle>
            <a:defPPr algn="l">
              <a:defRPr sz="1900" b="0" spc="0">
                <a:solidFill>
                  <a:srgbClr val="FFFFFF"/>
                </a:solidFill>
                <a:latin typeface="Montserrat Medium"/>
                <a:ea typeface="Montserrat Medium"/>
                <a:cs typeface="Montserrat Medium"/>
              </a:defRPr>
            </a:defPPr>
          </a:lstStyle>
          <a:p>
            <a:pPr marR="0" lvl="0" algn="l" defTabSz="914400">
              <a:lnSpc>
                <a:spcPct val="100000"/>
              </a:lnSpc>
              <a:spcBef>
                <a:spcPts val="0"/>
              </a:spcBef>
              <a:spcAft>
                <a:spcPts val="453"/>
              </a:spcAft>
              <a:buClrTx/>
              <a:buSzTx/>
              <a:buFontTx/>
              <a:buNone/>
              <a:defRPr sz="1900" b="0" spc="0">
                <a:solidFill>
                  <a:srgbClr val="FFFFFF"/>
                </a:solidFill>
                <a:latin typeface="Montserrat Medium"/>
                <a:ea typeface="Montserrat Medium"/>
                <a:cs typeface="Montserrat Medium"/>
              </a:defRPr>
            </a:pPr>
            <a:r>
              <a:rPr sz="1900" b="0" i="0" u="none" strike="noStrike" cap="none" spc="0" baseline="0">
                <a:ln>
                  <a:noFill/>
                </a:ln>
                <a:solidFill>
                  <a:srgbClr val="FFFFFF"/>
                </a:solidFill>
                <a:latin typeface="Montserrat Medium"/>
                <a:ea typeface="Montserrat Medium"/>
                <a:cs typeface="Montserrat Medium"/>
              </a:rPr>
              <a:t>Proposed next steps: Joint research and testing, followed by feasibility studies and discussions on investment and commercial development.</a:t>
            </a:r>
            <a:endParaRPr b="1" i="0" u="none" strike="noStrike" kern="1200" cap="none" spc="0" baseline="0">
              <a:ln>
                <a:noFill/>
              </a:ln>
              <a:solidFill>
                <a:srgbClr val="FFFFFF"/>
              </a:solidFill>
              <a:latin typeface="Aptos"/>
              <a:ea typeface="Aptos"/>
              <a:cs typeface="Aptos"/>
            </a:endParaRPr>
          </a:p>
        </p:txBody>
      </p:sp>
      <p:sp>
        <p:nvSpPr>
          <p:cNvPr id="66" name="TextBox 65">
            <a:extLst>
              <a:ext uri="{FF2B5EF4-FFF2-40B4-BE49-F238E27FC236}">
                <a16:creationId xmlns:a16="http://schemas.microsoft.com/office/drawing/2014/main" id="{03F24E19-8D13-FFD4-C85C-7797BF1F718C}"/>
              </a:ext>
            </a:extLst>
          </p:cNvPr>
          <p:cNvSpPr txBox="1"/>
          <p:nvPr/>
        </p:nvSpPr>
        <p:spPr>
          <a:xfrm>
            <a:off x="777151" y="3011118"/>
            <a:ext cx="3626703" cy="461665"/>
          </a:xfrm>
          <a:prstGeom prst="rect">
            <a:avLst/>
          </a:prstGeom>
          <a:noFill/>
        </p:spPr>
        <p:txBody>
          <a:bodyPr wrap="square">
            <a:spAutoFit/>
          </a:bodyPr>
          <a:lstStyle>
            <a:defPPr algn="l">
              <a:defRPr sz="1200"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200" b="0" spc="0">
                <a:solidFill>
                  <a:srgbClr val="FFFFFF"/>
                </a:solidFill>
                <a:latin typeface="Aptos"/>
                <a:ea typeface="Aptos"/>
                <a:cs typeface="Aptos"/>
              </a:defRPr>
            </a:pPr>
            <a:r>
              <a:rPr sz="1200" b="0" i="0" u="none" strike="noStrike" cap="none" spc="0" baseline="0">
                <a:ln>
                  <a:noFill/>
                </a:ln>
                <a:solidFill>
                  <a:srgbClr val="FFFFFF"/>
                </a:solidFill>
                <a:latin typeface="Aptos"/>
                <a:ea typeface="Aptos"/>
                <a:cs typeface="Aptos"/>
              </a:rPr>
              <a:t>Korea Institute of Geoscience and Mineral Resources (KIGAM)</a:t>
            </a:r>
          </a:p>
        </p:txBody>
      </p:sp>
      <p:pic>
        <p:nvPicPr>
          <p:cNvPr id="68" name="Picture 67">
            <a:extLst>
              <a:ext uri="{FF2B5EF4-FFF2-40B4-BE49-F238E27FC236}">
                <a16:creationId xmlns:a16="http://schemas.microsoft.com/office/drawing/2014/main" id="{10570247-1242-268D-ADC9-6431F1EAE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73744" y="317424"/>
            <a:ext cx="564776" cy="564776"/>
          </a:xfrm>
          <a:prstGeom prst="rect">
            <a:avLst/>
          </a:prstGeom>
        </p:spPr>
      </p:pic>
      <p:sp>
        <p:nvSpPr>
          <p:cNvPr id="70" name="TextBox 69">
            <a:extLst>
              <a:ext uri="{FF2B5EF4-FFF2-40B4-BE49-F238E27FC236}">
                <a16:creationId xmlns:a16="http://schemas.microsoft.com/office/drawing/2014/main" id="{D83BE689-E811-173B-7D2D-55B890F0827E}"/>
              </a:ext>
            </a:extLst>
          </p:cNvPr>
          <p:cNvSpPr txBox="1"/>
          <p:nvPr/>
        </p:nvSpPr>
        <p:spPr>
          <a:xfrm>
            <a:off x="5087746" y="2997933"/>
            <a:ext cx="3626703" cy="461665"/>
          </a:xfrm>
          <a:prstGeom prst="rect">
            <a:avLst/>
          </a:prstGeom>
          <a:noFill/>
        </p:spPr>
        <p:txBody>
          <a:bodyPr wrap="square">
            <a:spAutoFit/>
          </a:bodyPr>
          <a:lstStyle>
            <a:defPPr algn="l">
              <a:defRPr sz="1200"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200" b="0" spc="0">
                <a:solidFill>
                  <a:srgbClr val="FFFFFF"/>
                </a:solidFill>
                <a:latin typeface="Aptos"/>
                <a:ea typeface="Aptos"/>
                <a:cs typeface="Aptos"/>
              </a:defRPr>
            </a:pPr>
            <a:r>
              <a:rPr sz="1200" b="0" i="0" u="none" strike="noStrike" cap="none" spc="0" baseline="0">
                <a:ln>
                  <a:noFill/>
                </a:ln>
                <a:solidFill>
                  <a:srgbClr val="FFFFFF"/>
                </a:solidFill>
                <a:latin typeface="Aptos"/>
                <a:ea typeface="Aptos"/>
                <a:cs typeface="Aptos"/>
              </a:rPr>
              <a:t>Korea Mine Rehabilitation and Mineral Resources Corporation (KOMIR)</a:t>
            </a:r>
          </a:p>
        </p:txBody>
      </p:sp>
    </p:spTree>
    <p:extLst>
      <p:ext uri="{BB962C8B-B14F-4D97-AF65-F5344CB8AC3E}">
        <p14:creationId xmlns:p14="http://schemas.microsoft.com/office/powerpoint/2010/main" val="3237460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324F4-F336-825D-E533-56078079CA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764B6D-BB26-9ACC-3B4A-F5BA0FA94104}"/>
              </a:ext>
            </a:extLst>
          </p:cNvPr>
          <p:cNvSpPr txBox="1"/>
          <p:nvPr/>
        </p:nvSpPr>
        <p:spPr>
          <a:xfrm>
            <a:off x="621719" y="672399"/>
            <a:ext cx="12538031" cy="561511"/>
          </a:xfrm>
          <a:prstGeom prst="rect">
            <a:avLst/>
          </a:prstGeom>
          <a:noFill/>
        </p:spPr>
        <p:txBody>
          <a:bodyPr wrap="square" lIns="62172" tIns="62172" rIns="62172" bIns="62172" anchor="t">
            <a:spAutoFit/>
          </a:bodyPr>
          <a:lstStyle>
            <a:defPPr algn="l">
              <a:defRPr sz="2833"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2833" b="1" spc="0">
                <a:solidFill>
                  <a:srgbClr val="FFFFFF"/>
                </a:solidFill>
                <a:latin typeface="Aptos"/>
                <a:ea typeface="Aptos"/>
                <a:cs typeface="Aptos"/>
              </a:defRPr>
            </a:pPr>
            <a:r>
              <a:rPr sz="2833" b="1" i="0" u="none" strike="noStrike" cap="none" spc="0" baseline="0">
                <a:ln>
                  <a:noFill/>
                </a:ln>
                <a:solidFill>
                  <a:srgbClr val="FFFFFF"/>
                </a:solidFill>
                <a:latin typeface="Aptos"/>
                <a:ea typeface="Aptos"/>
                <a:cs typeface="Aptos"/>
              </a:rPr>
              <a:t>PROPOSED JOINT ACTIVITIES</a:t>
            </a:r>
            <a:endParaRPr sz="2833" b="1" i="0" u="none" strike="noStrike" kern="1200" cap="none" spc="0" baseline="0">
              <a:ln>
                <a:noFill/>
              </a:ln>
              <a:solidFill>
                <a:srgbClr val="FFFFFF"/>
              </a:solidFill>
              <a:latin typeface="Aptos"/>
              <a:ea typeface="Aptos"/>
              <a:cs typeface="Aptos"/>
            </a:endParaRPr>
          </a:p>
        </p:txBody>
      </p:sp>
      <p:sp>
        <p:nvSpPr>
          <p:cNvPr id="10" name="TextBox 9">
            <a:extLst>
              <a:ext uri="{FF2B5EF4-FFF2-40B4-BE49-F238E27FC236}">
                <a16:creationId xmlns:a16="http://schemas.microsoft.com/office/drawing/2014/main" id="{782C5153-6CF7-09C4-E9CF-27BE59230DD7}"/>
              </a:ext>
            </a:extLst>
          </p:cNvPr>
          <p:cNvSpPr txBox="1"/>
          <p:nvPr/>
        </p:nvSpPr>
        <p:spPr>
          <a:xfrm>
            <a:off x="12745271" y="7378197"/>
            <a:ext cx="362670" cy="282524"/>
          </a:xfrm>
          <a:prstGeom prst="rect">
            <a:avLst/>
          </a:prstGeom>
          <a:noFill/>
        </p:spPr>
        <p:txBody>
          <a:bodyPr wrap="square" lIns="62172" tIns="62172" rIns="62172" bIns="62172" anchor="t">
            <a:spAutoFit/>
          </a:bodyPr>
          <a:lstStyle/>
          <a:p>
            <a:pPr marL="0" marR="0" lvl="0" indent="0" algn="r" defTabSz="914400" rtl="0" eaLnBrk="1" fontAlgn="auto" latinLnBrk="0" hangingPunct="1">
              <a:lnSpc>
                <a:spcPct val="100000"/>
              </a:lnSpc>
              <a:spcBef>
                <a:spcPts val="0"/>
              </a:spcBef>
              <a:spcAft>
                <a:spcPts val="453"/>
              </a:spcAft>
              <a:buClrTx/>
              <a:buSzTx/>
              <a:buFontTx/>
              <a:buNone/>
              <a:tabLst/>
              <a:defRPr/>
            </a:pPr>
            <a:r>
              <a:rPr kumimoji="0" sz="1020" b="0" i="0" u="none" strike="noStrike" kern="1200" cap="none" spc="0" normalizeH="0" baseline="0" noProof="0">
                <a:ln>
                  <a:noFill/>
                </a:ln>
                <a:solidFill>
                  <a:srgbClr val="5C6974"/>
                </a:solidFill>
                <a:effectLst/>
                <a:uLnTx/>
                <a:uFillTx/>
                <a:latin typeface="Aptos"/>
                <a:ea typeface="+mn-ea"/>
                <a:cs typeface="+mn-cs"/>
              </a:rPr>
              <a:t>2</a:t>
            </a:r>
          </a:p>
        </p:txBody>
      </p:sp>
      <p:sp>
        <p:nvSpPr>
          <p:cNvPr id="13" name="Rounded Rectangle 5">
            <a:extLst>
              <a:ext uri="{FF2B5EF4-FFF2-40B4-BE49-F238E27FC236}">
                <a16:creationId xmlns:a16="http://schemas.microsoft.com/office/drawing/2014/main" id="{C546FA7A-9FD4-C8DE-9B20-0C4BD95161A0}"/>
              </a:ext>
            </a:extLst>
          </p:cNvPr>
          <p:cNvSpPr/>
          <p:nvPr/>
        </p:nvSpPr>
        <p:spPr>
          <a:xfrm>
            <a:off x="673530" y="1368232"/>
            <a:ext cx="6113586" cy="1326337"/>
          </a:xfrm>
          <a:prstGeom prst="roundRect">
            <a:avLst/>
          </a:prstGeom>
          <a:gradFill flip="none" rotWithShape="1">
            <a:gsLst>
              <a:gs pos="0">
                <a:srgbClr val="00B0B0">
                  <a:shade val="30000"/>
                  <a:satMod val="115000"/>
                </a:srgbClr>
              </a:gs>
              <a:gs pos="50000">
                <a:srgbClr val="00B0B0">
                  <a:shade val="67500"/>
                  <a:satMod val="115000"/>
                </a:srgbClr>
              </a:gs>
              <a:gs pos="100000">
                <a:srgbClr val="00B0B0">
                  <a:shade val="100000"/>
                  <a:satMod val="115000"/>
                </a:srgbClr>
              </a:gs>
            </a:gsLst>
            <a:lin ang="81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dirty="0">
              <a:ln>
                <a:noFill/>
              </a:ln>
              <a:solidFill>
                <a:srgbClr val="FFFFFF"/>
              </a:solidFill>
              <a:effectLst/>
              <a:uLnTx/>
              <a:uFillTx/>
              <a:latin typeface="Montserrat Medium"/>
              <a:ea typeface="+mn-ea"/>
              <a:cs typeface="+mn-cs"/>
            </a:endParaRPr>
          </a:p>
        </p:txBody>
      </p:sp>
      <p:sp>
        <p:nvSpPr>
          <p:cNvPr id="16" name="Rectangle 15">
            <a:extLst>
              <a:ext uri="{FF2B5EF4-FFF2-40B4-BE49-F238E27FC236}">
                <a16:creationId xmlns:a16="http://schemas.microsoft.com/office/drawing/2014/main" id="{0DBB1187-B311-9621-173B-BF557891D567}"/>
              </a:ext>
            </a:extLst>
          </p:cNvPr>
          <p:cNvSpPr/>
          <p:nvPr/>
        </p:nvSpPr>
        <p:spPr>
          <a:xfrm>
            <a:off x="673530" y="1420042"/>
            <a:ext cx="77715" cy="1222717"/>
          </a:xfrm>
          <a:prstGeom prst="rect">
            <a:avLst/>
          </a:prstGeom>
          <a:solidFill>
            <a:srgbClr val="0F777D"/>
          </a:solidFill>
          <a:ln>
            <a:solidFill>
              <a:srgbClr val="0F777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20" name="TextBox 19">
            <a:extLst>
              <a:ext uri="{FF2B5EF4-FFF2-40B4-BE49-F238E27FC236}">
                <a16:creationId xmlns:a16="http://schemas.microsoft.com/office/drawing/2014/main" id="{2F6097C0-161D-D080-5484-1E354EE4B02D}"/>
              </a:ext>
            </a:extLst>
          </p:cNvPr>
          <p:cNvSpPr txBox="1"/>
          <p:nvPr/>
        </p:nvSpPr>
        <p:spPr>
          <a:xfrm>
            <a:off x="880771" y="1492576"/>
            <a:ext cx="5750915" cy="369599"/>
          </a:xfrm>
          <a:prstGeom prst="rect">
            <a:avLst/>
          </a:prstGeom>
          <a:noFill/>
        </p:spPr>
        <p:txBody>
          <a:bodyPr wrap="square" lIns="62172" tIns="62172" rIns="62172" bIns="62172" anchor="t">
            <a:spAutoFit/>
          </a:bodyPr>
          <a:lstStyle>
            <a:defPPr algn="l">
              <a:defRPr sz="16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600" b="1" spc="0">
                <a:solidFill>
                  <a:srgbClr val="FFFFFF"/>
                </a:solidFill>
                <a:latin typeface="Aptos"/>
                <a:ea typeface="Aptos"/>
                <a:cs typeface="Aptos"/>
              </a:defRPr>
            </a:pPr>
            <a:r>
              <a:rPr sz="1600" b="1" i="0" u="none" strike="noStrike" cap="none" spc="0" baseline="0">
                <a:ln>
                  <a:noFill/>
                </a:ln>
                <a:solidFill>
                  <a:srgbClr val="FFFFFF"/>
                </a:solidFill>
                <a:latin typeface="Aptos"/>
                <a:ea typeface="Aptos"/>
                <a:cs typeface="Aptos"/>
              </a:rPr>
              <a:t>1. Geological Data and Resource Assessment</a:t>
            </a:r>
            <a:endParaRPr sz="1586" b="1" i="0" u="none" strike="noStrike" kern="1200" cap="none" spc="0" baseline="0">
              <a:ln>
                <a:noFill/>
              </a:ln>
              <a:solidFill>
                <a:srgbClr val="142B46"/>
              </a:solidFill>
              <a:latin typeface="Aptos"/>
              <a:ea typeface="Aptos"/>
              <a:cs typeface="Aptos"/>
            </a:endParaRPr>
          </a:p>
        </p:txBody>
      </p:sp>
      <p:sp>
        <p:nvSpPr>
          <p:cNvPr id="24" name="TextBox 23">
            <a:extLst>
              <a:ext uri="{FF2B5EF4-FFF2-40B4-BE49-F238E27FC236}">
                <a16:creationId xmlns:a16="http://schemas.microsoft.com/office/drawing/2014/main" id="{D60EAFF7-9493-9597-D533-44754F888F75}"/>
              </a:ext>
            </a:extLst>
          </p:cNvPr>
          <p:cNvSpPr txBox="1"/>
          <p:nvPr/>
        </p:nvSpPr>
        <p:spPr>
          <a:xfrm>
            <a:off x="880771" y="1917418"/>
            <a:ext cx="5750915" cy="753422"/>
          </a:xfrm>
          <a:prstGeom prst="rect">
            <a:avLst/>
          </a:prstGeom>
          <a:noFill/>
        </p:spPr>
        <p:txBody>
          <a:bodyPr wrap="square" lIns="62172" tIns="62172" rIns="62172" bIns="62172" anchor="t">
            <a:spAutoFit/>
          </a:bodyPr>
          <a:lstStyle>
            <a:defPPr algn="l">
              <a:defRPr sz="1400"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400" b="0" spc="0">
                <a:solidFill>
                  <a:srgbClr val="FFFFFF"/>
                </a:solidFill>
                <a:latin typeface="Aptos"/>
                <a:ea typeface="Aptos"/>
                <a:cs typeface="Aptos"/>
              </a:defRPr>
            </a:pPr>
            <a:r>
              <a:rPr sz="1400" b="0" i="0" u="none" strike="noStrike" cap="none" spc="0" baseline="0">
                <a:ln>
                  <a:noFill/>
                </a:ln>
                <a:solidFill>
                  <a:srgbClr val="FFFFFF"/>
                </a:solidFill>
                <a:latin typeface="Aptos"/>
                <a:ea typeface="Aptos"/>
                <a:cs typeface="Aptos"/>
              </a:rPr>
              <a:t>Work with KIGAM and Mongolian geological organisations on data quality, sampling, laboratory analysis, and trials of exploration technology.</a:t>
            </a:r>
          </a:p>
        </p:txBody>
      </p:sp>
      <p:sp>
        <p:nvSpPr>
          <p:cNvPr id="28" name="Rounded Rectangle 9">
            <a:extLst>
              <a:ext uri="{FF2B5EF4-FFF2-40B4-BE49-F238E27FC236}">
                <a16:creationId xmlns:a16="http://schemas.microsoft.com/office/drawing/2014/main" id="{7B537107-C875-AD56-98D4-94AE1D9EC744}"/>
              </a:ext>
            </a:extLst>
          </p:cNvPr>
          <p:cNvSpPr/>
          <p:nvPr/>
        </p:nvSpPr>
        <p:spPr>
          <a:xfrm>
            <a:off x="6994356" y="1368232"/>
            <a:ext cx="6113586" cy="1326337"/>
          </a:xfrm>
          <a:prstGeom prst="roundRect">
            <a:avLst/>
          </a:prstGeom>
          <a:gradFill flip="none" rotWithShape="1">
            <a:gsLst>
              <a:gs pos="0">
                <a:srgbClr val="00B0B0">
                  <a:shade val="30000"/>
                  <a:satMod val="115000"/>
                </a:srgbClr>
              </a:gs>
              <a:gs pos="50000">
                <a:srgbClr val="00B0B0">
                  <a:shade val="67500"/>
                  <a:satMod val="115000"/>
                </a:srgbClr>
              </a:gs>
              <a:gs pos="100000">
                <a:srgbClr val="00B0B0">
                  <a:shade val="100000"/>
                  <a:satMod val="115000"/>
                </a:srgbClr>
              </a:gs>
            </a:gsLst>
            <a:lin ang="81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32" name="Rectangle 31">
            <a:extLst>
              <a:ext uri="{FF2B5EF4-FFF2-40B4-BE49-F238E27FC236}">
                <a16:creationId xmlns:a16="http://schemas.microsoft.com/office/drawing/2014/main" id="{01BFA2EE-E404-8F32-359E-D7E016EB812E}"/>
              </a:ext>
            </a:extLst>
          </p:cNvPr>
          <p:cNvSpPr/>
          <p:nvPr/>
        </p:nvSpPr>
        <p:spPr>
          <a:xfrm>
            <a:off x="6994356" y="1420042"/>
            <a:ext cx="77715" cy="1222717"/>
          </a:xfrm>
          <a:prstGeom prst="rect">
            <a:avLst/>
          </a:prstGeom>
          <a:solidFill>
            <a:srgbClr val="BE8B30"/>
          </a:solidFill>
          <a:ln>
            <a:solidFill>
              <a:srgbClr val="BE8B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36" name="TextBox 35">
            <a:extLst>
              <a:ext uri="{FF2B5EF4-FFF2-40B4-BE49-F238E27FC236}">
                <a16:creationId xmlns:a16="http://schemas.microsoft.com/office/drawing/2014/main" id="{43DE08C5-47FF-4F4D-C328-0C8CF8115812}"/>
              </a:ext>
            </a:extLst>
          </p:cNvPr>
          <p:cNvSpPr txBox="1"/>
          <p:nvPr/>
        </p:nvSpPr>
        <p:spPr>
          <a:xfrm>
            <a:off x="7201596" y="1492576"/>
            <a:ext cx="5750915" cy="369599"/>
          </a:xfrm>
          <a:prstGeom prst="rect">
            <a:avLst/>
          </a:prstGeom>
          <a:noFill/>
        </p:spPr>
        <p:txBody>
          <a:bodyPr wrap="square" lIns="62172" tIns="62172" rIns="62172" bIns="62172" anchor="t">
            <a:spAutoFit/>
          </a:bodyPr>
          <a:lstStyle>
            <a:defPPr algn="l">
              <a:defRPr sz="16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600" b="1" spc="0">
                <a:solidFill>
                  <a:srgbClr val="FFFFFF"/>
                </a:solidFill>
                <a:latin typeface="Aptos"/>
                <a:ea typeface="Aptos"/>
                <a:cs typeface="Aptos"/>
              </a:defRPr>
            </a:pPr>
            <a:r>
              <a:rPr sz="1600" b="1" i="0" u="none" strike="noStrike" cap="none" spc="0" baseline="0">
                <a:ln>
                  <a:noFill/>
                </a:ln>
                <a:solidFill>
                  <a:srgbClr val="FFFFFF"/>
                </a:solidFill>
                <a:latin typeface="Aptos"/>
                <a:ea typeface="Aptos"/>
                <a:cs typeface="Aptos"/>
              </a:rPr>
              <a:t>2. Processing and Metallurgical Tests</a:t>
            </a:r>
            <a:endParaRPr sz="1586" b="1" i="0" u="none" strike="noStrike" kern="1200" cap="none" spc="0" baseline="0">
              <a:ln>
                <a:noFill/>
              </a:ln>
              <a:solidFill>
                <a:srgbClr val="142B46"/>
              </a:solidFill>
              <a:latin typeface="Aptos"/>
              <a:ea typeface="Aptos"/>
              <a:cs typeface="Aptos"/>
            </a:endParaRPr>
          </a:p>
        </p:txBody>
      </p:sp>
      <p:sp>
        <p:nvSpPr>
          <p:cNvPr id="40" name="TextBox 39">
            <a:extLst>
              <a:ext uri="{FF2B5EF4-FFF2-40B4-BE49-F238E27FC236}">
                <a16:creationId xmlns:a16="http://schemas.microsoft.com/office/drawing/2014/main" id="{B907343B-AD48-72A3-43C4-88853D6FB103}"/>
              </a:ext>
            </a:extLst>
          </p:cNvPr>
          <p:cNvSpPr txBox="1"/>
          <p:nvPr/>
        </p:nvSpPr>
        <p:spPr>
          <a:xfrm>
            <a:off x="7201596" y="1917418"/>
            <a:ext cx="5750915" cy="544134"/>
          </a:xfrm>
          <a:prstGeom prst="rect">
            <a:avLst/>
          </a:prstGeom>
          <a:noFill/>
        </p:spPr>
        <p:txBody>
          <a:bodyPr wrap="square" lIns="62172" tIns="62172" rIns="62172" bIns="62172" anchor="t">
            <a:spAutoFit/>
          </a:bodyPr>
          <a:lstStyle>
            <a:defPPr algn="l">
              <a:defRPr sz="1400"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400" b="0" spc="0">
                <a:solidFill>
                  <a:srgbClr val="FFFFFF"/>
                </a:solidFill>
                <a:latin typeface="Aptos"/>
                <a:ea typeface="Aptos"/>
                <a:cs typeface="Aptos"/>
              </a:defRPr>
            </a:pPr>
            <a:r>
              <a:rPr sz="1400" b="0" i="0" u="none" strike="noStrike" cap="none" spc="0" baseline="0">
                <a:ln>
                  <a:noFill/>
                </a:ln>
                <a:solidFill>
                  <a:srgbClr val="FFFFFF"/>
                </a:solidFill>
                <a:latin typeface="Aptos"/>
                <a:ea typeface="Aptos"/>
                <a:cs typeface="Aptos"/>
              </a:rPr>
              <a:t>Test priority projects to assess metal recovery, concentrate quality, tailings, and water and energy consumption.</a:t>
            </a:r>
            <a:endParaRPr sz="1360" b="0" i="0" u="none" strike="noStrike" kern="1200" cap="none" spc="0" baseline="0">
              <a:ln>
                <a:noFill/>
              </a:ln>
              <a:solidFill>
                <a:srgbClr val="28333C"/>
              </a:solidFill>
              <a:latin typeface="Aptos"/>
              <a:ea typeface="Aptos"/>
              <a:cs typeface="Aptos"/>
            </a:endParaRPr>
          </a:p>
        </p:txBody>
      </p:sp>
      <p:sp>
        <p:nvSpPr>
          <p:cNvPr id="44" name="Rounded Rectangle 13">
            <a:extLst>
              <a:ext uri="{FF2B5EF4-FFF2-40B4-BE49-F238E27FC236}">
                <a16:creationId xmlns:a16="http://schemas.microsoft.com/office/drawing/2014/main" id="{8DD8C605-DFC8-7E33-8A5D-616AB132FB7E}"/>
              </a:ext>
            </a:extLst>
          </p:cNvPr>
          <p:cNvSpPr/>
          <p:nvPr/>
        </p:nvSpPr>
        <p:spPr>
          <a:xfrm>
            <a:off x="673530" y="2984705"/>
            <a:ext cx="6113586" cy="1326337"/>
          </a:xfrm>
          <a:prstGeom prst="roundRect">
            <a:avLst/>
          </a:prstGeom>
          <a:gradFill flip="none" rotWithShape="1">
            <a:gsLst>
              <a:gs pos="0">
                <a:srgbClr val="00B0B0">
                  <a:shade val="30000"/>
                  <a:satMod val="115000"/>
                </a:srgbClr>
              </a:gs>
              <a:gs pos="50000">
                <a:srgbClr val="00B0B0">
                  <a:shade val="67500"/>
                  <a:satMod val="115000"/>
                </a:srgbClr>
              </a:gs>
              <a:gs pos="100000">
                <a:srgbClr val="00B0B0">
                  <a:shade val="100000"/>
                  <a:satMod val="115000"/>
                </a:srgbClr>
              </a:gs>
            </a:gsLst>
            <a:lin ang="81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48" name="Rectangle 47">
            <a:extLst>
              <a:ext uri="{FF2B5EF4-FFF2-40B4-BE49-F238E27FC236}">
                <a16:creationId xmlns:a16="http://schemas.microsoft.com/office/drawing/2014/main" id="{62BE43ED-1C45-1683-5EED-CB231F7137A4}"/>
              </a:ext>
            </a:extLst>
          </p:cNvPr>
          <p:cNvSpPr/>
          <p:nvPr/>
        </p:nvSpPr>
        <p:spPr>
          <a:xfrm>
            <a:off x="673530" y="3036514"/>
            <a:ext cx="77715" cy="1222717"/>
          </a:xfrm>
          <a:prstGeom prst="rect">
            <a:avLst/>
          </a:prstGeom>
          <a:solidFill>
            <a:srgbClr val="367752"/>
          </a:solidFill>
          <a:ln>
            <a:solidFill>
              <a:srgbClr val="36775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52" name="TextBox 51">
            <a:extLst>
              <a:ext uri="{FF2B5EF4-FFF2-40B4-BE49-F238E27FC236}">
                <a16:creationId xmlns:a16="http://schemas.microsoft.com/office/drawing/2014/main" id="{DB25F47C-93F7-F8E5-19CE-FF096ADD8934}"/>
              </a:ext>
            </a:extLst>
          </p:cNvPr>
          <p:cNvSpPr txBox="1"/>
          <p:nvPr/>
        </p:nvSpPr>
        <p:spPr>
          <a:xfrm>
            <a:off x="880771" y="3109050"/>
            <a:ext cx="5750915" cy="369599"/>
          </a:xfrm>
          <a:prstGeom prst="rect">
            <a:avLst/>
          </a:prstGeom>
          <a:noFill/>
        </p:spPr>
        <p:txBody>
          <a:bodyPr wrap="square" lIns="62172" tIns="62172" rIns="62172" bIns="62172" anchor="t">
            <a:spAutoFit/>
          </a:bodyPr>
          <a:lstStyle>
            <a:defPPr algn="l">
              <a:defRPr sz="16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600" b="1" spc="0">
                <a:solidFill>
                  <a:srgbClr val="FFFFFF"/>
                </a:solidFill>
                <a:latin typeface="Aptos"/>
                <a:ea typeface="Aptos"/>
                <a:cs typeface="Aptos"/>
              </a:defRPr>
            </a:pPr>
            <a:r>
              <a:rPr sz="1600" b="1" i="0" u="none" strike="noStrike" cap="none" spc="0" baseline="0">
                <a:ln>
                  <a:noFill/>
                </a:ln>
                <a:solidFill>
                  <a:srgbClr val="FFFFFF"/>
                </a:solidFill>
                <a:latin typeface="Aptos"/>
                <a:ea typeface="Aptos"/>
                <a:cs typeface="Aptos"/>
              </a:rPr>
              <a:t>3. Technology and Training</a:t>
            </a:r>
            <a:endParaRPr sz="1586" b="1" i="0" u="none" strike="noStrike" kern="1200" cap="none" spc="0" baseline="0">
              <a:ln>
                <a:noFill/>
              </a:ln>
              <a:solidFill>
                <a:srgbClr val="142B46"/>
              </a:solidFill>
              <a:latin typeface="Aptos"/>
              <a:ea typeface="Aptos"/>
              <a:cs typeface="Aptos"/>
            </a:endParaRPr>
          </a:p>
        </p:txBody>
      </p:sp>
      <p:sp>
        <p:nvSpPr>
          <p:cNvPr id="55" name="TextBox 54">
            <a:extLst>
              <a:ext uri="{FF2B5EF4-FFF2-40B4-BE49-F238E27FC236}">
                <a16:creationId xmlns:a16="http://schemas.microsoft.com/office/drawing/2014/main" id="{7FEEA06C-C86A-B2C5-C058-FC4E61C0EBBE}"/>
              </a:ext>
            </a:extLst>
          </p:cNvPr>
          <p:cNvSpPr txBox="1"/>
          <p:nvPr/>
        </p:nvSpPr>
        <p:spPr>
          <a:xfrm>
            <a:off x="880771" y="3533892"/>
            <a:ext cx="5750915" cy="753422"/>
          </a:xfrm>
          <a:prstGeom prst="rect">
            <a:avLst/>
          </a:prstGeom>
          <a:noFill/>
        </p:spPr>
        <p:txBody>
          <a:bodyPr wrap="square" lIns="62172" tIns="62172" rIns="62172" bIns="62172" anchor="t">
            <a:spAutoFit/>
          </a:bodyPr>
          <a:lstStyle>
            <a:defPPr algn="l">
              <a:defRPr sz="1400" b="0" spc="0">
                <a:solidFill>
                  <a:srgbClr val="FFFFFF"/>
                </a:solidFill>
                <a:latin typeface="Aptos"/>
                <a:ea typeface="Aptos"/>
                <a:cs typeface="Aptos"/>
              </a:defRPr>
            </a:defPPr>
          </a:lstStyle>
          <a:p>
            <a:pPr lvl="0" algn="l">
              <a:spcAft>
                <a:spcPts val="453"/>
              </a:spcAft>
              <a:buNone/>
              <a:defRPr sz="1400" b="0" spc="0">
                <a:solidFill>
                  <a:srgbClr val="FFFFFF"/>
                </a:solidFill>
                <a:latin typeface="Aptos"/>
                <a:ea typeface="Aptos"/>
                <a:cs typeface="Aptos"/>
              </a:defRPr>
            </a:pPr>
            <a:r>
              <a:rPr sz="1400" b="0" spc="0">
                <a:solidFill>
                  <a:srgbClr val="FFFFFF"/>
                </a:solidFill>
                <a:latin typeface="Aptos"/>
                <a:ea typeface="Aptos"/>
                <a:cs typeface="Aptos"/>
              </a:rPr>
              <a:t>Provide training based on project needs for Mongolian engineers, laboratory specialists, and plant operators.</a:t>
            </a:r>
            <a:endParaRPr sz="1360" spc="0">
              <a:solidFill>
                <a:srgbClr val="28333C"/>
              </a:solidFill>
              <a:latin typeface="Aptos"/>
              <a:ea typeface="Aptos"/>
              <a:cs typeface="Aptos"/>
            </a:endParaRPr>
          </a:p>
        </p:txBody>
      </p:sp>
      <p:sp>
        <p:nvSpPr>
          <p:cNvPr id="59" name="Rounded Rectangle 17">
            <a:extLst>
              <a:ext uri="{FF2B5EF4-FFF2-40B4-BE49-F238E27FC236}">
                <a16:creationId xmlns:a16="http://schemas.microsoft.com/office/drawing/2014/main" id="{8CAC4752-57A4-EB29-79DB-BF7EB6481B04}"/>
              </a:ext>
            </a:extLst>
          </p:cNvPr>
          <p:cNvSpPr/>
          <p:nvPr/>
        </p:nvSpPr>
        <p:spPr>
          <a:xfrm>
            <a:off x="6994356" y="2984705"/>
            <a:ext cx="6113586" cy="1326337"/>
          </a:xfrm>
          <a:prstGeom prst="roundRect">
            <a:avLst/>
          </a:prstGeom>
          <a:gradFill flip="none" rotWithShape="1">
            <a:gsLst>
              <a:gs pos="0">
                <a:srgbClr val="00B0B0">
                  <a:shade val="30000"/>
                  <a:satMod val="115000"/>
                </a:srgbClr>
              </a:gs>
              <a:gs pos="50000">
                <a:srgbClr val="00B0B0">
                  <a:shade val="67500"/>
                  <a:satMod val="115000"/>
                </a:srgbClr>
              </a:gs>
              <a:gs pos="100000">
                <a:srgbClr val="00B0B0">
                  <a:shade val="100000"/>
                  <a:satMod val="115000"/>
                </a:srgbClr>
              </a:gs>
            </a:gsLst>
            <a:lin ang="8100000" scaled="1"/>
            <a:tileRect/>
          </a:gra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63" name="Rectangle 62">
            <a:extLst>
              <a:ext uri="{FF2B5EF4-FFF2-40B4-BE49-F238E27FC236}">
                <a16:creationId xmlns:a16="http://schemas.microsoft.com/office/drawing/2014/main" id="{052421A9-C4C2-72DB-B067-161FD690F441}"/>
              </a:ext>
            </a:extLst>
          </p:cNvPr>
          <p:cNvSpPr/>
          <p:nvPr/>
        </p:nvSpPr>
        <p:spPr>
          <a:xfrm>
            <a:off x="6994356" y="3036514"/>
            <a:ext cx="77715" cy="1222717"/>
          </a:xfrm>
          <a:prstGeom prst="rect">
            <a:avLst/>
          </a:prstGeom>
          <a:solidFill>
            <a:srgbClr val="B23037"/>
          </a:solidFill>
          <a:ln>
            <a:solidFill>
              <a:srgbClr val="B2303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67" name="TextBox 66">
            <a:extLst>
              <a:ext uri="{FF2B5EF4-FFF2-40B4-BE49-F238E27FC236}">
                <a16:creationId xmlns:a16="http://schemas.microsoft.com/office/drawing/2014/main" id="{5309D6A4-B9D6-A814-DE21-28E2C3BC04FF}"/>
              </a:ext>
            </a:extLst>
          </p:cNvPr>
          <p:cNvSpPr txBox="1"/>
          <p:nvPr/>
        </p:nvSpPr>
        <p:spPr>
          <a:xfrm>
            <a:off x="7201596" y="3109050"/>
            <a:ext cx="5750915" cy="369599"/>
          </a:xfrm>
          <a:prstGeom prst="rect">
            <a:avLst/>
          </a:prstGeom>
          <a:noFill/>
        </p:spPr>
        <p:txBody>
          <a:bodyPr wrap="square" lIns="62172" tIns="62172" rIns="62172" bIns="62172" anchor="t">
            <a:spAutoFit/>
          </a:bodyPr>
          <a:lstStyle>
            <a:defPPr algn="l">
              <a:defRPr sz="16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600" b="1" spc="0">
                <a:solidFill>
                  <a:srgbClr val="FFFFFF"/>
                </a:solidFill>
                <a:latin typeface="Aptos"/>
                <a:ea typeface="Aptos"/>
                <a:cs typeface="Aptos"/>
              </a:defRPr>
            </a:pPr>
            <a:r>
              <a:rPr sz="1600" b="1" i="0" u="none" strike="noStrike" cap="none" spc="0" baseline="0">
                <a:ln>
                  <a:noFill/>
                </a:ln>
                <a:solidFill>
                  <a:srgbClr val="FFFFFF"/>
                </a:solidFill>
                <a:latin typeface="Aptos"/>
                <a:ea typeface="Aptos"/>
                <a:cs typeface="Aptos"/>
              </a:rPr>
              <a:t>4. Financing and Markets</a:t>
            </a:r>
            <a:endParaRPr sz="1586" b="1" i="0" u="none" strike="noStrike" kern="1200" cap="none" spc="0" baseline="0">
              <a:ln>
                <a:noFill/>
              </a:ln>
              <a:solidFill>
                <a:srgbClr val="142B46"/>
              </a:solidFill>
              <a:latin typeface="Aptos"/>
              <a:ea typeface="Aptos"/>
              <a:cs typeface="Aptos"/>
            </a:endParaRPr>
          </a:p>
        </p:txBody>
      </p:sp>
      <p:sp>
        <p:nvSpPr>
          <p:cNvPr id="69" name="TextBox 68">
            <a:extLst>
              <a:ext uri="{FF2B5EF4-FFF2-40B4-BE49-F238E27FC236}">
                <a16:creationId xmlns:a16="http://schemas.microsoft.com/office/drawing/2014/main" id="{9DB892F7-E3FE-D4D3-3271-8BBF9B16AA5F}"/>
              </a:ext>
            </a:extLst>
          </p:cNvPr>
          <p:cNvSpPr txBox="1"/>
          <p:nvPr/>
        </p:nvSpPr>
        <p:spPr>
          <a:xfrm>
            <a:off x="7201596" y="3533892"/>
            <a:ext cx="5750915" cy="771889"/>
          </a:xfrm>
          <a:prstGeom prst="rect">
            <a:avLst/>
          </a:prstGeom>
          <a:noFill/>
        </p:spPr>
        <p:txBody>
          <a:bodyPr wrap="square" lIns="62172" tIns="62172" rIns="62172" bIns="62172" anchor="t">
            <a:spAutoFit/>
          </a:bodyPr>
          <a:lstStyle>
            <a:defPPr algn="l">
              <a:defRPr sz="1400" b="0" spc="0">
                <a:solidFill>
                  <a:srgbClr val="FFFFFF"/>
                </a:solidFill>
                <a:latin typeface="Aptos"/>
                <a:ea typeface="Aptos"/>
                <a:cs typeface="Aptos"/>
              </a:defRPr>
            </a:defPPr>
          </a:lstStyle>
          <a:p>
            <a:pPr lvl="0" algn="l">
              <a:spcAft>
                <a:spcPts val="453"/>
              </a:spcAft>
              <a:buNone/>
              <a:defRPr sz="1400" b="0" spc="0">
                <a:solidFill>
                  <a:srgbClr val="FFFFFF"/>
                </a:solidFill>
                <a:latin typeface="Aptos"/>
                <a:ea typeface="Aptos"/>
                <a:cs typeface="Aptos"/>
              </a:defRPr>
            </a:pPr>
            <a:r>
              <a:rPr sz="1400" b="0" spc="0">
                <a:solidFill>
                  <a:srgbClr val="FFFFFF"/>
                </a:solidFill>
                <a:latin typeface="Aptos"/>
                <a:ea typeface="Aptos"/>
                <a:cs typeface="Aptos"/>
              </a:rPr>
              <a:t>Discuss project financing and offtake terms with Korean industrial buyers, investors, and equipment suppliers.</a:t>
            </a:r>
            <a:endParaRPr sz="1360" spc="0">
              <a:solidFill>
                <a:srgbClr val="28333C"/>
              </a:solidFill>
              <a:latin typeface="Aptos"/>
              <a:ea typeface="Aptos"/>
              <a:cs typeface="Aptos"/>
            </a:endParaRPr>
          </a:p>
        </p:txBody>
      </p:sp>
      <p:sp>
        <p:nvSpPr>
          <p:cNvPr id="71" name="TextBox 70">
            <a:extLst>
              <a:ext uri="{FF2B5EF4-FFF2-40B4-BE49-F238E27FC236}">
                <a16:creationId xmlns:a16="http://schemas.microsoft.com/office/drawing/2014/main" id="{377E405A-7430-9F87-7D3E-FB36C769FDEA}"/>
              </a:ext>
            </a:extLst>
          </p:cNvPr>
          <p:cNvSpPr txBox="1"/>
          <p:nvPr/>
        </p:nvSpPr>
        <p:spPr>
          <a:xfrm>
            <a:off x="777151" y="4642627"/>
            <a:ext cx="4870144" cy="369599"/>
          </a:xfrm>
          <a:prstGeom prst="rect">
            <a:avLst/>
          </a:prstGeom>
          <a:noFill/>
        </p:spPr>
        <p:txBody>
          <a:bodyPr wrap="square" lIns="62172" tIns="62172" rIns="62172" bIns="62172" anchor="t">
            <a:spAutoFit/>
          </a:bodyPr>
          <a:lstStyle>
            <a:defPPr algn="l">
              <a:defRPr sz="170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700" b="1" spc="0">
                <a:solidFill>
                  <a:srgbClr val="FFFFFF"/>
                </a:solidFill>
                <a:latin typeface="Aptos"/>
                <a:ea typeface="Aptos"/>
                <a:cs typeface="Aptos"/>
              </a:defRPr>
            </a:pPr>
            <a:r>
              <a:rPr sz="1700" b="1" i="0" u="none" strike="noStrike" cap="none" spc="0" baseline="0">
                <a:ln>
                  <a:noFill/>
                </a:ln>
                <a:solidFill>
                  <a:srgbClr val="FFFFFF"/>
                </a:solidFill>
                <a:latin typeface="Aptos"/>
                <a:ea typeface="Aptos"/>
                <a:cs typeface="Aptos"/>
              </a:rPr>
              <a:t>PROPOSED IMPLEMENTATION PROCESS</a:t>
            </a:r>
            <a:endParaRPr sz="1586" b="1" i="0" u="none" strike="noStrike" kern="1200" cap="none" spc="0" baseline="0">
              <a:ln>
                <a:noFill/>
              </a:ln>
              <a:solidFill>
                <a:srgbClr val="0F777D"/>
              </a:solidFill>
              <a:latin typeface="Aptos"/>
              <a:ea typeface="Aptos"/>
              <a:cs typeface="Aptos"/>
            </a:endParaRPr>
          </a:p>
        </p:txBody>
      </p:sp>
      <p:sp>
        <p:nvSpPr>
          <p:cNvPr id="73" name="Rounded Rectangle 22">
            <a:extLst>
              <a:ext uri="{FF2B5EF4-FFF2-40B4-BE49-F238E27FC236}">
                <a16:creationId xmlns:a16="http://schemas.microsoft.com/office/drawing/2014/main" id="{C8749AB8-BFD9-9B8B-F56A-8944642626E7}"/>
              </a:ext>
            </a:extLst>
          </p:cNvPr>
          <p:cNvSpPr/>
          <p:nvPr/>
        </p:nvSpPr>
        <p:spPr>
          <a:xfrm>
            <a:off x="673530" y="5057107"/>
            <a:ext cx="2953173" cy="1264165"/>
          </a:xfrm>
          <a:prstGeom prst="roundRect">
            <a:avLst/>
          </a:prstGeom>
          <a:solidFill>
            <a:srgbClr val="142B46"/>
          </a:solidFill>
          <a:ln>
            <a:solidFill>
              <a:srgbClr val="142B4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75" name="TextBox 74">
            <a:extLst>
              <a:ext uri="{FF2B5EF4-FFF2-40B4-BE49-F238E27FC236}">
                <a16:creationId xmlns:a16="http://schemas.microsoft.com/office/drawing/2014/main" id="{8279D4D2-EC6D-6BC9-B6E7-599CD1D18919}"/>
              </a:ext>
            </a:extLst>
          </p:cNvPr>
          <p:cNvSpPr txBox="1"/>
          <p:nvPr/>
        </p:nvSpPr>
        <p:spPr>
          <a:xfrm>
            <a:off x="777151" y="5171089"/>
            <a:ext cx="2745932" cy="334846"/>
          </a:xfrm>
          <a:prstGeom prst="rect">
            <a:avLst/>
          </a:prstGeom>
          <a:noFill/>
        </p:spPr>
        <p:txBody>
          <a:bodyPr wrap="square" lIns="62172" tIns="62172" rIns="62172" bIns="62172" anchor="t">
            <a:spAutoFit/>
          </a:bodyPr>
          <a:lstStyle>
            <a:defPPr algn="l">
              <a:defRPr sz="1360" b="1"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360" b="1" spc="0">
                <a:solidFill>
                  <a:srgbClr val="FFFFFF"/>
                </a:solidFill>
                <a:latin typeface="Aptos"/>
                <a:ea typeface="Aptos"/>
                <a:cs typeface="Aptos"/>
              </a:defRPr>
            </a:pPr>
            <a:r>
              <a:rPr sz="1360" b="1" i="0" u="none" strike="noStrike" cap="none" spc="0" baseline="0">
                <a:ln>
                  <a:noFill/>
                </a:ln>
                <a:solidFill>
                  <a:srgbClr val="FFFFFF"/>
                </a:solidFill>
                <a:latin typeface="Aptos"/>
                <a:ea typeface="Aptos"/>
                <a:cs typeface="Aptos"/>
              </a:rPr>
              <a:t>1. Project Selection</a:t>
            </a:r>
            <a:endParaRPr sz="1360" b="1" i="0" u="none" strike="noStrike" kern="1200" cap="none" spc="0" baseline="0">
              <a:ln>
                <a:noFill/>
              </a:ln>
              <a:solidFill>
                <a:srgbClr val="FFFFFF"/>
              </a:solidFill>
              <a:latin typeface="Aptos"/>
              <a:ea typeface="Aptos"/>
              <a:cs typeface="Aptos"/>
            </a:endParaRPr>
          </a:p>
        </p:txBody>
      </p:sp>
      <p:sp>
        <p:nvSpPr>
          <p:cNvPr id="77" name="TextBox 76">
            <a:extLst>
              <a:ext uri="{FF2B5EF4-FFF2-40B4-BE49-F238E27FC236}">
                <a16:creationId xmlns:a16="http://schemas.microsoft.com/office/drawing/2014/main" id="{9BE0C403-5162-F537-593E-38C682159E98}"/>
              </a:ext>
            </a:extLst>
          </p:cNvPr>
          <p:cNvSpPr txBox="1"/>
          <p:nvPr/>
        </p:nvSpPr>
        <p:spPr>
          <a:xfrm>
            <a:off x="777151" y="5575208"/>
            <a:ext cx="2745932" cy="474243"/>
          </a:xfrm>
          <a:prstGeom prst="rect">
            <a:avLst/>
          </a:prstGeom>
          <a:noFill/>
        </p:spPr>
        <p:txBody>
          <a:bodyPr wrap="square" lIns="62172" tIns="62172" rIns="62172" bIns="62172" anchor="t">
            <a:spAutoFit/>
          </a:bodyPr>
          <a:lstStyle>
            <a:defPPr algn="l">
              <a:defRPr sz="1133" b="0" spc="0">
                <a:solidFill>
                  <a:srgbClr val="FFFFFF"/>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FFFFFF"/>
                </a:solidFill>
                <a:latin typeface="Aptos"/>
                <a:ea typeface="Aptos"/>
                <a:cs typeface="Aptos"/>
              </a:defRPr>
            </a:pPr>
            <a:r>
              <a:rPr sz="1133" b="0" i="0" u="none" strike="noStrike" cap="none" spc="0" baseline="0">
                <a:ln>
                  <a:noFill/>
                </a:ln>
                <a:solidFill>
                  <a:srgbClr val="FFFFFF"/>
                </a:solidFill>
                <a:latin typeface="Aptos"/>
                <a:ea typeface="Aptos"/>
                <a:cs typeface="Aptos"/>
              </a:rPr>
              <a:t>Resources, project economics, technology, and infrastructure</a:t>
            </a:r>
            <a:endParaRPr sz="1133" b="0" i="0" u="none" strike="noStrike" kern="1200" cap="none" spc="0" baseline="0">
              <a:ln>
                <a:noFill/>
              </a:ln>
              <a:solidFill>
                <a:srgbClr val="FFFFFF"/>
              </a:solidFill>
              <a:latin typeface="Aptos"/>
              <a:ea typeface="Aptos"/>
              <a:cs typeface="Aptos"/>
            </a:endParaRPr>
          </a:p>
        </p:txBody>
      </p:sp>
      <p:sp>
        <p:nvSpPr>
          <p:cNvPr id="79" name="TextBox 78">
            <a:extLst>
              <a:ext uri="{FF2B5EF4-FFF2-40B4-BE49-F238E27FC236}">
                <a16:creationId xmlns:a16="http://schemas.microsoft.com/office/drawing/2014/main" id="{8E032E30-72CE-0592-DF42-8BFEB1360AC0}"/>
              </a:ext>
            </a:extLst>
          </p:cNvPr>
          <p:cNvSpPr txBox="1"/>
          <p:nvPr/>
        </p:nvSpPr>
        <p:spPr>
          <a:xfrm>
            <a:off x="3637065" y="5544122"/>
            <a:ext cx="279774" cy="404545"/>
          </a:xfrm>
          <a:prstGeom prst="rect">
            <a:avLst/>
          </a:prstGeom>
          <a:noFill/>
        </p:spPr>
        <p:txBody>
          <a:bodyPr wrap="square" lIns="62172" tIns="62172" rIns="62172" bIns="62172" anchor="t">
            <a:spAutoFit/>
          </a:bodyPr>
          <a:lstStyle/>
          <a:p>
            <a:pPr marL="0" marR="0" lvl="0" indent="0" algn="ctr" defTabSz="914400" rtl="0" eaLnBrk="1" fontAlgn="auto" latinLnBrk="0" hangingPunct="1">
              <a:lnSpc>
                <a:spcPct val="100000"/>
              </a:lnSpc>
              <a:spcBef>
                <a:spcPts val="0"/>
              </a:spcBef>
              <a:spcAft>
                <a:spcPts val="453"/>
              </a:spcAft>
              <a:buClrTx/>
              <a:buSzTx/>
              <a:buFontTx/>
              <a:buNone/>
              <a:tabLst/>
              <a:defRPr/>
            </a:pPr>
            <a:r>
              <a:rPr kumimoji="0" sz="1813" b="1" i="0" u="none" strike="noStrike" kern="1200" cap="none" spc="0" normalizeH="0" baseline="0" noProof="0">
                <a:ln>
                  <a:noFill/>
                </a:ln>
                <a:solidFill>
                  <a:srgbClr val="BE8B30"/>
                </a:solidFill>
                <a:effectLst/>
                <a:uLnTx/>
                <a:uFillTx/>
                <a:latin typeface="Aptos"/>
                <a:ea typeface="+mn-ea"/>
                <a:cs typeface="+mn-cs"/>
              </a:rPr>
              <a:t>→</a:t>
            </a:r>
          </a:p>
        </p:txBody>
      </p:sp>
      <p:sp>
        <p:nvSpPr>
          <p:cNvPr id="81" name="Rounded Rectangle 26">
            <a:extLst>
              <a:ext uri="{FF2B5EF4-FFF2-40B4-BE49-F238E27FC236}">
                <a16:creationId xmlns:a16="http://schemas.microsoft.com/office/drawing/2014/main" id="{00E5D98E-FEAB-85CD-DFFC-5AE0712DFFB6}"/>
              </a:ext>
            </a:extLst>
          </p:cNvPr>
          <p:cNvSpPr/>
          <p:nvPr/>
        </p:nvSpPr>
        <p:spPr>
          <a:xfrm>
            <a:off x="3906477" y="5055629"/>
            <a:ext cx="2953173" cy="1264165"/>
          </a:xfrm>
          <a:prstGeom prst="roundRect">
            <a:avLst/>
          </a:prstGeom>
          <a:solidFill>
            <a:srgbClr val="F0F5F7"/>
          </a:soli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83" name="TextBox 82">
            <a:extLst>
              <a:ext uri="{FF2B5EF4-FFF2-40B4-BE49-F238E27FC236}">
                <a16:creationId xmlns:a16="http://schemas.microsoft.com/office/drawing/2014/main" id="{92D69062-D63C-07DA-1E3D-2E447D76BE2D}"/>
              </a:ext>
            </a:extLst>
          </p:cNvPr>
          <p:cNvSpPr txBox="1"/>
          <p:nvPr/>
        </p:nvSpPr>
        <p:spPr>
          <a:xfrm>
            <a:off x="4041184" y="5171089"/>
            <a:ext cx="2745932" cy="334846"/>
          </a:xfrm>
          <a:prstGeom prst="rect">
            <a:avLst/>
          </a:prstGeom>
          <a:noFill/>
        </p:spPr>
        <p:txBody>
          <a:bodyPr wrap="square" lIns="62172" tIns="62172" rIns="62172" bIns="62172" anchor="t">
            <a:spAutoFit/>
          </a:bodyPr>
          <a:lstStyle>
            <a:defPPr algn="l">
              <a:defRPr sz="1360" b="1" spc="0">
                <a:solidFill>
                  <a:srgbClr val="142B46"/>
                </a:solidFill>
                <a:latin typeface="Aptos"/>
                <a:ea typeface="Aptos"/>
                <a:cs typeface="Aptos"/>
              </a:defRPr>
            </a:defPPr>
          </a:lstStyle>
          <a:p>
            <a:pPr marR="0" lvl="0" algn="l" defTabSz="914400">
              <a:lnSpc>
                <a:spcPct val="100000"/>
              </a:lnSpc>
              <a:spcBef>
                <a:spcPts val="0"/>
              </a:spcBef>
              <a:spcAft>
                <a:spcPts val="453"/>
              </a:spcAft>
              <a:buClrTx/>
              <a:buSzTx/>
              <a:buFontTx/>
              <a:buNone/>
              <a:defRPr sz="1360" b="1" spc="0">
                <a:solidFill>
                  <a:srgbClr val="142B46"/>
                </a:solidFill>
                <a:latin typeface="Aptos"/>
                <a:ea typeface="Aptos"/>
                <a:cs typeface="Aptos"/>
              </a:defRPr>
            </a:pPr>
            <a:r>
              <a:rPr sz="1360" b="1" i="0" u="none" strike="noStrike" cap="none" spc="0" baseline="0">
                <a:ln>
                  <a:noFill/>
                </a:ln>
                <a:solidFill>
                  <a:srgbClr val="142B46"/>
                </a:solidFill>
                <a:latin typeface="Aptos"/>
                <a:ea typeface="Aptos"/>
                <a:cs typeface="Aptos"/>
              </a:rPr>
              <a:t>2. Testing and Evaluation</a:t>
            </a:r>
            <a:endParaRPr sz="1360" b="1" i="0" u="none" strike="noStrike" kern="1200" cap="none" spc="0" baseline="0">
              <a:ln>
                <a:noFill/>
              </a:ln>
              <a:solidFill>
                <a:srgbClr val="142B46"/>
              </a:solidFill>
              <a:latin typeface="Aptos"/>
              <a:ea typeface="Aptos"/>
              <a:cs typeface="Aptos"/>
            </a:endParaRPr>
          </a:p>
        </p:txBody>
      </p:sp>
      <p:sp>
        <p:nvSpPr>
          <p:cNvPr id="85" name="TextBox 84">
            <a:extLst>
              <a:ext uri="{FF2B5EF4-FFF2-40B4-BE49-F238E27FC236}">
                <a16:creationId xmlns:a16="http://schemas.microsoft.com/office/drawing/2014/main" id="{DC730404-496B-3FC6-147C-40F8723ABE05}"/>
              </a:ext>
            </a:extLst>
          </p:cNvPr>
          <p:cNvSpPr txBox="1"/>
          <p:nvPr/>
        </p:nvSpPr>
        <p:spPr>
          <a:xfrm>
            <a:off x="4041184" y="5575208"/>
            <a:ext cx="2745932" cy="299901"/>
          </a:xfrm>
          <a:prstGeom prst="rect">
            <a:avLst/>
          </a:prstGeom>
          <a:noFill/>
        </p:spPr>
        <p:txBody>
          <a:bodyPr wrap="square" lIns="62172" tIns="62172" rIns="62172" bIns="62172" anchor="t">
            <a:spAutoFit/>
          </a:bodyPr>
          <a:lstStyle>
            <a:defPPr algn="l">
              <a:defRPr sz="1133" b="0" spc="0">
                <a:solidFill>
                  <a:srgbClr val="28333C"/>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28333C"/>
                </a:solidFill>
                <a:latin typeface="Aptos"/>
                <a:ea typeface="Aptos"/>
                <a:cs typeface="Aptos"/>
              </a:defRPr>
            </a:pPr>
            <a:r>
              <a:rPr sz="1133" b="0" i="0" u="none" strike="noStrike" cap="none" spc="0" baseline="0">
                <a:ln>
                  <a:noFill/>
                </a:ln>
                <a:solidFill>
                  <a:srgbClr val="28333C"/>
                </a:solidFill>
                <a:latin typeface="Aptos"/>
                <a:ea typeface="Aptos"/>
                <a:cs typeface="Aptos"/>
              </a:rPr>
              <a:t>Laboratory tests and a pre-feasibility study (PFS)</a:t>
            </a:r>
            <a:endParaRPr sz="1133" b="0" i="0" u="none" strike="noStrike" kern="1200" cap="none" spc="0" baseline="0">
              <a:ln>
                <a:noFill/>
              </a:ln>
              <a:solidFill>
                <a:srgbClr val="28333C"/>
              </a:solidFill>
              <a:latin typeface="Aptos"/>
              <a:ea typeface="Aptos"/>
              <a:cs typeface="Aptos"/>
            </a:endParaRPr>
          </a:p>
        </p:txBody>
      </p:sp>
      <p:sp>
        <p:nvSpPr>
          <p:cNvPr id="87" name="TextBox 86">
            <a:extLst>
              <a:ext uri="{FF2B5EF4-FFF2-40B4-BE49-F238E27FC236}">
                <a16:creationId xmlns:a16="http://schemas.microsoft.com/office/drawing/2014/main" id="{F8400E50-9ED1-8B7A-EEB4-0F812DE7C5A5}"/>
              </a:ext>
            </a:extLst>
          </p:cNvPr>
          <p:cNvSpPr txBox="1"/>
          <p:nvPr/>
        </p:nvSpPr>
        <p:spPr>
          <a:xfrm>
            <a:off x="6901098" y="5544122"/>
            <a:ext cx="279774" cy="404545"/>
          </a:xfrm>
          <a:prstGeom prst="rect">
            <a:avLst/>
          </a:prstGeom>
          <a:noFill/>
        </p:spPr>
        <p:txBody>
          <a:bodyPr wrap="square" lIns="62172" tIns="62172" rIns="62172" bIns="62172" anchor="t">
            <a:spAutoFit/>
          </a:bodyPr>
          <a:lstStyle/>
          <a:p>
            <a:pPr marL="0" marR="0" lvl="0" indent="0" algn="ctr" defTabSz="914400" rtl="0" eaLnBrk="1" fontAlgn="auto" latinLnBrk="0" hangingPunct="1">
              <a:lnSpc>
                <a:spcPct val="100000"/>
              </a:lnSpc>
              <a:spcBef>
                <a:spcPts val="0"/>
              </a:spcBef>
              <a:spcAft>
                <a:spcPts val="453"/>
              </a:spcAft>
              <a:buClrTx/>
              <a:buSzTx/>
              <a:buFontTx/>
              <a:buNone/>
              <a:tabLst/>
              <a:defRPr/>
            </a:pPr>
            <a:r>
              <a:rPr kumimoji="0" sz="1813" b="1" i="0" u="none" strike="noStrike" kern="1200" cap="none" spc="0" normalizeH="0" baseline="0" noProof="0">
                <a:ln>
                  <a:noFill/>
                </a:ln>
                <a:solidFill>
                  <a:srgbClr val="BE8B30"/>
                </a:solidFill>
                <a:effectLst/>
                <a:uLnTx/>
                <a:uFillTx/>
                <a:latin typeface="Aptos"/>
                <a:ea typeface="+mn-ea"/>
                <a:cs typeface="+mn-cs"/>
              </a:rPr>
              <a:t>→</a:t>
            </a:r>
          </a:p>
        </p:txBody>
      </p:sp>
      <p:sp>
        <p:nvSpPr>
          <p:cNvPr id="89" name="Rounded Rectangle 30">
            <a:extLst>
              <a:ext uri="{FF2B5EF4-FFF2-40B4-BE49-F238E27FC236}">
                <a16:creationId xmlns:a16="http://schemas.microsoft.com/office/drawing/2014/main" id="{D1DA65DF-BBFF-32A2-49CC-0C1A1F5A10F5}"/>
              </a:ext>
            </a:extLst>
          </p:cNvPr>
          <p:cNvSpPr/>
          <p:nvPr/>
        </p:nvSpPr>
        <p:spPr>
          <a:xfrm>
            <a:off x="7222320" y="5055629"/>
            <a:ext cx="2953173" cy="1264165"/>
          </a:xfrm>
          <a:prstGeom prst="roundRect">
            <a:avLst/>
          </a:prstGeom>
          <a:solidFill>
            <a:srgbClr val="F0F5F7"/>
          </a:soli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91" name="TextBox 90">
            <a:extLst>
              <a:ext uri="{FF2B5EF4-FFF2-40B4-BE49-F238E27FC236}">
                <a16:creationId xmlns:a16="http://schemas.microsoft.com/office/drawing/2014/main" id="{A26B08C5-D950-82BD-7EB1-0EE798F6C782}"/>
              </a:ext>
            </a:extLst>
          </p:cNvPr>
          <p:cNvSpPr txBox="1"/>
          <p:nvPr/>
        </p:nvSpPr>
        <p:spPr>
          <a:xfrm>
            <a:off x="7305217" y="5171089"/>
            <a:ext cx="2745932" cy="334846"/>
          </a:xfrm>
          <a:prstGeom prst="rect">
            <a:avLst/>
          </a:prstGeom>
          <a:noFill/>
        </p:spPr>
        <p:txBody>
          <a:bodyPr wrap="square" lIns="62172" tIns="62172" rIns="62172" bIns="62172" anchor="t">
            <a:spAutoFit/>
          </a:bodyPr>
          <a:lstStyle>
            <a:defPPr algn="l">
              <a:defRPr sz="1360" b="1" spc="0">
                <a:solidFill>
                  <a:srgbClr val="142B46"/>
                </a:solidFill>
                <a:latin typeface="Aptos"/>
                <a:ea typeface="Aptos"/>
                <a:cs typeface="Aptos"/>
              </a:defRPr>
            </a:defPPr>
          </a:lstStyle>
          <a:p>
            <a:pPr marR="0" lvl="0" algn="l" defTabSz="914400">
              <a:lnSpc>
                <a:spcPct val="100000"/>
              </a:lnSpc>
              <a:spcBef>
                <a:spcPts val="0"/>
              </a:spcBef>
              <a:spcAft>
                <a:spcPts val="453"/>
              </a:spcAft>
              <a:buClrTx/>
              <a:buSzTx/>
              <a:buFontTx/>
              <a:buNone/>
              <a:defRPr sz="1360" b="1" spc="0">
                <a:solidFill>
                  <a:srgbClr val="142B46"/>
                </a:solidFill>
                <a:latin typeface="Aptos"/>
                <a:ea typeface="Aptos"/>
                <a:cs typeface="Aptos"/>
              </a:defRPr>
            </a:pPr>
            <a:r>
              <a:rPr sz="1360" b="1" i="0" u="none" strike="noStrike" cap="none" spc="0" baseline="0">
                <a:ln>
                  <a:noFill/>
                </a:ln>
                <a:solidFill>
                  <a:srgbClr val="142B46"/>
                </a:solidFill>
                <a:latin typeface="Aptos"/>
                <a:ea typeface="Aptos"/>
                <a:cs typeface="Aptos"/>
              </a:rPr>
              <a:t>3. Commercial Discussions</a:t>
            </a:r>
            <a:endParaRPr sz="1360" b="1" i="0" u="none" strike="noStrike" kern="1200" cap="none" spc="0" baseline="0">
              <a:ln>
                <a:noFill/>
              </a:ln>
              <a:solidFill>
                <a:srgbClr val="142B46"/>
              </a:solidFill>
              <a:latin typeface="Aptos"/>
              <a:ea typeface="Aptos"/>
              <a:cs typeface="Aptos"/>
            </a:endParaRPr>
          </a:p>
        </p:txBody>
      </p:sp>
      <p:sp>
        <p:nvSpPr>
          <p:cNvPr id="93" name="TextBox 92">
            <a:extLst>
              <a:ext uri="{FF2B5EF4-FFF2-40B4-BE49-F238E27FC236}">
                <a16:creationId xmlns:a16="http://schemas.microsoft.com/office/drawing/2014/main" id="{DDF87B58-5460-C82A-E0D3-F2D6A1100F67}"/>
              </a:ext>
            </a:extLst>
          </p:cNvPr>
          <p:cNvSpPr txBox="1"/>
          <p:nvPr/>
        </p:nvSpPr>
        <p:spPr>
          <a:xfrm>
            <a:off x="7305217" y="5575208"/>
            <a:ext cx="2745932" cy="474243"/>
          </a:xfrm>
          <a:prstGeom prst="rect">
            <a:avLst/>
          </a:prstGeom>
          <a:noFill/>
        </p:spPr>
        <p:txBody>
          <a:bodyPr wrap="square" lIns="62172" tIns="62172" rIns="62172" bIns="62172" anchor="t">
            <a:spAutoFit/>
          </a:bodyPr>
          <a:lstStyle>
            <a:defPPr algn="l">
              <a:defRPr sz="1133" b="0" spc="0">
                <a:solidFill>
                  <a:srgbClr val="28333C"/>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28333C"/>
                </a:solidFill>
                <a:latin typeface="Aptos"/>
                <a:ea typeface="Aptos"/>
                <a:cs typeface="Aptos"/>
              </a:defRPr>
            </a:pPr>
            <a:r>
              <a:rPr sz="1133" b="0" i="0" u="none" strike="noStrike" cap="none" spc="0" baseline="0">
                <a:ln>
                  <a:noFill/>
                </a:ln>
                <a:solidFill>
                  <a:srgbClr val="28333C"/>
                </a:solidFill>
                <a:latin typeface="Aptos"/>
                <a:ea typeface="Aptos"/>
                <a:cs typeface="Aptos"/>
              </a:rPr>
              <a:t>Investment, technology, and long-term offtake</a:t>
            </a:r>
            <a:endParaRPr sz="1133" b="0" i="0" u="none" strike="noStrike" kern="1200" cap="none" spc="0" baseline="0">
              <a:ln>
                <a:noFill/>
              </a:ln>
              <a:solidFill>
                <a:srgbClr val="28333C"/>
              </a:solidFill>
              <a:latin typeface="Aptos"/>
              <a:ea typeface="Aptos"/>
              <a:cs typeface="Aptos"/>
            </a:endParaRPr>
          </a:p>
        </p:txBody>
      </p:sp>
      <p:sp>
        <p:nvSpPr>
          <p:cNvPr id="95" name="TextBox 94">
            <a:extLst>
              <a:ext uri="{FF2B5EF4-FFF2-40B4-BE49-F238E27FC236}">
                <a16:creationId xmlns:a16="http://schemas.microsoft.com/office/drawing/2014/main" id="{2E48AE7D-1D3A-DFF5-7F1B-5043CFE7B010}"/>
              </a:ext>
            </a:extLst>
          </p:cNvPr>
          <p:cNvSpPr txBox="1"/>
          <p:nvPr/>
        </p:nvSpPr>
        <p:spPr>
          <a:xfrm>
            <a:off x="10165131" y="5544122"/>
            <a:ext cx="279774" cy="404545"/>
          </a:xfrm>
          <a:prstGeom prst="rect">
            <a:avLst/>
          </a:prstGeom>
          <a:noFill/>
        </p:spPr>
        <p:txBody>
          <a:bodyPr wrap="square" lIns="62172" tIns="62172" rIns="62172" bIns="62172" anchor="t">
            <a:spAutoFit/>
          </a:bodyPr>
          <a:lstStyle/>
          <a:p>
            <a:pPr marL="0" marR="0" lvl="0" indent="0" algn="ctr" defTabSz="914400" rtl="0" eaLnBrk="1" fontAlgn="auto" latinLnBrk="0" hangingPunct="1">
              <a:lnSpc>
                <a:spcPct val="100000"/>
              </a:lnSpc>
              <a:spcBef>
                <a:spcPts val="0"/>
              </a:spcBef>
              <a:spcAft>
                <a:spcPts val="453"/>
              </a:spcAft>
              <a:buClrTx/>
              <a:buSzTx/>
              <a:buFontTx/>
              <a:buNone/>
              <a:tabLst/>
              <a:defRPr/>
            </a:pPr>
            <a:r>
              <a:rPr kumimoji="0" sz="1813" b="1" i="0" u="none" strike="noStrike" kern="1200" cap="none" spc="0" normalizeH="0" baseline="0" noProof="0">
                <a:ln>
                  <a:noFill/>
                </a:ln>
                <a:solidFill>
                  <a:srgbClr val="BE8B30"/>
                </a:solidFill>
                <a:effectLst/>
                <a:uLnTx/>
                <a:uFillTx/>
                <a:latin typeface="Aptos"/>
                <a:ea typeface="+mn-ea"/>
                <a:cs typeface="+mn-cs"/>
              </a:rPr>
              <a:t>→</a:t>
            </a:r>
          </a:p>
        </p:txBody>
      </p:sp>
      <p:sp>
        <p:nvSpPr>
          <p:cNvPr id="97" name="Rounded Rectangle 34">
            <a:extLst>
              <a:ext uri="{FF2B5EF4-FFF2-40B4-BE49-F238E27FC236}">
                <a16:creationId xmlns:a16="http://schemas.microsoft.com/office/drawing/2014/main" id="{CA5BCF99-A8D1-2673-24F2-FFBD24BDB823}"/>
              </a:ext>
            </a:extLst>
          </p:cNvPr>
          <p:cNvSpPr/>
          <p:nvPr/>
        </p:nvSpPr>
        <p:spPr>
          <a:xfrm>
            <a:off x="10465629" y="5057107"/>
            <a:ext cx="2953173" cy="1264165"/>
          </a:xfrm>
          <a:prstGeom prst="roundRect">
            <a:avLst/>
          </a:prstGeom>
          <a:solidFill>
            <a:srgbClr val="F0F5F7"/>
          </a:solidFill>
          <a:ln>
            <a:solidFill>
              <a:srgbClr val="D8E1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4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99" name="TextBox 98">
            <a:extLst>
              <a:ext uri="{FF2B5EF4-FFF2-40B4-BE49-F238E27FC236}">
                <a16:creationId xmlns:a16="http://schemas.microsoft.com/office/drawing/2014/main" id="{BE5BD214-35CA-EDF7-6F9C-9274C8F6B0BE}"/>
              </a:ext>
            </a:extLst>
          </p:cNvPr>
          <p:cNvSpPr txBox="1"/>
          <p:nvPr/>
        </p:nvSpPr>
        <p:spPr>
          <a:xfrm>
            <a:off x="10569250" y="5171089"/>
            <a:ext cx="2745932" cy="544134"/>
          </a:xfrm>
          <a:prstGeom prst="rect">
            <a:avLst/>
          </a:prstGeom>
          <a:noFill/>
        </p:spPr>
        <p:txBody>
          <a:bodyPr wrap="square" lIns="62172" tIns="62172" rIns="62172" bIns="62172" anchor="t">
            <a:spAutoFit/>
          </a:bodyPr>
          <a:lstStyle>
            <a:defPPr algn="l">
              <a:defRPr sz="1360" b="1" spc="0">
                <a:solidFill>
                  <a:srgbClr val="142B46"/>
                </a:solidFill>
                <a:latin typeface="Aptos"/>
                <a:ea typeface="Aptos"/>
                <a:cs typeface="Aptos"/>
              </a:defRPr>
            </a:defPPr>
          </a:lstStyle>
          <a:p>
            <a:pPr marR="0" lvl="0" algn="l" defTabSz="914400">
              <a:lnSpc>
                <a:spcPct val="100000"/>
              </a:lnSpc>
              <a:spcBef>
                <a:spcPts val="0"/>
              </a:spcBef>
              <a:spcAft>
                <a:spcPts val="453"/>
              </a:spcAft>
              <a:buClrTx/>
              <a:buSzTx/>
              <a:buFontTx/>
              <a:buNone/>
              <a:defRPr sz="1360" b="1" spc="0">
                <a:solidFill>
                  <a:srgbClr val="142B46"/>
                </a:solidFill>
                <a:latin typeface="Aptos"/>
                <a:ea typeface="Aptos"/>
                <a:cs typeface="Aptos"/>
              </a:defRPr>
            </a:pPr>
            <a:r>
              <a:rPr sz="1360" b="1" i="0" u="none" strike="noStrike" cap="none" spc="0" baseline="0">
                <a:ln>
                  <a:noFill/>
                </a:ln>
                <a:solidFill>
                  <a:srgbClr val="142B46"/>
                </a:solidFill>
                <a:latin typeface="Aptos"/>
                <a:ea typeface="Aptos"/>
                <a:cs typeface="Aptos"/>
              </a:rPr>
              <a:t>4. Implementation and Monitoring</a:t>
            </a:r>
            <a:endParaRPr sz="1360" b="1" i="0" u="none" strike="noStrike" kern="1200" cap="none" spc="0" baseline="0">
              <a:ln>
                <a:noFill/>
              </a:ln>
              <a:solidFill>
                <a:srgbClr val="142B46"/>
              </a:solidFill>
              <a:latin typeface="Aptos"/>
              <a:ea typeface="Aptos"/>
              <a:cs typeface="Aptos"/>
            </a:endParaRPr>
          </a:p>
        </p:txBody>
      </p:sp>
      <p:sp>
        <p:nvSpPr>
          <p:cNvPr id="101" name="TextBox 100">
            <a:extLst>
              <a:ext uri="{FF2B5EF4-FFF2-40B4-BE49-F238E27FC236}">
                <a16:creationId xmlns:a16="http://schemas.microsoft.com/office/drawing/2014/main" id="{0895AAE5-FCAC-2C4E-20B0-7E071EEBF012}"/>
              </a:ext>
            </a:extLst>
          </p:cNvPr>
          <p:cNvSpPr txBox="1"/>
          <p:nvPr/>
        </p:nvSpPr>
        <p:spPr>
          <a:xfrm>
            <a:off x="10572750" y="5715000"/>
            <a:ext cx="2476500" cy="476250"/>
          </a:xfrm>
          <a:prstGeom prst="rect">
            <a:avLst/>
          </a:prstGeom>
          <a:noFill/>
        </p:spPr>
        <p:txBody>
          <a:bodyPr wrap="square" lIns="62172" tIns="62172" rIns="62172" bIns="62172" anchor="t">
            <a:spAutoFit/>
          </a:bodyPr>
          <a:lstStyle>
            <a:defPPr algn="l">
              <a:defRPr sz="1133" b="0" spc="0">
                <a:solidFill>
                  <a:srgbClr val="28333C"/>
                </a:solidFill>
                <a:latin typeface="Aptos"/>
                <a:ea typeface="Aptos"/>
                <a:cs typeface="Aptos"/>
              </a:defRPr>
            </a:defPPr>
          </a:lstStyle>
          <a:p>
            <a:pPr marR="0" lvl="0" algn="l" defTabSz="914400">
              <a:lnSpc>
                <a:spcPct val="100000"/>
              </a:lnSpc>
              <a:spcBef>
                <a:spcPts val="0"/>
              </a:spcBef>
              <a:spcAft>
                <a:spcPts val="453"/>
              </a:spcAft>
              <a:buClrTx/>
              <a:buSzTx/>
              <a:buFontTx/>
              <a:buNone/>
              <a:defRPr sz="1133" b="0" spc="0">
                <a:solidFill>
                  <a:srgbClr val="28333C"/>
                </a:solidFill>
                <a:latin typeface="Aptos"/>
                <a:ea typeface="Aptos"/>
                <a:cs typeface="Aptos"/>
              </a:defRPr>
            </a:pPr>
            <a:r>
              <a:rPr sz="1133" b="0" i="0" u="none" strike="noStrike" cap="none" spc="0" baseline="0">
                <a:ln>
                  <a:noFill/>
                </a:ln>
                <a:solidFill>
                  <a:srgbClr val="28333C"/>
                </a:solidFill>
                <a:latin typeface="Aptos"/>
                <a:ea typeface="Aptos"/>
                <a:cs typeface="Aptos"/>
              </a:rPr>
              <a:t>Performance indicators, reporting, and local benefits</a:t>
            </a:r>
            <a:endParaRPr sz="1133" b="0" i="0" u="none" strike="noStrike" kern="1200" cap="none" spc="0" baseline="0">
              <a:ln>
                <a:noFill/>
              </a:ln>
              <a:solidFill>
                <a:srgbClr val="28333C"/>
              </a:solidFill>
              <a:latin typeface="Aptos"/>
              <a:ea typeface="Aptos"/>
              <a:cs typeface="Aptos"/>
            </a:endParaRPr>
          </a:p>
        </p:txBody>
      </p:sp>
      <p:pic>
        <p:nvPicPr>
          <p:cNvPr id="105" name="Picture 104">
            <a:extLst>
              <a:ext uri="{FF2B5EF4-FFF2-40B4-BE49-F238E27FC236}">
                <a16:creationId xmlns:a16="http://schemas.microsoft.com/office/drawing/2014/main" id="{DFE67A07-1ED5-35A3-168F-842264136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4974" y="295717"/>
            <a:ext cx="564776" cy="564776"/>
          </a:xfrm>
          <a:prstGeom prst="rect">
            <a:avLst/>
          </a:prstGeom>
        </p:spPr>
      </p:pic>
    </p:spTree>
    <p:extLst>
      <p:ext uri="{BB962C8B-B14F-4D97-AF65-F5344CB8AC3E}">
        <p14:creationId xmlns:p14="http://schemas.microsoft.com/office/powerpoint/2010/main" val="365489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5298-46D7-C13F-0009-D420F5B6E7B5}"/>
            </a:ext>
          </a:extLst>
        </p:cNvPr>
        <p:cNvGrpSpPr/>
        <p:nvPr/>
      </p:nvGrpSpPr>
      <p:grpSpPr>
        <a:xfrm>
          <a:off x="0" y="0"/>
          <a:ext cx="0" cy="0"/>
          <a:chOff x="0" y="0"/>
          <a:chExt cx="0" cy="0"/>
        </a:xfrm>
      </p:grpSpPr>
      <p:sp>
        <p:nvSpPr>
          <p:cNvPr id="3" name="Google Shape;695;p33">
            <a:extLst>
              <a:ext uri="{FF2B5EF4-FFF2-40B4-BE49-F238E27FC236}">
                <a16:creationId xmlns:a16="http://schemas.microsoft.com/office/drawing/2014/main" id="{43C05A38-31EA-B6E6-E913-1F08313E5F35}"/>
              </a:ext>
            </a:extLst>
          </p:cNvPr>
          <p:cNvSpPr/>
          <p:nvPr/>
        </p:nvSpPr>
        <p:spPr>
          <a:xfrm>
            <a:off x="117215" y="2127410"/>
            <a:ext cx="5023497" cy="4220309"/>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21" h="18420" extrusionOk="0">
                <a:moveTo>
                  <a:pt x="0" y="0"/>
                </a:moveTo>
                <a:lnTo>
                  <a:pt x="4493" y="9210"/>
                </a:lnTo>
                <a:lnTo>
                  <a:pt x="0" y="18420"/>
                </a:lnTo>
                <a:lnTo>
                  <a:pt x="24347" y="18420"/>
                </a:lnTo>
                <a:lnTo>
                  <a:pt x="29021" y="9576"/>
                </a:lnTo>
                <a:lnTo>
                  <a:pt x="24347" y="0"/>
                </a:lnTo>
                <a:lnTo>
                  <a:pt x="0" y="0"/>
                </a:lnTo>
                <a:close/>
              </a:path>
            </a:pathLst>
          </a:custGeom>
          <a:gradFill flip="none" rotWithShape="1">
            <a:gsLst>
              <a:gs pos="100000">
                <a:schemeClr val="accent2">
                  <a:alpha val="0"/>
                  <a:lumMod val="0"/>
                </a:schemeClr>
              </a:gs>
              <a:gs pos="4000">
                <a:schemeClr val="accent2">
                  <a:lumMod val="60000"/>
                  <a:lumOff val="40000"/>
                  <a:alpha val="73000"/>
                </a:schemeClr>
              </a:gs>
            </a:gsLst>
            <a:lin ang="13200000" scaled="0"/>
            <a:tileRect/>
          </a:gradFill>
          <a:ln>
            <a:noFill/>
          </a:ln>
        </p:spPr>
        <p:txBody>
          <a:bodyPr spcFirstLastPara="1" wrap="square" lIns="138122" tIns="138122" rIns="138122" bIns="138122" anchor="ctr" anchorCtr="0">
            <a:noAutofit/>
          </a:bodyPr>
          <a:lstStyle/>
          <a:p>
            <a:endParaRPr lang="en-US" dirty="0"/>
          </a:p>
        </p:txBody>
      </p:sp>
      <p:sp>
        <p:nvSpPr>
          <p:cNvPr id="86" name="TextBox 85">
            <a:extLst>
              <a:ext uri="{FF2B5EF4-FFF2-40B4-BE49-F238E27FC236}">
                <a16:creationId xmlns:a16="http://schemas.microsoft.com/office/drawing/2014/main" id="{9AAB3AA0-B4E5-E465-7BBF-8372D248F028}"/>
              </a:ext>
            </a:extLst>
          </p:cNvPr>
          <p:cNvSpPr txBox="1"/>
          <p:nvPr/>
        </p:nvSpPr>
        <p:spPr>
          <a:xfrm>
            <a:off x="1051240" y="783285"/>
            <a:ext cx="6125648" cy="406265"/>
          </a:xfrm>
          <a:prstGeom prst="rect">
            <a:avLst/>
          </a:prstGeom>
          <a:noFill/>
        </p:spPr>
        <p:txBody>
          <a:bodyPr wrap="square">
            <a:spAutoFit/>
          </a:bodyPr>
          <a:lstStyle>
            <a:defPPr algn="l">
              <a:defRPr sz="2040" b="0" spc="0">
                <a:solidFill>
                  <a:srgbClr val="FFFFFF"/>
                </a:solidFill>
                <a:latin typeface="Montserrat Medium"/>
                <a:ea typeface="Montserrat Medium"/>
                <a:cs typeface="Montserrat Medium"/>
              </a:defRPr>
            </a:defPPr>
          </a:lstStyle>
          <a:p>
            <a:pPr algn="l">
              <a:buNone/>
              <a:defRPr sz="2040" b="0" spc="0">
                <a:solidFill>
                  <a:srgbClr val="FFFFFF"/>
                </a:solidFill>
                <a:latin typeface="Montserrat Medium"/>
                <a:ea typeface="Montserrat Medium"/>
                <a:cs typeface="Montserrat Medium"/>
              </a:defRPr>
            </a:pPr>
            <a:r>
              <a:rPr lang="en-US" dirty="0">
                <a:solidFill>
                  <a:srgbClr val="FFFFFF"/>
                </a:solidFill>
                <a:latin typeface="Montserrat Medium"/>
              </a:rPr>
              <a:t>FUTURE OUTLOOK FOR COOPERATION</a:t>
            </a:r>
            <a:endParaRPr spc="0" dirty="0"/>
          </a:p>
        </p:txBody>
      </p:sp>
      <p:sp>
        <p:nvSpPr>
          <p:cNvPr id="6" name="Google Shape;70;p15">
            <a:extLst>
              <a:ext uri="{FF2B5EF4-FFF2-40B4-BE49-F238E27FC236}">
                <a16:creationId xmlns:a16="http://schemas.microsoft.com/office/drawing/2014/main" id="{E6A1BF32-6401-B194-1CDD-39BA44089ABC}"/>
              </a:ext>
            </a:extLst>
          </p:cNvPr>
          <p:cNvSpPr txBox="1"/>
          <p:nvPr/>
        </p:nvSpPr>
        <p:spPr>
          <a:xfrm>
            <a:off x="-2025388" y="358364"/>
            <a:ext cx="8483870" cy="582233"/>
          </a:xfrm>
          <a:prstGeom prst="rect">
            <a:avLst/>
          </a:prstGeom>
          <a:noFill/>
          <a:ln>
            <a:noFill/>
          </a:ln>
        </p:spPr>
        <p:txBody>
          <a:bodyPr spcFirstLastPara="1" wrap="square" lIns="91414" tIns="45695" rIns="91414" bIns="45695" anchor="t" anchorCtr="0">
            <a:noAutofit/>
          </a:bodyPr>
          <a:lstStyle/>
          <a:p>
            <a:pPr>
              <a:lnSpc>
                <a:spcPct val="90000"/>
              </a:lnSpc>
              <a:buClr>
                <a:schemeClr val="lt1"/>
              </a:buClr>
              <a:buSzPts val="3000"/>
            </a:pPr>
            <a:endParaRPr lang="mn-MN" sz="2200" b="1" dirty="0">
              <a:solidFill>
                <a:srgbClr val="C0A051"/>
              </a:solidFill>
              <a:latin typeface="Montserrat ExtraBold"/>
              <a:ea typeface="Montserrat ExtraBold"/>
              <a:cs typeface="Montserrat ExtraBold"/>
              <a:sym typeface="Montserrat ExtraBold"/>
            </a:endParaRPr>
          </a:p>
        </p:txBody>
      </p:sp>
      <p:pic>
        <p:nvPicPr>
          <p:cNvPr id="5" name="Picture 4">
            <a:extLst>
              <a:ext uri="{FF2B5EF4-FFF2-40B4-BE49-F238E27FC236}">
                <a16:creationId xmlns:a16="http://schemas.microsoft.com/office/drawing/2014/main" id="{10D1A8D7-A114-236E-54AB-8E269D5D0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9028" y="374719"/>
            <a:ext cx="640006" cy="640006"/>
          </a:xfrm>
          <a:prstGeom prst="rect">
            <a:avLst/>
          </a:prstGeom>
        </p:spPr>
      </p:pic>
      <p:sp>
        <p:nvSpPr>
          <p:cNvPr id="8" name="TextBox 7">
            <a:extLst>
              <a:ext uri="{FF2B5EF4-FFF2-40B4-BE49-F238E27FC236}">
                <a16:creationId xmlns:a16="http://schemas.microsoft.com/office/drawing/2014/main" id="{FC5D78B1-D067-10BA-48C2-4F883A789743}"/>
              </a:ext>
            </a:extLst>
          </p:cNvPr>
          <p:cNvSpPr txBox="1"/>
          <p:nvPr/>
        </p:nvSpPr>
        <p:spPr>
          <a:xfrm>
            <a:off x="1239747" y="3327325"/>
            <a:ext cx="3227217" cy="738664"/>
          </a:xfrm>
          <a:prstGeom prst="rect">
            <a:avLst/>
          </a:prstGeom>
          <a:noFill/>
        </p:spPr>
        <p:txBody>
          <a:bodyPr wrap="square">
            <a:spAutoFit/>
          </a:bodyPr>
          <a:lstStyle>
            <a:defPPr algn="ctr">
              <a:defRPr sz="1600" b="0" spc="0">
                <a:solidFill>
                  <a:srgbClr val="FFFFFF"/>
                </a:solidFill>
                <a:latin typeface="Montserrat Medium"/>
                <a:ea typeface="Montserrat Medium"/>
                <a:cs typeface="Montserrat Medium"/>
              </a:defRPr>
            </a:defPPr>
          </a:lstStyle>
          <a:p>
            <a:pPr algn="ctr">
              <a:defRPr sz="1600" b="0" spc="0">
                <a:solidFill>
                  <a:srgbClr val="FFFFFF"/>
                </a:solidFill>
                <a:latin typeface="Montserrat Medium"/>
                <a:ea typeface="Montserrat Medium"/>
                <a:cs typeface="Montserrat Medium"/>
              </a:defRPr>
            </a:pPr>
            <a:endParaRPr lang="en-US" sz="1600" dirty="0">
              <a:solidFill>
                <a:srgbClr val="FFFFFF"/>
              </a:solidFill>
              <a:latin typeface="Montserrat Medium"/>
              <a:ea typeface="Montserrat Medium"/>
              <a:cs typeface="Montserrat Medium"/>
            </a:endParaRPr>
          </a:p>
          <a:p>
            <a:pPr algn="ctr">
              <a:defRPr sz="1600" b="0" spc="0">
                <a:solidFill>
                  <a:srgbClr val="FFFFFF"/>
                </a:solidFill>
                <a:latin typeface="Montserrat Medium"/>
                <a:ea typeface="Montserrat Medium"/>
                <a:cs typeface="Montserrat Medium"/>
              </a:defRPr>
            </a:pPr>
            <a:endParaRPr lang="en-US" sz="1400" b="0" spc="0" dirty="0">
              <a:solidFill>
                <a:srgbClr val="FFFFFF"/>
              </a:solidFill>
              <a:latin typeface="Montserrat Medium"/>
              <a:ea typeface="Montserrat Medium"/>
              <a:cs typeface="Montserrat Medium"/>
            </a:endParaRPr>
          </a:p>
          <a:p>
            <a:pPr algn="ctr">
              <a:buNone/>
              <a:defRPr sz="1600" b="0" spc="0">
                <a:solidFill>
                  <a:srgbClr val="FFFFFF"/>
                </a:solidFill>
                <a:latin typeface="Montserrat Medium"/>
                <a:ea typeface="Montserrat Medium"/>
                <a:cs typeface="Montserrat Medium"/>
              </a:defRPr>
            </a:pPr>
            <a:endParaRPr lang="en-US" sz="1200" b="0" spc="0" dirty="0">
              <a:solidFill>
                <a:srgbClr val="FFFFFF"/>
              </a:solidFill>
              <a:latin typeface="Montserrat Medium"/>
              <a:ea typeface="Montserrat Medium"/>
              <a:cs typeface="Montserrat Medium"/>
            </a:endParaRPr>
          </a:p>
        </p:txBody>
      </p:sp>
      <p:sp>
        <p:nvSpPr>
          <p:cNvPr id="4" name="Freeform: Shape 3">
            <a:extLst>
              <a:ext uri="{FF2B5EF4-FFF2-40B4-BE49-F238E27FC236}">
                <a16:creationId xmlns:a16="http://schemas.microsoft.com/office/drawing/2014/main" id="{98EF01DF-D299-86F1-A975-112779B132B4}"/>
              </a:ext>
            </a:extLst>
          </p:cNvPr>
          <p:cNvSpPr/>
          <p:nvPr/>
        </p:nvSpPr>
        <p:spPr>
          <a:xfrm flipH="1">
            <a:off x="5105444" y="1724238"/>
            <a:ext cx="1941562" cy="2504804"/>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endParaRPr lang="mn-MN" sz="1190">
              <a:solidFill>
                <a:schemeClr val="bg1"/>
              </a:solidFill>
            </a:endParaRPr>
          </a:p>
        </p:txBody>
      </p:sp>
      <p:sp>
        <p:nvSpPr>
          <p:cNvPr id="11" name="Freeform: Shape 10">
            <a:extLst>
              <a:ext uri="{FF2B5EF4-FFF2-40B4-BE49-F238E27FC236}">
                <a16:creationId xmlns:a16="http://schemas.microsoft.com/office/drawing/2014/main" id="{C47BFEC3-900E-09CB-EBB4-81F2A15E12DD}"/>
              </a:ext>
            </a:extLst>
          </p:cNvPr>
          <p:cNvSpPr/>
          <p:nvPr/>
        </p:nvSpPr>
        <p:spPr>
          <a:xfrm flipH="1">
            <a:off x="5105445" y="4072254"/>
            <a:ext cx="1963075" cy="161049"/>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noFill/>
          <a:ln w="28575" cap="flat">
            <a:solidFill>
              <a:srgbClr val="00B0B0"/>
            </a:solidFill>
            <a:prstDash val="solid"/>
            <a:miter/>
          </a:ln>
        </p:spPr>
        <p:txBody>
          <a:bodyPr rtlCol="0" anchor="ctr"/>
          <a:lstStyle/>
          <a:p>
            <a:endParaRPr lang="mn-MN" sz="1190">
              <a:solidFill>
                <a:schemeClr val="bg1"/>
              </a:solidFill>
            </a:endParaRPr>
          </a:p>
        </p:txBody>
      </p:sp>
      <p:sp>
        <p:nvSpPr>
          <p:cNvPr id="15" name="Freeform: Shape 14">
            <a:extLst>
              <a:ext uri="{FF2B5EF4-FFF2-40B4-BE49-F238E27FC236}">
                <a16:creationId xmlns:a16="http://schemas.microsoft.com/office/drawing/2014/main" id="{79B6CB48-F92D-0297-4459-0C312D6612DE}"/>
              </a:ext>
            </a:extLst>
          </p:cNvPr>
          <p:cNvSpPr/>
          <p:nvPr/>
        </p:nvSpPr>
        <p:spPr>
          <a:xfrm flipH="1" flipV="1">
            <a:off x="5105446" y="4241824"/>
            <a:ext cx="1955917" cy="1164897"/>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noFill/>
          <a:ln w="28575" cap="flat">
            <a:solidFill>
              <a:srgbClr val="00B0B0"/>
            </a:solidFill>
            <a:prstDash val="solid"/>
            <a:miter/>
          </a:ln>
        </p:spPr>
        <p:txBody>
          <a:bodyPr rtlCol="0" anchor="ctr"/>
          <a:lstStyle/>
          <a:p>
            <a:endParaRPr lang="mn-MN" sz="1190">
              <a:solidFill>
                <a:schemeClr val="bg1"/>
              </a:solidFill>
            </a:endParaRPr>
          </a:p>
        </p:txBody>
      </p:sp>
      <p:sp>
        <p:nvSpPr>
          <p:cNvPr id="17" name="Freeform: Shape 16">
            <a:extLst>
              <a:ext uri="{FF2B5EF4-FFF2-40B4-BE49-F238E27FC236}">
                <a16:creationId xmlns:a16="http://schemas.microsoft.com/office/drawing/2014/main" id="{AEB4D248-8CC8-C0F7-B274-8205EA3C0D7A}"/>
              </a:ext>
            </a:extLst>
          </p:cNvPr>
          <p:cNvSpPr/>
          <p:nvPr/>
        </p:nvSpPr>
        <p:spPr>
          <a:xfrm flipH="1" flipV="1">
            <a:off x="5105446" y="4241825"/>
            <a:ext cx="2071443" cy="2586127"/>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noFill/>
          <a:ln w="28575" cap="flat">
            <a:solidFill>
              <a:srgbClr val="00B0B0"/>
            </a:solidFill>
            <a:prstDash val="solid"/>
            <a:miter/>
          </a:ln>
        </p:spPr>
        <p:txBody>
          <a:bodyPr rtlCol="0" anchor="ctr"/>
          <a:lstStyle/>
          <a:p>
            <a:endParaRPr lang="mn-MN" sz="1190">
              <a:solidFill>
                <a:schemeClr val="bg1"/>
              </a:solidFill>
            </a:endParaRPr>
          </a:p>
        </p:txBody>
      </p:sp>
      <p:grpSp>
        <p:nvGrpSpPr>
          <p:cNvPr id="18" name="Group 17">
            <a:extLst>
              <a:ext uri="{FF2B5EF4-FFF2-40B4-BE49-F238E27FC236}">
                <a16:creationId xmlns:a16="http://schemas.microsoft.com/office/drawing/2014/main" id="{779496AB-8DEA-64A5-CDAE-336AD1EEA477}"/>
              </a:ext>
            </a:extLst>
          </p:cNvPr>
          <p:cNvGrpSpPr/>
          <p:nvPr/>
        </p:nvGrpSpPr>
        <p:grpSpPr>
          <a:xfrm>
            <a:off x="7047006" y="1576247"/>
            <a:ext cx="6616848" cy="828196"/>
            <a:chOff x="9336097" y="1313571"/>
            <a:chExt cx="6617608" cy="614273"/>
          </a:xfrm>
        </p:grpSpPr>
        <p:sp>
          <p:nvSpPr>
            <p:cNvPr id="21" name="TextBox 20">
              <a:extLst>
                <a:ext uri="{FF2B5EF4-FFF2-40B4-BE49-F238E27FC236}">
                  <a16:creationId xmlns:a16="http://schemas.microsoft.com/office/drawing/2014/main" id="{69311FF6-68BD-110C-D6A0-8919B32F4024}"/>
                </a:ext>
              </a:extLst>
            </p:cNvPr>
            <p:cNvSpPr txBox="1"/>
            <p:nvPr/>
          </p:nvSpPr>
          <p:spPr>
            <a:xfrm>
              <a:off x="9336097" y="1313571"/>
              <a:ext cx="6617608" cy="219938"/>
            </a:xfrm>
            <a:prstGeom prst="rect">
              <a:avLst/>
            </a:prstGeom>
            <a:noFill/>
          </p:spPr>
          <p:txBody>
            <a:bodyPr wrap="square" lIns="103608" tIns="51804" rIns="103608" bIns="51804" rtlCol="0" anchor="t">
              <a:spAutoFit/>
            </a:bodyPr>
            <a:lstStyle>
              <a:defPPr algn="l">
                <a:defRPr sz="1247" b="0" spc="0">
                  <a:solidFill>
                    <a:srgbClr val="FFC000"/>
                  </a:solidFill>
                  <a:latin typeface="Montserrat SemiBold"/>
                  <a:ea typeface="Montserrat SemiBold"/>
                  <a:cs typeface="Montserrat SemiBold"/>
                </a:defRPr>
              </a:defPPr>
            </a:lstStyle>
            <a:p>
              <a:pPr algn="l">
                <a:defRPr sz="1247" b="0" spc="0">
                  <a:solidFill>
                    <a:srgbClr val="FFC000"/>
                  </a:solidFill>
                  <a:latin typeface="Montserrat SemiBold"/>
                  <a:ea typeface="Montserrat SemiBold"/>
                  <a:cs typeface="Montserrat SemiBold"/>
                </a:defRPr>
              </a:pPr>
              <a:r>
                <a:rPr lang="en-US" sz="1247" b="0" spc="0" dirty="0">
                  <a:solidFill>
                    <a:srgbClr val="FFC000"/>
                  </a:solidFill>
                  <a:latin typeface="Montserrat SemiBold"/>
                  <a:ea typeface="Montserrat SemiBold"/>
                  <a:cs typeface="Montserrat SemiBold"/>
                </a:rPr>
                <a:t>Exchange information on Mongolia’s critical mineral projects</a:t>
              </a:r>
              <a:endParaRPr sz="1247" b="0" spc="0" dirty="0">
                <a:solidFill>
                  <a:srgbClr val="FFC000"/>
                </a:solidFill>
                <a:latin typeface="Montserrat SemiBold"/>
                <a:ea typeface="Montserrat SemiBold"/>
                <a:cs typeface="Montserrat SemiBold"/>
              </a:endParaRPr>
            </a:p>
          </p:txBody>
        </p:sp>
        <p:sp>
          <p:nvSpPr>
            <p:cNvPr id="22" name="TextBox 21">
              <a:extLst>
                <a:ext uri="{FF2B5EF4-FFF2-40B4-BE49-F238E27FC236}">
                  <a16:creationId xmlns:a16="http://schemas.microsoft.com/office/drawing/2014/main" id="{4D49036F-FAD3-FB66-AA10-9B7A3E014C71}"/>
                </a:ext>
              </a:extLst>
            </p:cNvPr>
            <p:cNvSpPr txBox="1"/>
            <p:nvPr/>
          </p:nvSpPr>
          <p:spPr>
            <a:xfrm>
              <a:off x="9350454" y="1565566"/>
              <a:ext cx="6238365" cy="362278"/>
            </a:xfrm>
            <a:prstGeom prst="rect">
              <a:avLst/>
            </a:prstGeom>
            <a:noFill/>
          </p:spPr>
          <p:txBody>
            <a:bodyPr wrap="square" lIns="103608" tIns="51804" rIns="103608" bIns="51804" rtlCol="0" anchor="t">
              <a:spAutoFit/>
            </a:bodyPr>
            <a:lstStyle>
              <a:defPPr algn="l">
                <a:defRPr sz="1247" b="0" spc="0">
                  <a:solidFill>
                    <a:srgbClr val="88F4F6"/>
                  </a:solidFill>
                  <a:latin typeface="Montserrat SemiBold"/>
                  <a:ea typeface="Montserrat SemiBold"/>
                  <a:cs typeface="Montserrat SemiBold"/>
                </a:defRPr>
              </a:defPPr>
            </a:lstStyle>
            <a:p>
              <a:pPr algn="l">
                <a:defRPr sz="1247" b="0" spc="0">
                  <a:solidFill>
                    <a:srgbClr val="88F4F6"/>
                  </a:solidFill>
                  <a:latin typeface="Montserrat SemiBold"/>
                  <a:ea typeface="Montserrat SemiBold"/>
                  <a:cs typeface="Montserrat SemiBold"/>
                </a:defRPr>
              </a:pPr>
              <a:r>
                <a:rPr sz="1247" b="0" spc="0" dirty="0">
                  <a:solidFill>
                    <a:srgbClr val="88F4F6"/>
                  </a:solidFill>
                  <a:latin typeface="Montserrat SemiBold"/>
                  <a:ea typeface="Montserrat SemiBold"/>
                  <a:cs typeface="Montserrat SemiBold"/>
                </a:rPr>
                <a:t>Explore opportunities for joint exploration, preliminary studies, and fieldwork.</a:t>
              </a:r>
              <a:endParaRPr sz="1247" spc="0" dirty="0">
                <a:solidFill>
                  <a:schemeClr val="accent1">
                    <a:lumMod val="40000"/>
                    <a:lumOff val="60000"/>
                  </a:schemeClr>
                </a:solidFill>
                <a:latin typeface="Montserrat SemiBold"/>
                <a:ea typeface="Montserrat SemiBold"/>
                <a:cs typeface="Montserrat SemiBold"/>
              </a:endParaRPr>
            </a:p>
          </p:txBody>
        </p:sp>
      </p:grpSp>
      <p:grpSp>
        <p:nvGrpSpPr>
          <p:cNvPr id="40" name="Group 39">
            <a:extLst>
              <a:ext uri="{FF2B5EF4-FFF2-40B4-BE49-F238E27FC236}">
                <a16:creationId xmlns:a16="http://schemas.microsoft.com/office/drawing/2014/main" id="{E692BCED-E04E-7FF5-972F-931E1985714B}"/>
              </a:ext>
            </a:extLst>
          </p:cNvPr>
          <p:cNvGrpSpPr/>
          <p:nvPr/>
        </p:nvGrpSpPr>
        <p:grpSpPr>
          <a:xfrm>
            <a:off x="7047006" y="2448652"/>
            <a:ext cx="6705928" cy="878673"/>
            <a:chOff x="9302169" y="1387898"/>
            <a:chExt cx="6706699" cy="651712"/>
          </a:xfrm>
        </p:grpSpPr>
        <p:sp>
          <p:nvSpPr>
            <p:cNvPr id="41" name="TextBox 40">
              <a:extLst>
                <a:ext uri="{FF2B5EF4-FFF2-40B4-BE49-F238E27FC236}">
                  <a16:creationId xmlns:a16="http://schemas.microsoft.com/office/drawing/2014/main" id="{3F71AB81-064F-CE65-8F62-104856B9DE8B}"/>
                </a:ext>
              </a:extLst>
            </p:cNvPr>
            <p:cNvSpPr txBox="1"/>
            <p:nvPr/>
          </p:nvSpPr>
          <p:spPr>
            <a:xfrm>
              <a:off x="9316526" y="1387898"/>
              <a:ext cx="6617608" cy="362278"/>
            </a:xfrm>
            <a:prstGeom prst="rect">
              <a:avLst/>
            </a:prstGeom>
            <a:noFill/>
          </p:spPr>
          <p:txBody>
            <a:bodyPr wrap="square" lIns="103608" tIns="51804" rIns="103608" bIns="51804" rtlCol="0" anchor="t">
              <a:spAutoFit/>
            </a:bodyPr>
            <a:lstStyle>
              <a:defPPr algn="l">
                <a:defRPr sz="1247" b="0" spc="0">
                  <a:solidFill>
                    <a:srgbClr val="FFC000"/>
                  </a:solidFill>
                  <a:latin typeface="Montserrat SemiBold"/>
                  <a:ea typeface="Montserrat SemiBold"/>
                  <a:cs typeface="Montserrat SemiBold"/>
                </a:defRPr>
              </a:defPPr>
            </a:lstStyle>
            <a:p>
              <a:pPr algn="l">
                <a:defRPr sz="1247" b="0" spc="0">
                  <a:solidFill>
                    <a:srgbClr val="FFC000"/>
                  </a:solidFill>
                  <a:latin typeface="Montserrat SemiBold"/>
                  <a:ea typeface="Montserrat SemiBold"/>
                  <a:cs typeface="Montserrat SemiBold"/>
                </a:defRPr>
              </a:pPr>
              <a:r>
                <a:rPr sz="1247" b="0" spc="0">
                  <a:solidFill>
                    <a:srgbClr val="FFC000"/>
                  </a:solidFill>
                  <a:latin typeface="Montserrat SemiBold"/>
                  <a:ea typeface="Montserrat SemiBold"/>
                  <a:cs typeface="Montserrat SemiBold"/>
                </a:rPr>
                <a:t>Share information on critical mineral projects in both countries</a:t>
              </a:r>
            </a:p>
          </p:txBody>
        </p:sp>
        <p:sp>
          <p:nvSpPr>
            <p:cNvPr id="42" name="TextBox 41">
              <a:extLst>
                <a:ext uri="{FF2B5EF4-FFF2-40B4-BE49-F238E27FC236}">
                  <a16:creationId xmlns:a16="http://schemas.microsoft.com/office/drawing/2014/main" id="{7807BB94-99F7-2B80-A5C2-B400E954D480}"/>
                </a:ext>
              </a:extLst>
            </p:cNvPr>
            <p:cNvSpPr txBox="1"/>
            <p:nvPr/>
          </p:nvSpPr>
          <p:spPr>
            <a:xfrm>
              <a:off x="9302169" y="1710908"/>
              <a:ext cx="6706699" cy="328702"/>
            </a:xfrm>
            <a:prstGeom prst="rect">
              <a:avLst/>
            </a:prstGeom>
            <a:noFill/>
          </p:spPr>
          <p:txBody>
            <a:bodyPr wrap="square" lIns="103608" tIns="51804" rIns="103608" bIns="51804" rtlCol="0" anchor="t">
              <a:spAutoFit/>
            </a:bodyPr>
            <a:lstStyle>
              <a:defPPr algn="l">
                <a:defRPr sz="1100" b="0" spc="0">
                  <a:solidFill>
                    <a:srgbClr val="88F4F6"/>
                  </a:solidFill>
                  <a:latin typeface="Montserrat SemiBold"/>
                  <a:ea typeface="Montserrat SemiBold"/>
                  <a:cs typeface="Montserrat SemiBold"/>
                </a:defRPr>
              </a:defPPr>
            </a:lstStyle>
            <a:p>
              <a:pPr algn="l">
                <a:defRPr sz="1100" b="0" spc="0">
                  <a:solidFill>
                    <a:srgbClr val="88F4F6"/>
                  </a:solidFill>
                  <a:latin typeface="Montserrat SemiBold"/>
                  <a:ea typeface="Montserrat SemiBold"/>
                  <a:cs typeface="Montserrat SemiBold"/>
                </a:defRPr>
              </a:pPr>
              <a:r>
                <a:rPr sz="1100" b="0" spc="0" dirty="0">
                  <a:solidFill>
                    <a:srgbClr val="88F4F6"/>
                  </a:solidFill>
                  <a:latin typeface="Montserrat SemiBold"/>
                  <a:ea typeface="Montserrat SemiBold"/>
                  <a:cs typeface="Montserrat SemiBold"/>
                </a:rPr>
                <a:t>Cooperate on sampling, laboratory analysis, and research for our projects.</a:t>
              </a:r>
              <a:endParaRPr sz="1100" spc="0" dirty="0">
                <a:solidFill>
                  <a:schemeClr val="accent1">
                    <a:lumMod val="40000"/>
                    <a:lumOff val="60000"/>
                  </a:schemeClr>
                </a:solidFill>
                <a:latin typeface="Montserrat SemiBold"/>
                <a:ea typeface="Montserrat SemiBold"/>
                <a:cs typeface="Montserrat SemiBold"/>
              </a:endParaRPr>
            </a:p>
          </p:txBody>
        </p:sp>
      </p:grpSp>
      <p:sp>
        <p:nvSpPr>
          <p:cNvPr id="44" name="TextBox 43">
            <a:extLst>
              <a:ext uri="{FF2B5EF4-FFF2-40B4-BE49-F238E27FC236}">
                <a16:creationId xmlns:a16="http://schemas.microsoft.com/office/drawing/2014/main" id="{0437C573-C09A-797A-B79E-234B9A9B7034}"/>
              </a:ext>
            </a:extLst>
          </p:cNvPr>
          <p:cNvSpPr txBox="1"/>
          <p:nvPr/>
        </p:nvSpPr>
        <p:spPr>
          <a:xfrm>
            <a:off x="7061361" y="3391964"/>
            <a:ext cx="6616848" cy="488443"/>
          </a:xfrm>
          <a:prstGeom prst="rect">
            <a:avLst/>
          </a:prstGeom>
          <a:noFill/>
        </p:spPr>
        <p:txBody>
          <a:bodyPr wrap="square" lIns="103608" tIns="51804" rIns="103608" bIns="51804" rtlCol="0" anchor="t">
            <a:spAutoFit/>
          </a:bodyPr>
          <a:lstStyle>
            <a:defPPr algn="l">
              <a:defRPr sz="1247" b="0" spc="0">
                <a:solidFill>
                  <a:srgbClr val="FFC000"/>
                </a:solidFill>
                <a:latin typeface="Montserrat SemiBold"/>
                <a:ea typeface="Montserrat SemiBold"/>
                <a:cs typeface="Montserrat SemiBold"/>
              </a:defRPr>
            </a:defPPr>
          </a:lstStyle>
          <a:p>
            <a:pPr algn="l">
              <a:defRPr sz="1247" b="0" spc="0">
                <a:solidFill>
                  <a:srgbClr val="FFC000"/>
                </a:solidFill>
                <a:latin typeface="Montserrat SemiBold"/>
                <a:ea typeface="Montserrat SemiBold"/>
                <a:cs typeface="Montserrat SemiBold"/>
              </a:defRPr>
            </a:pPr>
            <a:r>
              <a:rPr sz="1247" b="0" spc="0">
                <a:solidFill>
                  <a:srgbClr val="FFC000"/>
                </a:solidFill>
                <a:latin typeface="Montserrat SemiBold"/>
                <a:ea typeface="Montserrat SemiBold"/>
                <a:cs typeface="Montserrat SemiBold"/>
              </a:rPr>
              <a:t>Explore cooperation in processing, tailings management, and recycling</a:t>
            </a:r>
            <a:endParaRPr sz="1247" spc="0">
              <a:solidFill>
                <a:schemeClr val="accent4"/>
              </a:solidFill>
              <a:latin typeface="Montserrat SemiBold"/>
              <a:ea typeface="Montserrat SemiBold"/>
              <a:cs typeface="Montserrat SemiBold"/>
            </a:endParaRPr>
          </a:p>
        </p:txBody>
      </p:sp>
      <p:sp>
        <p:nvSpPr>
          <p:cNvPr id="47" name="TextBox 46">
            <a:extLst>
              <a:ext uri="{FF2B5EF4-FFF2-40B4-BE49-F238E27FC236}">
                <a16:creationId xmlns:a16="http://schemas.microsoft.com/office/drawing/2014/main" id="{EC0B6431-4554-1AED-17D1-1BC56F205F52}"/>
              </a:ext>
            </a:extLst>
          </p:cNvPr>
          <p:cNvSpPr txBox="1"/>
          <p:nvPr/>
        </p:nvSpPr>
        <p:spPr>
          <a:xfrm>
            <a:off x="7061361" y="3911454"/>
            <a:ext cx="6616848" cy="443174"/>
          </a:xfrm>
          <a:prstGeom prst="rect">
            <a:avLst/>
          </a:prstGeom>
          <a:noFill/>
        </p:spPr>
        <p:txBody>
          <a:bodyPr wrap="square" lIns="103608" tIns="51804" rIns="103608" bIns="51804" rtlCol="0" anchor="t">
            <a:spAutoFit/>
          </a:bodyPr>
          <a:lstStyle>
            <a:defPPr algn="l">
              <a:defRPr sz="1100" b="0" spc="0">
                <a:solidFill>
                  <a:srgbClr val="88F4F6"/>
                </a:solidFill>
                <a:latin typeface="Montserrat SemiBold"/>
                <a:ea typeface="Montserrat SemiBold"/>
                <a:cs typeface="Montserrat SemiBold"/>
              </a:defRPr>
            </a:defPPr>
          </a:lstStyle>
          <a:p>
            <a:pPr algn="l">
              <a:defRPr sz="1100" b="0" spc="0">
                <a:solidFill>
                  <a:srgbClr val="88F4F6"/>
                </a:solidFill>
                <a:latin typeface="Montserrat SemiBold"/>
                <a:ea typeface="Montserrat SemiBold"/>
                <a:cs typeface="Montserrat SemiBold"/>
              </a:defRPr>
            </a:pPr>
            <a:r>
              <a:rPr sz="1100" b="0" spc="0">
                <a:solidFill>
                  <a:srgbClr val="88F4F6"/>
                </a:solidFill>
                <a:latin typeface="Montserrat SemiBold"/>
                <a:ea typeface="Montserrat SemiBold"/>
                <a:cs typeface="Montserrat SemiBold"/>
              </a:rPr>
              <a:t>Work with specialists on mine rehabilitation, environmental management, and ESG requirements.</a:t>
            </a:r>
            <a:endParaRPr sz="1100" spc="0">
              <a:solidFill>
                <a:schemeClr val="accent1">
                  <a:lumMod val="40000"/>
                  <a:lumOff val="60000"/>
                </a:schemeClr>
              </a:solidFill>
              <a:latin typeface="Montserrat SemiBold"/>
              <a:ea typeface="Montserrat SemiBold"/>
              <a:cs typeface="Montserrat SemiBold"/>
            </a:endParaRPr>
          </a:p>
        </p:txBody>
      </p:sp>
      <p:grpSp>
        <p:nvGrpSpPr>
          <p:cNvPr id="49" name="Group 48">
            <a:extLst>
              <a:ext uri="{FF2B5EF4-FFF2-40B4-BE49-F238E27FC236}">
                <a16:creationId xmlns:a16="http://schemas.microsoft.com/office/drawing/2014/main" id="{229663C1-4ADF-864C-3D04-6B85F551B84F}"/>
              </a:ext>
            </a:extLst>
          </p:cNvPr>
          <p:cNvGrpSpPr/>
          <p:nvPr/>
        </p:nvGrpSpPr>
        <p:grpSpPr>
          <a:xfrm>
            <a:off x="7091534" y="4590752"/>
            <a:ext cx="6616848" cy="884272"/>
            <a:chOff x="9342587" y="1589858"/>
            <a:chExt cx="6617608" cy="655864"/>
          </a:xfrm>
        </p:grpSpPr>
        <p:sp>
          <p:nvSpPr>
            <p:cNvPr id="50" name="TextBox 49">
              <a:extLst>
                <a:ext uri="{FF2B5EF4-FFF2-40B4-BE49-F238E27FC236}">
                  <a16:creationId xmlns:a16="http://schemas.microsoft.com/office/drawing/2014/main" id="{D7B05D70-7132-1F2E-44AC-EAD3AF824EFC}"/>
                </a:ext>
              </a:extLst>
            </p:cNvPr>
            <p:cNvSpPr txBox="1"/>
            <p:nvPr/>
          </p:nvSpPr>
          <p:spPr>
            <a:xfrm>
              <a:off x="9342587" y="1589858"/>
              <a:ext cx="6617608" cy="328702"/>
            </a:xfrm>
            <a:prstGeom prst="rect">
              <a:avLst/>
            </a:prstGeom>
            <a:noFill/>
          </p:spPr>
          <p:txBody>
            <a:bodyPr wrap="square" lIns="103608" tIns="51804" rIns="103608" bIns="51804" rtlCol="0" anchor="t">
              <a:spAutoFit/>
            </a:bodyPr>
            <a:lstStyle>
              <a:defPPr algn="l">
                <a:defRPr sz="1100" b="0" spc="0">
                  <a:solidFill>
                    <a:srgbClr val="FFC000"/>
                  </a:solidFill>
                  <a:latin typeface="Montserrat SemiBold"/>
                  <a:ea typeface="Montserrat SemiBold"/>
                  <a:cs typeface="Montserrat SemiBold"/>
                </a:defRPr>
              </a:defPPr>
            </a:lstStyle>
            <a:p>
              <a:pPr algn="l">
                <a:defRPr sz="1100" b="0" spc="0">
                  <a:solidFill>
                    <a:srgbClr val="FFC000"/>
                  </a:solidFill>
                  <a:latin typeface="Montserrat SemiBold"/>
                  <a:ea typeface="Montserrat SemiBold"/>
                  <a:cs typeface="Montserrat SemiBold"/>
                </a:defRPr>
              </a:pPr>
              <a:r>
                <a:rPr sz="1100" b="0" spc="0">
                  <a:solidFill>
                    <a:srgbClr val="FFC000"/>
                  </a:solidFill>
                  <a:latin typeface="Montserrat SemiBold"/>
                  <a:ea typeface="Montserrat SemiBold"/>
                  <a:cs typeface="Montserrat SemiBold"/>
                </a:rPr>
                <a:t>Provide training and technical seminars in the Republic of Korea</a:t>
              </a:r>
            </a:p>
          </p:txBody>
        </p:sp>
        <p:sp>
          <p:nvSpPr>
            <p:cNvPr id="51" name="TextBox 50">
              <a:extLst>
                <a:ext uri="{FF2B5EF4-FFF2-40B4-BE49-F238E27FC236}">
                  <a16:creationId xmlns:a16="http://schemas.microsoft.com/office/drawing/2014/main" id="{FDD90B3F-A86A-8145-E888-A6498A2B101B}"/>
                </a:ext>
              </a:extLst>
            </p:cNvPr>
            <p:cNvSpPr txBox="1"/>
            <p:nvPr/>
          </p:nvSpPr>
          <p:spPr>
            <a:xfrm>
              <a:off x="9376903" y="2042573"/>
              <a:ext cx="6238365" cy="203149"/>
            </a:xfrm>
            <a:prstGeom prst="rect">
              <a:avLst/>
            </a:prstGeom>
            <a:noFill/>
          </p:spPr>
          <p:txBody>
            <a:bodyPr wrap="square" lIns="103608" tIns="51804" rIns="103608" bIns="51804" rtlCol="0" anchor="t">
              <a:spAutoFit/>
            </a:bodyPr>
            <a:lstStyle>
              <a:defPPr algn="l">
                <a:defRPr sz="1100" b="0" spc="0">
                  <a:solidFill>
                    <a:srgbClr val="88F4F6"/>
                  </a:solidFill>
                  <a:latin typeface="Montserrat SemiBold"/>
                  <a:ea typeface="Montserrat SemiBold"/>
                  <a:cs typeface="Montserrat SemiBold"/>
                </a:defRPr>
              </a:defPPr>
            </a:lstStyle>
            <a:p>
              <a:pPr algn="l">
                <a:defRPr sz="1100" b="0" spc="0">
                  <a:solidFill>
                    <a:srgbClr val="88F4F6"/>
                  </a:solidFill>
                  <a:latin typeface="Montserrat SemiBold"/>
                  <a:ea typeface="Montserrat SemiBold"/>
                  <a:cs typeface="Montserrat SemiBold"/>
                </a:defRPr>
              </a:pPr>
              <a:r>
                <a:rPr sz="1100" b="0" spc="0" dirty="0">
                  <a:solidFill>
                    <a:srgbClr val="88F4F6"/>
                  </a:solidFill>
                  <a:latin typeface="Montserrat SemiBold"/>
                  <a:ea typeface="Montserrat SemiBold"/>
                  <a:cs typeface="Montserrat SemiBold"/>
                </a:rPr>
                <a:t>Arrange joint training and technical seminars.</a:t>
              </a:r>
            </a:p>
          </p:txBody>
        </p:sp>
      </p:grpSp>
      <p:sp>
        <p:nvSpPr>
          <p:cNvPr id="54" name="TextBox 53">
            <a:extLst>
              <a:ext uri="{FF2B5EF4-FFF2-40B4-BE49-F238E27FC236}">
                <a16:creationId xmlns:a16="http://schemas.microsoft.com/office/drawing/2014/main" id="{8FC116EB-B820-6537-663E-F789B62829C0}"/>
              </a:ext>
            </a:extLst>
          </p:cNvPr>
          <p:cNvSpPr txBox="1"/>
          <p:nvPr/>
        </p:nvSpPr>
        <p:spPr>
          <a:xfrm>
            <a:off x="7136087" y="5776853"/>
            <a:ext cx="6616848" cy="443174"/>
          </a:xfrm>
          <a:prstGeom prst="rect">
            <a:avLst/>
          </a:prstGeom>
          <a:noFill/>
        </p:spPr>
        <p:txBody>
          <a:bodyPr wrap="square" lIns="103608" tIns="51804" rIns="103608" bIns="51804" rtlCol="0" anchor="t">
            <a:spAutoFit/>
          </a:bodyPr>
          <a:lstStyle>
            <a:defPPr algn="l">
              <a:defRPr sz="1100" b="0" spc="0">
                <a:solidFill>
                  <a:srgbClr val="FFC000"/>
                </a:solidFill>
                <a:latin typeface="Montserrat SemiBold"/>
                <a:ea typeface="Montserrat SemiBold"/>
                <a:cs typeface="Montserrat SemiBold"/>
              </a:defRPr>
            </a:defPPr>
          </a:lstStyle>
          <a:p>
            <a:pPr algn="l">
              <a:defRPr sz="1100" b="0" spc="0">
                <a:solidFill>
                  <a:srgbClr val="FFC000"/>
                </a:solidFill>
                <a:latin typeface="Montserrat SemiBold"/>
                <a:ea typeface="Montserrat SemiBold"/>
                <a:cs typeface="Montserrat SemiBold"/>
              </a:defRPr>
            </a:pPr>
            <a:r>
              <a:rPr sz="1100" b="0" spc="0">
                <a:solidFill>
                  <a:srgbClr val="FFC000"/>
                </a:solidFill>
                <a:latin typeface="Montserrat SemiBold"/>
                <a:ea typeface="Montserrat SemiBold"/>
                <a:cs typeface="Montserrat SemiBold"/>
              </a:rPr>
              <a:t>Identify opportunities for joint studies, exploration, and investment</a:t>
            </a:r>
          </a:p>
        </p:txBody>
      </p:sp>
      <p:sp>
        <p:nvSpPr>
          <p:cNvPr id="57" name="TextBox 56">
            <a:extLst>
              <a:ext uri="{FF2B5EF4-FFF2-40B4-BE49-F238E27FC236}">
                <a16:creationId xmlns:a16="http://schemas.microsoft.com/office/drawing/2014/main" id="{2100E0EE-F0EA-8FDF-353A-1A7342EF2A25}"/>
              </a:ext>
            </a:extLst>
          </p:cNvPr>
          <p:cNvSpPr txBox="1"/>
          <p:nvPr/>
        </p:nvSpPr>
        <p:spPr>
          <a:xfrm>
            <a:off x="7176888" y="6411041"/>
            <a:ext cx="6237649" cy="443174"/>
          </a:xfrm>
          <a:prstGeom prst="rect">
            <a:avLst/>
          </a:prstGeom>
          <a:noFill/>
        </p:spPr>
        <p:txBody>
          <a:bodyPr wrap="square" lIns="103608" tIns="51804" rIns="103608" bIns="51804" rtlCol="0" anchor="t">
            <a:spAutoFit/>
          </a:bodyPr>
          <a:lstStyle>
            <a:defPPr algn="l">
              <a:defRPr sz="1100" b="0" spc="0">
                <a:solidFill>
                  <a:srgbClr val="88F4F6"/>
                </a:solidFill>
                <a:latin typeface="Montserrat SemiBold"/>
                <a:ea typeface="Montserrat SemiBold"/>
                <a:cs typeface="Montserrat SemiBold"/>
              </a:defRPr>
            </a:defPPr>
          </a:lstStyle>
          <a:p>
            <a:pPr algn="l">
              <a:defRPr sz="1100" b="0" spc="0">
                <a:solidFill>
                  <a:srgbClr val="88F4F6"/>
                </a:solidFill>
                <a:latin typeface="Montserrat SemiBold"/>
                <a:ea typeface="Montserrat SemiBold"/>
                <a:cs typeface="Montserrat SemiBold"/>
              </a:defRPr>
            </a:pPr>
            <a:r>
              <a:rPr sz="1100" b="0" spc="0" dirty="0">
                <a:solidFill>
                  <a:srgbClr val="88F4F6"/>
                </a:solidFill>
                <a:latin typeface="Montserrat SemiBold"/>
                <a:ea typeface="Montserrat SemiBold"/>
                <a:cs typeface="Montserrat SemiBold"/>
              </a:rPr>
              <a:t>Agree on further cooperation based on project data and research results.</a:t>
            </a:r>
            <a:endParaRPr sz="1247" spc="0" dirty="0">
              <a:solidFill>
                <a:schemeClr val="accent1">
                  <a:lumMod val="40000"/>
                  <a:lumOff val="60000"/>
                </a:schemeClr>
              </a:solidFill>
              <a:latin typeface="Montserrat SemiBold"/>
              <a:ea typeface="Montserrat SemiBold"/>
              <a:cs typeface="Montserrat SemiBold"/>
            </a:endParaRPr>
          </a:p>
        </p:txBody>
      </p:sp>
      <p:sp>
        <p:nvSpPr>
          <p:cNvPr id="59" name="Freeform: Shape 58">
            <a:extLst>
              <a:ext uri="{FF2B5EF4-FFF2-40B4-BE49-F238E27FC236}">
                <a16:creationId xmlns:a16="http://schemas.microsoft.com/office/drawing/2014/main" id="{961FF3E5-8F6C-1E01-2F7C-78F17352D312}"/>
              </a:ext>
            </a:extLst>
          </p:cNvPr>
          <p:cNvSpPr/>
          <p:nvPr/>
        </p:nvSpPr>
        <p:spPr>
          <a:xfrm flipH="1">
            <a:off x="5176673" y="2119770"/>
            <a:ext cx="1870332" cy="2109272"/>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noFill/>
          <a:ln w="28575" cap="flat">
            <a:solidFill>
              <a:srgbClr val="00B0B0"/>
            </a:solidFill>
            <a:prstDash val="solid"/>
            <a:miter/>
          </a:ln>
        </p:spPr>
        <p:txBody>
          <a:bodyPr rtlCol="0" anchor="ctr"/>
          <a:lstStyle/>
          <a:p>
            <a:endParaRPr lang="mn-MN" sz="1190">
              <a:solidFill>
                <a:schemeClr val="bg1"/>
              </a:solidFill>
            </a:endParaRPr>
          </a:p>
        </p:txBody>
      </p:sp>
      <p:sp>
        <p:nvSpPr>
          <p:cNvPr id="61" name="Freeform: Shape 60">
            <a:extLst>
              <a:ext uri="{FF2B5EF4-FFF2-40B4-BE49-F238E27FC236}">
                <a16:creationId xmlns:a16="http://schemas.microsoft.com/office/drawing/2014/main" id="{278DBD9A-5D61-E690-5F0C-024D078EC9CB}"/>
              </a:ext>
            </a:extLst>
          </p:cNvPr>
          <p:cNvSpPr/>
          <p:nvPr/>
        </p:nvSpPr>
        <p:spPr>
          <a:xfrm flipH="1">
            <a:off x="5141401" y="2596287"/>
            <a:ext cx="1898445" cy="1641278"/>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endParaRPr lang="mn-MN" sz="1190">
              <a:solidFill>
                <a:schemeClr val="bg1"/>
              </a:solidFill>
            </a:endParaRPr>
          </a:p>
        </p:txBody>
      </p:sp>
      <p:sp>
        <p:nvSpPr>
          <p:cNvPr id="72" name="Freeform: Shape 71">
            <a:extLst>
              <a:ext uri="{FF2B5EF4-FFF2-40B4-BE49-F238E27FC236}">
                <a16:creationId xmlns:a16="http://schemas.microsoft.com/office/drawing/2014/main" id="{8D45F528-885C-E971-9270-F38E1D6D84F6}"/>
              </a:ext>
            </a:extLst>
          </p:cNvPr>
          <p:cNvSpPr/>
          <p:nvPr/>
        </p:nvSpPr>
        <p:spPr>
          <a:xfrm flipH="1">
            <a:off x="5141397" y="3066236"/>
            <a:ext cx="1927124" cy="1171329"/>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noFill/>
          <a:ln w="28575" cap="flat">
            <a:solidFill>
              <a:srgbClr val="00B0B0"/>
            </a:solidFill>
            <a:prstDash val="solid"/>
            <a:miter/>
          </a:ln>
        </p:spPr>
        <p:txBody>
          <a:bodyPr rtlCol="0" anchor="ctr"/>
          <a:lstStyle/>
          <a:p>
            <a:endParaRPr lang="mn-MN" sz="1190">
              <a:solidFill>
                <a:schemeClr val="bg1"/>
              </a:solidFill>
            </a:endParaRPr>
          </a:p>
        </p:txBody>
      </p:sp>
      <p:sp>
        <p:nvSpPr>
          <p:cNvPr id="74" name="Freeform: Shape 73">
            <a:extLst>
              <a:ext uri="{FF2B5EF4-FFF2-40B4-BE49-F238E27FC236}">
                <a16:creationId xmlns:a16="http://schemas.microsoft.com/office/drawing/2014/main" id="{1D204063-1B5B-E6A1-D209-553B70BD4CE3}"/>
              </a:ext>
            </a:extLst>
          </p:cNvPr>
          <p:cNvSpPr/>
          <p:nvPr/>
        </p:nvSpPr>
        <p:spPr>
          <a:xfrm flipH="1">
            <a:off x="5120784" y="3564439"/>
            <a:ext cx="1918379" cy="704215"/>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endParaRPr lang="mn-MN" sz="1190">
              <a:solidFill>
                <a:schemeClr val="bg1"/>
              </a:solidFill>
            </a:endParaRPr>
          </a:p>
        </p:txBody>
      </p:sp>
      <p:sp>
        <p:nvSpPr>
          <p:cNvPr id="76" name="Freeform: Shape 75">
            <a:extLst>
              <a:ext uri="{FF2B5EF4-FFF2-40B4-BE49-F238E27FC236}">
                <a16:creationId xmlns:a16="http://schemas.microsoft.com/office/drawing/2014/main" id="{B53CF64C-B3CD-9858-68B2-E158369CB022}"/>
              </a:ext>
            </a:extLst>
          </p:cNvPr>
          <p:cNvSpPr/>
          <p:nvPr/>
        </p:nvSpPr>
        <p:spPr>
          <a:xfrm flipH="1" flipV="1">
            <a:off x="5141396" y="4246086"/>
            <a:ext cx="1919283" cy="558852"/>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endParaRPr lang="mn-MN" sz="1190">
              <a:solidFill>
                <a:schemeClr val="bg1"/>
              </a:solidFill>
            </a:endParaRPr>
          </a:p>
        </p:txBody>
      </p:sp>
      <p:sp>
        <p:nvSpPr>
          <p:cNvPr id="78" name="Freeform: Shape 77">
            <a:extLst>
              <a:ext uri="{FF2B5EF4-FFF2-40B4-BE49-F238E27FC236}">
                <a16:creationId xmlns:a16="http://schemas.microsoft.com/office/drawing/2014/main" id="{718B1EE4-2F37-488D-553F-85B048EA4B59}"/>
              </a:ext>
            </a:extLst>
          </p:cNvPr>
          <p:cNvSpPr/>
          <p:nvPr/>
        </p:nvSpPr>
        <p:spPr>
          <a:xfrm flipH="1" flipV="1">
            <a:off x="5120784" y="4254583"/>
            <a:ext cx="1982864" cy="1727866"/>
          </a:xfrm>
          <a:custGeom>
            <a:avLst/>
            <a:gdLst>
              <a:gd name="connsiteX0" fmla="*/ 5 w 2401178"/>
              <a:gd name="connsiteY0" fmla="*/ 5 h 535676"/>
              <a:gd name="connsiteX1" fmla="*/ 2401183 w 2401178"/>
              <a:gd name="connsiteY1" fmla="*/ 535682 h 535676"/>
            </a:gdLst>
            <a:ahLst/>
            <a:cxnLst>
              <a:cxn ang="0">
                <a:pos x="connsiteX0" y="connsiteY0"/>
              </a:cxn>
              <a:cxn ang="0">
                <a:pos x="connsiteX1" y="connsiteY1"/>
              </a:cxn>
            </a:cxnLst>
            <a:rect l="l" t="t" r="r" b="b"/>
            <a:pathLst>
              <a:path w="2401178" h="535676">
                <a:moveTo>
                  <a:pt x="5" y="5"/>
                </a:moveTo>
                <a:cubicBezTo>
                  <a:pt x="1200594" y="5"/>
                  <a:pt x="1200594" y="535682"/>
                  <a:pt x="2401183" y="535682"/>
                </a:cubicBez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endParaRPr lang="mn-MN" sz="1190">
              <a:solidFill>
                <a:schemeClr val="bg1"/>
              </a:solidFill>
            </a:endParaRPr>
          </a:p>
        </p:txBody>
      </p:sp>
      <p:sp>
        <p:nvSpPr>
          <p:cNvPr id="7" name="TextBox 6">
            <a:extLst>
              <a:ext uri="{FF2B5EF4-FFF2-40B4-BE49-F238E27FC236}">
                <a16:creationId xmlns:a16="http://schemas.microsoft.com/office/drawing/2014/main" id="{CC41C4B5-2626-8C56-D05D-7459D97015D0}"/>
              </a:ext>
            </a:extLst>
          </p:cNvPr>
          <p:cNvSpPr txBox="1"/>
          <p:nvPr/>
        </p:nvSpPr>
        <p:spPr>
          <a:xfrm>
            <a:off x="1337790" y="3920385"/>
            <a:ext cx="3544557" cy="646331"/>
          </a:xfrm>
          <a:prstGeom prst="rect">
            <a:avLst/>
          </a:prstGeom>
          <a:noFill/>
        </p:spPr>
        <p:txBody>
          <a:bodyPr wrap="square">
            <a:spAutoFit/>
          </a:bodyPr>
          <a:lstStyle/>
          <a:p>
            <a:pPr algn="ctr"/>
            <a:r>
              <a:rPr lang="mn-MN" dirty="0">
                <a:solidFill>
                  <a:schemeClr val="bg1"/>
                </a:solidFill>
              </a:rPr>
              <a:t>“MONGOLROSTSVETMET” SOE</a:t>
            </a:r>
            <a:endParaRPr lang="en-US" dirty="0">
              <a:solidFill>
                <a:schemeClr val="bg1"/>
              </a:solidFill>
            </a:endParaRPr>
          </a:p>
        </p:txBody>
      </p:sp>
      <p:pic>
        <p:nvPicPr>
          <p:cNvPr id="9" name="Picture 8" descr="Microsoft - Fluent Emoji (Flat)">
            <a:extLst>
              <a:ext uri="{FF2B5EF4-FFF2-40B4-BE49-F238E27FC236}">
                <a16:creationId xmlns:a16="http://schemas.microsoft.com/office/drawing/2014/main" id="{C7181CE2-2DC1-CCEF-4FD9-D0770A597D86}"/>
              </a:ext>
            </a:extLst>
          </p:cNvPr>
          <p:cNvPicPr>
            <a:picLocks noChangeAspect="1"/>
          </p:cNvPicPr>
          <p:nvPr/>
        </p:nvPicPr>
        <p:blipFill>
          <a:blip r:embed="rId4"/>
          <a:stretch>
            <a:fillRect/>
          </a:stretch>
        </p:blipFill>
        <p:spPr>
          <a:xfrm>
            <a:off x="472986" y="749701"/>
            <a:ext cx="536144" cy="536144"/>
          </a:xfrm>
          <a:prstGeom prst="rect">
            <a:avLst/>
          </a:prstGeom>
        </p:spPr>
      </p:pic>
      <p:sp>
        <p:nvSpPr>
          <p:cNvPr id="10" name="TextBox 9">
            <a:extLst>
              <a:ext uri="{FF2B5EF4-FFF2-40B4-BE49-F238E27FC236}">
                <a16:creationId xmlns:a16="http://schemas.microsoft.com/office/drawing/2014/main" id="{6442C856-8C6A-49DB-9FAC-5DFDFFFD6789}"/>
              </a:ext>
            </a:extLst>
          </p:cNvPr>
          <p:cNvSpPr txBox="1"/>
          <p:nvPr/>
        </p:nvSpPr>
        <p:spPr>
          <a:xfrm>
            <a:off x="1300222" y="2964891"/>
            <a:ext cx="3405179" cy="923330"/>
          </a:xfrm>
          <a:prstGeom prst="rect">
            <a:avLst/>
          </a:prstGeom>
          <a:noFill/>
        </p:spPr>
        <p:txBody>
          <a:bodyPr wrap="square">
            <a:spAutoFit/>
          </a:bodyPr>
          <a:lstStyle/>
          <a:p>
            <a:pPr algn="ctr"/>
            <a:r>
              <a:rPr lang="mn-MN" dirty="0">
                <a:solidFill>
                  <a:schemeClr val="bg1"/>
                </a:solidFill>
              </a:rPr>
              <a:t>“CHINGGIS KHAAN WEALTH FUND GROUP” LLC</a:t>
            </a:r>
            <a:endParaRPr lang="en-US" dirty="0">
              <a:solidFill>
                <a:schemeClr val="bg1"/>
              </a:solidFill>
            </a:endParaRPr>
          </a:p>
        </p:txBody>
      </p:sp>
      <p:pic>
        <p:nvPicPr>
          <p:cNvPr id="20" name="Picture 19">
            <a:extLst>
              <a:ext uri="{FF2B5EF4-FFF2-40B4-BE49-F238E27FC236}">
                <a16:creationId xmlns:a16="http://schemas.microsoft.com/office/drawing/2014/main" id="{7F53B830-993A-5BB3-38B5-618E6A472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879" y="3986982"/>
            <a:ext cx="563343" cy="563343"/>
          </a:xfrm>
          <a:prstGeom prst="rect">
            <a:avLst/>
          </a:prstGeom>
        </p:spPr>
      </p:pic>
      <p:pic>
        <p:nvPicPr>
          <p:cNvPr id="13" name="Picture 12">
            <a:extLst>
              <a:ext uri="{FF2B5EF4-FFF2-40B4-BE49-F238E27FC236}">
                <a16:creationId xmlns:a16="http://schemas.microsoft.com/office/drawing/2014/main" id="{2598BB84-6EF1-E487-F78F-C4AD39367773}"/>
              </a:ext>
            </a:extLst>
          </p:cNvPr>
          <p:cNvPicPr>
            <a:picLocks noChangeAspect="1"/>
          </p:cNvPicPr>
          <p:nvPr/>
        </p:nvPicPr>
        <p:blipFill>
          <a:blip r:embed="rId5"/>
          <a:stretch>
            <a:fillRect/>
          </a:stretch>
        </p:blipFill>
        <p:spPr>
          <a:xfrm>
            <a:off x="1810966" y="4992322"/>
            <a:ext cx="2383689" cy="866642"/>
          </a:xfrm>
          <a:prstGeom prst="rect">
            <a:avLst/>
          </a:prstGeom>
        </p:spPr>
      </p:pic>
      <p:pic>
        <p:nvPicPr>
          <p:cNvPr id="31" name="Picture 30">
            <a:extLst>
              <a:ext uri="{FF2B5EF4-FFF2-40B4-BE49-F238E27FC236}">
                <a16:creationId xmlns:a16="http://schemas.microsoft.com/office/drawing/2014/main" id="{6C6644DA-E3B9-7DA9-FA00-BE47E0A3AC16}"/>
              </a:ext>
            </a:extLst>
          </p:cNvPr>
          <p:cNvPicPr>
            <a:picLocks noChangeAspect="1"/>
          </p:cNvPicPr>
          <p:nvPr/>
        </p:nvPicPr>
        <p:blipFill>
          <a:blip r:embed="rId6"/>
          <a:stretch>
            <a:fillRect/>
          </a:stretch>
        </p:blipFill>
        <p:spPr>
          <a:xfrm>
            <a:off x="228024" y="2868022"/>
            <a:ext cx="1496045" cy="844303"/>
          </a:xfrm>
          <a:prstGeom prst="rect">
            <a:avLst/>
          </a:prstGeom>
        </p:spPr>
      </p:pic>
    </p:spTree>
    <p:extLst>
      <p:ext uri="{BB962C8B-B14F-4D97-AF65-F5344CB8AC3E}">
        <p14:creationId xmlns:p14="http://schemas.microsoft.com/office/powerpoint/2010/main" val="2294988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695;p33">
            <a:extLst>
              <a:ext uri="{FF2B5EF4-FFF2-40B4-BE49-F238E27FC236}">
                <a16:creationId xmlns:a16="http://schemas.microsoft.com/office/drawing/2014/main" id="{FBCB824F-71A7-1C3E-9A0F-9650D5B7FF3E}"/>
              </a:ext>
            </a:extLst>
          </p:cNvPr>
          <p:cNvSpPr>
            <a:spLocks noGrp="1"/>
          </p:cNvSpPr>
          <p:nvPr/>
        </p:nvSpPr>
        <p:spPr>
          <a:xfrm>
            <a:off x="4443962" y="2214045"/>
            <a:ext cx="4888498" cy="4006135"/>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rect l="l" t="t" r="r" b="b"/>
            <a:pathLst>
              <a:path w="29021" h="18420">
                <a:moveTo>
                  <a:pt x="0" y="0"/>
                </a:moveTo>
                <a:lnTo>
                  <a:pt x="4493" y="9210"/>
                </a:lnTo>
                <a:lnTo>
                  <a:pt x="0" y="18420"/>
                </a:lnTo>
                <a:lnTo>
                  <a:pt x="24347" y="18420"/>
                </a:lnTo>
                <a:lnTo>
                  <a:pt x="29021" y="9576"/>
                </a:lnTo>
                <a:lnTo>
                  <a:pt x="24347" y="0"/>
                </a:lnTo>
                <a:lnTo>
                  <a:pt x="0" y="0"/>
                </a:lnTo>
                <a:close/>
              </a:path>
            </a:pathLst>
          </a:custGeom>
          <a:gradFill rotWithShape="1">
            <a:gsLst>
              <a:gs pos="100000">
                <a:schemeClr val="accent2">
                  <a:lumMod val="0"/>
                  <a:alpha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oAutofit/>
          </a:bodyPr>
          <a:lstStyle/>
          <a:p>
            <a:endParaRPr sz="2720"/>
          </a:p>
        </p:txBody>
      </p:sp>
      <p:sp>
        <p:nvSpPr>
          <p:cNvPr id="112" name="Google Shape;695;p33">
            <a:extLst>
              <a:ext uri="{FF2B5EF4-FFF2-40B4-BE49-F238E27FC236}">
                <a16:creationId xmlns:a16="http://schemas.microsoft.com/office/drawing/2014/main" id="{5EEA4221-7A04-7247-773A-E670D953ABAD}"/>
              </a:ext>
            </a:extLst>
          </p:cNvPr>
          <p:cNvSpPr>
            <a:spLocks noGrp="1"/>
          </p:cNvSpPr>
          <p:nvPr/>
        </p:nvSpPr>
        <p:spPr>
          <a:xfrm>
            <a:off x="8632875" y="2214045"/>
            <a:ext cx="4888498" cy="4006135"/>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rect l="l" t="t" r="r" b="b"/>
            <a:pathLst>
              <a:path w="29021" h="18420">
                <a:moveTo>
                  <a:pt x="0" y="0"/>
                </a:moveTo>
                <a:lnTo>
                  <a:pt x="4493" y="9210"/>
                </a:lnTo>
                <a:lnTo>
                  <a:pt x="0" y="18420"/>
                </a:lnTo>
                <a:lnTo>
                  <a:pt x="24347" y="18420"/>
                </a:lnTo>
                <a:lnTo>
                  <a:pt x="29021" y="9576"/>
                </a:lnTo>
                <a:lnTo>
                  <a:pt x="24347" y="0"/>
                </a:lnTo>
                <a:lnTo>
                  <a:pt x="0" y="0"/>
                </a:lnTo>
                <a:close/>
              </a:path>
            </a:pathLst>
          </a:custGeom>
          <a:gradFill rotWithShape="1">
            <a:gsLst>
              <a:gs pos="100000">
                <a:schemeClr val="accent2">
                  <a:lumMod val="0"/>
                  <a:alpha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oAutofit/>
          </a:bodyPr>
          <a:lstStyle/>
          <a:p>
            <a:endParaRPr sz="2720"/>
          </a:p>
        </p:txBody>
      </p:sp>
      <p:sp>
        <p:nvSpPr>
          <p:cNvPr id="3" name="Google Shape;695;p33">
            <a:extLst>
              <a:ext uri="{FF2B5EF4-FFF2-40B4-BE49-F238E27FC236}">
                <a16:creationId xmlns:a16="http://schemas.microsoft.com/office/drawing/2014/main" id="{2FC7A60E-B875-4719-3195-4B9216C3CC0D}"/>
              </a:ext>
            </a:extLst>
          </p:cNvPr>
          <p:cNvSpPr>
            <a:spLocks noGrp="1"/>
          </p:cNvSpPr>
          <p:nvPr/>
        </p:nvSpPr>
        <p:spPr>
          <a:xfrm>
            <a:off x="135578" y="2214045"/>
            <a:ext cx="4888498" cy="4003043"/>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rect l="l" t="t" r="r" b="b"/>
            <a:pathLst>
              <a:path w="29021" h="18420">
                <a:moveTo>
                  <a:pt x="0" y="0"/>
                </a:moveTo>
                <a:lnTo>
                  <a:pt x="4493" y="9210"/>
                </a:lnTo>
                <a:lnTo>
                  <a:pt x="0" y="18420"/>
                </a:lnTo>
                <a:lnTo>
                  <a:pt x="24347" y="18420"/>
                </a:lnTo>
                <a:lnTo>
                  <a:pt x="29021" y="9576"/>
                </a:lnTo>
                <a:lnTo>
                  <a:pt x="24347" y="0"/>
                </a:lnTo>
                <a:lnTo>
                  <a:pt x="0" y="0"/>
                </a:lnTo>
                <a:close/>
              </a:path>
            </a:pathLst>
          </a:custGeom>
          <a:gradFill rotWithShape="1">
            <a:gsLst>
              <a:gs pos="100000">
                <a:schemeClr val="accent2">
                  <a:lumMod val="0"/>
                  <a:alpha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oAutofit/>
          </a:bodyPr>
          <a:lstStyle/>
          <a:p>
            <a:endParaRPr sz="2720"/>
          </a:p>
        </p:txBody>
      </p:sp>
      <p:sp>
        <p:nvSpPr>
          <p:cNvPr id="36" name="TextBox 35">
            <a:extLst>
              <a:ext uri="{FF2B5EF4-FFF2-40B4-BE49-F238E27FC236}">
                <a16:creationId xmlns:a16="http://schemas.microsoft.com/office/drawing/2014/main" id="{5D1BFFE5-4197-BCDF-7C6F-D61AF537EC6B}"/>
              </a:ext>
            </a:extLst>
          </p:cNvPr>
          <p:cNvSpPr>
            <a:spLocks noGrp="1"/>
          </p:cNvSpPr>
          <p:nvPr/>
        </p:nvSpPr>
        <p:spPr>
          <a:xfrm>
            <a:off x="8976201" y="1415597"/>
            <a:ext cx="4510620" cy="371848"/>
          </a:xfrm>
          <a:prstGeom prst="rect">
            <a:avLst/>
          </a:prstGeom>
          <a:noFill/>
          <a:ln>
            <a:noFill/>
          </a:ln>
        </p:spPr>
        <p:txBody>
          <a:bodyPr wrap="square" lIns="60953" tIns="30476" rIns="60953" bIns="30476" anchor="t">
            <a:normAutofit/>
          </a:bodyPr>
          <a:lstStyle/>
          <a:p>
            <a:pPr algn="ctr">
              <a:buClr>
                <a:schemeClr val="bg1"/>
              </a:buClr>
              <a:buNone/>
            </a:pPr>
            <a:r>
              <a:rPr dirty="0">
                <a:solidFill>
                  <a:schemeClr val="bg1"/>
                </a:solidFill>
                <a:latin typeface="Montserrat ExtraBold"/>
                <a:ea typeface="Montserrat ExtraBold"/>
                <a:cs typeface="Montserrat ExtraBold"/>
              </a:rPr>
              <a:t>IMPLEMENTATION PERIOD</a:t>
            </a:r>
          </a:p>
        </p:txBody>
      </p:sp>
      <p:sp>
        <p:nvSpPr>
          <p:cNvPr id="71" name="TextBox 70">
            <a:extLst>
              <a:ext uri="{FF2B5EF4-FFF2-40B4-BE49-F238E27FC236}">
                <a16:creationId xmlns:a16="http://schemas.microsoft.com/office/drawing/2014/main" id="{C8A7517F-CF25-3713-EB0F-6B2390091A26}"/>
              </a:ext>
            </a:extLst>
          </p:cNvPr>
          <p:cNvSpPr>
            <a:spLocks noGrp="1"/>
          </p:cNvSpPr>
          <p:nvPr/>
        </p:nvSpPr>
        <p:spPr>
          <a:xfrm>
            <a:off x="431266" y="6610180"/>
            <a:ext cx="13090107" cy="787905"/>
          </a:xfrm>
          <a:prstGeom prst="rect">
            <a:avLst/>
          </a:prstGeom>
          <a:noFill/>
        </p:spPr>
        <p:txBody>
          <a:bodyPr wrap="square">
            <a:noAutofit/>
          </a:bodyPr>
          <a:lstStyle>
            <a:defPPr algn="l">
              <a:defRPr sz="2040" b="0" spc="0">
                <a:solidFill>
                  <a:srgbClr val="FFFFFF"/>
                </a:solidFill>
                <a:latin typeface="Montserrat Medium"/>
                <a:ea typeface="Montserrat Medium"/>
                <a:cs typeface="Montserrat Medium"/>
              </a:defRPr>
            </a:defPPr>
          </a:lstStyle>
          <a:p>
            <a:pPr algn="l">
              <a:defRPr sz="2040" b="0" spc="0">
                <a:solidFill>
                  <a:srgbClr val="FFFFFF"/>
                </a:solidFill>
                <a:latin typeface="Montserrat Medium"/>
                <a:ea typeface="Montserrat Medium"/>
                <a:cs typeface="Montserrat Medium"/>
              </a:defRPr>
            </a:pPr>
            <a:r>
              <a:rPr sz="2040" b="0" spc="0" dirty="0">
                <a:solidFill>
                  <a:srgbClr val="FFFFFF"/>
                </a:solidFill>
                <a:latin typeface="Montserrat Medium"/>
                <a:ea typeface="Montserrat Medium"/>
                <a:cs typeface="Montserrat Medium"/>
              </a:rPr>
              <a:t>THE GROUP HAS APPROVED CRITICAL MINERALS PROGRAM TO PARTICIPATE IN SUPPLY CHAINS FOR ADVANCED TECHNOLOGY AND THE GREEN TRANSITION, AND TO PRODUCE FINISHED PRODUCTS WITH ADDED VALUE.</a:t>
            </a:r>
            <a:endParaRPr b="1" spc="0" dirty="0">
              <a:solidFill>
                <a:srgbClr val="00B050"/>
              </a:solidFill>
              <a:latin typeface="Montserrat ExtraBold"/>
              <a:ea typeface="Montserrat ExtraBold"/>
              <a:cs typeface="Montserrat ExtraBold"/>
            </a:endParaRPr>
          </a:p>
        </p:txBody>
      </p:sp>
      <p:sp>
        <p:nvSpPr>
          <p:cNvPr id="86" name="TextBox 85">
            <a:extLst>
              <a:ext uri="{FF2B5EF4-FFF2-40B4-BE49-F238E27FC236}">
                <a16:creationId xmlns:a16="http://schemas.microsoft.com/office/drawing/2014/main" id="{B57A74C9-60A6-3D7E-8BE8-E416DD9F0C1E}"/>
              </a:ext>
            </a:extLst>
          </p:cNvPr>
          <p:cNvSpPr>
            <a:spLocks noGrp="1"/>
          </p:cNvSpPr>
          <p:nvPr/>
        </p:nvSpPr>
        <p:spPr>
          <a:xfrm>
            <a:off x="1391787" y="1395695"/>
            <a:ext cx="3143362" cy="402336"/>
          </a:xfrm>
          <a:prstGeom prst="rect">
            <a:avLst/>
          </a:prstGeom>
          <a:noFill/>
        </p:spPr>
        <p:txBody>
          <a:bodyPr wrap="square">
            <a:normAutofit/>
          </a:bodyPr>
          <a:lstStyle/>
          <a:p>
            <a:pPr algn="ctr">
              <a:buNone/>
            </a:pPr>
            <a:r>
              <a:rPr b="1" dirty="0">
                <a:solidFill>
                  <a:schemeClr val="bg1"/>
                </a:solidFill>
                <a:latin typeface="Montserrat ExtraBold"/>
                <a:ea typeface="Montserrat ExtraBold"/>
                <a:cs typeface="Montserrat ExtraBold"/>
              </a:rPr>
              <a:t>VISION</a:t>
            </a:r>
            <a:endParaRPr dirty="0"/>
          </a:p>
        </p:txBody>
      </p:sp>
      <p:sp>
        <p:nvSpPr>
          <p:cNvPr id="100" name="TextBox 99">
            <a:extLst>
              <a:ext uri="{FF2B5EF4-FFF2-40B4-BE49-F238E27FC236}">
                <a16:creationId xmlns:a16="http://schemas.microsoft.com/office/drawing/2014/main" id="{5CD60759-3A3B-75F2-415F-936D8D9BEC66}"/>
              </a:ext>
            </a:extLst>
          </p:cNvPr>
          <p:cNvSpPr>
            <a:spLocks noGrp="1"/>
          </p:cNvSpPr>
          <p:nvPr/>
        </p:nvSpPr>
        <p:spPr>
          <a:xfrm>
            <a:off x="781653" y="3217565"/>
            <a:ext cx="3835083" cy="2062103"/>
          </a:xfrm>
          <a:prstGeom prst="rect">
            <a:avLst/>
          </a:prstGeom>
          <a:noFill/>
        </p:spPr>
        <p:txBody>
          <a:bodyPr wrap="square">
            <a:normAutofit/>
          </a:bodyPr>
          <a:lstStyle>
            <a:defPPr algn="l">
              <a:defRPr sz="1600" b="1" spc="0">
                <a:solidFill>
                  <a:srgbClr val="FFC000"/>
                </a:solidFill>
                <a:latin typeface="Montserrat ExtraBold"/>
                <a:ea typeface="Montserrat ExtraBold"/>
                <a:cs typeface="Montserrat ExtraBold"/>
              </a:defRPr>
            </a:defPPr>
          </a:lstStyle>
          <a:p>
            <a:pPr algn="l">
              <a:buFont typeface="Wingdings"/>
              <a:defRPr sz="1600" b="1" spc="0">
                <a:solidFill>
                  <a:srgbClr val="FFC000"/>
                </a:solidFill>
                <a:latin typeface="Montserrat ExtraBold"/>
                <a:ea typeface="Montserrat ExtraBold"/>
                <a:cs typeface="Montserrat ExtraBold"/>
              </a:defRPr>
            </a:pPr>
            <a:r>
              <a:rPr sz="1600" b="1" spc="0">
                <a:solidFill>
                  <a:srgbClr val="FFC000"/>
                </a:solidFill>
                <a:latin typeface="Montserrat ExtraBold"/>
                <a:ea typeface="Montserrat ExtraBold"/>
                <a:cs typeface="Montserrat ExtraBold"/>
              </a:rPr>
              <a:t>PLAY A LEADING ROLE IN CRITICAL MINERALS, PRODUCE RAW MATERIALS WITH ADDED VALUE, AND PARTICIPATE IN GLOBAL SUPPLY CHAINS.</a:t>
            </a:r>
            <a:endParaRPr sz="1600" spc="0">
              <a:solidFill>
                <a:schemeClr val="accent4"/>
              </a:solidFill>
            </a:endParaRPr>
          </a:p>
        </p:txBody>
      </p:sp>
      <p:sp>
        <p:nvSpPr>
          <p:cNvPr id="101" name="TextBox 100">
            <a:extLst>
              <a:ext uri="{FF2B5EF4-FFF2-40B4-BE49-F238E27FC236}">
                <a16:creationId xmlns:a16="http://schemas.microsoft.com/office/drawing/2014/main" id="{5031D366-FDB1-7D22-A1F7-90E3F1E743F5}"/>
              </a:ext>
            </a:extLst>
          </p:cNvPr>
          <p:cNvSpPr>
            <a:spLocks noGrp="1"/>
          </p:cNvSpPr>
          <p:nvPr/>
        </p:nvSpPr>
        <p:spPr>
          <a:xfrm>
            <a:off x="5238395" y="1412197"/>
            <a:ext cx="3143362" cy="369332"/>
          </a:xfrm>
          <a:prstGeom prst="rect">
            <a:avLst/>
          </a:prstGeom>
          <a:noFill/>
        </p:spPr>
        <p:txBody>
          <a:bodyPr wrap="square">
            <a:normAutofit/>
          </a:bodyPr>
          <a:lstStyle/>
          <a:p>
            <a:pPr algn="ctr">
              <a:buNone/>
            </a:pPr>
            <a:r>
              <a:rPr sz="1800" b="1" dirty="0">
                <a:solidFill>
                  <a:schemeClr val="bg1"/>
                </a:solidFill>
                <a:latin typeface="Montserrat ExtraBold"/>
                <a:ea typeface="Montserrat ExtraBold"/>
                <a:cs typeface="Montserrat ExtraBold"/>
              </a:rPr>
              <a:t>OBJECTIVES</a:t>
            </a:r>
            <a:endParaRPr dirty="0"/>
          </a:p>
        </p:txBody>
      </p:sp>
      <p:sp>
        <p:nvSpPr>
          <p:cNvPr id="103" name="TextBox 13">
            <a:extLst>
              <a:ext uri="{FF2B5EF4-FFF2-40B4-BE49-F238E27FC236}">
                <a16:creationId xmlns:a16="http://schemas.microsoft.com/office/drawing/2014/main" id="{81CE3D9E-1F12-7775-F301-FA92992BC852}"/>
              </a:ext>
            </a:extLst>
          </p:cNvPr>
          <p:cNvSpPr>
            <a:spLocks noGrp="1"/>
          </p:cNvSpPr>
          <p:nvPr/>
        </p:nvSpPr>
        <p:spPr>
          <a:xfrm>
            <a:off x="5238395" y="2271929"/>
            <a:ext cx="3772358" cy="923330"/>
          </a:xfrm>
          <a:prstGeom prst="rect">
            <a:avLst/>
          </a:prstGeom>
          <a:noFill/>
        </p:spPr>
        <p:txBody>
          <a:bodyPr wrap="square">
            <a:normAutofit/>
          </a:bodyPr>
          <a:lstStyle>
            <a:defPPr algn="ctr">
              <a:defRPr sz="1600" b="0" spc="0">
                <a:solidFill>
                  <a:srgbClr val="FFFFFF"/>
                </a:solidFill>
                <a:latin typeface="Montserrat Medium"/>
                <a:ea typeface="Montserrat Medium"/>
                <a:cs typeface="Montserrat Medium"/>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ctr">
              <a:defRPr sz="1600" b="0" spc="0">
                <a:solidFill>
                  <a:srgbClr val="FFC000"/>
                </a:solidFill>
                <a:latin typeface="Montserrat ExtraBold"/>
                <a:ea typeface="Montserrat ExtraBold"/>
                <a:cs typeface="Montserrat ExtraBold"/>
              </a:defRPr>
            </a:pPr>
            <a:r>
              <a:rPr sz="1600" b="1" dirty="0">
                <a:solidFill>
                  <a:srgbClr val="FFFFFF"/>
                </a:solidFill>
                <a:latin typeface="Montserrat ExtraBold"/>
              </a:rPr>
              <a:t>GEOLOGICAL SURVEYS AND EXPLORATION</a:t>
            </a:r>
          </a:p>
          <a:p>
            <a:pPr algn="ctr">
              <a:buNone/>
              <a:defRPr sz="1600" b="0" spc="0">
                <a:solidFill>
                  <a:srgbClr val="FFFFFF"/>
                </a:solidFill>
                <a:latin typeface="Montserrat Medium"/>
                <a:ea typeface="Montserrat Medium"/>
                <a:cs typeface="Montserrat Medium"/>
              </a:defRPr>
            </a:pPr>
            <a:r>
              <a:rPr sz="1600" dirty="0">
                <a:solidFill>
                  <a:srgbClr val="FFC000"/>
                </a:solidFill>
                <a:latin typeface="Montserrat ExtraBold"/>
              </a:rPr>
              <a:t>Carry out exploration in stages</a:t>
            </a:r>
          </a:p>
        </p:txBody>
      </p:sp>
      <p:sp>
        <p:nvSpPr>
          <p:cNvPr id="104" name="TextBox 13">
            <a:extLst>
              <a:ext uri="{FF2B5EF4-FFF2-40B4-BE49-F238E27FC236}">
                <a16:creationId xmlns:a16="http://schemas.microsoft.com/office/drawing/2014/main" id="{83430954-3637-1A2D-0C24-492AE20574BA}"/>
              </a:ext>
            </a:extLst>
          </p:cNvPr>
          <p:cNvSpPr>
            <a:spLocks noGrp="1"/>
          </p:cNvSpPr>
          <p:nvPr/>
        </p:nvSpPr>
        <p:spPr>
          <a:xfrm>
            <a:off x="5389698" y="3304585"/>
            <a:ext cx="3691271" cy="923330"/>
          </a:xfrm>
          <a:prstGeom prst="rect">
            <a:avLst/>
          </a:prstGeom>
          <a:noFill/>
        </p:spPr>
        <p:txBody>
          <a:bodyPr wrap="square">
            <a:normAutofit/>
          </a:bodyPr>
          <a:lstStyle>
            <a:defPPr algn="ctr">
              <a:defRPr sz="1600" b="0" spc="0">
                <a:solidFill>
                  <a:srgbClr val="FFC000"/>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ctr">
              <a:buFont typeface="Wingdings"/>
              <a:defRPr sz="1600" b="0" spc="0">
                <a:solidFill>
                  <a:srgbClr val="FFC000"/>
                </a:solidFill>
                <a:latin typeface="Montserrat ExtraBold"/>
                <a:ea typeface="Montserrat ExtraBold"/>
                <a:cs typeface="Montserrat ExtraBold"/>
              </a:defRPr>
            </a:pPr>
            <a:r>
              <a:rPr sz="1600" b="1" dirty="0">
                <a:solidFill>
                  <a:srgbClr val="FFFFFF"/>
                </a:solidFill>
                <a:latin typeface="Montserrat ExtraBold"/>
              </a:rPr>
              <a:t>MINERAL RESOURCES</a:t>
            </a:r>
          </a:p>
          <a:p>
            <a:pPr algn="ctr">
              <a:buNone/>
              <a:defRPr sz="1600" b="0" spc="0">
                <a:solidFill>
                  <a:srgbClr val="FFC000"/>
                </a:solidFill>
                <a:latin typeface="Montserrat ExtraBold"/>
                <a:ea typeface="Montserrat ExtraBold"/>
                <a:cs typeface="Montserrat ExtraBold"/>
              </a:defRPr>
            </a:pPr>
            <a:r>
              <a:rPr sz="1600" b="0" spc="0" dirty="0">
                <a:solidFill>
                  <a:srgbClr val="FFC000"/>
                </a:solidFill>
                <a:latin typeface="Montserrat ExtraBold"/>
                <a:ea typeface="Montserrat ExtraBold"/>
                <a:cs typeface="Montserrat ExtraBold"/>
              </a:rPr>
              <a:t>Define and expand the resource base</a:t>
            </a:r>
            <a:endParaRPr sz="1700" spc="0" dirty="0">
              <a:solidFill>
                <a:schemeClr val="accent4"/>
              </a:solidFill>
              <a:latin typeface="Montserrat ExtraBold"/>
              <a:ea typeface="Montserrat ExtraBold"/>
              <a:cs typeface="Montserrat ExtraBold"/>
            </a:endParaRPr>
          </a:p>
        </p:txBody>
      </p:sp>
      <p:sp>
        <p:nvSpPr>
          <p:cNvPr id="105" name="TextBox 13">
            <a:extLst>
              <a:ext uri="{FF2B5EF4-FFF2-40B4-BE49-F238E27FC236}">
                <a16:creationId xmlns:a16="http://schemas.microsoft.com/office/drawing/2014/main" id="{555F99D4-EF61-72BD-06BC-5D57E10FA761}"/>
              </a:ext>
            </a:extLst>
          </p:cNvPr>
          <p:cNvSpPr>
            <a:spLocks noGrp="1"/>
          </p:cNvSpPr>
          <p:nvPr/>
        </p:nvSpPr>
        <p:spPr>
          <a:xfrm>
            <a:off x="5247818" y="4246054"/>
            <a:ext cx="3705146" cy="923330"/>
          </a:xfrm>
          <a:prstGeom prst="rect">
            <a:avLst/>
          </a:prstGeom>
          <a:noFill/>
        </p:spPr>
        <p:txBody>
          <a:bodyPr wrap="square">
            <a:normAutofit/>
          </a:bodyPr>
          <a:lstStyle>
            <a:defPPr algn="ctr">
              <a:defRPr sz="1600" b="0" spc="0">
                <a:solidFill>
                  <a:srgbClr val="FFC000"/>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ctr">
              <a:buFont typeface="Wingdings"/>
              <a:defRPr sz="1600" b="0" spc="0">
                <a:solidFill>
                  <a:srgbClr val="FFC000"/>
                </a:solidFill>
                <a:latin typeface="Montserrat ExtraBold"/>
                <a:ea typeface="Montserrat ExtraBold"/>
                <a:cs typeface="Montserrat ExtraBold"/>
              </a:defRPr>
            </a:pPr>
            <a:r>
              <a:rPr sz="1600" b="1" dirty="0">
                <a:solidFill>
                  <a:srgbClr val="FFFFFF"/>
                </a:solidFill>
                <a:latin typeface="Montserrat ExtraBold"/>
              </a:rPr>
              <a:t>PRODUCT</a:t>
            </a:r>
            <a:r>
              <a:rPr lang="en-US" sz="1600" b="1" dirty="0">
                <a:solidFill>
                  <a:srgbClr val="FFFFFF"/>
                </a:solidFill>
                <a:latin typeface="Montserrat ExtraBold"/>
              </a:rPr>
              <a:t> DEVELOPMENT</a:t>
            </a:r>
            <a:endParaRPr sz="1600" b="1" dirty="0">
              <a:solidFill>
                <a:srgbClr val="FFFFFF"/>
              </a:solidFill>
              <a:latin typeface="Montserrat ExtraBold"/>
            </a:endParaRPr>
          </a:p>
          <a:p>
            <a:pPr algn="ctr">
              <a:buNone/>
              <a:defRPr sz="1600" b="0" spc="0">
                <a:solidFill>
                  <a:srgbClr val="FFC000"/>
                </a:solidFill>
                <a:latin typeface="Montserrat ExtraBold"/>
                <a:ea typeface="Montserrat ExtraBold"/>
                <a:cs typeface="Montserrat ExtraBold"/>
              </a:defRPr>
            </a:pPr>
            <a:r>
              <a:rPr sz="1600" b="0" spc="0" dirty="0">
                <a:solidFill>
                  <a:srgbClr val="FFC000"/>
                </a:solidFill>
                <a:latin typeface="Montserrat ExtraBold"/>
                <a:ea typeface="Montserrat ExtraBold"/>
                <a:cs typeface="Montserrat ExtraBold"/>
              </a:rPr>
              <a:t>Expand the product range through mining and processing</a:t>
            </a:r>
            <a:endParaRPr sz="1700" spc="0" dirty="0">
              <a:solidFill>
                <a:schemeClr val="accent4"/>
              </a:solidFill>
              <a:latin typeface="Montserrat ExtraBold"/>
              <a:ea typeface="Montserrat ExtraBold"/>
              <a:cs typeface="Montserrat ExtraBold"/>
            </a:endParaRPr>
          </a:p>
        </p:txBody>
      </p:sp>
      <p:sp>
        <p:nvSpPr>
          <p:cNvPr id="106" name="TextBox 13">
            <a:extLst>
              <a:ext uri="{FF2B5EF4-FFF2-40B4-BE49-F238E27FC236}">
                <a16:creationId xmlns:a16="http://schemas.microsoft.com/office/drawing/2014/main" id="{F60B58B1-AD14-7220-EF26-85BFB612A147}"/>
              </a:ext>
            </a:extLst>
          </p:cNvPr>
          <p:cNvSpPr>
            <a:spLocks noGrp="1"/>
          </p:cNvSpPr>
          <p:nvPr/>
        </p:nvSpPr>
        <p:spPr>
          <a:xfrm>
            <a:off x="5284930" y="5270687"/>
            <a:ext cx="3691271" cy="923330"/>
          </a:xfrm>
          <a:prstGeom prst="rect">
            <a:avLst/>
          </a:prstGeom>
          <a:noFill/>
        </p:spPr>
        <p:txBody>
          <a:bodyPr wrap="square">
            <a:normAutofit/>
          </a:bodyPr>
          <a:lstStyle>
            <a:defPPr algn="ctr">
              <a:defRPr sz="1600" b="0" spc="0">
                <a:solidFill>
                  <a:srgbClr val="FFC000"/>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ctr">
              <a:buFont typeface="Wingdings"/>
              <a:defRPr sz="1600" b="0" spc="0">
                <a:solidFill>
                  <a:srgbClr val="FFC000"/>
                </a:solidFill>
                <a:latin typeface="Montserrat ExtraBold"/>
                <a:ea typeface="Montserrat ExtraBold"/>
                <a:cs typeface="Montserrat ExtraBold"/>
              </a:defRPr>
            </a:pPr>
            <a:r>
              <a:rPr sz="1600" b="1" dirty="0">
                <a:solidFill>
                  <a:srgbClr val="FFFFFF"/>
                </a:solidFill>
                <a:latin typeface="Montserrat ExtraBold"/>
              </a:rPr>
              <a:t>SUPPLY CHAIN PARTICIPATION</a:t>
            </a:r>
          </a:p>
          <a:p>
            <a:pPr algn="ctr">
              <a:buFont typeface="Wingdings"/>
              <a:defRPr sz="1600" b="0" spc="0">
                <a:solidFill>
                  <a:srgbClr val="FFC000"/>
                </a:solidFill>
                <a:latin typeface="Montserrat ExtraBold"/>
                <a:ea typeface="Montserrat ExtraBold"/>
                <a:cs typeface="Montserrat ExtraBold"/>
              </a:defRPr>
            </a:pPr>
            <a:r>
              <a:rPr sz="1600" b="0" spc="0" dirty="0">
                <a:solidFill>
                  <a:srgbClr val="FFC000"/>
                </a:solidFill>
                <a:latin typeface="Montserrat ExtraBold"/>
                <a:ea typeface="Montserrat ExtraBold"/>
                <a:cs typeface="Montserrat ExtraBold"/>
              </a:rPr>
              <a:t>Join critical minerals value chains</a:t>
            </a:r>
            <a:endParaRPr b="1" spc="0" dirty="0">
              <a:solidFill>
                <a:schemeClr val="accent4"/>
              </a:solidFill>
              <a:latin typeface="Montserrat ExtraBold"/>
              <a:ea typeface="Montserrat ExtraBold"/>
              <a:cs typeface="Montserrat ExtraBold"/>
            </a:endParaRPr>
          </a:p>
        </p:txBody>
      </p:sp>
      <p:sp>
        <p:nvSpPr>
          <p:cNvPr id="6" name="Google Shape;70;p15">
            <a:extLst>
              <a:ext uri="{FF2B5EF4-FFF2-40B4-BE49-F238E27FC236}">
                <a16:creationId xmlns:a16="http://schemas.microsoft.com/office/drawing/2014/main" id="{430ED184-6BB4-5B2D-D958-3BC65DC894E2}"/>
              </a:ext>
            </a:extLst>
          </p:cNvPr>
          <p:cNvSpPr>
            <a:spLocks noGrp="1"/>
          </p:cNvSpPr>
          <p:nvPr/>
        </p:nvSpPr>
        <p:spPr>
          <a:xfrm>
            <a:off x="781653" y="574530"/>
            <a:ext cx="8484845" cy="582300"/>
          </a:xfrm>
          <a:prstGeom prst="rect">
            <a:avLst/>
          </a:prstGeom>
          <a:noFill/>
          <a:ln>
            <a:noFill/>
          </a:ln>
        </p:spPr>
        <p:txBody>
          <a:bodyPr spcFirstLastPara="1" wrap="square" lIns="91425" tIns="45700" rIns="91425" bIns="45700" anchor="t">
            <a:normAutofit/>
          </a:bodyPr>
          <a:lstStyle/>
          <a:p>
            <a:pPr marL="0" marR="0" lvl="0" indent="0" algn="l">
              <a:lnSpc>
                <a:spcPct val="90000"/>
              </a:lnSpc>
              <a:spcBef>
                <a:spcPts val="0"/>
              </a:spcBef>
              <a:spcAft>
                <a:spcPts val="0"/>
              </a:spcAft>
              <a:buClr>
                <a:schemeClr val="lt1"/>
              </a:buClr>
              <a:buSzPts val="3000"/>
              <a:buFont typeface="Montserrat ExtraBold"/>
              <a:buNone/>
            </a:pPr>
            <a:r>
              <a:rPr sz="2200" b="1" dirty="0">
                <a:solidFill>
                  <a:srgbClr val="C0A051"/>
                </a:solidFill>
                <a:latin typeface="Montserrat ExtraBold"/>
                <a:ea typeface="Montserrat ExtraBold"/>
                <a:cs typeface="Montserrat ExtraBold"/>
              </a:rPr>
              <a:t>CRITICAL MINERALS PROGRAM</a:t>
            </a:r>
          </a:p>
        </p:txBody>
      </p:sp>
      <p:sp>
        <p:nvSpPr>
          <p:cNvPr id="7" name="Straight Connector 6">
            <a:extLst>
              <a:ext uri="{FF2B5EF4-FFF2-40B4-BE49-F238E27FC236}">
                <a16:creationId xmlns:a16="http://schemas.microsoft.com/office/drawing/2014/main" id="{66B2AF17-B726-4CDE-BB60-C5AAB0A2D78C}"/>
              </a:ext>
            </a:extLst>
          </p:cNvPr>
          <p:cNvSpPr>
            <a:spLocks noGrp="1"/>
          </p:cNvSpPr>
          <p:nvPr/>
        </p:nvSpPr>
        <p:spPr>
          <a:xfrm flipV="1">
            <a:off x="421468" y="6610180"/>
            <a:ext cx="0" cy="987387"/>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4" name="TextBox 13">
            <a:extLst>
              <a:ext uri="{FF2B5EF4-FFF2-40B4-BE49-F238E27FC236}">
                <a16:creationId xmlns:a16="http://schemas.microsoft.com/office/drawing/2014/main" id="{2FE62498-B278-9CF9-9B0C-027EC3CCA23E}"/>
              </a:ext>
            </a:extLst>
          </p:cNvPr>
          <p:cNvSpPr>
            <a:spLocks noGrp="1"/>
          </p:cNvSpPr>
          <p:nvPr/>
        </p:nvSpPr>
        <p:spPr>
          <a:xfrm>
            <a:off x="10167728" y="3830555"/>
            <a:ext cx="2827041" cy="830997"/>
          </a:xfrm>
          <a:prstGeom prst="rect">
            <a:avLst/>
          </a:prstGeom>
          <a:noFill/>
        </p:spPr>
        <p:txBody>
          <a:bodyPr wrap="square">
            <a:normAutofit/>
          </a:bodyPr>
          <a:lstStyle>
            <a:defPPr algn="l">
              <a:defRPr sz="1600" b="1"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algn="l">
              <a:buNone/>
              <a:defRPr sz="1600" b="1" spc="0">
                <a:solidFill>
                  <a:srgbClr val="FFFFFF"/>
                </a:solidFill>
                <a:latin typeface="Montserrat ExtraBold"/>
                <a:ea typeface="Montserrat ExtraBold"/>
                <a:cs typeface="Montserrat ExtraBold"/>
              </a:defRPr>
            </a:pPr>
            <a:r>
              <a:rPr sz="1600" b="1" spc="0" dirty="0">
                <a:solidFill>
                  <a:srgbClr val="FFFFFF"/>
                </a:solidFill>
                <a:latin typeface="Montserrat ExtraBold"/>
                <a:ea typeface="Montserrat ExtraBold"/>
                <a:cs typeface="Montserrat ExtraBold"/>
              </a:rPr>
              <a:t>IMPLEMENTATION PERIOD</a:t>
            </a:r>
          </a:p>
          <a:p>
            <a:pPr algn="l">
              <a:buNone/>
              <a:defRPr sz="1600" b="1" spc="0">
                <a:solidFill>
                  <a:srgbClr val="FFFFFF"/>
                </a:solidFill>
                <a:latin typeface="Montserrat ExtraBold"/>
                <a:ea typeface="Montserrat ExtraBold"/>
                <a:cs typeface="Montserrat ExtraBold"/>
              </a:defRPr>
            </a:pPr>
            <a:r>
              <a:rPr sz="1600" dirty="0">
                <a:solidFill>
                  <a:srgbClr val="FFC000"/>
                </a:solidFill>
                <a:latin typeface="Montserrat ExtraBold"/>
              </a:rPr>
              <a:t>2026–2030</a:t>
            </a:r>
          </a:p>
        </p:txBody>
      </p:sp>
      <p:pic>
        <p:nvPicPr>
          <p:cNvPr id="130" name="Picture 4"/>
          <p:cNvPicPr>
            <a:picLocks noChangeAspect="1"/>
          </p:cNvPicPr>
          <p:nvPr/>
        </p:nvPicPr>
        <p:blipFill>
          <a:blip r:embed="rId3"/>
          <a:stretch>
            <a:fillRect/>
          </a:stretch>
        </p:blipFill>
        <p:spPr>
          <a:xfrm>
            <a:off x="12539675" y="374315"/>
            <a:ext cx="640080" cy="640080"/>
          </a:xfrm>
          <a:prstGeom prst="rect">
            <a:avLst/>
          </a:prstGeom>
        </p:spPr>
      </p:pic>
      <p:pic>
        <p:nvPicPr>
          <p:cNvPr id="5" name="Picture 4">
            <a:extLst>
              <a:ext uri="{FF2B5EF4-FFF2-40B4-BE49-F238E27FC236}">
                <a16:creationId xmlns:a16="http://schemas.microsoft.com/office/drawing/2014/main" id="{6432BAB4-6A63-2688-396A-C8F150BEEBC2}"/>
              </a:ext>
            </a:extLst>
          </p:cNvPr>
          <p:cNvPicPr>
            <a:picLocks noChangeAspect="1"/>
          </p:cNvPicPr>
          <p:nvPr/>
        </p:nvPicPr>
        <p:blipFill>
          <a:blip r:embed="rId4"/>
          <a:stretch>
            <a:fillRect/>
          </a:stretch>
        </p:blipFill>
        <p:spPr>
          <a:xfrm>
            <a:off x="443629" y="254842"/>
            <a:ext cx="338024" cy="640135"/>
          </a:xfrm>
          <a:prstGeom prst="rect">
            <a:avLst/>
          </a:prstGeom>
        </p:spPr>
      </p:pic>
    </p:spTree>
    <p:extLst>
      <p:ext uri="{BB962C8B-B14F-4D97-AF65-F5344CB8AC3E}">
        <p14:creationId xmlns:p14="http://schemas.microsoft.com/office/powerpoint/2010/main" val="416230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traight Connector 49">
            <a:extLst>
              <a:ext uri="{FF2B5EF4-FFF2-40B4-BE49-F238E27FC236}">
                <a16:creationId xmlns:a16="http://schemas.microsoft.com/office/drawing/2014/main" id="{F41ABBEC-5989-4800-8A39-255E924AE883}"/>
              </a:ext>
            </a:extLst>
          </p:cNvPr>
          <p:cNvSpPr>
            <a:spLocks noGrp="1"/>
          </p:cNvSpPr>
          <p:nvPr/>
        </p:nvSpPr>
        <p:spPr>
          <a:xfrm flipV="1">
            <a:off x="406961" y="192534"/>
            <a:ext cx="0" cy="60108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51" name="TextBox 50">
            <a:extLst>
              <a:ext uri="{FF2B5EF4-FFF2-40B4-BE49-F238E27FC236}">
                <a16:creationId xmlns:a16="http://schemas.microsoft.com/office/drawing/2014/main" id="{E9707B81-F146-CDD6-8739-C3FC5F15F3B6}"/>
              </a:ext>
            </a:extLst>
          </p:cNvPr>
          <p:cNvSpPr>
            <a:spLocks noGrp="1"/>
          </p:cNvSpPr>
          <p:nvPr/>
        </p:nvSpPr>
        <p:spPr>
          <a:xfrm>
            <a:off x="414480" y="368397"/>
            <a:ext cx="10780894" cy="379976"/>
          </a:xfrm>
          <a:prstGeom prst="rect">
            <a:avLst/>
          </a:prstGeom>
          <a:noFill/>
        </p:spPr>
        <p:txBody>
          <a:bodyPr wrap="square" lIns="69080" tIns="34540" rIns="69080" bIns="34540" anchor="t">
            <a:normAutofit/>
          </a:bodyPr>
          <a:lstStyle>
            <a:defPPr algn="l">
              <a:defRPr sz="2040" b="0" spc="0">
                <a:solidFill>
                  <a:srgbClr val="FFFFFF"/>
                </a:solidFill>
                <a:latin typeface="Montserrat Medium"/>
                <a:ea typeface="Montserrat Medium"/>
                <a:cs typeface="Montserrat Medium"/>
              </a:defRPr>
            </a:defPPr>
          </a:lstStyle>
          <a:p>
            <a:pPr algn="l" defTabSz="1381667">
              <a:buNone/>
              <a:defRPr sz="2040" b="0" spc="0">
                <a:solidFill>
                  <a:srgbClr val="FFFFFF"/>
                </a:solidFill>
                <a:latin typeface="Montserrat Medium"/>
                <a:ea typeface="Montserrat Medium"/>
                <a:cs typeface="Montserrat Medium"/>
              </a:defRPr>
            </a:pPr>
            <a:r>
              <a:rPr sz="2040" b="0" spc="0">
                <a:solidFill>
                  <a:srgbClr val="FFFFFF"/>
                </a:solidFill>
                <a:latin typeface="Montserrat Medium"/>
                <a:ea typeface="Montserrat Medium"/>
                <a:cs typeface="Montserrat Medium"/>
              </a:rPr>
              <a:t>Strategy for Developing Critical Mineral Resources</a:t>
            </a:r>
          </a:p>
        </p:txBody>
      </p:sp>
      <p:sp>
        <p:nvSpPr>
          <p:cNvPr id="2" name="Freeform: Shape 1">
            <a:extLst>
              <a:ext uri="{FF2B5EF4-FFF2-40B4-BE49-F238E27FC236}">
                <a16:creationId xmlns:a16="http://schemas.microsoft.com/office/drawing/2014/main" id="{9748F1D0-4AD6-B26B-1B09-740102A67A63}"/>
              </a:ext>
            </a:extLst>
          </p:cNvPr>
          <p:cNvSpPr>
            <a:spLocks noGrp="1"/>
          </p:cNvSpPr>
          <p:nvPr/>
        </p:nvSpPr>
        <p:spPr>
          <a:xfrm flipV="1">
            <a:off x="1911944" y="4177797"/>
            <a:ext cx="587415" cy="1269074"/>
          </a:xfrm>
          <a:custGeom>
            <a:avLst/>
            <a:gdLst>
              <a:gd name="connsiteX0" fmla="*/ 5 w 2401178"/>
              <a:gd name="connsiteY0" fmla="*/ 5 h 2861437"/>
              <a:gd name="connsiteX1" fmla="*/ 2401183 w 2401178"/>
              <a:gd name="connsiteY1" fmla="*/ 2861443 h 2861437"/>
            </a:gdLst>
            <a:ahLst/>
            <a:cxnLst/>
            <a:rect l="l" t="t" r="r" b="b"/>
            <a:pathLst>
              <a:path w="2401178" h="2861437">
                <a:moveTo>
                  <a:pt x="5" y="5"/>
                </a:moveTo>
                <a:cubicBezTo>
                  <a:pt x="1200594" y="5"/>
                  <a:pt x="1200594" y="2861443"/>
                  <a:pt x="2401183" y="2861443"/>
                </a:cubicBezTo>
              </a:path>
            </a:pathLst>
          </a:custGeom>
          <a:noFill/>
          <a:ln w="28575">
            <a:solidFill>
              <a:srgbClr val="00B050"/>
            </a:solidFill>
            <a:prstDash val="solid"/>
          </a:ln>
        </p:spPr>
        <p:txBody>
          <a:bodyPr anchor="ctr"/>
          <a:lstStyle/>
          <a:p>
            <a:endParaRPr sz="1190">
              <a:solidFill>
                <a:schemeClr val="bg1"/>
              </a:solidFill>
            </a:endParaRPr>
          </a:p>
        </p:txBody>
      </p:sp>
      <p:sp>
        <p:nvSpPr>
          <p:cNvPr id="3" name="Freeform: Shape 2">
            <a:extLst>
              <a:ext uri="{FF2B5EF4-FFF2-40B4-BE49-F238E27FC236}">
                <a16:creationId xmlns:a16="http://schemas.microsoft.com/office/drawing/2014/main" id="{AD388076-4718-7BF2-4D84-DA73A6FF6320}"/>
              </a:ext>
            </a:extLst>
          </p:cNvPr>
          <p:cNvSpPr>
            <a:spLocks noGrp="1"/>
          </p:cNvSpPr>
          <p:nvPr/>
        </p:nvSpPr>
        <p:spPr>
          <a:xfrm>
            <a:off x="2593486" y="4167131"/>
            <a:ext cx="3315843" cy="10667"/>
          </a:xfrm>
          <a:custGeom>
            <a:avLst/>
            <a:gdLst>
              <a:gd name="connsiteX0" fmla="*/ 5 w 3100281"/>
              <a:gd name="connsiteY0" fmla="*/ 5 h 9413"/>
              <a:gd name="connsiteX1" fmla="*/ 5 w 3100281"/>
              <a:gd name="connsiteY1" fmla="*/ 9419 h 9413"/>
              <a:gd name="connsiteX2" fmla="*/ 3100287 w 3100281"/>
              <a:gd name="connsiteY2" fmla="*/ 9419 h 9413"/>
              <a:gd name="connsiteX3" fmla="*/ 3100287 w 3100281"/>
              <a:gd name="connsiteY3" fmla="*/ 5 h 9413"/>
            </a:gdLst>
            <a:ahLst/>
            <a:cxnLst/>
            <a:rect l="l" t="t" r="r" b="b"/>
            <a:pathLst>
              <a:path w="3100281" h="9413">
                <a:moveTo>
                  <a:pt x="5" y="5"/>
                </a:moveTo>
                <a:lnTo>
                  <a:pt x="5" y="9419"/>
                </a:lnTo>
                <a:lnTo>
                  <a:pt x="3100287" y="9419"/>
                </a:lnTo>
                <a:lnTo>
                  <a:pt x="3100287" y="5"/>
                </a:lnTo>
                <a:close/>
              </a:path>
            </a:pathLst>
          </a:custGeom>
          <a:solidFill>
            <a:srgbClr val="0033FF"/>
          </a:solidFill>
          <a:ln w="28575">
            <a:solidFill>
              <a:srgbClr val="F38E29"/>
            </a:solidFill>
            <a:prstDash val="solid"/>
          </a:ln>
        </p:spPr>
        <p:txBody>
          <a:bodyPr rot="0" spcFirstLastPara="0" vert="horz" wrap="square" lIns="103620" tIns="51810" rIns="103620" bIns="51810" anchor="ctr">
            <a:noAutofit/>
          </a:bodyPr>
          <a:lstStyle/>
          <a:p>
            <a:endParaRPr sz="2040">
              <a:solidFill>
                <a:srgbClr val="FFFFFF"/>
              </a:solidFill>
              <a:latin typeface="Montserrat Medium"/>
              <a:ea typeface="Montserrat Medium"/>
              <a:cs typeface="Montserrat Medium"/>
            </a:endParaRPr>
          </a:p>
        </p:txBody>
      </p:sp>
      <p:sp>
        <p:nvSpPr>
          <p:cNvPr id="52" name="Freeform: Shape 51">
            <a:extLst>
              <a:ext uri="{FF2B5EF4-FFF2-40B4-BE49-F238E27FC236}">
                <a16:creationId xmlns:a16="http://schemas.microsoft.com/office/drawing/2014/main" id="{28909744-31DD-7F87-B81E-65AD346AB41F}"/>
              </a:ext>
            </a:extLst>
          </p:cNvPr>
          <p:cNvSpPr>
            <a:spLocks noGrp="1"/>
          </p:cNvSpPr>
          <p:nvPr/>
        </p:nvSpPr>
        <p:spPr>
          <a:xfrm>
            <a:off x="1657690" y="5433952"/>
            <a:ext cx="828961" cy="10667"/>
          </a:xfrm>
          <a:custGeom>
            <a:avLst/>
            <a:gdLst>
              <a:gd name="connsiteX0" fmla="*/ 5 w 3100281"/>
              <a:gd name="connsiteY0" fmla="*/ 5 h 9413"/>
              <a:gd name="connsiteX1" fmla="*/ 5 w 3100281"/>
              <a:gd name="connsiteY1" fmla="*/ 9419 h 9413"/>
              <a:gd name="connsiteX2" fmla="*/ 3100287 w 3100281"/>
              <a:gd name="connsiteY2" fmla="*/ 9419 h 9413"/>
              <a:gd name="connsiteX3" fmla="*/ 3100287 w 3100281"/>
              <a:gd name="connsiteY3" fmla="*/ 5 h 9413"/>
            </a:gdLst>
            <a:ahLst/>
            <a:cxnLst/>
            <a:rect l="l" t="t" r="r" b="b"/>
            <a:pathLst>
              <a:path w="3100281" h="9413">
                <a:moveTo>
                  <a:pt x="5" y="5"/>
                </a:moveTo>
                <a:lnTo>
                  <a:pt x="5" y="9419"/>
                </a:lnTo>
                <a:lnTo>
                  <a:pt x="3100287" y="9419"/>
                </a:lnTo>
                <a:lnTo>
                  <a:pt x="3100287" y="5"/>
                </a:lnTo>
                <a:close/>
              </a:path>
            </a:pathLst>
          </a:custGeom>
          <a:solidFill>
            <a:srgbClr val="0033FF"/>
          </a:solidFill>
          <a:ln w="28575">
            <a:solidFill>
              <a:srgbClr val="00B050"/>
            </a:solidFill>
            <a:prstDash val="solid"/>
          </a:ln>
        </p:spPr>
        <p:txBody>
          <a:bodyPr rot="0" spcFirstLastPara="0" vert="horz" wrap="square" lIns="103620" tIns="51810" rIns="103620" bIns="51810" anchor="ctr">
            <a:noAutofit/>
          </a:bodyPr>
          <a:lstStyle/>
          <a:p>
            <a:endParaRPr sz="2040">
              <a:solidFill>
                <a:srgbClr val="FFFFFF"/>
              </a:solidFill>
              <a:latin typeface="Montserrat Medium"/>
              <a:ea typeface="Montserrat Medium"/>
              <a:cs typeface="Montserrat Medium"/>
            </a:endParaRPr>
          </a:p>
        </p:txBody>
      </p:sp>
      <p:sp>
        <p:nvSpPr>
          <p:cNvPr id="53" name="Freeform: Shape 52">
            <a:extLst>
              <a:ext uri="{FF2B5EF4-FFF2-40B4-BE49-F238E27FC236}">
                <a16:creationId xmlns:a16="http://schemas.microsoft.com/office/drawing/2014/main" id="{486B0399-BD6A-070E-C31C-C7D9170559FC}"/>
              </a:ext>
            </a:extLst>
          </p:cNvPr>
          <p:cNvSpPr>
            <a:spLocks noGrp="1"/>
          </p:cNvSpPr>
          <p:nvPr/>
        </p:nvSpPr>
        <p:spPr>
          <a:xfrm>
            <a:off x="1711192" y="2389127"/>
            <a:ext cx="828961" cy="10667"/>
          </a:xfrm>
          <a:custGeom>
            <a:avLst/>
            <a:gdLst>
              <a:gd name="connsiteX0" fmla="*/ 5 w 3100281"/>
              <a:gd name="connsiteY0" fmla="*/ 5 h 9413"/>
              <a:gd name="connsiteX1" fmla="*/ 5 w 3100281"/>
              <a:gd name="connsiteY1" fmla="*/ 9419 h 9413"/>
              <a:gd name="connsiteX2" fmla="*/ 3100287 w 3100281"/>
              <a:gd name="connsiteY2" fmla="*/ 9419 h 9413"/>
              <a:gd name="connsiteX3" fmla="*/ 3100287 w 3100281"/>
              <a:gd name="connsiteY3" fmla="*/ 5 h 9413"/>
            </a:gdLst>
            <a:ahLst/>
            <a:cxnLst/>
            <a:rect l="l" t="t" r="r" b="b"/>
            <a:pathLst>
              <a:path w="3100281" h="9413">
                <a:moveTo>
                  <a:pt x="5" y="5"/>
                </a:moveTo>
                <a:lnTo>
                  <a:pt x="5" y="9419"/>
                </a:lnTo>
                <a:lnTo>
                  <a:pt x="3100287" y="9419"/>
                </a:lnTo>
                <a:lnTo>
                  <a:pt x="3100287" y="5"/>
                </a:lnTo>
                <a:close/>
              </a:path>
            </a:pathLst>
          </a:custGeom>
          <a:solidFill>
            <a:srgbClr val="0033FF"/>
          </a:solidFill>
          <a:ln w="28575">
            <a:solidFill>
              <a:srgbClr val="00B050"/>
            </a:solidFill>
            <a:prstDash val="solid"/>
          </a:ln>
        </p:spPr>
        <p:txBody>
          <a:bodyPr rot="0" spcFirstLastPara="0" vert="horz" wrap="square" lIns="103620" tIns="51810" rIns="103620" bIns="51810" anchor="ctr">
            <a:noAutofit/>
          </a:bodyPr>
          <a:lstStyle/>
          <a:p>
            <a:endParaRPr sz="2040">
              <a:solidFill>
                <a:srgbClr val="FFFFFF"/>
              </a:solidFill>
              <a:latin typeface="Montserrat Medium"/>
              <a:ea typeface="Montserrat Medium"/>
              <a:cs typeface="Montserrat Medium"/>
            </a:endParaRPr>
          </a:p>
        </p:txBody>
      </p:sp>
      <p:sp>
        <p:nvSpPr>
          <p:cNvPr id="54" name="Freeform: Shape 53">
            <a:extLst>
              <a:ext uri="{FF2B5EF4-FFF2-40B4-BE49-F238E27FC236}">
                <a16:creationId xmlns:a16="http://schemas.microsoft.com/office/drawing/2014/main" id="{2EB808BE-3F49-81F0-E0E6-CD93545AFEAA}"/>
              </a:ext>
            </a:extLst>
          </p:cNvPr>
          <p:cNvSpPr>
            <a:spLocks noGrp="1"/>
          </p:cNvSpPr>
          <p:nvPr/>
        </p:nvSpPr>
        <p:spPr>
          <a:xfrm flipV="1">
            <a:off x="4892454" y="4167130"/>
            <a:ext cx="949874" cy="1274099"/>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38100">
            <a:solidFill>
              <a:srgbClr val="F38E29"/>
            </a:solidFill>
            <a:prstDash val="solid"/>
          </a:ln>
        </p:spPr>
        <p:txBody>
          <a:bodyPr anchor="ctr"/>
          <a:lstStyle/>
          <a:p>
            <a:endParaRPr sz="1190">
              <a:solidFill>
                <a:schemeClr val="bg1"/>
              </a:solidFill>
            </a:endParaRPr>
          </a:p>
        </p:txBody>
      </p:sp>
      <p:sp>
        <p:nvSpPr>
          <p:cNvPr id="55" name="Freeform: Shape 54">
            <a:extLst>
              <a:ext uri="{FF2B5EF4-FFF2-40B4-BE49-F238E27FC236}">
                <a16:creationId xmlns:a16="http://schemas.microsoft.com/office/drawing/2014/main" id="{3769A733-613A-DADE-28AF-B400A36792AD}"/>
              </a:ext>
            </a:extLst>
          </p:cNvPr>
          <p:cNvSpPr>
            <a:spLocks noGrp="1"/>
          </p:cNvSpPr>
          <p:nvPr/>
        </p:nvSpPr>
        <p:spPr>
          <a:xfrm>
            <a:off x="4873128" y="2395811"/>
            <a:ext cx="991657" cy="1771320"/>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38100">
            <a:solidFill>
              <a:srgbClr val="F38E29"/>
            </a:solidFill>
            <a:prstDash val="solid"/>
          </a:ln>
        </p:spPr>
        <p:txBody>
          <a:bodyPr anchor="ctr"/>
          <a:lstStyle/>
          <a:p>
            <a:endParaRPr sz="1190">
              <a:solidFill>
                <a:schemeClr val="bg1"/>
              </a:solidFill>
            </a:endParaRPr>
          </a:p>
        </p:txBody>
      </p:sp>
      <p:sp>
        <p:nvSpPr>
          <p:cNvPr id="56" name="Freeform: Shape 55">
            <a:extLst>
              <a:ext uri="{FF2B5EF4-FFF2-40B4-BE49-F238E27FC236}">
                <a16:creationId xmlns:a16="http://schemas.microsoft.com/office/drawing/2014/main" id="{0CC9E50E-554B-BD13-DFB4-6E7F4D69E02D}"/>
              </a:ext>
            </a:extLst>
          </p:cNvPr>
          <p:cNvSpPr>
            <a:spLocks noGrp="1"/>
          </p:cNvSpPr>
          <p:nvPr/>
        </p:nvSpPr>
        <p:spPr>
          <a:xfrm flipV="1">
            <a:off x="4866532" y="4167131"/>
            <a:ext cx="996823" cy="2733994"/>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38100">
            <a:solidFill>
              <a:srgbClr val="F38E29"/>
            </a:solidFill>
            <a:prstDash val="solid"/>
          </a:ln>
        </p:spPr>
        <p:txBody>
          <a:bodyPr anchor="ctr"/>
          <a:lstStyle/>
          <a:p>
            <a:endParaRPr sz="1190">
              <a:solidFill>
                <a:schemeClr val="bg1"/>
              </a:solidFill>
            </a:endParaRPr>
          </a:p>
        </p:txBody>
      </p:sp>
      <p:sp>
        <p:nvSpPr>
          <p:cNvPr id="57" name="TextBox 56">
            <a:extLst>
              <a:ext uri="{FF2B5EF4-FFF2-40B4-BE49-F238E27FC236}">
                <a16:creationId xmlns:a16="http://schemas.microsoft.com/office/drawing/2014/main" id="{CEB3FDB0-777A-BE0A-94E8-28D4EDBE7C2B}"/>
              </a:ext>
            </a:extLst>
          </p:cNvPr>
          <p:cNvSpPr>
            <a:spLocks noGrp="1"/>
          </p:cNvSpPr>
          <p:nvPr/>
        </p:nvSpPr>
        <p:spPr>
          <a:xfrm>
            <a:off x="2394210" y="1626013"/>
            <a:ext cx="2279642" cy="680367"/>
          </a:xfrm>
          <a:prstGeom prst="rect">
            <a:avLst/>
          </a:prstGeom>
          <a:noFill/>
        </p:spPr>
        <p:txBody>
          <a:bodyPr wrap="square" lIns="103620" tIns="51810" rIns="103620" bIns="51810" anchor="t">
            <a:normAutofit/>
          </a:bodyPr>
          <a:lstStyle>
            <a:defPPr algn="l">
              <a:defRPr sz="1247" b="0" spc="0">
                <a:solidFill>
                  <a:srgbClr val="FFFFFF"/>
                </a:solidFill>
                <a:latin typeface="Montserrat SemiBold"/>
                <a:ea typeface="Montserrat SemiBold"/>
                <a:cs typeface="Montserrat SemiBold"/>
              </a:defRPr>
            </a:defPPr>
          </a:lstStyle>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Develop natural resources for commercial use</a:t>
            </a:r>
            <a:endParaRPr sz="1586" spc="0">
              <a:solidFill>
                <a:schemeClr val="bg1"/>
              </a:solidFill>
              <a:latin typeface="Montserrat SemiBold"/>
              <a:ea typeface="Montserrat SemiBold"/>
              <a:cs typeface="Montserrat SemiBold"/>
            </a:endParaRPr>
          </a:p>
        </p:txBody>
      </p:sp>
      <p:sp>
        <p:nvSpPr>
          <p:cNvPr id="58" name="Oval 57">
            <a:extLst>
              <a:ext uri="{FF2B5EF4-FFF2-40B4-BE49-F238E27FC236}">
                <a16:creationId xmlns:a16="http://schemas.microsoft.com/office/drawing/2014/main" id="{D958D882-0DC7-CE8B-FF75-D215C12D3C6C}"/>
              </a:ext>
            </a:extLst>
          </p:cNvPr>
          <p:cNvSpPr>
            <a:spLocks noGrp="1"/>
          </p:cNvSpPr>
          <p:nvPr/>
        </p:nvSpPr>
        <p:spPr>
          <a:xfrm>
            <a:off x="2470225" y="2303036"/>
            <a:ext cx="172426" cy="178623"/>
          </a:xfrm>
          <a:prstGeom prst="ellipse">
            <a:avLst/>
          </a:prstGeom>
          <a:solidFill>
            <a:srgbClr val="F38E29"/>
          </a:solidFill>
          <a:ln w="12700" cmpd="sng">
            <a:noFill/>
            <a:prstDash val="solid"/>
          </a:ln>
        </p:spPr>
        <p:txBody>
          <a:bodyPr anchor="t"/>
          <a:lstStyle/>
          <a:p>
            <a:pPr algn="ctr" defTabSz="1036198">
              <a:spcBef>
                <a:spcPct val="0"/>
              </a:spcBef>
              <a:spcAft>
                <a:spcPct val="0"/>
              </a:spcAft>
              <a:buNone/>
            </a:pPr>
            <a:endParaRPr sz="1813" b="1" kern="0">
              <a:solidFill>
                <a:srgbClr val="FFFFFF"/>
              </a:solidFill>
              <a:latin typeface="Inter"/>
              <a:ea typeface="Inter"/>
              <a:cs typeface="Inter"/>
            </a:endParaRPr>
          </a:p>
        </p:txBody>
      </p:sp>
      <p:sp>
        <p:nvSpPr>
          <p:cNvPr id="59" name="Oval 58">
            <a:extLst>
              <a:ext uri="{FF2B5EF4-FFF2-40B4-BE49-F238E27FC236}">
                <a16:creationId xmlns:a16="http://schemas.microsoft.com/office/drawing/2014/main" id="{8B47B937-8A77-BC57-946F-CF3ADA250159}"/>
              </a:ext>
            </a:extLst>
          </p:cNvPr>
          <p:cNvSpPr>
            <a:spLocks noGrp="1"/>
          </p:cNvSpPr>
          <p:nvPr/>
        </p:nvSpPr>
        <p:spPr>
          <a:xfrm>
            <a:off x="304378" y="1620962"/>
            <a:ext cx="1649001" cy="1528883"/>
          </a:xfrm>
          <a:prstGeom prst="ellipse">
            <a:avLst/>
          </a:prstGeom>
          <a:solidFill>
            <a:srgbClr val="00B050"/>
          </a:solidFill>
          <a:ln w="12700" cmpd="sng">
            <a:noFill/>
            <a:prstDash val="solid"/>
          </a:ln>
        </p:spPr>
        <p:txBody>
          <a:bodyPr lIns="40795" tIns="40795" rIns="40795" bIns="40795" anchor="ctr">
            <a:normAutofit/>
          </a:bodyPr>
          <a:lstStyle/>
          <a:p>
            <a:pPr algn="ctr" defTabSz="1036198">
              <a:buNone/>
            </a:pPr>
            <a:r>
              <a:rPr sz="1190">
                <a:solidFill>
                  <a:srgbClr val="FFFFFF"/>
                </a:solidFill>
                <a:latin typeface="Montserrat SemiBold"/>
                <a:ea typeface="Montserrat SemiBold"/>
                <a:cs typeface="Montserrat SemiBold"/>
              </a:rPr>
              <a:t>Investment and Project Management Strategy</a:t>
            </a:r>
            <a:endParaRPr sz="1190" kern="0">
              <a:solidFill>
                <a:srgbClr val="FFFFFF"/>
              </a:solidFill>
              <a:latin typeface="Montserrat SemiBold"/>
              <a:ea typeface="Montserrat SemiBold"/>
              <a:cs typeface="Montserrat SemiBold"/>
            </a:endParaRPr>
          </a:p>
        </p:txBody>
      </p:sp>
      <p:sp>
        <p:nvSpPr>
          <p:cNvPr id="60" name="TextBox 59">
            <a:extLst>
              <a:ext uri="{FF2B5EF4-FFF2-40B4-BE49-F238E27FC236}">
                <a16:creationId xmlns:a16="http://schemas.microsoft.com/office/drawing/2014/main" id="{1BACE21A-A0ED-65B6-C9F1-E2941E026961}"/>
              </a:ext>
            </a:extLst>
          </p:cNvPr>
          <p:cNvSpPr>
            <a:spLocks noGrp="1"/>
          </p:cNvSpPr>
          <p:nvPr/>
        </p:nvSpPr>
        <p:spPr>
          <a:xfrm>
            <a:off x="2400806" y="3503601"/>
            <a:ext cx="2367516" cy="488455"/>
          </a:xfrm>
          <a:prstGeom prst="rect">
            <a:avLst/>
          </a:prstGeom>
          <a:noFill/>
        </p:spPr>
        <p:txBody>
          <a:bodyPr wrap="square" lIns="103620" tIns="51810" rIns="103620" bIns="51810" anchor="t">
            <a:normAutofit fontScale="85000" lnSpcReduction="10000"/>
          </a:bodyPr>
          <a:lstStyle>
            <a:defPPr algn="l">
              <a:defRPr sz="1247" b="0" spc="0">
                <a:solidFill>
                  <a:srgbClr val="FFFFFF"/>
                </a:solidFill>
                <a:latin typeface="Montserrat SemiBold"/>
                <a:ea typeface="Montserrat SemiBold"/>
                <a:cs typeface="Montserrat SemiBold"/>
              </a:defRPr>
            </a:defPPr>
          </a:lstStyle>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Increase the economic benefits of mineral deposits</a:t>
            </a:r>
          </a:p>
        </p:txBody>
      </p:sp>
      <p:sp>
        <p:nvSpPr>
          <p:cNvPr id="61" name="Oval 60">
            <a:extLst>
              <a:ext uri="{FF2B5EF4-FFF2-40B4-BE49-F238E27FC236}">
                <a16:creationId xmlns:a16="http://schemas.microsoft.com/office/drawing/2014/main" id="{AAE7B799-3CE7-5819-464E-99FDCB96EF59}"/>
              </a:ext>
            </a:extLst>
          </p:cNvPr>
          <p:cNvSpPr>
            <a:spLocks noGrp="1"/>
          </p:cNvSpPr>
          <p:nvPr/>
        </p:nvSpPr>
        <p:spPr>
          <a:xfrm>
            <a:off x="2470225" y="4077820"/>
            <a:ext cx="172426" cy="178623"/>
          </a:xfrm>
          <a:prstGeom prst="ellipse">
            <a:avLst/>
          </a:prstGeom>
          <a:solidFill>
            <a:srgbClr val="F38E29"/>
          </a:solidFill>
          <a:ln w="12700" cmpd="sng">
            <a:noFill/>
            <a:prstDash val="solid"/>
          </a:ln>
        </p:spPr>
        <p:txBody>
          <a:bodyPr anchor="t"/>
          <a:lstStyle/>
          <a:p>
            <a:pPr algn="ctr" defTabSz="1036198">
              <a:spcBef>
                <a:spcPct val="0"/>
              </a:spcBef>
              <a:spcAft>
                <a:spcPct val="0"/>
              </a:spcAft>
              <a:buNone/>
            </a:pPr>
            <a:endParaRPr sz="1813" b="1" kern="0">
              <a:solidFill>
                <a:srgbClr val="FFFFFF"/>
              </a:solidFill>
              <a:latin typeface="Inter"/>
              <a:ea typeface="Inter"/>
              <a:cs typeface="Inter"/>
            </a:endParaRPr>
          </a:p>
        </p:txBody>
      </p:sp>
      <p:sp>
        <p:nvSpPr>
          <p:cNvPr id="62" name="Oval 61">
            <a:extLst>
              <a:ext uri="{FF2B5EF4-FFF2-40B4-BE49-F238E27FC236}">
                <a16:creationId xmlns:a16="http://schemas.microsoft.com/office/drawing/2014/main" id="{9731C877-3842-E5CF-9432-71C88F4A3CA6}"/>
              </a:ext>
            </a:extLst>
          </p:cNvPr>
          <p:cNvSpPr>
            <a:spLocks noGrp="1"/>
          </p:cNvSpPr>
          <p:nvPr/>
        </p:nvSpPr>
        <p:spPr>
          <a:xfrm>
            <a:off x="304378" y="4597246"/>
            <a:ext cx="1657922" cy="1657922"/>
          </a:xfrm>
          <a:prstGeom prst="ellipse">
            <a:avLst/>
          </a:prstGeom>
          <a:solidFill>
            <a:srgbClr val="00B050"/>
          </a:solidFill>
          <a:ln w="12700" cmpd="sng">
            <a:noFill/>
            <a:prstDash val="solid"/>
          </a:ln>
        </p:spPr>
        <p:txBody>
          <a:bodyPr lIns="40795" tIns="40795" rIns="40795" bIns="40795" anchor="ctr">
            <a:normAutofit/>
          </a:bodyPr>
          <a:lstStyle/>
          <a:p>
            <a:pPr algn="ctr" defTabSz="1036198">
              <a:buNone/>
            </a:pPr>
            <a:r>
              <a:rPr sz="1190">
                <a:solidFill>
                  <a:srgbClr val="FFFFFF"/>
                </a:solidFill>
                <a:latin typeface="Montserrat SemiBold"/>
                <a:ea typeface="Montserrat SemiBold"/>
                <a:cs typeface="Montserrat SemiBold"/>
              </a:rPr>
              <a:t>Production and Technology</a:t>
            </a:r>
          </a:p>
          <a:p>
            <a:pPr algn="ctr" defTabSz="1036198">
              <a:buNone/>
            </a:pPr>
            <a:r>
              <a:rPr sz="1190">
                <a:solidFill>
                  <a:srgbClr val="FFFFFF"/>
                </a:solidFill>
                <a:latin typeface="Montserrat SemiBold"/>
                <a:ea typeface="Montserrat SemiBold"/>
                <a:cs typeface="Montserrat SemiBold"/>
              </a:rPr>
              <a:t>Strategy</a:t>
            </a:r>
          </a:p>
        </p:txBody>
      </p:sp>
      <p:sp>
        <p:nvSpPr>
          <p:cNvPr id="63" name="Freeform: Shape 62">
            <a:extLst>
              <a:ext uri="{FF2B5EF4-FFF2-40B4-BE49-F238E27FC236}">
                <a16:creationId xmlns:a16="http://schemas.microsoft.com/office/drawing/2014/main" id="{9B52E9D5-92C9-D683-B05C-EE37CF9F8FF2}"/>
              </a:ext>
            </a:extLst>
          </p:cNvPr>
          <p:cNvSpPr>
            <a:spLocks noGrp="1"/>
          </p:cNvSpPr>
          <p:nvPr/>
        </p:nvSpPr>
        <p:spPr>
          <a:xfrm>
            <a:off x="1919858" y="5433953"/>
            <a:ext cx="587415" cy="1472559"/>
          </a:xfrm>
          <a:custGeom>
            <a:avLst/>
            <a:gdLst>
              <a:gd name="connsiteX0" fmla="*/ 5 w 2401178"/>
              <a:gd name="connsiteY0" fmla="*/ 5 h 2861437"/>
              <a:gd name="connsiteX1" fmla="*/ 2401183 w 2401178"/>
              <a:gd name="connsiteY1" fmla="*/ 2861443 h 2861437"/>
            </a:gdLst>
            <a:ahLst/>
            <a:cxnLst/>
            <a:rect l="l" t="t" r="r" b="b"/>
            <a:pathLst>
              <a:path w="2401178" h="2861437">
                <a:moveTo>
                  <a:pt x="5" y="5"/>
                </a:moveTo>
                <a:cubicBezTo>
                  <a:pt x="1200594" y="5"/>
                  <a:pt x="1200594" y="2861443"/>
                  <a:pt x="2401183" y="2861443"/>
                </a:cubicBezTo>
              </a:path>
            </a:pathLst>
          </a:custGeom>
          <a:noFill/>
          <a:ln w="28575">
            <a:solidFill>
              <a:srgbClr val="00B050"/>
            </a:solidFill>
            <a:prstDash val="solid"/>
          </a:ln>
        </p:spPr>
        <p:txBody>
          <a:bodyPr anchor="ctr"/>
          <a:lstStyle/>
          <a:p>
            <a:endParaRPr sz="1190">
              <a:solidFill>
                <a:schemeClr val="bg1"/>
              </a:solidFill>
            </a:endParaRPr>
          </a:p>
        </p:txBody>
      </p:sp>
      <p:sp>
        <p:nvSpPr>
          <p:cNvPr id="64" name="Oval 63">
            <a:extLst>
              <a:ext uri="{FF2B5EF4-FFF2-40B4-BE49-F238E27FC236}">
                <a16:creationId xmlns:a16="http://schemas.microsoft.com/office/drawing/2014/main" id="{4DFAD74B-F4FD-17F8-95B0-BEEA6FE5CD43}"/>
              </a:ext>
            </a:extLst>
          </p:cNvPr>
          <p:cNvSpPr>
            <a:spLocks noGrp="1"/>
          </p:cNvSpPr>
          <p:nvPr/>
        </p:nvSpPr>
        <p:spPr>
          <a:xfrm>
            <a:off x="2486651" y="6817201"/>
            <a:ext cx="172426" cy="178623"/>
          </a:xfrm>
          <a:prstGeom prst="ellipse">
            <a:avLst/>
          </a:prstGeom>
          <a:solidFill>
            <a:srgbClr val="F38E29"/>
          </a:solidFill>
          <a:ln w="12700" cmpd="sng">
            <a:noFill/>
            <a:prstDash val="solid"/>
          </a:ln>
        </p:spPr>
        <p:txBody>
          <a:bodyPr anchor="t"/>
          <a:lstStyle/>
          <a:p>
            <a:pPr algn="ctr" defTabSz="1036198">
              <a:spcBef>
                <a:spcPct val="0"/>
              </a:spcBef>
              <a:spcAft>
                <a:spcPct val="0"/>
              </a:spcAft>
              <a:buNone/>
            </a:pPr>
            <a:endParaRPr sz="1813" b="1" kern="0">
              <a:solidFill>
                <a:srgbClr val="FFFFFF"/>
              </a:solidFill>
              <a:latin typeface="Inter"/>
              <a:ea typeface="Inter"/>
              <a:cs typeface="Inter"/>
            </a:endParaRPr>
          </a:p>
        </p:txBody>
      </p:sp>
      <p:sp>
        <p:nvSpPr>
          <p:cNvPr id="65" name="TextBox 64">
            <a:extLst>
              <a:ext uri="{FF2B5EF4-FFF2-40B4-BE49-F238E27FC236}">
                <a16:creationId xmlns:a16="http://schemas.microsoft.com/office/drawing/2014/main" id="{8EAF7CE0-9403-6AC3-0DC4-E77415CE7FC5}"/>
              </a:ext>
            </a:extLst>
          </p:cNvPr>
          <p:cNvSpPr>
            <a:spLocks noGrp="1"/>
          </p:cNvSpPr>
          <p:nvPr/>
        </p:nvSpPr>
        <p:spPr>
          <a:xfrm>
            <a:off x="2394211" y="6055611"/>
            <a:ext cx="2734983" cy="680367"/>
          </a:xfrm>
          <a:prstGeom prst="rect">
            <a:avLst/>
          </a:prstGeom>
          <a:noFill/>
        </p:spPr>
        <p:txBody>
          <a:bodyPr wrap="square" lIns="103620" tIns="51810" rIns="103620" bIns="51810" anchor="t">
            <a:normAutofit/>
          </a:bodyPr>
          <a:lstStyle>
            <a:defPPr algn="l">
              <a:defRPr sz="1160" b="0" spc="0">
                <a:solidFill>
                  <a:srgbClr val="FFFFFF"/>
                </a:solidFill>
                <a:latin typeface="Montserrat SemiBold"/>
                <a:ea typeface="Montserrat SemiBold"/>
                <a:cs typeface="Montserrat SemiBold"/>
              </a:defRPr>
            </a:defPPr>
          </a:lstStyle>
          <a:p>
            <a:pPr algn="l">
              <a:defRPr sz="1160" b="0" spc="0">
                <a:solidFill>
                  <a:srgbClr val="FFFFFF"/>
                </a:solidFill>
                <a:latin typeface="Montserrat SemiBold"/>
                <a:ea typeface="Montserrat SemiBold"/>
                <a:cs typeface="Montserrat SemiBold"/>
              </a:defRPr>
            </a:pPr>
            <a:r>
              <a:rPr sz="1160" b="0" spc="0">
                <a:solidFill>
                  <a:srgbClr val="FFFFFF"/>
                </a:solidFill>
                <a:latin typeface="Montserrat SemiBold"/>
                <a:ea typeface="Montserrat SemiBold"/>
                <a:cs typeface="Montserrat SemiBold"/>
              </a:rPr>
              <a:t>Assess deposit resources comprehensively using international standards</a:t>
            </a:r>
          </a:p>
        </p:txBody>
      </p:sp>
      <p:sp>
        <p:nvSpPr>
          <p:cNvPr id="66" name="Oval 65">
            <a:extLst>
              <a:ext uri="{FF2B5EF4-FFF2-40B4-BE49-F238E27FC236}">
                <a16:creationId xmlns:a16="http://schemas.microsoft.com/office/drawing/2014/main" id="{9F4D918B-57A2-1F9D-460F-14CB6D9D1AE7}"/>
              </a:ext>
            </a:extLst>
          </p:cNvPr>
          <p:cNvSpPr>
            <a:spLocks noGrp="1"/>
          </p:cNvSpPr>
          <p:nvPr/>
        </p:nvSpPr>
        <p:spPr>
          <a:xfrm>
            <a:off x="5853663" y="3237346"/>
            <a:ext cx="1657922" cy="1657922"/>
          </a:xfrm>
          <a:prstGeom prst="ellipse">
            <a:avLst/>
          </a:prstGeom>
          <a:solidFill>
            <a:srgbClr val="00B0B0"/>
          </a:solidFill>
          <a:ln w="12700" cmpd="sng">
            <a:noFill/>
            <a:prstDash val="solid"/>
          </a:ln>
        </p:spPr>
        <p:txBody>
          <a:bodyPr lIns="40795" tIns="40795" rIns="40795" bIns="40795" anchor="ctr">
            <a:normAutofit/>
          </a:bodyPr>
          <a:lstStyle/>
          <a:p>
            <a:pPr algn="ctr" defTabSz="1036198">
              <a:buNone/>
            </a:pPr>
            <a:r>
              <a:rPr sz="1190">
                <a:solidFill>
                  <a:srgbClr val="FFFFFF"/>
                </a:solidFill>
                <a:latin typeface="Montserrat SemiBold"/>
                <a:ea typeface="Montserrat SemiBold"/>
                <a:cs typeface="Montserrat SemiBold"/>
              </a:rPr>
              <a:t>Geology and Exploration Strategy</a:t>
            </a:r>
          </a:p>
        </p:txBody>
      </p:sp>
      <p:sp>
        <p:nvSpPr>
          <p:cNvPr id="67" name="Freeform: Shape 66">
            <a:extLst>
              <a:ext uri="{FF2B5EF4-FFF2-40B4-BE49-F238E27FC236}">
                <a16:creationId xmlns:a16="http://schemas.microsoft.com/office/drawing/2014/main" id="{885E38A4-4637-7D6B-3175-8CEAB48618F0}"/>
              </a:ext>
            </a:extLst>
          </p:cNvPr>
          <p:cNvSpPr>
            <a:spLocks noGrp="1"/>
          </p:cNvSpPr>
          <p:nvPr/>
        </p:nvSpPr>
        <p:spPr>
          <a:xfrm flipH="1">
            <a:off x="7394313" y="1973837"/>
            <a:ext cx="2071681" cy="2138203"/>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28575">
            <a:solidFill>
              <a:srgbClr val="00B0B0"/>
            </a:solidFill>
            <a:prstDash val="solid"/>
          </a:ln>
        </p:spPr>
        <p:txBody>
          <a:bodyPr anchor="ctr"/>
          <a:lstStyle/>
          <a:p>
            <a:endParaRPr sz="1190">
              <a:solidFill>
                <a:schemeClr val="bg1"/>
              </a:solidFill>
            </a:endParaRPr>
          </a:p>
        </p:txBody>
      </p:sp>
      <p:sp>
        <p:nvSpPr>
          <p:cNvPr id="68" name="Freeform: Shape 67">
            <a:extLst>
              <a:ext uri="{FF2B5EF4-FFF2-40B4-BE49-F238E27FC236}">
                <a16:creationId xmlns:a16="http://schemas.microsoft.com/office/drawing/2014/main" id="{38F7EE5C-CC46-3307-8217-0A555F53AF04}"/>
              </a:ext>
            </a:extLst>
          </p:cNvPr>
          <p:cNvSpPr>
            <a:spLocks noGrp="1"/>
          </p:cNvSpPr>
          <p:nvPr/>
        </p:nvSpPr>
        <p:spPr>
          <a:xfrm flipH="1" flipV="1">
            <a:off x="7499117" y="4110053"/>
            <a:ext cx="1898664" cy="328238"/>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28575">
            <a:solidFill>
              <a:srgbClr val="00B0B0"/>
            </a:solidFill>
            <a:prstDash val="solid"/>
          </a:ln>
        </p:spPr>
        <p:txBody>
          <a:bodyPr anchor="ctr"/>
          <a:lstStyle/>
          <a:p>
            <a:endParaRPr sz="1190">
              <a:solidFill>
                <a:schemeClr val="bg1"/>
              </a:solidFill>
            </a:endParaRPr>
          </a:p>
        </p:txBody>
      </p:sp>
      <p:sp>
        <p:nvSpPr>
          <p:cNvPr id="69" name="Freeform: Shape 68">
            <a:extLst>
              <a:ext uri="{FF2B5EF4-FFF2-40B4-BE49-F238E27FC236}">
                <a16:creationId xmlns:a16="http://schemas.microsoft.com/office/drawing/2014/main" id="{C2621436-C889-9166-FB79-A463EBC98AAF}"/>
              </a:ext>
            </a:extLst>
          </p:cNvPr>
          <p:cNvSpPr>
            <a:spLocks noGrp="1"/>
          </p:cNvSpPr>
          <p:nvPr/>
        </p:nvSpPr>
        <p:spPr>
          <a:xfrm flipH="1" flipV="1">
            <a:off x="7499117" y="4118576"/>
            <a:ext cx="1956141" cy="1165030"/>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28575">
            <a:solidFill>
              <a:srgbClr val="00B0B0"/>
            </a:solidFill>
            <a:prstDash val="solid"/>
          </a:ln>
        </p:spPr>
        <p:txBody>
          <a:bodyPr anchor="ctr"/>
          <a:lstStyle/>
          <a:p>
            <a:endParaRPr sz="1190">
              <a:solidFill>
                <a:schemeClr val="bg1"/>
              </a:solidFill>
            </a:endParaRPr>
          </a:p>
        </p:txBody>
      </p:sp>
      <p:sp>
        <p:nvSpPr>
          <p:cNvPr id="70" name="Freeform: Shape 69">
            <a:extLst>
              <a:ext uri="{FF2B5EF4-FFF2-40B4-BE49-F238E27FC236}">
                <a16:creationId xmlns:a16="http://schemas.microsoft.com/office/drawing/2014/main" id="{F250AE50-6AB8-81E5-331D-1A34A3E95549}"/>
              </a:ext>
            </a:extLst>
          </p:cNvPr>
          <p:cNvSpPr>
            <a:spLocks noGrp="1"/>
          </p:cNvSpPr>
          <p:nvPr/>
        </p:nvSpPr>
        <p:spPr>
          <a:xfrm flipH="1" flipV="1">
            <a:off x="7480524" y="4127098"/>
            <a:ext cx="2071681" cy="2586424"/>
          </a:xfrm>
          <a:custGeom>
            <a:avLst/>
            <a:gdLst>
              <a:gd name="connsiteX0" fmla="*/ 5 w 2401178"/>
              <a:gd name="connsiteY0" fmla="*/ 5 h 535676"/>
              <a:gd name="connsiteX1" fmla="*/ 2401183 w 2401178"/>
              <a:gd name="connsiteY1" fmla="*/ 535682 h 535676"/>
            </a:gdLst>
            <a:ahLst/>
            <a:cxnLst/>
            <a:rect l="l" t="t" r="r" b="b"/>
            <a:pathLst>
              <a:path w="2401178" h="535676">
                <a:moveTo>
                  <a:pt x="5" y="5"/>
                </a:moveTo>
                <a:cubicBezTo>
                  <a:pt x="1200594" y="5"/>
                  <a:pt x="1200594" y="535682"/>
                  <a:pt x="2401183" y="535682"/>
                </a:cubicBezTo>
              </a:path>
            </a:pathLst>
          </a:custGeom>
          <a:noFill/>
          <a:ln w="28575">
            <a:solidFill>
              <a:srgbClr val="00B0B0"/>
            </a:solidFill>
            <a:prstDash val="solid"/>
          </a:ln>
        </p:spPr>
        <p:txBody>
          <a:bodyPr anchor="ctr"/>
          <a:lstStyle/>
          <a:p>
            <a:endParaRPr sz="1190">
              <a:solidFill>
                <a:schemeClr val="bg1"/>
              </a:solidFill>
            </a:endParaRPr>
          </a:p>
        </p:txBody>
      </p:sp>
      <p:sp>
        <p:nvSpPr>
          <p:cNvPr id="71" name="TextBox 70">
            <a:extLst>
              <a:ext uri="{FF2B5EF4-FFF2-40B4-BE49-F238E27FC236}">
                <a16:creationId xmlns:a16="http://schemas.microsoft.com/office/drawing/2014/main" id="{DCA2D2DD-3617-E6AF-5BFE-5D5C03A2D613}"/>
              </a:ext>
            </a:extLst>
          </p:cNvPr>
          <p:cNvSpPr>
            <a:spLocks noGrp="1"/>
          </p:cNvSpPr>
          <p:nvPr/>
        </p:nvSpPr>
        <p:spPr>
          <a:xfrm>
            <a:off x="2394210" y="4776567"/>
            <a:ext cx="2367516" cy="488455"/>
          </a:xfrm>
          <a:prstGeom prst="rect">
            <a:avLst/>
          </a:prstGeom>
          <a:noFill/>
        </p:spPr>
        <p:txBody>
          <a:bodyPr wrap="square" lIns="103620" tIns="51810" rIns="103620" bIns="51810" anchor="t">
            <a:normAutofit/>
          </a:bodyPr>
          <a:lstStyle/>
          <a:p>
            <a:r>
              <a:rPr sz="1247">
                <a:solidFill>
                  <a:schemeClr val="bg1"/>
                </a:solidFill>
                <a:latin typeface="Montserrat SemiBold"/>
                <a:ea typeface="Montserrat SemiBold"/>
                <a:cs typeface="Montserrat SemiBold"/>
              </a:rPr>
              <a:t>Build an industrial value chain</a:t>
            </a:r>
          </a:p>
        </p:txBody>
      </p:sp>
      <p:sp>
        <p:nvSpPr>
          <p:cNvPr id="72" name="Oval 71">
            <a:extLst>
              <a:ext uri="{FF2B5EF4-FFF2-40B4-BE49-F238E27FC236}">
                <a16:creationId xmlns:a16="http://schemas.microsoft.com/office/drawing/2014/main" id="{4F0299B8-4236-BF33-3FAB-9DED6B1803FD}"/>
              </a:ext>
            </a:extLst>
          </p:cNvPr>
          <p:cNvSpPr>
            <a:spLocks noGrp="1"/>
          </p:cNvSpPr>
          <p:nvPr/>
        </p:nvSpPr>
        <p:spPr>
          <a:xfrm>
            <a:off x="2470225" y="5350785"/>
            <a:ext cx="172426" cy="178623"/>
          </a:xfrm>
          <a:prstGeom prst="ellipse">
            <a:avLst/>
          </a:prstGeom>
          <a:solidFill>
            <a:srgbClr val="F38E29"/>
          </a:solidFill>
          <a:ln w="12700" cmpd="sng">
            <a:noFill/>
            <a:prstDash val="solid"/>
          </a:ln>
        </p:spPr>
        <p:txBody>
          <a:bodyPr anchor="t"/>
          <a:lstStyle/>
          <a:p>
            <a:pPr algn="ctr" defTabSz="1036198">
              <a:spcBef>
                <a:spcPct val="0"/>
              </a:spcBef>
              <a:spcAft>
                <a:spcPct val="0"/>
              </a:spcAft>
              <a:buNone/>
            </a:pPr>
            <a:endParaRPr sz="1813" b="1" kern="0">
              <a:solidFill>
                <a:srgbClr val="FFFFFF"/>
              </a:solidFill>
              <a:latin typeface="Inter"/>
              <a:ea typeface="Inter"/>
              <a:cs typeface="Inter"/>
            </a:endParaRPr>
          </a:p>
        </p:txBody>
      </p:sp>
      <p:sp>
        <p:nvSpPr>
          <p:cNvPr id="73" name="Freeform: Shape 72">
            <a:extLst>
              <a:ext uri="{FF2B5EF4-FFF2-40B4-BE49-F238E27FC236}">
                <a16:creationId xmlns:a16="http://schemas.microsoft.com/office/drawing/2014/main" id="{AD356D56-0B15-E043-1209-92C7B84D5584}"/>
              </a:ext>
            </a:extLst>
          </p:cNvPr>
          <p:cNvSpPr>
            <a:spLocks noGrp="1"/>
          </p:cNvSpPr>
          <p:nvPr/>
        </p:nvSpPr>
        <p:spPr>
          <a:xfrm>
            <a:off x="2595138" y="2387629"/>
            <a:ext cx="2279642" cy="10667"/>
          </a:xfrm>
          <a:custGeom>
            <a:avLst/>
            <a:gdLst>
              <a:gd name="connsiteX0" fmla="*/ 5 w 3100281"/>
              <a:gd name="connsiteY0" fmla="*/ 5 h 9413"/>
              <a:gd name="connsiteX1" fmla="*/ 5 w 3100281"/>
              <a:gd name="connsiteY1" fmla="*/ 9419 h 9413"/>
              <a:gd name="connsiteX2" fmla="*/ 3100287 w 3100281"/>
              <a:gd name="connsiteY2" fmla="*/ 9419 h 9413"/>
              <a:gd name="connsiteX3" fmla="*/ 3100287 w 3100281"/>
              <a:gd name="connsiteY3" fmla="*/ 5 h 9413"/>
            </a:gdLst>
            <a:ahLst/>
            <a:cxnLst/>
            <a:rect l="l" t="t" r="r" b="b"/>
            <a:pathLst>
              <a:path w="3100281" h="9413">
                <a:moveTo>
                  <a:pt x="5" y="5"/>
                </a:moveTo>
                <a:lnTo>
                  <a:pt x="5" y="9419"/>
                </a:lnTo>
                <a:lnTo>
                  <a:pt x="3100287" y="9419"/>
                </a:lnTo>
                <a:lnTo>
                  <a:pt x="3100287" y="5"/>
                </a:lnTo>
                <a:close/>
              </a:path>
            </a:pathLst>
          </a:custGeom>
          <a:solidFill>
            <a:srgbClr val="0033FF"/>
          </a:solidFill>
          <a:ln w="28575">
            <a:solidFill>
              <a:srgbClr val="F38E29"/>
            </a:solidFill>
            <a:prstDash val="solid"/>
          </a:ln>
        </p:spPr>
        <p:txBody>
          <a:bodyPr rot="0" spcFirstLastPara="0" vert="horz" wrap="square" lIns="103620" tIns="51810" rIns="103620" bIns="51810" anchor="ctr">
            <a:noAutofit/>
          </a:bodyPr>
          <a:lstStyle/>
          <a:p>
            <a:endParaRPr sz="2040">
              <a:solidFill>
                <a:srgbClr val="FFFFFF"/>
              </a:solidFill>
              <a:latin typeface="Montserrat Medium"/>
              <a:ea typeface="Montserrat Medium"/>
              <a:cs typeface="Montserrat Medium"/>
            </a:endParaRPr>
          </a:p>
        </p:txBody>
      </p:sp>
      <p:sp>
        <p:nvSpPr>
          <p:cNvPr id="74" name="Freeform: Shape 73">
            <a:extLst>
              <a:ext uri="{FF2B5EF4-FFF2-40B4-BE49-F238E27FC236}">
                <a16:creationId xmlns:a16="http://schemas.microsoft.com/office/drawing/2014/main" id="{3908E6C4-8909-3A2D-8E9D-7582C4803EF8}"/>
              </a:ext>
            </a:extLst>
          </p:cNvPr>
          <p:cNvSpPr>
            <a:spLocks noGrp="1"/>
          </p:cNvSpPr>
          <p:nvPr/>
        </p:nvSpPr>
        <p:spPr>
          <a:xfrm>
            <a:off x="2603177" y="5435355"/>
            <a:ext cx="2279642" cy="10667"/>
          </a:xfrm>
          <a:custGeom>
            <a:avLst/>
            <a:gdLst>
              <a:gd name="connsiteX0" fmla="*/ 5 w 3100281"/>
              <a:gd name="connsiteY0" fmla="*/ 5 h 9413"/>
              <a:gd name="connsiteX1" fmla="*/ 5 w 3100281"/>
              <a:gd name="connsiteY1" fmla="*/ 9419 h 9413"/>
              <a:gd name="connsiteX2" fmla="*/ 3100287 w 3100281"/>
              <a:gd name="connsiteY2" fmla="*/ 9419 h 9413"/>
              <a:gd name="connsiteX3" fmla="*/ 3100287 w 3100281"/>
              <a:gd name="connsiteY3" fmla="*/ 5 h 9413"/>
            </a:gdLst>
            <a:ahLst/>
            <a:cxnLst/>
            <a:rect l="l" t="t" r="r" b="b"/>
            <a:pathLst>
              <a:path w="3100281" h="9413">
                <a:moveTo>
                  <a:pt x="5" y="5"/>
                </a:moveTo>
                <a:lnTo>
                  <a:pt x="5" y="9419"/>
                </a:lnTo>
                <a:lnTo>
                  <a:pt x="3100287" y="9419"/>
                </a:lnTo>
                <a:lnTo>
                  <a:pt x="3100287" y="5"/>
                </a:lnTo>
                <a:close/>
              </a:path>
            </a:pathLst>
          </a:custGeom>
          <a:solidFill>
            <a:srgbClr val="0033FF"/>
          </a:solidFill>
          <a:ln w="28575">
            <a:solidFill>
              <a:srgbClr val="F38E29"/>
            </a:solidFill>
            <a:prstDash val="solid"/>
          </a:ln>
        </p:spPr>
        <p:txBody>
          <a:bodyPr rot="0" spcFirstLastPara="0" vert="horz" wrap="square" lIns="103620" tIns="51810" rIns="103620" bIns="51810" anchor="ctr">
            <a:noAutofit/>
          </a:bodyPr>
          <a:lstStyle/>
          <a:p>
            <a:endParaRPr sz="2040">
              <a:solidFill>
                <a:srgbClr val="FFFFFF"/>
              </a:solidFill>
              <a:latin typeface="Montserrat Medium"/>
              <a:ea typeface="Montserrat Medium"/>
              <a:cs typeface="Montserrat Medium"/>
            </a:endParaRPr>
          </a:p>
        </p:txBody>
      </p:sp>
      <p:sp>
        <p:nvSpPr>
          <p:cNvPr id="75" name="Freeform: Shape 74">
            <a:extLst>
              <a:ext uri="{FF2B5EF4-FFF2-40B4-BE49-F238E27FC236}">
                <a16:creationId xmlns:a16="http://schemas.microsoft.com/office/drawing/2014/main" id="{5AC3187A-9C7E-1D73-4A8F-470D293003F6}"/>
              </a:ext>
            </a:extLst>
          </p:cNvPr>
          <p:cNvSpPr>
            <a:spLocks noGrp="1"/>
          </p:cNvSpPr>
          <p:nvPr/>
        </p:nvSpPr>
        <p:spPr>
          <a:xfrm>
            <a:off x="2593486" y="6895845"/>
            <a:ext cx="2279642" cy="10667"/>
          </a:xfrm>
          <a:custGeom>
            <a:avLst/>
            <a:gdLst>
              <a:gd name="connsiteX0" fmla="*/ 5 w 3100281"/>
              <a:gd name="connsiteY0" fmla="*/ 5 h 9413"/>
              <a:gd name="connsiteX1" fmla="*/ 5 w 3100281"/>
              <a:gd name="connsiteY1" fmla="*/ 9419 h 9413"/>
              <a:gd name="connsiteX2" fmla="*/ 3100287 w 3100281"/>
              <a:gd name="connsiteY2" fmla="*/ 9419 h 9413"/>
              <a:gd name="connsiteX3" fmla="*/ 3100287 w 3100281"/>
              <a:gd name="connsiteY3" fmla="*/ 5 h 9413"/>
            </a:gdLst>
            <a:ahLst/>
            <a:cxnLst/>
            <a:rect l="l" t="t" r="r" b="b"/>
            <a:pathLst>
              <a:path w="3100281" h="9413">
                <a:moveTo>
                  <a:pt x="5" y="5"/>
                </a:moveTo>
                <a:lnTo>
                  <a:pt x="5" y="9419"/>
                </a:lnTo>
                <a:lnTo>
                  <a:pt x="3100287" y="9419"/>
                </a:lnTo>
                <a:lnTo>
                  <a:pt x="3100287" y="5"/>
                </a:lnTo>
                <a:close/>
              </a:path>
            </a:pathLst>
          </a:custGeom>
          <a:solidFill>
            <a:srgbClr val="0033FF"/>
          </a:solidFill>
          <a:ln w="28575">
            <a:solidFill>
              <a:srgbClr val="F38E29"/>
            </a:solidFill>
            <a:prstDash val="solid"/>
          </a:ln>
        </p:spPr>
        <p:txBody>
          <a:bodyPr rot="0" spcFirstLastPara="0" vert="horz" wrap="square" lIns="103620" tIns="51810" rIns="103620" bIns="51810" anchor="ctr">
            <a:noAutofit/>
          </a:bodyPr>
          <a:lstStyle/>
          <a:p>
            <a:endParaRPr sz="2040">
              <a:solidFill>
                <a:srgbClr val="FFFFFF"/>
              </a:solidFill>
              <a:latin typeface="Montserrat Medium"/>
              <a:ea typeface="Montserrat Medium"/>
              <a:cs typeface="Montserrat Medium"/>
            </a:endParaRPr>
          </a:p>
        </p:txBody>
      </p:sp>
      <p:sp>
        <p:nvSpPr>
          <p:cNvPr id="77" name="Oval 76">
            <a:extLst>
              <a:ext uri="{FF2B5EF4-FFF2-40B4-BE49-F238E27FC236}">
                <a16:creationId xmlns:a16="http://schemas.microsoft.com/office/drawing/2014/main" id="{86E8AAF1-58C6-0684-F970-B6EAF9564803}"/>
              </a:ext>
            </a:extLst>
          </p:cNvPr>
          <p:cNvSpPr>
            <a:spLocks noGrp="1"/>
          </p:cNvSpPr>
          <p:nvPr/>
        </p:nvSpPr>
        <p:spPr>
          <a:xfrm>
            <a:off x="9465994" y="1849459"/>
            <a:ext cx="172426" cy="240856"/>
          </a:xfrm>
          <a:prstGeom prst="ellipse">
            <a:avLst/>
          </a:prstGeom>
          <a:solidFill>
            <a:srgbClr val="00B0B0"/>
          </a:solidFill>
          <a:ln w="12700" cmpd="sng">
            <a:noFill/>
            <a:prstDash val="solid"/>
          </a:ln>
        </p:spPr>
        <p:txBody>
          <a:bodyPr anchor="t"/>
          <a:lstStyle/>
          <a:p>
            <a:pPr algn="ctr" defTabSz="1036198">
              <a:spcBef>
                <a:spcPct val="0"/>
              </a:spcBef>
              <a:spcAft>
                <a:spcPct val="0"/>
              </a:spcAft>
              <a:buNone/>
            </a:pPr>
            <a:endParaRPr sz="1813" b="1" kern="0">
              <a:solidFill>
                <a:schemeClr val="bg1"/>
              </a:solidFill>
              <a:latin typeface="Inter"/>
              <a:ea typeface="Inter"/>
              <a:cs typeface="Inter"/>
            </a:endParaRPr>
          </a:p>
        </p:txBody>
      </p:sp>
      <p:sp>
        <p:nvSpPr>
          <p:cNvPr id="78" name="Straight Connector 77">
            <a:extLst>
              <a:ext uri="{FF2B5EF4-FFF2-40B4-BE49-F238E27FC236}">
                <a16:creationId xmlns:a16="http://schemas.microsoft.com/office/drawing/2014/main" id="{436CE443-B993-4A5A-93D3-546DD06CC9F7}"/>
              </a:ext>
            </a:extLst>
          </p:cNvPr>
          <p:cNvSpPr>
            <a:spLocks noGrp="1"/>
          </p:cNvSpPr>
          <p:nvPr/>
        </p:nvSpPr>
        <p:spPr>
          <a:xfrm>
            <a:off x="9604044" y="1957818"/>
            <a:ext cx="3182660" cy="0"/>
          </a:xfrm>
          <a:prstGeom prst="line">
            <a:avLst/>
          </a:prstGeom>
          <a:ln w="28575">
            <a:solidFill>
              <a:srgbClr val="00B0B0"/>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79" name="TextBox 78">
            <a:extLst>
              <a:ext uri="{FF2B5EF4-FFF2-40B4-BE49-F238E27FC236}">
                <a16:creationId xmlns:a16="http://schemas.microsoft.com/office/drawing/2014/main" id="{ABE2F7D8-6F34-0FDE-A35E-91F4F1471A1C}"/>
              </a:ext>
            </a:extLst>
          </p:cNvPr>
          <p:cNvSpPr>
            <a:spLocks noGrp="1"/>
          </p:cNvSpPr>
          <p:nvPr/>
        </p:nvSpPr>
        <p:spPr>
          <a:xfrm>
            <a:off x="9541471" y="1411604"/>
            <a:ext cx="3014753" cy="658636"/>
          </a:xfrm>
          <a:prstGeom prst="rect">
            <a:avLst/>
          </a:prstGeom>
          <a:noFill/>
        </p:spPr>
        <p:txBody>
          <a:bodyPr wrap="square" lIns="103620" tIns="51810" rIns="103620" bIns="51810" anchor="t">
            <a:normAutofit/>
          </a:bodyPr>
          <a:lstStyle/>
          <a:p>
            <a:pPr marL="259050" indent="-259050">
              <a:buFont typeface="+mj-lt"/>
              <a:buAutoNum type="arabicPeriod"/>
            </a:pPr>
            <a:r>
              <a:rPr sz="1247" dirty="0">
                <a:solidFill>
                  <a:schemeClr val="bg1"/>
                </a:solidFill>
                <a:latin typeface="Montserrat SemiBold"/>
                <a:ea typeface="Montserrat SemiBold"/>
                <a:cs typeface="Montserrat SemiBold"/>
              </a:rPr>
              <a:t>Exploration Strategy</a:t>
            </a:r>
          </a:p>
        </p:txBody>
      </p:sp>
      <p:sp>
        <p:nvSpPr>
          <p:cNvPr id="80" name="TextBox 79">
            <a:extLst>
              <a:ext uri="{FF2B5EF4-FFF2-40B4-BE49-F238E27FC236}">
                <a16:creationId xmlns:a16="http://schemas.microsoft.com/office/drawing/2014/main" id="{4FAD9865-EDC9-21C3-CB5A-9D3035D2F62E}"/>
              </a:ext>
            </a:extLst>
          </p:cNvPr>
          <p:cNvSpPr>
            <a:spLocks noGrp="1"/>
          </p:cNvSpPr>
          <p:nvPr/>
        </p:nvSpPr>
        <p:spPr>
          <a:xfrm>
            <a:off x="9715340" y="2007294"/>
            <a:ext cx="3796295" cy="2023746"/>
          </a:xfrm>
          <a:prstGeom prst="rect">
            <a:avLst/>
          </a:prstGeom>
          <a:noFill/>
        </p:spPr>
        <p:txBody>
          <a:bodyPr wrap="square" lIns="103620" tIns="51810" rIns="103620" bIns="51810" anchor="t">
            <a:normAutofit/>
          </a:bodyPr>
          <a:lstStyle>
            <a:defPPr algn="l">
              <a:defRPr sz="1247" b="0" spc="0">
                <a:solidFill>
                  <a:srgbClr val="FFFFFF"/>
                </a:solidFill>
                <a:latin typeface="Montserrat SemiBold"/>
                <a:ea typeface="Montserrat SemiBold"/>
                <a:cs typeface="Montserrat SemiBold"/>
              </a:defRPr>
            </a:defPPr>
          </a:lstStyle>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1.1 Survey critical minerals, obtain licences for prospective areas, and carry out exploration to define resources</a:t>
            </a:r>
          </a:p>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1.2 Apply international quality standards to exploration</a:t>
            </a:r>
          </a:p>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1.3 Adapt technologies for mineral use, ore beneficiation, and processing</a:t>
            </a:r>
          </a:p>
        </p:txBody>
      </p:sp>
      <p:sp>
        <p:nvSpPr>
          <p:cNvPr id="82" name="TextBox 81">
            <a:extLst>
              <a:ext uri="{FF2B5EF4-FFF2-40B4-BE49-F238E27FC236}">
                <a16:creationId xmlns:a16="http://schemas.microsoft.com/office/drawing/2014/main" id="{D43440CF-EA86-B705-83F0-90C627ADCB2A}"/>
              </a:ext>
            </a:extLst>
          </p:cNvPr>
          <p:cNvSpPr>
            <a:spLocks noGrp="1"/>
          </p:cNvSpPr>
          <p:nvPr/>
        </p:nvSpPr>
        <p:spPr>
          <a:xfrm>
            <a:off x="9552204" y="3928340"/>
            <a:ext cx="3014754" cy="488455"/>
          </a:xfrm>
          <a:prstGeom prst="rect">
            <a:avLst/>
          </a:prstGeom>
          <a:noFill/>
        </p:spPr>
        <p:txBody>
          <a:bodyPr wrap="square" lIns="103620" tIns="51810" rIns="103620" bIns="51810" anchor="t">
            <a:normAutofit/>
          </a:bodyPr>
          <a:lstStyle/>
          <a:p>
            <a:pPr marL="259050" indent="-259050">
              <a:buFont typeface="+mj-lt"/>
              <a:buAutoNum type="arabicPeriod" startAt="2"/>
            </a:pPr>
            <a:r>
              <a:rPr sz="1247" dirty="0">
                <a:solidFill>
                  <a:schemeClr val="bg1"/>
                </a:solidFill>
                <a:latin typeface="Montserrat SemiBold"/>
                <a:ea typeface="Montserrat SemiBold"/>
                <a:cs typeface="Montserrat SemiBold"/>
              </a:rPr>
              <a:t>Finance and Investment Strategy</a:t>
            </a:r>
          </a:p>
        </p:txBody>
      </p:sp>
      <p:sp>
        <p:nvSpPr>
          <p:cNvPr id="83" name="Oval 82">
            <a:extLst>
              <a:ext uri="{FF2B5EF4-FFF2-40B4-BE49-F238E27FC236}">
                <a16:creationId xmlns:a16="http://schemas.microsoft.com/office/drawing/2014/main" id="{F6F4147F-8628-40AB-313A-D98D2D196FCD}"/>
              </a:ext>
            </a:extLst>
          </p:cNvPr>
          <p:cNvSpPr>
            <a:spLocks noGrp="1"/>
          </p:cNvSpPr>
          <p:nvPr/>
        </p:nvSpPr>
        <p:spPr>
          <a:xfrm>
            <a:off x="9455258" y="4357930"/>
            <a:ext cx="172426" cy="178623"/>
          </a:xfrm>
          <a:prstGeom prst="ellipse">
            <a:avLst/>
          </a:prstGeom>
          <a:solidFill>
            <a:srgbClr val="00B0B0"/>
          </a:solidFill>
          <a:ln w="12700" cmpd="sng">
            <a:noFill/>
            <a:prstDash val="solid"/>
          </a:ln>
        </p:spPr>
        <p:txBody>
          <a:bodyPr anchor="t"/>
          <a:lstStyle/>
          <a:p>
            <a:pPr algn="ctr" defTabSz="1036198">
              <a:spcBef>
                <a:spcPct val="0"/>
              </a:spcBef>
              <a:spcAft>
                <a:spcPct val="0"/>
              </a:spcAft>
              <a:buNone/>
            </a:pPr>
            <a:endParaRPr sz="1813" b="1" kern="0">
              <a:solidFill>
                <a:schemeClr val="bg1"/>
              </a:solidFill>
              <a:latin typeface="Inter"/>
              <a:ea typeface="Inter"/>
              <a:cs typeface="Inter"/>
            </a:endParaRPr>
          </a:p>
        </p:txBody>
      </p:sp>
      <p:sp>
        <p:nvSpPr>
          <p:cNvPr id="84" name="Straight Connector 83">
            <a:extLst>
              <a:ext uri="{FF2B5EF4-FFF2-40B4-BE49-F238E27FC236}">
                <a16:creationId xmlns:a16="http://schemas.microsoft.com/office/drawing/2014/main" id="{8C83DAE6-C8AB-4D73-B503-46E6EA83460E}"/>
              </a:ext>
            </a:extLst>
          </p:cNvPr>
          <p:cNvSpPr>
            <a:spLocks noGrp="1"/>
          </p:cNvSpPr>
          <p:nvPr/>
        </p:nvSpPr>
        <p:spPr>
          <a:xfrm>
            <a:off x="9593308" y="4438291"/>
            <a:ext cx="3182660" cy="0"/>
          </a:xfrm>
          <a:prstGeom prst="line">
            <a:avLst/>
          </a:prstGeom>
          <a:ln w="28575">
            <a:solidFill>
              <a:srgbClr val="00B0B0"/>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85" name="TextBox 84">
            <a:extLst>
              <a:ext uri="{FF2B5EF4-FFF2-40B4-BE49-F238E27FC236}">
                <a16:creationId xmlns:a16="http://schemas.microsoft.com/office/drawing/2014/main" id="{FC152954-D6D6-14D0-C1DC-917B52EE6F95}"/>
              </a:ext>
            </a:extLst>
          </p:cNvPr>
          <p:cNvSpPr>
            <a:spLocks noGrp="1"/>
          </p:cNvSpPr>
          <p:nvPr/>
        </p:nvSpPr>
        <p:spPr>
          <a:xfrm>
            <a:off x="9700248" y="4445484"/>
            <a:ext cx="3796295" cy="488455"/>
          </a:xfrm>
          <a:prstGeom prst="rect">
            <a:avLst/>
          </a:prstGeom>
          <a:noFill/>
        </p:spPr>
        <p:txBody>
          <a:bodyPr wrap="square" lIns="103620" tIns="51810" rIns="103620" bIns="51810" anchor="t">
            <a:normAutofit/>
          </a:bodyPr>
          <a:lstStyle>
            <a:defPPr algn="l">
              <a:defRPr sz="1247" b="0" spc="0">
                <a:solidFill>
                  <a:srgbClr val="FFFFFF"/>
                </a:solidFill>
                <a:latin typeface="Montserrat SemiBold"/>
                <a:ea typeface="Montserrat SemiBold"/>
                <a:cs typeface="Montserrat SemiBold"/>
              </a:defRPr>
            </a:defPPr>
          </a:lstStyle>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2.1 Manage exploration investment</a:t>
            </a:r>
          </a:p>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2.2 Optimise exploration costs</a:t>
            </a:r>
          </a:p>
        </p:txBody>
      </p:sp>
      <p:sp>
        <p:nvSpPr>
          <p:cNvPr id="87" name="TextBox 86">
            <a:extLst>
              <a:ext uri="{FF2B5EF4-FFF2-40B4-BE49-F238E27FC236}">
                <a16:creationId xmlns:a16="http://schemas.microsoft.com/office/drawing/2014/main" id="{18F979C2-4D9B-36DB-2D9C-A1DAA079C001}"/>
              </a:ext>
            </a:extLst>
          </p:cNvPr>
          <p:cNvSpPr>
            <a:spLocks noGrp="1"/>
          </p:cNvSpPr>
          <p:nvPr/>
        </p:nvSpPr>
        <p:spPr>
          <a:xfrm>
            <a:off x="9562939" y="4984468"/>
            <a:ext cx="3636693" cy="290947"/>
          </a:xfrm>
          <a:prstGeom prst="rect">
            <a:avLst/>
          </a:prstGeom>
          <a:noFill/>
        </p:spPr>
        <p:txBody>
          <a:bodyPr wrap="square" lIns="103620" tIns="51810" rIns="103620" bIns="51810" anchor="t">
            <a:noAutofit/>
          </a:bodyPr>
          <a:lstStyle/>
          <a:p>
            <a:pPr marL="259050" indent="-259050">
              <a:buFont typeface="+mj-lt"/>
              <a:buAutoNum type="arabicPeriod" startAt="3"/>
            </a:pPr>
            <a:r>
              <a:rPr sz="1200" dirty="0">
                <a:solidFill>
                  <a:schemeClr val="bg1"/>
                </a:solidFill>
                <a:latin typeface="Montserrat SemiBold"/>
                <a:ea typeface="Montserrat SemiBold"/>
                <a:cs typeface="Montserrat SemiBold"/>
              </a:rPr>
              <a:t>Technology and Innovation Strategy</a:t>
            </a:r>
          </a:p>
        </p:txBody>
      </p:sp>
      <p:sp>
        <p:nvSpPr>
          <p:cNvPr id="88" name="Oval 87">
            <a:extLst>
              <a:ext uri="{FF2B5EF4-FFF2-40B4-BE49-F238E27FC236}">
                <a16:creationId xmlns:a16="http://schemas.microsoft.com/office/drawing/2014/main" id="{D1770A48-DCE0-B812-8352-31580B9F3BA9}"/>
              </a:ext>
            </a:extLst>
          </p:cNvPr>
          <p:cNvSpPr>
            <a:spLocks noGrp="1"/>
          </p:cNvSpPr>
          <p:nvPr/>
        </p:nvSpPr>
        <p:spPr>
          <a:xfrm>
            <a:off x="9465994" y="5205330"/>
            <a:ext cx="172426" cy="178623"/>
          </a:xfrm>
          <a:prstGeom prst="ellipse">
            <a:avLst/>
          </a:prstGeom>
          <a:solidFill>
            <a:srgbClr val="00B0B0"/>
          </a:solidFill>
          <a:ln w="12700" cmpd="sng">
            <a:noFill/>
            <a:prstDash val="solid"/>
          </a:ln>
        </p:spPr>
        <p:txBody>
          <a:bodyPr anchor="t"/>
          <a:lstStyle/>
          <a:p>
            <a:pPr algn="ctr" defTabSz="1036198">
              <a:spcBef>
                <a:spcPct val="0"/>
              </a:spcBef>
              <a:spcAft>
                <a:spcPct val="0"/>
              </a:spcAft>
              <a:buNone/>
            </a:pPr>
            <a:endParaRPr sz="1813" b="1" kern="0">
              <a:solidFill>
                <a:schemeClr val="bg1"/>
              </a:solidFill>
              <a:latin typeface="Inter"/>
              <a:ea typeface="Inter"/>
              <a:cs typeface="Inter"/>
            </a:endParaRPr>
          </a:p>
        </p:txBody>
      </p:sp>
      <p:sp>
        <p:nvSpPr>
          <p:cNvPr id="89" name="Straight Connector 88">
            <a:extLst>
              <a:ext uri="{FF2B5EF4-FFF2-40B4-BE49-F238E27FC236}">
                <a16:creationId xmlns:a16="http://schemas.microsoft.com/office/drawing/2014/main" id="{8EA4E278-8C63-47B6-A18F-5F19F9F6A649}"/>
              </a:ext>
            </a:extLst>
          </p:cNvPr>
          <p:cNvSpPr>
            <a:spLocks noGrp="1"/>
          </p:cNvSpPr>
          <p:nvPr/>
        </p:nvSpPr>
        <p:spPr>
          <a:xfrm>
            <a:off x="9604044" y="5285691"/>
            <a:ext cx="3182660" cy="0"/>
          </a:xfrm>
          <a:prstGeom prst="line">
            <a:avLst/>
          </a:prstGeom>
          <a:ln w="28575">
            <a:solidFill>
              <a:srgbClr val="00B0B0"/>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90" name="TextBox 89">
            <a:extLst>
              <a:ext uri="{FF2B5EF4-FFF2-40B4-BE49-F238E27FC236}">
                <a16:creationId xmlns:a16="http://schemas.microsoft.com/office/drawing/2014/main" id="{C576C1B4-8F4A-E831-14C5-417F0BA2C3F5}"/>
              </a:ext>
            </a:extLst>
          </p:cNvPr>
          <p:cNvSpPr>
            <a:spLocks noGrp="1"/>
          </p:cNvSpPr>
          <p:nvPr/>
        </p:nvSpPr>
        <p:spPr>
          <a:xfrm>
            <a:off x="9706628" y="5283606"/>
            <a:ext cx="3796295" cy="1114720"/>
          </a:xfrm>
          <a:prstGeom prst="rect">
            <a:avLst/>
          </a:prstGeom>
          <a:noFill/>
        </p:spPr>
        <p:txBody>
          <a:bodyPr wrap="square" lIns="103620" tIns="51810" rIns="103620" bIns="51810" anchor="t">
            <a:normAutofit/>
          </a:bodyPr>
          <a:lstStyle>
            <a:defPPr algn="l">
              <a:defRPr sz="1160" b="0" spc="0">
                <a:solidFill>
                  <a:srgbClr val="FFFFFF"/>
                </a:solidFill>
                <a:latin typeface="Montserrat SemiBold"/>
                <a:ea typeface="Montserrat SemiBold"/>
                <a:cs typeface="Montserrat SemiBold"/>
              </a:defRPr>
            </a:defPPr>
          </a:lstStyle>
          <a:p>
            <a:pPr algn="l">
              <a:defRPr sz="1160" b="0" spc="0">
                <a:solidFill>
                  <a:srgbClr val="FFFFFF"/>
                </a:solidFill>
                <a:latin typeface="Montserrat SemiBold"/>
                <a:ea typeface="Montserrat SemiBold"/>
                <a:cs typeface="Montserrat SemiBold"/>
              </a:defRPr>
            </a:pPr>
            <a:r>
              <a:rPr sz="1160" b="0" spc="0">
                <a:solidFill>
                  <a:srgbClr val="FFFFFF"/>
                </a:solidFill>
                <a:latin typeface="Montserrat SemiBold"/>
                <a:ea typeface="Montserrat SemiBold"/>
                <a:cs typeface="Montserrat SemiBold"/>
              </a:rPr>
              <a:t>3.1 Develop a database and use AI to support research and resource assessment</a:t>
            </a:r>
            <a:endParaRPr sz="1247" spc="0">
              <a:solidFill>
                <a:schemeClr val="bg1"/>
              </a:solidFill>
              <a:latin typeface="Montserrat SemiBold"/>
              <a:ea typeface="Montserrat SemiBold"/>
              <a:cs typeface="Montserrat SemiBold"/>
            </a:endParaRPr>
          </a:p>
          <a:p>
            <a:pPr algn="l">
              <a:defRPr sz="1160" b="0" spc="0">
                <a:solidFill>
                  <a:srgbClr val="FFFFFF"/>
                </a:solidFill>
                <a:latin typeface="Montserrat SemiBold"/>
                <a:ea typeface="Montserrat SemiBold"/>
                <a:cs typeface="Montserrat SemiBold"/>
              </a:defRPr>
            </a:pPr>
            <a:r>
              <a:rPr sz="1160" b="0" spc="0">
                <a:solidFill>
                  <a:srgbClr val="FFFFFF"/>
                </a:solidFill>
                <a:latin typeface="Montserrat SemiBold"/>
                <a:ea typeface="Montserrat SemiBold"/>
                <a:cs typeface="Montserrat SemiBold"/>
              </a:rPr>
              <a:t>3.2 Introduce remote sensing and new technologies</a:t>
            </a:r>
          </a:p>
          <a:p>
            <a:pPr algn="l">
              <a:defRPr sz="1160" b="0" spc="0">
                <a:solidFill>
                  <a:srgbClr val="FFFFFF"/>
                </a:solidFill>
                <a:latin typeface="Montserrat SemiBold"/>
                <a:ea typeface="Montserrat SemiBold"/>
                <a:cs typeface="Montserrat SemiBold"/>
              </a:defRPr>
            </a:pPr>
            <a:r>
              <a:rPr sz="1160" b="0" spc="0">
                <a:solidFill>
                  <a:srgbClr val="FFFFFF"/>
                </a:solidFill>
                <a:latin typeface="Montserrat SemiBold"/>
                <a:ea typeface="Montserrat SemiBold"/>
                <a:cs typeface="Montserrat SemiBold"/>
              </a:rPr>
              <a:t>3.3 Develop products with added value</a:t>
            </a:r>
            <a:endParaRPr sz="1247" spc="0">
              <a:solidFill>
                <a:schemeClr val="bg1"/>
              </a:solidFill>
              <a:latin typeface="Montserrat SemiBold"/>
              <a:ea typeface="Montserrat SemiBold"/>
              <a:cs typeface="Montserrat SemiBold"/>
            </a:endParaRPr>
          </a:p>
        </p:txBody>
      </p:sp>
      <p:sp>
        <p:nvSpPr>
          <p:cNvPr id="92" name="TextBox 91">
            <a:extLst>
              <a:ext uri="{FF2B5EF4-FFF2-40B4-BE49-F238E27FC236}">
                <a16:creationId xmlns:a16="http://schemas.microsoft.com/office/drawing/2014/main" id="{53651CE3-45F4-5BBE-1C9E-40D2055DF078}"/>
              </a:ext>
            </a:extLst>
          </p:cNvPr>
          <p:cNvSpPr>
            <a:spLocks noGrp="1"/>
          </p:cNvSpPr>
          <p:nvPr/>
        </p:nvSpPr>
        <p:spPr>
          <a:xfrm>
            <a:off x="9562940" y="6398326"/>
            <a:ext cx="3014755" cy="296544"/>
          </a:xfrm>
          <a:prstGeom prst="rect">
            <a:avLst/>
          </a:prstGeom>
          <a:noFill/>
        </p:spPr>
        <p:txBody>
          <a:bodyPr wrap="square" lIns="103620" tIns="51810" rIns="103620" bIns="51810" anchor="t">
            <a:normAutofit/>
          </a:bodyPr>
          <a:lstStyle/>
          <a:p>
            <a:pPr marL="259050" indent="-259050">
              <a:buFont typeface="+mj-lt"/>
              <a:buAutoNum type="arabicPeriod" startAt="4"/>
            </a:pPr>
            <a:r>
              <a:rPr sz="1247">
                <a:solidFill>
                  <a:schemeClr val="bg1"/>
                </a:solidFill>
                <a:latin typeface="Montserrat SemiBold"/>
                <a:ea typeface="Montserrat SemiBold"/>
                <a:cs typeface="Montserrat SemiBold"/>
              </a:rPr>
              <a:t>Human Resources Strategy</a:t>
            </a:r>
          </a:p>
        </p:txBody>
      </p:sp>
      <p:sp>
        <p:nvSpPr>
          <p:cNvPr id="93" name="Oval 92">
            <a:extLst>
              <a:ext uri="{FF2B5EF4-FFF2-40B4-BE49-F238E27FC236}">
                <a16:creationId xmlns:a16="http://schemas.microsoft.com/office/drawing/2014/main" id="{F9078128-5CEE-0EE8-D5F7-DE7BDB855489}"/>
              </a:ext>
            </a:extLst>
          </p:cNvPr>
          <p:cNvSpPr>
            <a:spLocks noGrp="1"/>
          </p:cNvSpPr>
          <p:nvPr/>
        </p:nvSpPr>
        <p:spPr>
          <a:xfrm>
            <a:off x="9465994" y="6624108"/>
            <a:ext cx="172426" cy="178623"/>
          </a:xfrm>
          <a:prstGeom prst="ellipse">
            <a:avLst/>
          </a:prstGeom>
          <a:solidFill>
            <a:srgbClr val="00B0B0"/>
          </a:solidFill>
          <a:ln w="12700" cmpd="sng">
            <a:noFill/>
            <a:prstDash val="solid"/>
          </a:ln>
        </p:spPr>
        <p:txBody>
          <a:bodyPr anchor="t"/>
          <a:lstStyle/>
          <a:p>
            <a:pPr algn="ctr" defTabSz="1036198">
              <a:spcBef>
                <a:spcPct val="0"/>
              </a:spcBef>
              <a:spcAft>
                <a:spcPct val="0"/>
              </a:spcAft>
              <a:buNone/>
            </a:pPr>
            <a:endParaRPr sz="1813" b="1" kern="0">
              <a:solidFill>
                <a:schemeClr val="bg1"/>
              </a:solidFill>
              <a:latin typeface="Inter"/>
              <a:ea typeface="Inter"/>
              <a:cs typeface="Inter"/>
            </a:endParaRPr>
          </a:p>
        </p:txBody>
      </p:sp>
      <p:sp>
        <p:nvSpPr>
          <p:cNvPr id="94" name="Straight Connector 93">
            <a:extLst>
              <a:ext uri="{FF2B5EF4-FFF2-40B4-BE49-F238E27FC236}">
                <a16:creationId xmlns:a16="http://schemas.microsoft.com/office/drawing/2014/main" id="{74C7861A-8BD2-4FE1-BB29-7E082B37FEF0}"/>
              </a:ext>
            </a:extLst>
          </p:cNvPr>
          <p:cNvSpPr>
            <a:spLocks noGrp="1"/>
          </p:cNvSpPr>
          <p:nvPr/>
        </p:nvSpPr>
        <p:spPr>
          <a:xfrm>
            <a:off x="9604044" y="6704470"/>
            <a:ext cx="3182660" cy="0"/>
          </a:xfrm>
          <a:prstGeom prst="line">
            <a:avLst/>
          </a:prstGeom>
          <a:ln w="28575">
            <a:solidFill>
              <a:srgbClr val="00B0B0"/>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95" name="TextBox 94">
            <a:extLst>
              <a:ext uri="{FF2B5EF4-FFF2-40B4-BE49-F238E27FC236}">
                <a16:creationId xmlns:a16="http://schemas.microsoft.com/office/drawing/2014/main" id="{E54808FC-D2E4-920E-2379-3011E144DCA8}"/>
              </a:ext>
            </a:extLst>
          </p:cNvPr>
          <p:cNvSpPr>
            <a:spLocks noGrp="1"/>
          </p:cNvSpPr>
          <p:nvPr/>
        </p:nvSpPr>
        <p:spPr>
          <a:xfrm>
            <a:off x="9706628" y="6697463"/>
            <a:ext cx="3796295" cy="872278"/>
          </a:xfrm>
          <a:prstGeom prst="rect">
            <a:avLst/>
          </a:prstGeom>
          <a:noFill/>
        </p:spPr>
        <p:txBody>
          <a:bodyPr wrap="square" lIns="103620" tIns="51810" rIns="103620" bIns="51810" anchor="t">
            <a:normAutofit/>
          </a:bodyPr>
          <a:lstStyle>
            <a:defPPr algn="l">
              <a:defRPr sz="1247" b="0" spc="0">
                <a:solidFill>
                  <a:srgbClr val="FFFFFF"/>
                </a:solidFill>
                <a:latin typeface="Montserrat SemiBold"/>
                <a:ea typeface="Montserrat SemiBold"/>
                <a:cs typeface="Montserrat SemiBold"/>
              </a:defRPr>
            </a:defPPr>
          </a:lstStyle>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4.1 Train geology and exploration personnel</a:t>
            </a:r>
          </a:p>
          <a:p>
            <a:pPr algn="l">
              <a:defRPr sz="1247" b="0" spc="0">
                <a:solidFill>
                  <a:srgbClr val="FFFFFF"/>
                </a:solidFill>
                <a:latin typeface="Montserrat SemiBold"/>
                <a:ea typeface="Montserrat SemiBold"/>
                <a:cs typeface="Montserrat SemiBold"/>
              </a:defRPr>
            </a:pPr>
            <a:r>
              <a:rPr sz="1247" b="0" spc="0">
                <a:solidFill>
                  <a:srgbClr val="FFFFFF"/>
                </a:solidFill>
                <a:latin typeface="Montserrat SemiBold"/>
                <a:ea typeface="Montserrat SemiBold"/>
                <a:cs typeface="Montserrat SemiBold"/>
              </a:rPr>
              <a:t>4.2 Allocate staff and manage exploration teams</a:t>
            </a:r>
          </a:p>
        </p:txBody>
      </p:sp>
    </p:spTree>
    <p:extLst>
      <p:ext uri="{BB962C8B-B14F-4D97-AF65-F5344CB8AC3E}">
        <p14:creationId xmlns:p14="http://schemas.microsoft.com/office/powerpoint/2010/main" val="227939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D2FA7ED-7FFE-67EC-9C02-E24202183673}"/>
              </a:ext>
            </a:extLst>
          </p:cNvPr>
          <p:cNvSpPr>
            <a:spLocks noGrp="1"/>
          </p:cNvSpPr>
          <p:nvPr/>
        </p:nvSpPr>
        <p:spPr>
          <a:xfrm>
            <a:off x="537571" y="1746810"/>
            <a:ext cx="821522" cy="386429"/>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87024" lnSpcReduction="2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600" b="1">
                <a:solidFill>
                  <a:schemeClr val="bg1"/>
                </a:solidFill>
              </a:rPr>
              <a:t>Cu</a:t>
            </a:r>
          </a:p>
          <a:p>
            <a:pPr algn="ctr">
              <a:buNone/>
            </a:pPr>
            <a:r>
              <a:rPr sz="800">
                <a:solidFill>
                  <a:schemeClr val="bg1"/>
                </a:solidFill>
              </a:rPr>
              <a:t>copper</a:t>
            </a:r>
          </a:p>
        </p:txBody>
      </p:sp>
      <p:sp>
        <p:nvSpPr>
          <p:cNvPr id="5" name="Rectangle: Rounded Corners 4">
            <a:extLst>
              <a:ext uri="{FF2B5EF4-FFF2-40B4-BE49-F238E27FC236}">
                <a16:creationId xmlns:a16="http://schemas.microsoft.com/office/drawing/2014/main" id="{EDF9F0E3-3085-0B8D-0614-D64227FF60C7}"/>
              </a:ext>
            </a:extLst>
          </p:cNvPr>
          <p:cNvSpPr>
            <a:spLocks noGrp="1"/>
          </p:cNvSpPr>
          <p:nvPr/>
        </p:nvSpPr>
        <p:spPr>
          <a:xfrm>
            <a:off x="519912" y="3220307"/>
            <a:ext cx="871175" cy="470978"/>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71754" lnSpcReduction="20000"/>
          </a:bodyPr>
          <a:lstStyle>
            <a:defPPr algn="l">
              <a:defRPr sz="1316" b="1"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algn="l">
              <a:buNone/>
              <a:defRPr sz="1316" b="1" spc="0">
                <a:solidFill>
                  <a:srgbClr val="FFFFFF"/>
                </a:solidFill>
                <a:latin typeface="Montserrat Medium"/>
                <a:ea typeface="Montserrat Medium"/>
                <a:cs typeface="Montserrat Medium"/>
              </a:defRPr>
            </a:pPr>
            <a:r>
              <a:rPr sz="1316" b="1" spc="0" dirty="0">
                <a:solidFill>
                  <a:srgbClr val="FFFFFF"/>
                </a:solidFill>
                <a:latin typeface="Montserrat Medium"/>
                <a:ea typeface="Montserrat Medium"/>
                <a:cs typeface="Montserrat Medium"/>
              </a:rPr>
              <a:t>REE</a:t>
            </a:r>
          </a:p>
          <a:p>
            <a:pPr algn="l">
              <a:buNone/>
              <a:defRPr sz="1316" b="1" spc="0">
                <a:solidFill>
                  <a:srgbClr val="FFFFFF"/>
                </a:solidFill>
                <a:latin typeface="Montserrat Medium"/>
                <a:ea typeface="Montserrat Medium"/>
                <a:cs typeface="Montserrat Medium"/>
              </a:defRPr>
            </a:pPr>
            <a:r>
              <a:rPr sz="1316" b="1" spc="0" dirty="0">
                <a:solidFill>
                  <a:srgbClr val="FFFFFF"/>
                </a:solidFill>
                <a:latin typeface="Montserrat Medium"/>
                <a:ea typeface="Montserrat Medium"/>
                <a:cs typeface="Montserrat Medium"/>
              </a:rPr>
              <a:t>rare earth</a:t>
            </a:r>
            <a:r>
              <a:rPr lang="en-US" sz="1316" b="1" spc="0" dirty="0">
                <a:solidFill>
                  <a:srgbClr val="FFFFFF"/>
                </a:solidFill>
                <a:latin typeface="Montserrat Medium"/>
                <a:ea typeface="Montserrat Medium"/>
                <a:cs typeface="Montserrat Medium"/>
              </a:rPr>
              <a:t> elements</a:t>
            </a:r>
            <a:endParaRPr sz="1316" b="1" spc="0" dirty="0">
              <a:solidFill>
                <a:srgbClr val="FFFFFF"/>
              </a:solidFill>
              <a:latin typeface="Montserrat Medium"/>
              <a:ea typeface="Montserrat Medium"/>
              <a:cs typeface="Montserrat Medium"/>
            </a:endParaRPr>
          </a:p>
        </p:txBody>
      </p:sp>
      <p:sp>
        <p:nvSpPr>
          <p:cNvPr id="6" name="Rectangle: Rounded Corners 5">
            <a:extLst>
              <a:ext uri="{FF2B5EF4-FFF2-40B4-BE49-F238E27FC236}">
                <a16:creationId xmlns:a16="http://schemas.microsoft.com/office/drawing/2014/main" id="{7B8CCE95-8354-39DE-B452-71880238E6FA}"/>
              </a:ext>
            </a:extLst>
          </p:cNvPr>
          <p:cNvSpPr>
            <a:spLocks noGrp="1"/>
          </p:cNvSpPr>
          <p:nvPr/>
        </p:nvSpPr>
        <p:spPr>
          <a:xfrm>
            <a:off x="545262" y="5203091"/>
            <a:ext cx="840767"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4254" lnSpcReduction="1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a:solidFill>
                  <a:schemeClr val="bg1"/>
                </a:solidFill>
              </a:rPr>
              <a:t>Li</a:t>
            </a:r>
          </a:p>
          <a:p>
            <a:pPr algn="ctr">
              <a:buNone/>
            </a:pPr>
            <a:r>
              <a:rPr sz="800" dirty="0">
                <a:solidFill>
                  <a:schemeClr val="bg1"/>
                </a:solidFill>
              </a:rPr>
              <a:t>lithium</a:t>
            </a:r>
          </a:p>
        </p:txBody>
      </p:sp>
      <p:sp>
        <p:nvSpPr>
          <p:cNvPr id="7" name="Rectangle: Rounded Corners 6">
            <a:extLst>
              <a:ext uri="{FF2B5EF4-FFF2-40B4-BE49-F238E27FC236}">
                <a16:creationId xmlns:a16="http://schemas.microsoft.com/office/drawing/2014/main" id="{56C17924-2B38-5184-B6A5-897E251D0D87}"/>
              </a:ext>
            </a:extLst>
          </p:cNvPr>
          <p:cNvSpPr>
            <a:spLocks noGrp="1"/>
          </p:cNvSpPr>
          <p:nvPr/>
        </p:nvSpPr>
        <p:spPr>
          <a:xfrm>
            <a:off x="550173" y="5671122"/>
            <a:ext cx="835856"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4254" lnSpcReduction="1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a:solidFill>
                  <a:schemeClr val="bg1"/>
                </a:solidFill>
              </a:rPr>
              <a:t>Ni</a:t>
            </a:r>
          </a:p>
          <a:p>
            <a:pPr algn="ctr">
              <a:buNone/>
            </a:pPr>
            <a:r>
              <a:rPr sz="800" dirty="0">
                <a:solidFill>
                  <a:schemeClr val="bg1"/>
                </a:solidFill>
              </a:rPr>
              <a:t>nickel</a:t>
            </a:r>
          </a:p>
        </p:txBody>
      </p:sp>
      <p:sp>
        <p:nvSpPr>
          <p:cNvPr id="8" name="Rectangle: Rounded Corners 7">
            <a:extLst>
              <a:ext uri="{FF2B5EF4-FFF2-40B4-BE49-F238E27FC236}">
                <a16:creationId xmlns:a16="http://schemas.microsoft.com/office/drawing/2014/main" id="{49FC89DF-438C-68FE-5379-6EDFA87BE457}"/>
              </a:ext>
            </a:extLst>
          </p:cNvPr>
          <p:cNvSpPr>
            <a:spLocks noGrp="1"/>
          </p:cNvSpPr>
          <p:nvPr/>
        </p:nvSpPr>
        <p:spPr>
          <a:xfrm>
            <a:off x="550173" y="6139153"/>
            <a:ext cx="835856"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5429"/>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a:solidFill>
                  <a:schemeClr val="bg1"/>
                </a:solidFill>
              </a:rPr>
              <a:t>W</a:t>
            </a:r>
          </a:p>
          <a:p>
            <a:pPr algn="ctr">
              <a:buNone/>
            </a:pPr>
            <a:r>
              <a:rPr sz="600" dirty="0">
                <a:solidFill>
                  <a:schemeClr val="bg1"/>
                </a:solidFill>
              </a:rPr>
              <a:t>tungsten</a:t>
            </a:r>
          </a:p>
        </p:txBody>
      </p:sp>
      <p:sp>
        <p:nvSpPr>
          <p:cNvPr id="9" name="Rectangle: Rounded Corners 8">
            <a:extLst>
              <a:ext uri="{FF2B5EF4-FFF2-40B4-BE49-F238E27FC236}">
                <a16:creationId xmlns:a16="http://schemas.microsoft.com/office/drawing/2014/main" id="{0CD0B5A3-60E6-0096-7AC0-AE8AA1ED9E36}"/>
              </a:ext>
            </a:extLst>
          </p:cNvPr>
          <p:cNvSpPr>
            <a:spLocks noGrp="1"/>
          </p:cNvSpPr>
          <p:nvPr/>
        </p:nvSpPr>
        <p:spPr>
          <a:xfrm>
            <a:off x="540205" y="3762082"/>
            <a:ext cx="850882" cy="470979"/>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4524" lnSpcReduction="1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600" b="1" dirty="0">
                <a:solidFill>
                  <a:schemeClr val="bg1"/>
                </a:solidFill>
              </a:rPr>
              <a:t>C</a:t>
            </a:r>
          </a:p>
          <a:p>
            <a:pPr algn="ctr">
              <a:buNone/>
            </a:pPr>
            <a:r>
              <a:rPr sz="800" dirty="0">
                <a:solidFill>
                  <a:schemeClr val="bg1"/>
                </a:solidFill>
              </a:rPr>
              <a:t>graphite</a:t>
            </a:r>
          </a:p>
        </p:txBody>
      </p:sp>
      <p:sp>
        <p:nvSpPr>
          <p:cNvPr id="10" name="Rectangle: Rounded Corners 9">
            <a:extLst>
              <a:ext uri="{FF2B5EF4-FFF2-40B4-BE49-F238E27FC236}">
                <a16:creationId xmlns:a16="http://schemas.microsoft.com/office/drawing/2014/main" id="{B97EB476-9D97-4838-A0C4-DA99B01E0023}"/>
              </a:ext>
            </a:extLst>
          </p:cNvPr>
          <p:cNvSpPr>
            <a:spLocks noGrp="1"/>
          </p:cNvSpPr>
          <p:nvPr/>
        </p:nvSpPr>
        <p:spPr>
          <a:xfrm>
            <a:off x="537571" y="6607184"/>
            <a:ext cx="840767"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6271" lnSpcReduction="1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a:solidFill>
                  <a:schemeClr val="bg1"/>
                </a:solidFill>
              </a:rPr>
              <a:t>Mg</a:t>
            </a:r>
          </a:p>
          <a:p>
            <a:pPr algn="ctr">
              <a:buNone/>
            </a:pPr>
            <a:r>
              <a:rPr sz="750" dirty="0">
                <a:solidFill>
                  <a:schemeClr val="bg1"/>
                </a:solidFill>
              </a:rPr>
              <a:t>magnesium</a:t>
            </a:r>
            <a:endParaRPr sz="800" dirty="0">
              <a:solidFill>
                <a:schemeClr val="bg1"/>
              </a:solidFill>
            </a:endParaRPr>
          </a:p>
        </p:txBody>
      </p:sp>
      <p:sp>
        <p:nvSpPr>
          <p:cNvPr id="11" name="Rectangle: Rounded Corners 10">
            <a:extLst>
              <a:ext uri="{FF2B5EF4-FFF2-40B4-BE49-F238E27FC236}">
                <a16:creationId xmlns:a16="http://schemas.microsoft.com/office/drawing/2014/main" id="{41105F0D-3490-7BD5-4D95-BDFBF7713FAD}"/>
              </a:ext>
            </a:extLst>
          </p:cNvPr>
          <p:cNvSpPr>
            <a:spLocks noGrp="1"/>
          </p:cNvSpPr>
          <p:nvPr/>
        </p:nvSpPr>
        <p:spPr>
          <a:xfrm>
            <a:off x="537571" y="7075215"/>
            <a:ext cx="840767"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4254" lnSpcReduction="1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a:solidFill>
                  <a:schemeClr val="bg1"/>
                </a:solidFill>
              </a:rPr>
              <a:t>Mn</a:t>
            </a:r>
          </a:p>
          <a:p>
            <a:pPr algn="ctr">
              <a:buNone/>
            </a:pPr>
            <a:r>
              <a:rPr sz="800" dirty="0">
                <a:solidFill>
                  <a:schemeClr val="bg1"/>
                </a:solidFill>
              </a:rPr>
              <a:t>manganese</a:t>
            </a:r>
          </a:p>
        </p:txBody>
      </p:sp>
      <p:sp>
        <p:nvSpPr>
          <p:cNvPr id="12" name="Rectangle: Rounded Corners 11">
            <a:extLst>
              <a:ext uri="{FF2B5EF4-FFF2-40B4-BE49-F238E27FC236}">
                <a16:creationId xmlns:a16="http://schemas.microsoft.com/office/drawing/2014/main" id="{2F6FAC33-FCDA-D57B-C369-29E944D8B075}"/>
              </a:ext>
            </a:extLst>
          </p:cNvPr>
          <p:cNvSpPr>
            <a:spLocks noGrp="1"/>
          </p:cNvSpPr>
          <p:nvPr/>
        </p:nvSpPr>
        <p:spPr>
          <a:xfrm>
            <a:off x="519912" y="2186897"/>
            <a:ext cx="835856"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4254" lnSpcReduction="10000"/>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err="1">
                <a:solidFill>
                  <a:schemeClr val="bg1"/>
                </a:solidFill>
              </a:rPr>
              <a:t>CaF</a:t>
            </a:r>
            <a:r>
              <a:rPr sz="1400" b="1" dirty="0">
                <a:solidFill>
                  <a:schemeClr val="bg1"/>
                </a:solidFill>
              </a:rPr>
              <a:t>₂</a:t>
            </a:r>
            <a:endParaRPr sz="1050" b="1" dirty="0">
              <a:solidFill>
                <a:schemeClr val="bg1"/>
              </a:solidFill>
            </a:endParaRPr>
          </a:p>
          <a:p>
            <a:pPr algn="ctr">
              <a:buNone/>
            </a:pPr>
            <a:r>
              <a:rPr sz="800" dirty="0">
                <a:solidFill>
                  <a:schemeClr val="bg1"/>
                </a:solidFill>
              </a:rPr>
              <a:t>fluorspar</a:t>
            </a:r>
          </a:p>
        </p:txBody>
      </p:sp>
      <p:sp>
        <p:nvSpPr>
          <p:cNvPr id="13" name="Rectangle: Rounded Corners 12">
            <a:extLst>
              <a:ext uri="{FF2B5EF4-FFF2-40B4-BE49-F238E27FC236}">
                <a16:creationId xmlns:a16="http://schemas.microsoft.com/office/drawing/2014/main" id="{051266A0-C00F-CE78-EE98-BEBDB05D6759}"/>
              </a:ext>
            </a:extLst>
          </p:cNvPr>
          <p:cNvSpPr>
            <a:spLocks noGrp="1"/>
          </p:cNvSpPr>
          <p:nvPr/>
        </p:nvSpPr>
        <p:spPr>
          <a:xfrm>
            <a:off x="537571" y="4718076"/>
            <a:ext cx="835856" cy="4236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5429"/>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r>
              <a:rPr sz="1400" b="1" dirty="0">
                <a:solidFill>
                  <a:schemeClr val="bg1"/>
                </a:solidFill>
              </a:rPr>
              <a:t>U</a:t>
            </a:r>
          </a:p>
          <a:p>
            <a:pPr algn="ctr">
              <a:buNone/>
            </a:pPr>
            <a:r>
              <a:rPr sz="600" dirty="0">
                <a:solidFill>
                  <a:schemeClr val="bg1"/>
                </a:solidFill>
              </a:rPr>
              <a:t>uranium</a:t>
            </a:r>
          </a:p>
        </p:txBody>
      </p:sp>
      <p:sp>
        <p:nvSpPr>
          <p:cNvPr id="14" name="Straight Connector 13">
            <a:extLst>
              <a:ext uri="{FF2B5EF4-FFF2-40B4-BE49-F238E27FC236}">
                <a16:creationId xmlns:a16="http://schemas.microsoft.com/office/drawing/2014/main" id="{761F9CCC-F92F-4C85-832C-11321C7DEA68}"/>
              </a:ext>
            </a:extLst>
          </p:cNvPr>
          <p:cNvSpPr>
            <a:spLocks noGrp="1"/>
          </p:cNvSpPr>
          <p:nvPr/>
        </p:nvSpPr>
        <p:spPr>
          <a:xfrm>
            <a:off x="1643589" y="1641097"/>
            <a:ext cx="0" cy="1963688"/>
          </a:xfrm>
          <a:prstGeom prst="line">
            <a:avLst/>
          </a:prstGeom>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5" name="Straight Connector 14">
            <a:extLst>
              <a:ext uri="{FF2B5EF4-FFF2-40B4-BE49-F238E27FC236}">
                <a16:creationId xmlns:a16="http://schemas.microsoft.com/office/drawing/2014/main" id="{AE14E619-DB6B-4EE2-A3FD-CA80E87104E5}"/>
              </a:ext>
            </a:extLst>
          </p:cNvPr>
          <p:cNvSpPr>
            <a:spLocks noGrp="1"/>
          </p:cNvSpPr>
          <p:nvPr/>
        </p:nvSpPr>
        <p:spPr>
          <a:xfrm>
            <a:off x="1643589" y="3974345"/>
            <a:ext cx="0" cy="1976833"/>
          </a:xfrm>
          <a:prstGeom prst="line">
            <a:avLst/>
          </a:prstGeom>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6" name="Straight Connector 15">
            <a:extLst>
              <a:ext uri="{FF2B5EF4-FFF2-40B4-BE49-F238E27FC236}">
                <a16:creationId xmlns:a16="http://schemas.microsoft.com/office/drawing/2014/main" id="{A6DB1D69-B1B6-48AE-A3A6-36752FA2084E}"/>
              </a:ext>
            </a:extLst>
          </p:cNvPr>
          <p:cNvSpPr>
            <a:spLocks noGrp="1"/>
          </p:cNvSpPr>
          <p:nvPr/>
        </p:nvSpPr>
        <p:spPr>
          <a:xfrm>
            <a:off x="1643589" y="6164944"/>
            <a:ext cx="0" cy="1537317"/>
          </a:xfrm>
          <a:prstGeom prst="line">
            <a:avLst/>
          </a:prstGeom>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7" name="TextBox 28">
            <a:extLst>
              <a:ext uri="{FF2B5EF4-FFF2-40B4-BE49-F238E27FC236}">
                <a16:creationId xmlns:a16="http://schemas.microsoft.com/office/drawing/2014/main" id="{98E92ED6-C515-28F6-5685-82480E125F76}"/>
              </a:ext>
            </a:extLst>
          </p:cNvPr>
          <p:cNvSpPr>
            <a:spLocks noGrp="1"/>
          </p:cNvSpPr>
          <p:nvPr/>
        </p:nvSpPr>
        <p:spPr>
          <a:xfrm>
            <a:off x="2602665" y="1079281"/>
            <a:ext cx="848505" cy="369332"/>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defTabSz="914342">
              <a:buNone/>
            </a:pPr>
            <a:r>
              <a:rPr>
                <a:solidFill>
                  <a:schemeClr val="bg1"/>
                </a:solidFill>
                <a:latin typeface="Montserrat ExtraBold"/>
                <a:ea typeface="Montserrat ExtraBold"/>
                <a:cs typeface="Montserrat ExtraBold"/>
              </a:rPr>
              <a:t>2026</a:t>
            </a:r>
          </a:p>
        </p:txBody>
      </p:sp>
      <p:sp>
        <p:nvSpPr>
          <p:cNvPr id="18" name="TextBox 29">
            <a:extLst>
              <a:ext uri="{FF2B5EF4-FFF2-40B4-BE49-F238E27FC236}">
                <a16:creationId xmlns:a16="http://schemas.microsoft.com/office/drawing/2014/main" id="{7C2246BE-2FA9-AD4A-B1A1-0FD8AA2351F6}"/>
              </a:ext>
            </a:extLst>
          </p:cNvPr>
          <p:cNvSpPr>
            <a:spLocks noGrp="1"/>
          </p:cNvSpPr>
          <p:nvPr/>
        </p:nvSpPr>
        <p:spPr>
          <a:xfrm>
            <a:off x="4946070" y="1095246"/>
            <a:ext cx="848505" cy="369332"/>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defTabSz="914342">
              <a:buNone/>
            </a:pPr>
            <a:r>
              <a:rPr>
                <a:solidFill>
                  <a:schemeClr val="bg1"/>
                </a:solidFill>
                <a:latin typeface="Montserrat ExtraBold"/>
                <a:ea typeface="Montserrat ExtraBold"/>
                <a:cs typeface="Montserrat ExtraBold"/>
              </a:rPr>
              <a:t>2027</a:t>
            </a:r>
          </a:p>
        </p:txBody>
      </p:sp>
      <p:sp>
        <p:nvSpPr>
          <p:cNvPr id="19" name="TextBox 30">
            <a:extLst>
              <a:ext uri="{FF2B5EF4-FFF2-40B4-BE49-F238E27FC236}">
                <a16:creationId xmlns:a16="http://schemas.microsoft.com/office/drawing/2014/main" id="{6884A18B-24F9-6045-DD53-5EE8281F807B}"/>
              </a:ext>
            </a:extLst>
          </p:cNvPr>
          <p:cNvSpPr>
            <a:spLocks noGrp="1"/>
          </p:cNvSpPr>
          <p:nvPr/>
        </p:nvSpPr>
        <p:spPr>
          <a:xfrm>
            <a:off x="7232701" y="1085036"/>
            <a:ext cx="848505" cy="369332"/>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defTabSz="914342">
              <a:buNone/>
            </a:pPr>
            <a:r>
              <a:rPr>
                <a:solidFill>
                  <a:schemeClr val="bg1"/>
                </a:solidFill>
                <a:latin typeface="Montserrat ExtraBold"/>
                <a:ea typeface="Montserrat ExtraBold"/>
                <a:cs typeface="Montserrat ExtraBold"/>
              </a:rPr>
              <a:t>2028</a:t>
            </a:r>
          </a:p>
        </p:txBody>
      </p:sp>
      <p:sp>
        <p:nvSpPr>
          <p:cNvPr id="21" name="TextBox 35">
            <a:extLst>
              <a:ext uri="{FF2B5EF4-FFF2-40B4-BE49-F238E27FC236}">
                <a16:creationId xmlns:a16="http://schemas.microsoft.com/office/drawing/2014/main" id="{EA589566-B935-2808-44DC-D64AA1AD9282}"/>
              </a:ext>
            </a:extLst>
          </p:cNvPr>
          <p:cNvSpPr>
            <a:spLocks noGrp="1"/>
          </p:cNvSpPr>
          <p:nvPr/>
        </p:nvSpPr>
        <p:spPr>
          <a:xfrm>
            <a:off x="11391282" y="1095246"/>
            <a:ext cx="1457958" cy="369332"/>
          </a:xfrm>
          <a:prstGeom prst="rect">
            <a:avLst/>
          </a:prstGeom>
          <a:noFill/>
        </p:spPr>
        <p:txBody>
          <a:bodyPr wrap="square">
            <a:norm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defTabSz="914342">
              <a:buNone/>
            </a:pPr>
            <a:r>
              <a:rPr>
                <a:solidFill>
                  <a:schemeClr val="bg1"/>
                </a:solidFill>
                <a:latin typeface="Montserrat ExtraBold"/>
                <a:ea typeface="Montserrat ExtraBold"/>
                <a:cs typeface="Montserrat ExtraBold"/>
              </a:rPr>
              <a:t>2030</a:t>
            </a:r>
          </a:p>
        </p:txBody>
      </p:sp>
      <p:sp>
        <p:nvSpPr>
          <p:cNvPr id="22" name="Rectangle: Rounded Corners 21">
            <a:extLst>
              <a:ext uri="{FF2B5EF4-FFF2-40B4-BE49-F238E27FC236}">
                <a16:creationId xmlns:a16="http://schemas.microsoft.com/office/drawing/2014/main" id="{F84AE3C0-F082-4D56-2317-8385B719D1D1}"/>
              </a:ext>
            </a:extLst>
          </p:cNvPr>
          <p:cNvSpPr>
            <a:spLocks noGrp="1"/>
          </p:cNvSpPr>
          <p:nvPr/>
        </p:nvSpPr>
        <p:spPr>
          <a:xfrm>
            <a:off x="1766001" y="3229578"/>
            <a:ext cx="2717320" cy="975267"/>
          </a:xfrm>
          <a:prstGeom prst="roundRect">
            <a:avLst>
              <a:gd name="adj" fmla="val 0"/>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dirty="0">
                <a:solidFill>
                  <a:srgbClr val="FFFFFF"/>
                </a:solidFill>
                <a:latin typeface="Montserrat Medium"/>
              </a:rPr>
              <a:t>Completed reconnaissance and identified 14 prospective areas.</a:t>
            </a:r>
          </a:p>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dirty="0">
                <a:solidFill>
                  <a:srgbClr val="FFFFFF"/>
                </a:solidFill>
                <a:latin typeface="Montserrat Medium"/>
              </a:rPr>
              <a:t>Obtained four new licen</a:t>
            </a:r>
            <a:r>
              <a:rPr lang="en-US" sz="1200" dirty="0">
                <a:solidFill>
                  <a:srgbClr val="FFFFFF"/>
                </a:solidFill>
                <a:latin typeface="Montserrat Medium"/>
              </a:rPr>
              <a:t>s</a:t>
            </a:r>
            <a:r>
              <a:rPr sz="1200" dirty="0">
                <a:solidFill>
                  <a:srgbClr val="FFFFFF"/>
                </a:solidFill>
                <a:latin typeface="Montserrat Medium"/>
              </a:rPr>
              <a:t>es.</a:t>
            </a:r>
          </a:p>
        </p:txBody>
      </p:sp>
      <p:sp>
        <p:nvSpPr>
          <p:cNvPr id="23" name="Rectangle: Rounded Corners 22">
            <a:extLst>
              <a:ext uri="{FF2B5EF4-FFF2-40B4-BE49-F238E27FC236}">
                <a16:creationId xmlns:a16="http://schemas.microsoft.com/office/drawing/2014/main" id="{C93714E7-97CA-3E8B-7F7E-43EB878CBE27}"/>
              </a:ext>
            </a:extLst>
          </p:cNvPr>
          <p:cNvSpPr>
            <a:spLocks noGrp="1"/>
          </p:cNvSpPr>
          <p:nvPr/>
        </p:nvSpPr>
        <p:spPr>
          <a:xfrm>
            <a:off x="4297861" y="3229578"/>
            <a:ext cx="2717320" cy="975267"/>
          </a:xfrm>
          <a:prstGeom prst="roundRect">
            <a:avLst>
              <a:gd name="adj" fmla="val 0"/>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dirty="0">
                <a:solidFill>
                  <a:srgbClr val="FFFFFF"/>
                </a:solidFill>
                <a:latin typeface="Montserrat Medium"/>
              </a:rPr>
              <a:t>Obtain additional licen</a:t>
            </a:r>
            <a:r>
              <a:rPr lang="en-US" sz="1200" dirty="0">
                <a:solidFill>
                  <a:srgbClr val="FFFFFF"/>
                </a:solidFill>
                <a:latin typeface="Montserrat Medium"/>
              </a:rPr>
              <a:t>s</a:t>
            </a:r>
            <a:r>
              <a:rPr sz="1200" dirty="0">
                <a:solidFill>
                  <a:srgbClr val="FFFFFF"/>
                </a:solidFill>
                <a:latin typeface="Montserrat Medium"/>
              </a:rPr>
              <a:t>es.</a:t>
            </a:r>
          </a:p>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dirty="0">
                <a:solidFill>
                  <a:srgbClr val="FFFFFF"/>
                </a:solidFill>
                <a:latin typeface="Montserrat Medium"/>
              </a:rPr>
              <a:t>Carry out prospecting and assessment.</a:t>
            </a:r>
          </a:p>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dirty="0">
                <a:solidFill>
                  <a:srgbClr val="FFFFFF"/>
                </a:solidFill>
                <a:latin typeface="Montserrat Medium"/>
              </a:rPr>
              <a:t>Attract foreign investment</a:t>
            </a:r>
            <a:r>
              <a:rPr sz="1100" dirty="0">
                <a:solidFill>
                  <a:srgbClr val="FFFFFF"/>
                </a:solidFill>
                <a:latin typeface="Montserrat Medium"/>
              </a:rPr>
              <a:t>.</a:t>
            </a:r>
          </a:p>
        </p:txBody>
      </p:sp>
      <p:sp>
        <p:nvSpPr>
          <p:cNvPr id="24" name="Rectangle: Rounded Corners 23">
            <a:extLst>
              <a:ext uri="{FF2B5EF4-FFF2-40B4-BE49-F238E27FC236}">
                <a16:creationId xmlns:a16="http://schemas.microsoft.com/office/drawing/2014/main" id="{127692D9-D17E-58FD-041C-24B32C39DB59}"/>
              </a:ext>
            </a:extLst>
          </p:cNvPr>
          <p:cNvSpPr>
            <a:spLocks noGrp="1"/>
          </p:cNvSpPr>
          <p:nvPr/>
        </p:nvSpPr>
        <p:spPr>
          <a:xfrm>
            <a:off x="6908006" y="3229577"/>
            <a:ext cx="1861326" cy="975267"/>
          </a:xfrm>
          <a:prstGeom prst="roundRect">
            <a:avLst>
              <a:gd name="adj" fmla="val 0"/>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977"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171450" indent="-171450" algn="l">
              <a:buFont typeface="Arial" panose="020B0604020202020204" pitchFamily="34" charset="0"/>
              <a:buChar char="•"/>
              <a:defRPr sz="977" b="0" spc="0">
                <a:solidFill>
                  <a:srgbClr val="FFFFFF"/>
                </a:solidFill>
                <a:latin typeface="Montserrat Medium"/>
                <a:ea typeface="Montserrat Medium"/>
                <a:cs typeface="Montserrat Medium"/>
              </a:defRPr>
            </a:pPr>
            <a:r>
              <a:rPr sz="1200" b="0" spc="0" dirty="0">
                <a:solidFill>
                  <a:srgbClr val="FFFFFF"/>
                </a:solidFill>
                <a:latin typeface="Montserrat Medium"/>
                <a:ea typeface="Montserrat Medium"/>
                <a:cs typeface="Montserrat Medium"/>
              </a:rPr>
              <a:t>Begin preliminary exploration</a:t>
            </a:r>
            <a:endParaRPr sz="1200" spc="0" dirty="0">
              <a:solidFill>
                <a:srgbClr val="FFFFFF"/>
              </a:solidFill>
            </a:endParaRPr>
          </a:p>
        </p:txBody>
      </p:sp>
      <p:sp>
        <p:nvSpPr>
          <p:cNvPr id="25" name="TextBox 48">
            <a:extLst>
              <a:ext uri="{FF2B5EF4-FFF2-40B4-BE49-F238E27FC236}">
                <a16:creationId xmlns:a16="http://schemas.microsoft.com/office/drawing/2014/main" id="{C1757BDB-A211-3030-8631-EE0580C3D3CA}"/>
              </a:ext>
            </a:extLst>
          </p:cNvPr>
          <p:cNvSpPr>
            <a:spLocks noGrp="1"/>
          </p:cNvSpPr>
          <p:nvPr/>
        </p:nvSpPr>
        <p:spPr>
          <a:xfrm>
            <a:off x="9347438" y="1085036"/>
            <a:ext cx="848505" cy="369332"/>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ctr" defTabSz="914342">
              <a:buNone/>
            </a:pPr>
            <a:r>
              <a:rPr>
                <a:solidFill>
                  <a:schemeClr val="bg1"/>
                </a:solidFill>
                <a:latin typeface="Montserrat ExtraBold"/>
                <a:ea typeface="Montserrat ExtraBold"/>
                <a:cs typeface="Montserrat ExtraBold"/>
              </a:rPr>
              <a:t>2029</a:t>
            </a:r>
          </a:p>
        </p:txBody>
      </p:sp>
      <p:sp>
        <p:nvSpPr>
          <p:cNvPr id="26" name="Rectangle: Rounded Corners 25">
            <a:extLst>
              <a:ext uri="{FF2B5EF4-FFF2-40B4-BE49-F238E27FC236}">
                <a16:creationId xmlns:a16="http://schemas.microsoft.com/office/drawing/2014/main" id="{FD7D3A56-226E-946C-7F3D-5764A1C50CAF}"/>
              </a:ext>
            </a:extLst>
          </p:cNvPr>
          <p:cNvSpPr>
            <a:spLocks noGrp="1"/>
          </p:cNvSpPr>
          <p:nvPr/>
        </p:nvSpPr>
        <p:spPr>
          <a:xfrm>
            <a:off x="8769332" y="3229577"/>
            <a:ext cx="2424685" cy="975267"/>
          </a:xfrm>
          <a:prstGeom prst="roundRect">
            <a:avLst>
              <a:gd name="adj" fmla="val 0"/>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b="0" spc="0" dirty="0">
                <a:solidFill>
                  <a:srgbClr val="FFFFFF"/>
                </a:solidFill>
                <a:latin typeface="Montserrat Medium"/>
                <a:ea typeface="Montserrat Medium"/>
                <a:cs typeface="Montserrat Medium"/>
              </a:rPr>
              <a:t>Begin detailed exploration</a:t>
            </a:r>
          </a:p>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b="0" spc="0" dirty="0">
                <a:solidFill>
                  <a:srgbClr val="FFFFFF"/>
                </a:solidFill>
                <a:latin typeface="Montserrat Medium"/>
                <a:ea typeface="Montserrat Medium"/>
                <a:cs typeface="Montserrat Medium"/>
              </a:rPr>
              <a:t>Test beneficiation and processing technologies</a:t>
            </a:r>
          </a:p>
        </p:txBody>
      </p:sp>
      <p:sp>
        <p:nvSpPr>
          <p:cNvPr id="27" name="Rectangle: Rounded Corners 26">
            <a:extLst>
              <a:ext uri="{FF2B5EF4-FFF2-40B4-BE49-F238E27FC236}">
                <a16:creationId xmlns:a16="http://schemas.microsoft.com/office/drawing/2014/main" id="{71D1FEF5-FAF9-74A1-D7F1-45785C3543A9}"/>
              </a:ext>
            </a:extLst>
          </p:cNvPr>
          <p:cNvSpPr>
            <a:spLocks noGrp="1"/>
          </p:cNvSpPr>
          <p:nvPr/>
        </p:nvSpPr>
        <p:spPr>
          <a:xfrm>
            <a:off x="11194016" y="3229577"/>
            <a:ext cx="2521973" cy="984662"/>
          </a:xfrm>
          <a:prstGeom prst="roundRect">
            <a:avLst>
              <a:gd name="adj" fmla="val 0"/>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b="0" spc="0" dirty="0">
                <a:solidFill>
                  <a:srgbClr val="FFFFFF"/>
                </a:solidFill>
                <a:latin typeface="Montserrat Medium"/>
                <a:ea typeface="Montserrat Medium"/>
                <a:cs typeface="Montserrat Medium"/>
              </a:rPr>
              <a:t>Define geological resource</a:t>
            </a:r>
            <a:r>
              <a:rPr lang="en-US" sz="1200" b="0" spc="0" dirty="0">
                <a:solidFill>
                  <a:srgbClr val="FFFFFF"/>
                </a:solidFill>
                <a:latin typeface="Montserrat Medium"/>
                <a:ea typeface="Montserrat Medium"/>
                <a:cs typeface="Montserrat Medium"/>
              </a:rPr>
              <a:t>s</a:t>
            </a:r>
            <a:endParaRPr sz="1200" b="0" spc="0" dirty="0">
              <a:solidFill>
                <a:srgbClr val="FFFFFF"/>
              </a:solidFill>
              <a:latin typeface="Montserrat Medium"/>
              <a:ea typeface="Montserrat Medium"/>
              <a:cs typeface="Montserrat Medium"/>
            </a:endParaRPr>
          </a:p>
          <a:p>
            <a:pPr marL="171450" indent="-171450" algn="l">
              <a:buFont typeface="Arial" panose="020B0604020202020204" pitchFamily="34" charset="0"/>
              <a:buChar char="•"/>
              <a:defRPr sz="1050" b="0" spc="0">
                <a:solidFill>
                  <a:srgbClr val="FFFFFF"/>
                </a:solidFill>
                <a:latin typeface="Montserrat Medium"/>
                <a:ea typeface="Montserrat Medium"/>
                <a:cs typeface="Montserrat Medium"/>
              </a:defRPr>
            </a:pPr>
            <a:r>
              <a:rPr sz="1200" b="0" spc="0" dirty="0">
                <a:solidFill>
                  <a:srgbClr val="FFFFFF"/>
                </a:solidFill>
                <a:latin typeface="Montserrat Medium"/>
                <a:ea typeface="Montserrat Medium"/>
                <a:cs typeface="Montserrat Medium"/>
              </a:rPr>
              <a:t>Begin project construction</a:t>
            </a:r>
            <a:endParaRPr sz="1200" spc="0" dirty="0">
              <a:solidFill>
                <a:srgbClr val="FFFFFF"/>
              </a:solidFill>
            </a:endParaRPr>
          </a:p>
        </p:txBody>
      </p:sp>
      <p:sp>
        <p:nvSpPr>
          <p:cNvPr id="28" name="Rectangle: Rounded Corners 27">
            <a:extLst>
              <a:ext uri="{FF2B5EF4-FFF2-40B4-BE49-F238E27FC236}">
                <a16:creationId xmlns:a16="http://schemas.microsoft.com/office/drawing/2014/main" id="{46C12D51-FEF9-D87E-B6D7-1E362AA6DB2B}"/>
              </a:ext>
            </a:extLst>
          </p:cNvPr>
          <p:cNvSpPr>
            <a:spLocks noGrp="1"/>
          </p:cNvSpPr>
          <p:nvPr/>
        </p:nvSpPr>
        <p:spPr>
          <a:xfrm>
            <a:off x="1752566" y="4658590"/>
            <a:ext cx="2424321" cy="2968888"/>
          </a:xfrm>
          <a:prstGeom prst="roundRect">
            <a:avLst>
              <a:gd name="adj" fmla="val 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endParaRPr sz="1400" dirty="0">
              <a:solidFill>
                <a:schemeClr val="tx1"/>
              </a:solidFill>
              <a:latin typeface="Montserrat Medium"/>
            </a:endParaRPr>
          </a:p>
        </p:txBody>
      </p:sp>
      <p:sp>
        <p:nvSpPr>
          <p:cNvPr id="29" name="Rectangle: Rounded Corners 28">
            <a:extLst>
              <a:ext uri="{FF2B5EF4-FFF2-40B4-BE49-F238E27FC236}">
                <a16:creationId xmlns:a16="http://schemas.microsoft.com/office/drawing/2014/main" id="{22519CDC-294C-10CD-D80E-6B56D176DDF5}"/>
              </a:ext>
            </a:extLst>
          </p:cNvPr>
          <p:cNvSpPr>
            <a:spLocks noGrp="1"/>
          </p:cNvSpPr>
          <p:nvPr/>
        </p:nvSpPr>
        <p:spPr>
          <a:xfrm>
            <a:off x="4188721" y="4654709"/>
            <a:ext cx="2396196" cy="2968888"/>
          </a:xfrm>
          <a:prstGeom prst="roundRect">
            <a:avLst>
              <a:gd name="adj" fmla="val 0"/>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buFont typeface="Arial" panose="020B0604020202020204" pitchFamily="34" charset="0"/>
              <a:buChar char="•"/>
            </a:pPr>
            <a:r>
              <a:rPr sz="1400" dirty="0">
                <a:solidFill>
                  <a:schemeClr val="tx1"/>
                </a:solidFill>
                <a:latin typeface="Montserrat Medium"/>
              </a:rPr>
              <a:t>Carry out reconnaissance and identify prospective areas.</a:t>
            </a:r>
          </a:p>
        </p:txBody>
      </p:sp>
      <p:sp>
        <p:nvSpPr>
          <p:cNvPr id="30" name="Rectangle: Rounded Corners 29">
            <a:extLst>
              <a:ext uri="{FF2B5EF4-FFF2-40B4-BE49-F238E27FC236}">
                <a16:creationId xmlns:a16="http://schemas.microsoft.com/office/drawing/2014/main" id="{C97CD2D7-4FA8-9E2D-A706-E5434CF8171A}"/>
              </a:ext>
            </a:extLst>
          </p:cNvPr>
          <p:cNvSpPr>
            <a:spLocks noGrp="1"/>
          </p:cNvSpPr>
          <p:nvPr/>
        </p:nvSpPr>
        <p:spPr>
          <a:xfrm>
            <a:off x="6568419" y="4658590"/>
            <a:ext cx="2224721" cy="2968888"/>
          </a:xfrm>
          <a:prstGeom prst="roundRect">
            <a:avLst>
              <a:gd name="adj" fmla="val 0"/>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lgn="l">
              <a:buFont typeface="Arial" panose="020B0604020202020204" pitchFamily="34" charset="0"/>
              <a:buChar char="•"/>
              <a:defRPr sz="1050" b="0" spc="0">
                <a:solidFill>
                  <a:srgbClr val="FFFFFF"/>
                </a:solidFill>
                <a:latin typeface="Montserrat Medium"/>
                <a:ea typeface="Montserrat Medium"/>
                <a:cs typeface="Montserrat Medium"/>
              </a:defRPr>
            </a:pPr>
            <a:r>
              <a:rPr sz="1400" b="0" spc="0" dirty="0">
                <a:solidFill>
                  <a:schemeClr val="tx1"/>
                </a:solidFill>
                <a:latin typeface="Montserrat Medium"/>
                <a:ea typeface="Montserrat Medium"/>
                <a:cs typeface="Montserrat Medium"/>
              </a:rPr>
              <a:t>Obtain licen</a:t>
            </a:r>
            <a:r>
              <a:rPr lang="en-US" sz="1400" b="0" spc="0" dirty="0">
                <a:solidFill>
                  <a:schemeClr val="tx1"/>
                </a:solidFill>
                <a:latin typeface="Montserrat Medium"/>
                <a:ea typeface="Montserrat Medium"/>
                <a:cs typeface="Montserrat Medium"/>
              </a:rPr>
              <a:t>s</a:t>
            </a:r>
            <a:r>
              <a:rPr sz="1400" b="0" spc="0" dirty="0">
                <a:solidFill>
                  <a:schemeClr val="tx1"/>
                </a:solidFill>
                <a:latin typeface="Montserrat Medium"/>
                <a:ea typeface="Montserrat Medium"/>
                <a:cs typeface="Montserrat Medium"/>
              </a:rPr>
              <a:t>es</a:t>
            </a:r>
            <a:endParaRPr lang="en-US" sz="1400" b="0" spc="0" dirty="0">
              <a:solidFill>
                <a:schemeClr val="tx1"/>
              </a:solidFill>
              <a:latin typeface="Montserrat Medium"/>
              <a:ea typeface="Montserrat Medium"/>
              <a:cs typeface="Montserrat Medium"/>
            </a:endParaRPr>
          </a:p>
          <a:p>
            <a:pPr algn="l">
              <a:defRPr sz="1050" b="0" spc="0">
                <a:solidFill>
                  <a:srgbClr val="FFFFFF"/>
                </a:solidFill>
                <a:latin typeface="Montserrat Medium"/>
                <a:ea typeface="Montserrat Medium"/>
                <a:cs typeface="Montserrat Medium"/>
              </a:defRPr>
            </a:pPr>
            <a:endParaRPr sz="1400" b="0" spc="0" dirty="0">
              <a:solidFill>
                <a:schemeClr val="tx1"/>
              </a:solidFill>
              <a:latin typeface="Montserrat Medium"/>
              <a:ea typeface="Montserrat Medium"/>
              <a:cs typeface="Montserrat Medium"/>
            </a:endParaRPr>
          </a:p>
          <a:p>
            <a:pPr marL="285750" indent="-285750" algn="l">
              <a:buFont typeface="Arial" panose="020B0604020202020204" pitchFamily="34" charset="0"/>
              <a:buChar char="•"/>
              <a:defRPr sz="1050" b="0" spc="0">
                <a:solidFill>
                  <a:srgbClr val="FFFFFF"/>
                </a:solidFill>
                <a:latin typeface="Montserrat Medium"/>
                <a:ea typeface="Montserrat Medium"/>
                <a:cs typeface="Montserrat Medium"/>
              </a:defRPr>
            </a:pPr>
            <a:r>
              <a:rPr sz="1400" b="0" spc="0" dirty="0">
                <a:solidFill>
                  <a:schemeClr val="tx1"/>
                </a:solidFill>
                <a:latin typeface="Montserrat Medium"/>
                <a:ea typeface="Montserrat Medium"/>
                <a:cs typeface="Montserrat Medium"/>
              </a:rPr>
              <a:t>Carry out prospecting and assessment</a:t>
            </a:r>
          </a:p>
        </p:txBody>
      </p:sp>
      <p:sp>
        <p:nvSpPr>
          <p:cNvPr id="31" name="Rectangle: Rounded Corners 30">
            <a:extLst>
              <a:ext uri="{FF2B5EF4-FFF2-40B4-BE49-F238E27FC236}">
                <a16:creationId xmlns:a16="http://schemas.microsoft.com/office/drawing/2014/main" id="{E1CC3CC8-D385-55B9-4A9D-EA3A6BFDBA2A}"/>
              </a:ext>
            </a:extLst>
          </p:cNvPr>
          <p:cNvSpPr>
            <a:spLocks noGrp="1"/>
          </p:cNvSpPr>
          <p:nvPr/>
        </p:nvSpPr>
        <p:spPr>
          <a:xfrm>
            <a:off x="8793140" y="4658589"/>
            <a:ext cx="4417006" cy="2968888"/>
          </a:xfrm>
          <a:prstGeom prst="roundRect">
            <a:avLst>
              <a:gd name="adj" fmla="val 0"/>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105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lgn="l">
              <a:lnSpc>
                <a:spcPct val="150000"/>
              </a:lnSpc>
              <a:buFont typeface="Arial" panose="020B0604020202020204" pitchFamily="34" charset="0"/>
              <a:buChar char="•"/>
              <a:defRPr sz="1050" b="0" spc="0">
                <a:solidFill>
                  <a:srgbClr val="FFFFFF"/>
                </a:solidFill>
                <a:latin typeface="Montserrat Medium"/>
                <a:ea typeface="Montserrat Medium"/>
                <a:cs typeface="Montserrat Medium"/>
              </a:defRPr>
            </a:pPr>
            <a:r>
              <a:rPr sz="1400" b="0" spc="0" dirty="0">
                <a:solidFill>
                  <a:schemeClr val="tx1"/>
                </a:solidFill>
                <a:latin typeface="Montserrat Medium"/>
                <a:ea typeface="Montserrat Medium"/>
                <a:cs typeface="Montserrat Medium"/>
              </a:rPr>
              <a:t>Begin preliminary exploration</a:t>
            </a:r>
            <a:endParaRPr sz="1400" spc="0" dirty="0">
              <a:solidFill>
                <a:schemeClr val="tx1"/>
              </a:solidFill>
            </a:endParaRPr>
          </a:p>
          <a:p>
            <a:pPr marL="285750" indent="-285750" algn="l">
              <a:lnSpc>
                <a:spcPct val="150000"/>
              </a:lnSpc>
              <a:buFont typeface="Arial" panose="020B0604020202020204" pitchFamily="34" charset="0"/>
              <a:buChar char="•"/>
              <a:defRPr sz="1050" b="0" spc="0">
                <a:solidFill>
                  <a:srgbClr val="FFFFFF"/>
                </a:solidFill>
                <a:latin typeface="Montserrat Medium"/>
                <a:ea typeface="Montserrat Medium"/>
                <a:cs typeface="Montserrat Medium"/>
              </a:defRPr>
            </a:pPr>
            <a:r>
              <a:rPr sz="1400" b="0" spc="0" dirty="0">
                <a:solidFill>
                  <a:schemeClr val="tx1"/>
                </a:solidFill>
                <a:latin typeface="Montserrat Medium"/>
                <a:ea typeface="Montserrat Medium"/>
                <a:cs typeface="Montserrat Medium"/>
              </a:rPr>
              <a:t>Attract foreign investment</a:t>
            </a:r>
          </a:p>
          <a:p>
            <a:pPr marL="285750" indent="-285750">
              <a:lnSpc>
                <a:spcPct val="150000"/>
              </a:lnSpc>
              <a:buFont typeface="Arial" panose="020B0604020202020204" pitchFamily="34" charset="0"/>
              <a:buChar char="•"/>
              <a:defRPr sz="1050" b="0" spc="0">
                <a:solidFill>
                  <a:srgbClr val="FFFFFF"/>
                </a:solidFill>
                <a:latin typeface="Montserrat Medium"/>
                <a:ea typeface="Montserrat Medium"/>
                <a:cs typeface="Montserrat Medium"/>
              </a:defRPr>
            </a:pPr>
            <a:r>
              <a:rPr sz="1400" dirty="0">
                <a:solidFill>
                  <a:schemeClr val="tx1"/>
                </a:solidFill>
                <a:latin typeface="Montserrat Medium"/>
              </a:rPr>
              <a:t>Begin detailed exploration</a:t>
            </a:r>
          </a:p>
          <a:p>
            <a:pPr marL="285750" indent="-285750">
              <a:lnSpc>
                <a:spcPct val="150000"/>
              </a:lnSpc>
              <a:buFont typeface="Arial" panose="020B0604020202020204" pitchFamily="34" charset="0"/>
              <a:buChar char="•"/>
              <a:defRPr sz="1050" b="0" spc="0">
                <a:solidFill>
                  <a:srgbClr val="FFFFFF"/>
                </a:solidFill>
                <a:latin typeface="Montserrat Medium"/>
                <a:ea typeface="Montserrat Medium"/>
                <a:cs typeface="Montserrat Medium"/>
              </a:defRPr>
            </a:pPr>
            <a:r>
              <a:rPr sz="1400" dirty="0">
                <a:solidFill>
                  <a:schemeClr val="tx1"/>
                </a:solidFill>
                <a:latin typeface="Montserrat Medium"/>
              </a:rPr>
              <a:t>Test processing technologies</a:t>
            </a:r>
          </a:p>
          <a:p>
            <a:pPr marL="285750" indent="-285750">
              <a:lnSpc>
                <a:spcPct val="150000"/>
              </a:lnSpc>
              <a:buFont typeface="Arial" panose="020B0604020202020204" pitchFamily="34" charset="0"/>
              <a:buChar char="•"/>
              <a:defRPr sz="1050" b="0" spc="0">
                <a:solidFill>
                  <a:srgbClr val="FFFFFF"/>
                </a:solidFill>
                <a:latin typeface="Montserrat Medium"/>
                <a:ea typeface="Montserrat Medium"/>
                <a:cs typeface="Montserrat Medium"/>
              </a:defRPr>
            </a:pPr>
            <a:r>
              <a:rPr sz="1400" dirty="0">
                <a:solidFill>
                  <a:schemeClr val="tx1"/>
                </a:solidFill>
                <a:latin typeface="Montserrat Medium"/>
              </a:rPr>
              <a:t>Prepare to define geological resources</a:t>
            </a:r>
          </a:p>
        </p:txBody>
      </p:sp>
      <p:sp>
        <p:nvSpPr>
          <p:cNvPr id="33" name="Rectangle: Rounded Corners 32">
            <a:extLst>
              <a:ext uri="{FF2B5EF4-FFF2-40B4-BE49-F238E27FC236}">
                <a16:creationId xmlns:a16="http://schemas.microsoft.com/office/drawing/2014/main" id="{02529F42-13FC-211F-621B-33CE79C7B528}"/>
              </a:ext>
            </a:extLst>
          </p:cNvPr>
          <p:cNvSpPr>
            <a:spLocks noGrp="1"/>
          </p:cNvSpPr>
          <p:nvPr/>
        </p:nvSpPr>
        <p:spPr>
          <a:xfrm>
            <a:off x="6639444" y="1629366"/>
            <a:ext cx="6682204" cy="557531"/>
          </a:xfrm>
          <a:prstGeom prst="roundRect">
            <a:avLst>
              <a:gd name="adj" fmla="val 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120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buFont typeface="Arial" panose="020B0604020202020204" pitchFamily="34" charset="0"/>
              <a:buChar char="•"/>
            </a:pPr>
            <a:r>
              <a:rPr sz="1350" dirty="0">
                <a:solidFill>
                  <a:srgbClr val="164A51"/>
                </a:solidFill>
                <a:latin typeface="Montserrat Medium"/>
              </a:rPr>
              <a:t>Prepare </a:t>
            </a:r>
            <a:r>
              <a:rPr sz="1350" dirty="0" err="1">
                <a:solidFill>
                  <a:srgbClr val="164A51"/>
                </a:solidFill>
                <a:latin typeface="Montserrat Medium"/>
              </a:rPr>
              <a:t>Khyargas</a:t>
            </a:r>
            <a:r>
              <a:rPr sz="1350" dirty="0">
                <a:solidFill>
                  <a:srgbClr val="164A51"/>
                </a:solidFill>
                <a:latin typeface="Montserrat Medium"/>
              </a:rPr>
              <a:t> Nuur for operation and </a:t>
            </a:r>
            <a:r>
              <a:rPr lang="en-US" sz="1350" dirty="0">
                <a:solidFill>
                  <a:srgbClr val="164A51"/>
                </a:solidFill>
                <a:latin typeface="Montserrat Medium"/>
              </a:rPr>
              <a:t>start the</a:t>
            </a:r>
            <a:r>
              <a:rPr sz="1350" dirty="0">
                <a:solidFill>
                  <a:srgbClr val="164A51"/>
                </a:solidFill>
                <a:latin typeface="Montserrat Medium"/>
              </a:rPr>
              <a:t> mining</a:t>
            </a:r>
            <a:r>
              <a:rPr lang="en-US" sz="1350" dirty="0">
                <a:solidFill>
                  <a:srgbClr val="164A51"/>
                </a:solidFill>
                <a:latin typeface="Montserrat Medium"/>
              </a:rPr>
              <a:t> work</a:t>
            </a:r>
            <a:r>
              <a:rPr sz="1350" dirty="0">
                <a:solidFill>
                  <a:srgbClr val="164A51"/>
                </a:solidFill>
                <a:latin typeface="Montserrat Medium"/>
              </a:rPr>
              <a:t>.</a:t>
            </a:r>
          </a:p>
          <a:p>
            <a:pPr marL="285750" indent="-285750">
              <a:buFont typeface="Arial" panose="020B0604020202020204" pitchFamily="34" charset="0"/>
              <a:buChar char="•"/>
            </a:pPr>
            <a:r>
              <a:rPr sz="1350" dirty="0">
                <a:solidFill>
                  <a:srgbClr val="164A51"/>
                </a:solidFill>
                <a:latin typeface="Montserrat Medium"/>
              </a:rPr>
              <a:t>Start exploration in other prospective parts of the licen</a:t>
            </a:r>
            <a:r>
              <a:rPr lang="en-US" sz="1350" dirty="0">
                <a:solidFill>
                  <a:srgbClr val="164A51"/>
                </a:solidFill>
                <a:latin typeface="Montserrat Medium"/>
              </a:rPr>
              <a:t>s</a:t>
            </a:r>
            <a:r>
              <a:rPr sz="1350" dirty="0">
                <a:solidFill>
                  <a:srgbClr val="164A51"/>
                </a:solidFill>
                <a:latin typeface="Montserrat Medium"/>
              </a:rPr>
              <a:t>e area.</a:t>
            </a:r>
          </a:p>
        </p:txBody>
      </p:sp>
      <p:sp>
        <p:nvSpPr>
          <p:cNvPr id="34" name="Rectangle: Rounded Corners 33">
            <a:extLst>
              <a:ext uri="{FF2B5EF4-FFF2-40B4-BE49-F238E27FC236}">
                <a16:creationId xmlns:a16="http://schemas.microsoft.com/office/drawing/2014/main" id="{8760E348-D6FB-3464-B048-9CF26309387E}"/>
              </a:ext>
            </a:extLst>
          </p:cNvPr>
          <p:cNvSpPr>
            <a:spLocks noGrp="1"/>
          </p:cNvSpPr>
          <p:nvPr/>
        </p:nvSpPr>
        <p:spPr>
          <a:xfrm>
            <a:off x="1772431" y="1629365"/>
            <a:ext cx="4867014" cy="565233"/>
          </a:xfrm>
          <a:prstGeom prst="roundRect">
            <a:avLst>
              <a:gd name="adj" fmla="val 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2500"/>
          </a:bodyPr>
          <a:lstStyle>
            <a:defPPr algn="l">
              <a:defRPr sz="1200" b="0" spc="0">
                <a:solidFill>
                  <a:srgbClr val="164A51"/>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lgn="l">
              <a:buFont typeface="Arial" panose="020B0604020202020204" pitchFamily="34" charset="0"/>
              <a:buChar char="•"/>
              <a:defRPr sz="1200" b="0" spc="0">
                <a:solidFill>
                  <a:srgbClr val="164A51"/>
                </a:solidFill>
                <a:latin typeface="Montserrat Medium"/>
                <a:ea typeface="Montserrat Medium"/>
                <a:cs typeface="Montserrat Medium"/>
              </a:defRPr>
            </a:pPr>
            <a:r>
              <a:rPr sz="1400" b="0" spc="0" dirty="0">
                <a:solidFill>
                  <a:schemeClr val="tx1"/>
                </a:solidFill>
                <a:latin typeface="Montserrat Medium"/>
                <a:ea typeface="Montserrat Medium"/>
                <a:cs typeface="Montserrat Medium"/>
              </a:rPr>
              <a:t>Complete remaining exploration at </a:t>
            </a:r>
            <a:r>
              <a:rPr sz="1400" b="0" spc="0" dirty="0" err="1">
                <a:solidFill>
                  <a:schemeClr val="tx1"/>
                </a:solidFill>
                <a:latin typeface="Montserrat Medium"/>
                <a:ea typeface="Montserrat Medium"/>
                <a:cs typeface="Montserrat Medium"/>
              </a:rPr>
              <a:t>Khyargas</a:t>
            </a:r>
            <a:r>
              <a:rPr sz="1400" b="0" spc="0" dirty="0">
                <a:solidFill>
                  <a:schemeClr val="tx1"/>
                </a:solidFill>
                <a:latin typeface="Montserrat Medium"/>
                <a:ea typeface="Montserrat Medium"/>
                <a:cs typeface="Montserrat Medium"/>
              </a:rPr>
              <a:t> Nuur</a:t>
            </a:r>
            <a:endParaRPr sz="1400" spc="0" dirty="0">
              <a:solidFill>
                <a:schemeClr val="tx1"/>
              </a:solidFill>
            </a:endParaRPr>
          </a:p>
          <a:p>
            <a:pPr marL="285750" indent="-285750" algn="l">
              <a:buFont typeface="Arial" panose="020B0604020202020204" pitchFamily="34" charset="0"/>
              <a:buChar char="•"/>
              <a:defRPr sz="1200" b="0" spc="0">
                <a:solidFill>
                  <a:srgbClr val="164A51"/>
                </a:solidFill>
                <a:latin typeface="Montserrat Medium"/>
                <a:ea typeface="Montserrat Medium"/>
                <a:cs typeface="Montserrat Medium"/>
              </a:defRPr>
            </a:pPr>
            <a:r>
              <a:rPr sz="1400" b="0" spc="0" dirty="0">
                <a:solidFill>
                  <a:schemeClr val="tx1"/>
                </a:solidFill>
                <a:latin typeface="Montserrat Medium"/>
                <a:ea typeface="Montserrat Medium"/>
                <a:cs typeface="Montserrat Medium"/>
              </a:rPr>
              <a:t>Prepare a mining feasibility study</a:t>
            </a:r>
            <a:r>
              <a:rPr sz="1200" b="0" spc="0" dirty="0">
                <a:solidFill>
                  <a:schemeClr val="tx1"/>
                </a:solidFill>
                <a:latin typeface="Montserrat Medium"/>
                <a:ea typeface="Montserrat Medium"/>
                <a:cs typeface="Montserrat Medium"/>
              </a:rPr>
              <a:t>.</a:t>
            </a:r>
            <a:r>
              <a:rPr lang="en-US" sz="1200" b="0" spc="0" dirty="0">
                <a:solidFill>
                  <a:schemeClr val="tx1"/>
                </a:solidFill>
                <a:latin typeface="Montserrat Medium"/>
                <a:ea typeface="Montserrat Medium"/>
                <a:cs typeface="Montserrat Medium"/>
              </a:rPr>
              <a:t>          /</a:t>
            </a:r>
            <a:r>
              <a:rPr lang="en-US" sz="1200" b="0" spc="0" dirty="0" err="1">
                <a:solidFill>
                  <a:schemeClr val="tx1"/>
                </a:solidFill>
                <a:latin typeface="Montserrat Medium"/>
                <a:ea typeface="Montserrat Medium"/>
                <a:cs typeface="Montserrat Medium"/>
              </a:rPr>
              <a:t>Uvs</a:t>
            </a:r>
            <a:r>
              <a:rPr lang="en-US" sz="1200" b="0" spc="0" dirty="0">
                <a:solidFill>
                  <a:schemeClr val="tx1"/>
                </a:solidFill>
                <a:latin typeface="Montserrat Medium"/>
                <a:ea typeface="Montserrat Medium"/>
                <a:cs typeface="Montserrat Medium"/>
              </a:rPr>
              <a:t> Province/</a:t>
            </a:r>
            <a:endParaRPr sz="1200" b="0" spc="0" dirty="0">
              <a:solidFill>
                <a:schemeClr val="tx1"/>
              </a:solidFill>
              <a:latin typeface="Montserrat Medium"/>
              <a:ea typeface="Montserrat Medium"/>
              <a:cs typeface="Montserrat Medium"/>
            </a:endParaRPr>
          </a:p>
        </p:txBody>
      </p:sp>
      <p:sp>
        <p:nvSpPr>
          <p:cNvPr id="35" name="Rectangle: Rounded Corners 34">
            <a:extLst>
              <a:ext uri="{FF2B5EF4-FFF2-40B4-BE49-F238E27FC236}">
                <a16:creationId xmlns:a16="http://schemas.microsoft.com/office/drawing/2014/main" id="{A2964D44-3BB6-4519-B2E9-0FFE2999A7CD}"/>
              </a:ext>
            </a:extLst>
          </p:cNvPr>
          <p:cNvSpPr>
            <a:spLocks noGrp="1"/>
          </p:cNvSpPr>
          <p:nvPr/>
        </p:nvSpPr>
        <p:spPr>
          <a:xfrm>
            <a:off x="4260028" y="2194598"/>
            <a:ext cx="2396195" cy="670249"/>
          </a:xfrm>
          <a:prstGeom prst="roundRect">
            <a:avLst>
              <a:gd name="adj" fmla="val 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Autofit/>
          </a:bodyPr>
          <a:lstStyle>
            <a:defPPr algn="l">
              <a:defRPr sz="1200" b="0" spc="0">
                <a:solidFill>
                  <a:srgbClr val="164A51"/>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lgn="l">
              <a:buFont typeface="Arial" panose="020B0604020202020204" pitchFamily="34" charset="0"/>
              <a:buChar char="•"/>
              <a:defRPr sz="1200" b="0" spc="0">
                <a:solidFill>
                  <a:srgbClr val="164A51"/>
                </a:solidFill>
                <a:latin typeface="Montserrat Medium"/>
                <a:ea typeface="Montserrat Medium"/>
                <a:cs typeface="Montserrat Medium"/>
              </a:defRPr>
            </a:pPr>
            <a:r>
              <a:rPr sz="1300" b="0" spc="0" dirty="0">
                <a:solidFill>
                  <a:srgbClr val="164A51"/>
                </a:solidFill>
                <a:latin typeface="Montserrat Medium"/>
                <a:ea typeface="Montserrat Medium"/>
                <a:cs typeface="Montserrat Medium"/>
              </a:rPr>
              <a:t>Conduct geological exploration in </a:t>
            </a:r>
            <a:r>
              <a:rPr sz="1300" b="0" spc="0" dirty="0" err="1">
                <a:solidFill>
                  <a:srgbClr val="164A51"/>
                </a:solidFill>
                <a:latin typeface="Montserrat Medium"/>
                <a:ea typeface="Montserrat Medium"/>
                <a:cs typeface="Montserrat Medium"/>
              </a:rPr>
              <a:t>Örgön</a:t>
            </a:r>
            <a:r>
              <a:rPr sz="1300" b="0" spc="0" dirty="0">
                <a:solidFill>
                  <a:srgbClr val="164A51"/>
                </a:solidFill>
                <a:latin typeface="Montserrat Medium"/>
                <a:ea typeface="Montserrat Medium"/>
                <a:cs typeface="Montserrat Medium"/>
              </a:rPr>
              <a:t> Zone 14.</a:t>
            </a:r>
            <a:endParaRPr sz="1300" spc="0" dirty="0">
              <a:solidFill>
                <a:schemeClr val="tx1"/>
              </a:solidFill>
            </a:endParaRPr>
          </a:p>
        </p:txBody>
      </p:sp>
      <p:sp>
        <p:nvSpPr>
          <p:cNvPr id="36" name="Rectangle: Rounded Corners 35">
            <a:extLst>
              <a:ext uri="{FF2B5EF4-FFF2-40B4-BE49-F238E27FC236}">
                <a16:creationId xmlns:a16="http://schemas.microsoft.com/office/drawing/2014/main" id="{24AE6CA3-D6E2-83CD-078A-73A1E60ECD87}"/>
              </a:ext>
            </a:extLst>
          </p:cNvPr>
          <p:cNvSpPr>
            <a:spLocks noGrp="1"/>
          </p:cNvSpPr>
          <p:nvPr/>
        </p:nvSpPr>
        <p:spPr>
          <a:xfrm>
            <a:off x="6643569" y="2194599"/>
            <a:ext cx="6673955" cy="670248"/>
          </a:xfrm>
          <a:prstGeom prst="roundRect">
            <a:avLst>
              <a:gd name="adj" fmla="val 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defPPr algn="l">
              <a:defRPr sz="1200" b="0" spc="0">
                <a:solidFill>
                  <a:srgbClr val="FFFFFF"/>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buFont typeface="Arial" panose="020B0604020202020204" pitchFamily="34" charset="0"/>
              <a:buChar char="•"/>
            </a:pPr>
            <a:r>
              <a:rPr sz="1400" dirty="0">
                <a:solidFill>
                  <a:srgbClr val="164A51"/>
                </a:solidFill>
                <a:latin typeface="Montserrat Medium"/>
              </a:rPr>
              <a:t>Increase fluorspar resources.</a:t>
            </a:r>
          </a:p>
          <a:p>
            <a:pPr marL="285750" indent="-285750">
              <a:buFont typeface="Arial" panose="020B0604020202020204" pitchFamily="34" charset="0"/>
              <a:buChar char="•"/>
            </a:pPr>
            <a:r>
              <a:rPr sz="1400" dirty="0">
                <a:solidFill>
                  <a:srgbClr val="164A51"/>
                </a:solidFill>
                <a:latin typeface="Montserrat Medium"/>
              </a:rPr>
              <a:t>Carry out detailed exploration in prospective areas.</a:t>
            </a:r>
          </a:p>
        </p:txBody>
      </p:sp>
      <p:sp>
        <p:nvSpPr>
          <p:cNvPr id="37" name="Rectangle: Rounded Corners 36">
            <a:extLst>
              <a:ext uri="{FF2B5EF4-FFF2-40B4-BE49-F238E27FC236}">
                <a16:creationId xmlns:a16="http://schemas.microsoft.com/office/drawing/2014/main" id="{F19C9D03-5296-6C11-53BB-56C8384031AE}"/>
              </a:ext>
            </a:extLst>
          </p:cNvPr>
          <p:cNvSpPr>
            <a:spLocks noGrp="1"/>
          </p:cNvSpPr>
          <p:nvPr/>
        </p:nvSpPr>
        <p:spPr>
          <a:xfrm>
            <a:off x="1772430" y="2194597"/>
            <a:ext cx="2487599" cy="670249"/>
          </a:xfrm>
          <a:prstGeom prst="roundRect">
            <a:avLst>
              <a:gd name="adj" fmla="val 0"/>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noAutofit/>
          </a:bodyPr>
          <a:lstStyle>
            <a:defPPr algn="l">
              <a:defRPr sz="1100" b="0" spc="0">
                <a:solidFill>
                  <a:srgbClr val="164A51"/>
                </a:solidFill>
                <a:latin typeface="Montserrat Medium"/>
                <a:ea typeface="Montserrat Medium"/>
                <a:cs typeface="Montserrat Medium"/>
              </a:defRPr>
            </a:defPPr>
            <a:lvl1pPr marL="0" algn="l" defTabSz="914400">
              <a:buNone/>
              <a:defRPr sz="1800" kern="1200" spc="0">
                <a:solidFill>
                  <a:schemeClr val="lt1"/>
                </a:solidFill>
                <a:latin typeface="+mn-lt"/>
                <a:ea typeface="+mn-lt"/>
                <a:cs typeface="+mn-lt"/>
              </a:defRPr>
            </a:lvl1pPr>
            <a:lvl2pPr marL="457200" algn="l" defTabSz="914400">
              <a:buNone/>
              <a:defRPr sz="1800" kern="1200" spc="0">
                <a:solidFill>
                  <a:schemeClr val="lt1"/>
                </a:solidFill>
                <a:latin typeface="+mn-lt"/>
                <a:ea typeface="+mn-lt"/>
                <a:cs typeface="+mn-lt"/>
              </a:defRPr>
            </a:lvl2pPr>
            <a:lvl3pPr marL="914400" algn="l" defTabSz="914400">
              <a:buNone/>
              <a:defRPr sz="1800" kern="1200" spc="0">
                <a:solidFill>
                  <a:schemeClr val="lt1"/>
                </a:solidFill>
                <a:latin typeface="+mn-lt"/>
                <a:ea typeface="+mn-lt"/>
                <a:cs typeface="+mn-lt"/>
              </a:defRPr>
            </a:lvl3pPr>
            <a:lvl4pPr marL="1371600" algn="l" defTabSz="914400">
              <a:buNone/>
              <a:defRPr sz="1800" kern="1200" spc="0">
                <a:solidFill>
                  <a:schemeClr val="lt1"/>
                </a:solidFill>
                <a:latin typeface="+mn-lt"/>
                <a:ea typeface="+mn-lt"/>
                <a:cs typeface="+mn-lt"/>
              </a:defRPr>
            </a:lvl4pPr>
            <a:lvl5pPr marL="1828800" algn="l" defTabSz="914400">
              <a:buNone/>
              <a:defRPr sz="1800" kern="1200" spc="0">
                <a:solidFill>
                  <a:schemeClr val="lt1"/>
                </a:solidFill>
                <a:latin typeface="+mn-lt"/>
                <a:ea typeface="+mn-lt"/>
                <a:cs typeface="+mn-lt"/>
              </a:defRPr>
            </a:lvl5pPr>
            <a:lvl6pPr marL="2286000" algn="l" defTabSz="914400">
              <a:buNone/>
              <a:defRPr sz="1800" kern="1200" spc="0">
                <a:solidFill>
                  <a:schemeClr val="lt1"/>
                </a:solidFill>
                <a:latin typeface="+mn-lt"/>
                <a:ea typeface="+mn-lt"/>
                <a:cs typeface="+mn-lt"/>
              </a:defRPr>
            </a:lvl6pPr>
            <a:lvl7pPr marL="2743200" algn="l" defTabSz="914400">
              <a:buNone/>
              <a:defRPr sz="1800" kern="1200" spc="0">
                <a:solidFill>
                  <a:schemeClr val="lt1"/>
                </a:solidFill>
                <a:latin typeface="+mn-lt"/>
                <a:ea typeface="+mn-lt"/>
                <a:cs typeface="+mn-lt"/>
              </a:defRPr>
            </a:lvl7pPr>
            <a:lvl8pPr marL="3200400" algn="l" defTabSz="914400">
              <a:buNone/>
              <a:defRPr sz="1800" kern="1200" spc="0">
                <a:solidFill>
                  <a:schemeClr val="lt1"/>
                </a:solidFill>
                <a:latin typeface="+mn-lt"/>
                <a:ea typeface="+mn-lt"/>
                <a:cs typeface="+mn-lt"/>
              </a:defRPr>
            </a:lvl8pPr>
            <a:lvl9pPr marL="3657600" algn="l" defTabSz="914400">
              <a:buNone/>
              <a:defRPr sz="1800" kern="1200" spc="0">
                <a:solidFill>
                  <a:schemeClr val="lt1"/>
                </a:solidFill>
                <a:latin typeface="+mn-lt"/>
                <a:ea typeface="+mn-lt"/>
                <a:cs typeface="+mn-lt"/>
              </a:defRPr>
            </a:lvl9pPr>
          </a:lstStyle>
          <a:p>
            <a:pPr marL="285750" indent="-285750" algn="l">
              <a:buFont typeface="Arial" panose="020B0604020202020204" pitchFamily="34" charset="0"/>
              <a:buChar char="•"/>
              <a:defRPr sz="1100" b="0" spc="0">
                <a:solidFill>
                  <a:srgbClr val="164A51"/>
                </a:solidFill>
                <a:latin typeface="Montserrat Medium"/>
                <a:ea typeface="Montserrat Medium"/>
                <a:cs typeface="Montserrat Medium"/>
              </a:defRPr>
            </a:pPr>
            <a:r>
              <a:rPr sz="1300" b="0" spc="0" dirty="0">
                <a:solidFill>
                  <a:srgbClr val="164A51"/>
                </a:solidFill>
                <a:latin typeface="Montserrat Medium"/>
                <a:ea typeface="Montserrat Medium"/>
                <a:cs typeface="Montserrat Medium"/>
              </a:rPr>
              <a:t>Conduct regional reconnaissance around the Plant</a:t>
            </a:r>
            <a:r>
              <a:rPr lang="en-US" sz="1300" b="0" spc="0" dirty="0">
                <a:solidFill>
                  <a:srgbClr val="164A51"/>
                </a:solidFill>
                <a:latin typeface="Montserrat Medium"/>
                <a:ea typeface="Montserrat Medium"/>
                <a:cs typeface="Montserrat Medium"/>
              </a:rPr>
              <a:t> area</a:t>
            </a:r>
            <a:r>
              <a:rPr sz="1300" b="0" spc="0" dirty="0">
                <a:solidFill>
                  <a:srgbClr val="164A51"/>
                </a:solidFill>
                <a:latin typeface="Montserrat Medium"/>
                <a:ea typeface="Montserrat Medium"/>
                <a:cs typeface="Montserrat Medium"/>
              </a:rPr>
              <a:t>.</a:t>
            </a:r>
            <a:endParaRPr sz="1300" spc="0" dirty="0">
              <a:solidFill>
                <a:schemeClr val="tx1"/>
              </a:solidFill>
            </a:endParaRPr>
          </a:p>
        </p:txBody>
      </p:sp>
      <p:sp>
        <p:nvSpPr>
          <p:cNvPr id="50" name="Straight Connector 49">
            <a:extLst>
              <a:ext uri="{FF2B5EF4-FFF2-40B4-BE49-F238E27FC236}">
                <a16:creationId xmlns:a16="http://schemas.microsoft.com/office/drawing/2014/main" id="{9A43002A-D542-43A1-B172-8EC5957CE773}"/>
              </a:ext>
            </a:extLst>
          </p:cNvPr>
          <p:cNvSpPr>
            <a:spLocks noGrp="1"/>
          </p:cNvSpPr>
          <p:nvPr/>
        </p:nvSpPr>
        <p:spPr>
          <a:xfrm flipV="1">
            <a:off x="406961" y="192534"/>
            <a:ext cx="0" cy="60108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51" name="TextBox 50">
            <a:extLst>
              <a:ext uri="{FF2B5EF4-FFF2-40B4-BE49-F238E27FC236}">
                <a16:creationId xmlns:a16="http://schemas.microsoft.com/office/drawing/2014/main" id="{AD1E3E5B-9600-EADF-B1DB-B97F7688B797}"/>
              </a:ext>
            </a:extLst>
          </p:cNvPr>
          <p:cNvSpPr>
            <a:spLocks noGrp="1"/>
          </p:cNvSpPr>
          <p:nvPr/>
        </p:nvSpPr>
        <p:spPr>
          <a:xfrm>
            <a:off x="562927" y="344508"/>
            <a:ext cx="10780894" cy="379976"/>
          </a:xfrm>
          <a:prstGeom prst="rect">
            <a:avLst/>
          </a:prstGeom>
          <a:noFill/>
        </p:spPr>
        <p:txBody>
          <a:bodyPr wrap="square" lIns="69080" tIns="34540" rIns="69080" bIns="34540" anchor="t">
            <a:normAutofit/>
          </a:bodyPr>
          <a:lstStyle>
            <a:defPPr algn="l">
              <a:defRPr sz="2040" b="0" spc="0">
                <a:solidFill>
                  <a:srgbClr val="FFFFFF"/>
                </a:solidFill>
                <a:latin typeface="Montserrat Medium"/>
                <a:ea typeface="Montserrat Medium"/>
                <a:cs typeface="Montserrat Medium"/>
              </a:defRPr>
            </a:defPPr>
          </a:lstStyle>
          <a:p>
            <a:pPr algn="l" defTabSz="1381667">
              <a:buNone/>
              <a:defRPr sz="2040" b="0" spc="0">
                <a:solidFill>
                  <a:srgbClr val="FFFFFF"/>
                </a:solidFill>
                <a:latin typeface="Montserrat Medium"/>
                <a:ea typeface="Montserrat Medium"/>
                <a:cs typeface="Montserrat Medium"/>
              </a:defRPr>
            </a:pPr>
            <a:r>
              <a:rPr sz="2040" b="0" spc="0">
                <a:solidFill>
                  <a:srgbClr val="FFFFFF"/>
                </a:solidFill>
                <a:latin typeface="Montserrat Medium"/>
                <a:ea typeface="Montserrat Medium"/>
                <a:cs typeface="Montserrat Medium"/>
              </a:rPr>
              <a:t>Critical Mineral Exploration and Development Timeline</a:t>
            </a:r>
          </a:p>
        </p:txBody>
      </p:sp>
      <p:pic>
        <p:nvPicPr>
          <p:cNvPr id="3" name="Picture 2">
            <a:extLst>
              <a:ext uri="{FF2B5EF4-FFF2-40B4-BE49-F238E27FC236}">
                <a16:creationId xmlns:a16="http://schemas.microsoft.com/office/drawing/2014/main" id="{E1694E84-44C3-077D-1759-4E787979207D}"/>
              </a:ext>
            </a:extLst>
          </p:cNvPr>
          <p:cNvPicPr>
            <a:picLocks noChangeAspect="1"/>
          </p:cNvPicPr>
          <p:nvPr/>
        </p:nvPicPr>
        <p:blipFill>
          <a:blip r:embed="rId3"/>
          <a:stretch>
            <a:fillRect/>
          </a:stretch>
        </p:blipFill>
        <p:spPr>
          <a:xfrm>
            <a:off x="169043" y="784769"/>
            <a:ext cx="1603387" cy="908383"/>
          </a:xfrm>
          <a:prstGeom prst="rect">
            <a:avLst/>
          </a:prstGeom>
        </p:spPr>
      </p:pic>
    </p:spTree>
    <p:extLst>
      <p:ext uri="{BB962C8B-B14F-4D97-AF65-F5344CB8AC3E}">
        <p14:creationId xmlns:p14="http://schemas.microsoft.com/office/powerpoint/2010/main" val="1538696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329A67C-FBE1-B070-2596-5F40F73A766F}"/>
              </a:ext>
            </a:extLst>
          </p:cNvPr>
          <p:cNvSpPr>
            <a:spLocks noGrp="1"/>
          </p:cNvSpPr>
          <p:nvPr/>
        </p:nvSpPr>
        <p:spPr>
          <a:xfrm>
            <a:off x="529582" y="170150"/>
            <a:ext cx="213352" cy="677989"/>
          </a:xfrm>
          <a:prstGeom prst="roundRect">
            <a:avLst>
              <a:gd name="adj" fmla="val 0"/>
            </a:avLst>
          </a:prstGeom>
          <a:solidFill>
            <a:srgbClr val="00B0B0">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2040"/>
          </a:p>
        </p:txBody>
      </p:sp>
      <p:sp>
        <p:nvSpPr>
          <p:cNvPr id="11" name="Google Shape;70;p15">
            <a:extLst>
              <a:ext uri="{FF2B5EF4-FFF2-40B4-BE49-F238E27FC236}">
                <a16:creationId xmlns:a16="http://schemas.microsoft.com/office/drawing/2014/main" id="{73B476B5-E8C6-5C9F-E584-EBBE1AADFB40}"/>
              </a:ext>
            </a:extLst>
          </p:cNvPr>
          <p:cNvSpPr>
            <a:spLocks noGrp="1"/>
          </p:cNvSpPr>
          <p:nvPr/>
        </p:nvSpPr>
        <p:spPr>
          <a:xfrm>
            <a:off x="781653" y="574530"/>
            <a:ext cx="10068055" cy="582300"/>
          </a:xfrm>
          <a:prstGeom prst="rect">
            <a:avLst/>
          </a:prstGeom>
          <a:noFill/>
          <a:ln>
            <a:noFill/>
          </a:ln>
        </p:spPr>
        <p:txBody>
          <a:bodyPr spcFirstLastPara="1" wrap="square" lIns="91425" tIns="45700" rIns="91425" bIns="45700" anchor="t">
            <a:normAutofit/>
          </a:bodyPr>
          <a:lstStyle>
            <a:defPPr algn="l">
              <a:defRPr sz="2200" b="1" spc="0">
                <a:solidFill>
                  <a:srgbClr val="C0A051"/>
                </a:solidFill>
                <a:latin typeface="Montserrat ExtraBold"/>
                <a:ea typeface="Montserrat ExtraBold"/>
                <a:cs typeface="Montserrat ExtraBold"/>
              </a:defRPr>
            </a:defPPr>
          </a:lstStyle>
          <a:p>
            <a:pPr lvl="0" algn="l">
              <a:lnSpc>
                <a:spcPct val="90000"/>
              </a:lnSpc>
              <a:buClr>
                <a:schemeClr val="lt1"/>
              </a:buClr>
              <a:buSzPts val="3000"/>
              <a:buNone/>
              <a:defRPr sz="2200" b="1" spc="0">
                <a:solidFill>
                  <a:srgbClr val="C0A051"/>
                </a:solidFill>
                <a:latin typeface="Montserrat ExtraBold"/>
                <a:ea typeface="Montserrat ExtraBold"/>
                <a:cs typeface="Montserrat ExtraBold"/>
              </a:defRPr>
            </a:pPr>
            <a:r>
              <a:rPr sz="2200" b="1" spc="0">
                <a:solidFill>
                  <a:srgbClr val="C0A051"/>
                </a:solidFill>
                <a:latin typeface="Montserrat ExtraBold"/>
                <a:ea typeface="Montserrat ExtraBold"/>
                <a:cs typeface="Montserrat ExtraBold"/>
              </a:rPr>
              <a:t>CRITICAL MINERAL LICENCE AREAS</a:t>
            </a:r>
          </a:p>
        </p:txBody>
      </p:sp>
      <p:sp>
        <p:nvSpPr>
          <p:cNvPr id="34" name="Freeform: Shape 33">
            <a:extLst>
              <a:ext uri="{FF2B5EF4-FFF2-40B4-BE49-F238E27FC236}">
                <a16:creationId xmlns:a16="http://schemas.microsoft.com/office/drawing/2014/main" id="{4F8CA21D-5BED-1299-B0F0-2161BC6BC802}"/>
              </a:ext>
            </a:extLst>
          </p:cNvPr>
          <p:cNvSpPr>
            <a:spLocks noGrp="1"/>
          </p:cNvSpPr>
          <p:nvPr/>
        </p:nvSpPr>
        <p:spPr>
          <a:xfrm>
            <a:off x="2815822" y="3123608"/>
            <a:ext cx="1119406" cy="1408541"/>
          </a:xfrm>
          <a:custGeom>
            <a:avLst/>
            <a:gdLst>
              <a:gd name="connsiteX0" fmla="*/ 975219 w 1122372"/>
              <a:gd name="connsiteY0" fmla="*/ 540724 h 1399264"/>
              <a:gd name="connsiteX1" fmla="*/ 962158 w 1122372"/>
              <a:gd name="connsiteY1" fmla="*/ 540724 h 1399264"/>
              <a:gd name="connsiteX2" fmla="*/ 935165 w 1122372"/>
              <a:gd name="connsiteY2" fmla="*/ 534629 h 1399264"/>
              <a:gd name="connsiteX3" fmla="*/ 908173 w 1122372"/>
              <a:gd name="connsiteY3" fmla="*/ 539853 h 1399264"/>
              <a:gd name="connsiteX4" fmla="*/ 827195 w 1122372"/>
              <a:gd name="connsiteY4" fmla="*/ 578165 h 1399264"/>
              <a:gd name="connsiteX5" fmla="*/ 797590 w 1122372"/>
              <a:gd name="connsiteY5" fmla="*/ 584261 h 1399264"/>
              <a:gd name="connsiteX6" fmla="*/ 796719 w 1122372"/>
              <a:gd name="connsiteY6" fmla="*/ 588614 h 1399264"/>
              <a:gd name="connsiteX7" fmla="*/ 800202 w 1122372"/>
              <a:gd name="connsiteY7" fmla="*/ 596451 h 1399264"/>
              <a:gd name="connsiteX8" fmla="*/ 802814 w 1122372"/>
              <a:gd name="connsiteY8" fmla="*/ 599934 h 1399264"/>
              <a:gd name="connsiteX9" fmla="*/ 821099 w 1122372"/>
              <a:gd name="connsiteY9" fmla="*/ 607770 h 1399264"/>
              <a:gd name="connsiteX10" fmla="*/ 826324 w 1122372"/>
              <a:gd name="connsiteY10" fmla="*/ 612124 h 1399264"/>
              <a:gd name="connsiteX11" fmla="*/ 829807 w 1122372"/>
              <a:gd name="connsiteY11" fmla="*/ 619961 h 1399264"/>
              <a:gd name="connsiteX12" fmla="*/ 840256 w 1122372"/>
              <a:gd name="connsiteY12" fmla="*/ 650436 h 1399264"/>
              <a:gd name="connsiteX13" fmla="*/ 841126 w 1122372"/>
              <a:gd name="connsiteY13" fmla="*/ 658273 h 1399264"/>
              <a:gd name="connsiteX14" fmla="*/ 840256 w 1122372"/>
              <a:gd name="connsiteY14" fmla="*/ 664368 h 1399264"/>
              <a:gd name="connsiteX15" fmla="*/ 828936 w 1122372"/>
              <a:gd name="connsiteY15" fmla="*/ 680041 h 1399264"/>
              <a:gd name="connsiteX16" fmla="*/ 826324 w 1122372"/>
              <a:gd name="connsiteY16" fmla="*/ 689619 h 1399264"/>
              <a:gd name="connsiteX17" fmla="*/ 825453 w 1122372"/>
              <a:gd name="connsiteY17" fmla="*/ 699197 h 1399264"/>
              <a:gd name="connsiteX18" fmla="*/ 826324 w 1122372"/>
              <a:gd name="connsiteY18" fmla="*/ 711387 h 1399264"/>
              <a:gd name="connsiteX19" fmla="*/ 828936 w 1122372"/>
              <a:gd name="connsiteY19" fmla="*/ 722707 h 1399264"/>
              <a:gd name="connsiteX20" fmla="*/ 835031 w 1122372"/>
              <a:gd name="connsiteY20" fmla="*/ 758407 h 1399264"/>
              <a:gd name="connsiteX21" fmla="*/ 836773 w 1122372"/>
              <a:gd name="connsiteY21" fmla="*/ 773209 h 1399264"/>
              <a:gd name="connsiteX22" fmla="*/ 839385 w 1122372"/>
              <a:gd name="connsiteY22" fmla="*/ 780175 h 1399264"/>
              <a:gd name="connsiteX23" fmla="*/ 843738 w 1122372"/>
              <a:gd name="connsiteY23" fmla="*/ 785399 h 1399264"/>
              <a:gd name="connsiteX24" fmla="*/ 856799 w 1122372"/>
              <a:gd name="connsiteY24" fmla="*/ 794977 h 1399264"/>
              <a:gd name="connsiteX25" fmla="*/ 861153 w 1122372"/>
              <a:gd name="connsiteY25" fmla="*/ 799331 h 1399264"/>
              <a:gd name="connsiteX26" fmla="*/ 868990 w 1122372"/>
              <a:gd name="connsiteY26" fmla="*/ 808909 h 1399264"/>
              <a:gd name="connsiteX27" fmla="*/ 872473 w 1122372"/>
              <a:gd name="connsiteY27" fmla="*/ 812392 h 1399264"/>
              <a:gd name="connsiteX28" fmla="*/ 875085 w 1122372"/>
              <a:gd name="connsiteY28" fmla="*/ 819358 h 1399264"/>
              <a:gd name="connsiteX29" fmla="*/ 885534 w 1122372"/>
              <a:gd name="connsiteY29" fmla="*/ 857670 h 1399264"/>
              <a:gd name="connsiteX30" fmla="*/ 908173 w 1122372"/>
              <a:gd name="connsiteY30" fmla="*/ 924716 h 1399264"/>
              <a:gd name="connsiteX31" fmla="*/ 916009 w 1122372"/>
              <a:gd name="connsiteY31" fmla="*/ 938648 h 1399264"/>
              <a:gd name="connsiteX32" fmla="*/ 921234 w 1122372"/>
              <a:gd name="connsiteY32" fmla="*/ 945614 h 1399264"/>
              <a:gd name="connsiteX33" fmla="*/ 927329 w 1122372"/>
              <a:gd name="connsiteY33" fmla="*/ 953451 h 1399264"/>
              <a:gd name="connsiteX34" fmla="*/ 931682 w 1122372"/>
              <a:gd name="connsiteY34" fmla="*/ 963899 h 1399264"/>
              <a:gd name="connsiteX35" fmla="*/ 949968 w 1122372"/>
              <a:gd name="connsiteY35" fmla="*/ 1019626 h 1399264"/>
              <a:gd name="connsiteX36" fmla="*/ 951709 w 1122372"/>
              <a:gd name="connsiteY36" fmla="*/ 1028333 h 1399264"/>
              <a:gd name="connsiteX37" fmla="*/ 952580 w 1122372"/>
              <a:gd name="connsiteY37" fmla="*/ 1037911 h 1399264"/>
              <a:gd name="connsiteX38" fmla="*/ 951709 w 1122372"/>
              <a:gd name="connsiteY38" fmla="*/ 1045748 h 1399264"/>
              <a:gd name="connsiteX39" fmla="*/ 947355 w 1122372"/>
              <a:gd name="connsiteY39" fmla="*/ 1057938 h 1399264"/>
              <a:gd name="connsiteX40" fmla="*/ 946485 w 1122372"/>
              <a:gd name="connsiteY40" fmla="*/ 1064033 h 1399264"/>
              <a:gd name="connsiteX41" fmla="*/ 947355 w 1122372"/>
              <a:gd name="connsiteY41" fmla="*/ 1070999 h 1399264"/>
              <a:gd name="connsiteX42" fmla="*/ 954321 w 1122372"/>
              <a:gd name="connsiteY42" fmla="*/ 1083190 h 1399264"/>
              <a:gd name="connsiteX43" fmla="*/ 990892 w 1122372"/>
              <a:gd name="connsiteY43" fmla="*/ 1128467 h 1399264"/>
              <a:gd name="connsiteX44" fmla="*/ 1008307 w 1122372"/>
              <a:gd name="connsiteY44" fmla="*/ 1155460 h 1399264"/>
              <a:gd name="connsiteX45" fmla="*/ 1007436 w 1122372"/>
              <a:gd name="connsiteY45" fmla="*/ 1168521 h 1399264"/>
              <a:gd name="connsiteX46" fmla="*/ 995246 w 1122372"/>
              <a:gd name="connsiteY46" fmla="*/ 1200738 h 1399264"/>
              <a:gd name="connsiteX47" fmla="*/ 992633 w 1122372"/>
              <a:gd name="connsiteY47" fmla="*/ 1209446 h 1399264"/>
              <a:gd name="connsiteX48" fmla="*/ 991763 w 1122372"/>
              <a:gd name="connsiteY48" fmla="*/ 1218153 h 1399264"/>
              <a:gd name="connsiteX49" fmla="*/ 991763 w 1122372"/>
              <a:gd name="connsiteY49" fmla="*/ 1226860 h 1399264"/>
              <a:gd name="connsiteX50" fmla="*/ 994375 w 1122372"/>
              <a:gd name="connsiteY50" fmla="*/ 1235567 h 1399264"/>
              <a:gd name="connsiteX51" fmla="*/ 1000470 w 1122372"/>
              <a:gd name="connsiteY51" fmla="*/ 1246887 h 1399264"/>
              <a:gd name="connsiteX52" fmla="*/ 1012660 w 1122372"/>
              <a:gd name="connsiteY52" fmla="*/ 1256465 h 1399264"/>
              <a:gd name="connsiteX53" fmla="*/ 1021368 w 1122372"/>
              <a:gd name="connsiteY53" fmla="*/ 1261689 h 1399264"/>
              <a:gd name="connsiteX54" fmla="*/ 1030946 w 1122372"/>
              <a:gd name="connsiteY54" fmla="*/ 1266043 h 1399264"/>
              <a:gd name="connsiteX55" fmla="*/ 1053585 w 1122372"/>
              <a:gd name="connsiteY55" fmla="*/ 1281716 h 1399264"/>
              <a:gd name="connsiteX56" fmla="*/ 1080577 w 1122372"/>
              <a:gd name="connsiteY56" fmla="*/ 1306967 h 1399264"/>
              <a:gd name="connsiteX57" fmla="*/ 1100604 w 1122372"/>
              <a:gd name="connsiteY57" fmla="*/ 1334831 h 1399264"/>
              <a:gd name="connsiteX58" fmla="*/ 1122372 w 1122372"/>
              <a:gd name="connsiteY58" fmla="*/ 1348762 h 1399264"/>
              <a:gd name="connsiteX59" fmla="*/ 1121502 w 1122372"/>
              <a:gd name="connsiteY59" fmla="*/ 1359211 h 1399264"/>
              <a:gd name="connsiteX60" fmla="*/ 1119760 w 1122372"/>
              <a:gd name="connsiteY60" fmla="*/ 1366177 h 1399264"/>
              <a:gd name="connsiteX61" fmla="*/ 1113665 w 1122372"/>
              <a:gd name="connsiteY61" fmla="*/ 1372272 h 1399264"/>
              <a:gd name="connsiteX62" fmla="*/ 1108441 w 1122372"/>
              <a:gd name="connsiteY62" fmla="*/ 1374884 h 1399264"/>
              <a:gd name="connsiteX63" fmla="*/ 1069258 w 1122372"/>
              <a:gd name="connsiteY63" fmla="*/ 1369660 h 1399264"/>
              <a:gd name="connsiteX64" fmla="*/ 1035299 w 1122372"/>
              <a:gd name="connsiteY64" fmla="*/ 1374014 h 1399264"/>
              <a:gd name="connsiteX65" fmla="*/ 1030946 w 1122372"/>
              <a:gd name="connsiteY65" fmla="*/ 1371402 h 1399264"/>
              <a:gd name="connsiteX66" fmla="*/ 1023109 w 1122372"/>
              <a:gd name="connsiteY66" fmla="*/ 1366177 h 1399264"/>
              <a:gd name="connsiteX67" fmla="*/ 1017885 w 1122372"/>
              <a:gd name="connsiteY67" fmla="*/ 1367048 h 1399264"/>
              <a:gd name="connsiteX68" fmla="*/ 1014402 w 1122372"/>
              <a:gd name="connsiteY68" fmla="*/ 1370531 h 1399264"/>
              <a:gd name="connsiteX69" fmla="*/ 1011790 w 1122372"/>
              <a:gd name="connsiteY69" fmla="*/ 1376626 h 1399264"/>
              <a:gd name="connsiteX70" fmla="*/ 1005694 w 1122372"/>
              <a:gd name="connsiteY70" fmla="*/ 1391428 h 1399264"/>
              <a:gd name="connsiteX71" fmla="*/ 1001341 w 1122372"/>
              <a:gd name="connsiteY71" fmla="*/ 1396653 h 1399264"/>
              <a:gd name="connsiteX72" fmla="*/ 994375 w 1122372"/>
              <a:gd name="connsiteY72" fmla="*/ 1399265 h 1399264"/>
              <a:gd name="connsiteX73" fmla="*/ 985668 w 1122372"/>
              <a:gd name="connsiteY73" fmla="*/ 1397523 h 1399264"/>
              <a:gd name="connsiteX74" fmla="*/ 976960 w 1122372"/>
              <a:gd name="connsiteY74" fmla="*/ 1391428 h 1399264"/>
              <a:gd name="connsiteX75" fmla="*/ 970865 w 1122372"/>
              <a:gd name="connsiteY75" fmla="*/ 1383592 h 1399264"/>
              <a:gd name="connsiteX76" fmla="*/ 960416 w 1122372"/>
              <a:gd name="connsiteY76" fmla="*/ 1366177 h 1399264"/>
              <a:gd name="connsiteX77" fmla="*/ 954321 w 1122372"/>
              <a:gd name="connsiteY77" fmla="*/ 1360082 h 1399264"/>
              <a:gd name="connsiteX78" fmla="*/ 946485 w 1122372"/>
              <a:gd name="connsiteY78" fmla="*/ 1360082 h 1399264"/>
              <a:gd name="connsiteX79" fmla="*/ 938648 w 1122372"/>
              <a:gd name="connsiteY79" fmla="*/ 1360953 h 1399264"/>
              <a:gd name="connsiteX80" fmla="*/ 929941 w 1122372"/>
              <a:gd name="connsiteY80" fmla="*/ 1360953 h 1399264"/>
              <a:gd name="connsiteX81" fmla="*/ 912526 w 1122372"/>
              <a:gd name="connsiteY81" fmla="*/ 1353116 h 1399264"/>
              <a:gd name="connsiteX82" fmla="*/ 892499 w 1122372"/>
              <a:gd name="connsiteY82" fmla="*/ 1348762 h 1399264"/>
              <a:gd name="connsiteX83" fmla="*/ 885534 w 1122372"/>
              <a:gd name="connsiteY83" fmla="*/ 1348762 h 1399264"/>
              <a:gd name="connsiteX84" fmla="*/ 886404 w 1122372"/>
              <a:gd name="connsiteY84" fmla="*/ 1343538 h 1399264"/>
              <a:gd name="connsiteX85" fmla="*/ 882921 w 1122372"/>
              <a:gd name="connsiteY85" fmla="*/ 1328736 h 1399264"/>
              <a:gd name="connsiteX86" fmla="*/ 875085 w 1122372"/>
              <a:gd name="connsiteY86" fmla="*/ 1314804 h 1399264"/>
              <a:gd name="connsiteX87" fmla="*/ 865507 w 1122372"/>
              <a:gd name="connsiteY87" fmla="*/ 1305226 h 1399264"/>
              <a:gd name="connsiteX88" fmla="*/ 862024 w 1122372"/>
              <a:gd name="connsiteY88" fmla="*/ 1300001 h 1399264"/>
              <a:gd name="connsiteX89" fmla="*/ 860282 w 1122372"/>
              <a:gd name="connsiteY89" fmla="*/ 1292165 h 1399264"/>
              <a:gd name="connsiteX90" fmla="*/ 863765 w 1122372"/>
              <a:gd name="connsiteY90" fmla="*/ 1282587 h 1399264"/>
              <a:gd name="connsiteX91" fmla="*/ 863765 w 1122372"/>
              <a:gd name="connsiteY91" fmla="*/ 1275621 h 1399264"/>
              <a:gd name="connsiteX92" fmla="*/ 857670 w 1122372"/>
              <a:gd name="connsiteY92" fmla="*/ 1268655 h 1399264"/>
              <a:gd name="connsiteX93" fmla="*/ 850704 w 1122372"/>
              <a:gd name="connsiteY93" fmla="*/ 1247758 h 1399264"/>
              <a:gd name="connsiteX94" fmla="*/ 846351 w 1122372"/>
              <a:gd name="connsiteY94" fmla="*/ 1241663 h 1399264"/>
              <a:gd name="connsiteX95" fmla="*/ 841126 w 1122372"/>
              <a:gd name="connsiteY95" fmla="*/ 1236438 h 1399264"/>
              <a:gd name="connsiteX96" fmla="*/ 835031 w 1122372"/>
              <a:gd name="connsiteY96" fmla="*/ 1232955 h 1399264"/>
              <a:gd name="connsiteX97" fmla="*/ 828936 w 1122372"/>
              <a:gd name="connsiteY97" fmla="*/ 1231214 h 1399264"/>
              <a:gd name="connsiteX98" fmla="*/ 822841 w 1122372"/>
              <a:gd name="connsiteY98" fmla="*/ 1231214 h 1399264"/>
              <a:gd name="connsiteX99" fmla="*/ 812392 w 1122372"/>
              <a:gd name="connsiteY99" fmla="*/ 1229472 h 1399264"/>
              <a:gd name="connsiteX100" fmla="*/ 803685 w 1122372"/>
              <a:gd name="connsiteY100" fmla="*/ 1219894 h 1399264"/>
              <a:gd name="connsiteX101" fmla="*/ 738380 w 1122372"/>
              <a:gd name="connsiteY101" fmla="*/ 1103216 h 1399264"/>
              <a:gd name="connsiteX102" fmla="*/ 738380 w 1122372"/>
              <a:gd name="connsiteY102" fmla="*/ 1097121 h 1399264"/>
              <a:gd name="connsiteX103" fmla="*/ 742734 w 1122372"/>
              <a:gd name="connsiteY103" fmla="*/ 1088414 h 1399264"/>
              <a:gd name="connsiteX104" fmla="*/ 743604 w 1122372"/>
              <a:gd name="connsiteY104" fmla="*/ 1082319 h 1399264"/>
              <a:gd name="connsiteX105" fmla="*/ 743604 w 1122372"/>
              <a:gd name="connsiteY105" fmla="*/ 1075353 h 1399264"/>
              <a:gd name="connsiteX106" fmla="*/ 740121 w 1122372"/>
              <a:gd name="connsiteY106" fmla="*/ 1070129 h 1399264"/>
              <a:gd name="connsiteX107" fmla="*/ 733156 w 1122372"/>
              <a:gd name="connsiteY107" fmla="*/ 1064904 h 1399264"/>
              <a:gd name="connsiteX108" fmla="*/ 731414 w 1122372"/>
              <a:gd name="connsiteY108" fmla="*/ 1054455 h 1399264"/>
              <a:gd name="connsiteX109" fmla="*/ 731414 w 1122372"/>
              <a:gd name="connsiteY109" fmla="*/ 1041394 h 1399264"/>
              <a:gd name="connsiteX110" fmla="*/ 730543 w 1122372"/>
              <a:gd name="connsiteY110" fmla="*/ 1029204 h 1399264"/>
              <a:gd name="connsiteX111" fmla="*/ 727060 w 1122372"/>
              <a:gd name="connsiteY111" fmla="*/ 1023980 h 1399264"/>
              <a:gd name="connsiteX112" fmla="*/ 718353 w 1122372"/>
              <a:gd name="connsiteY112" fmla="*/ 1017014 h 1399264"/>
              <a:gd name="connsiteX113" fmla="*/ 714870 w 1122372"/>
              <a:gd name="connsiteY113" fmla="*/ 1010919 h 1399264"/>
              <a:gd name="connsiteX114" fmla="*/ 707034 w 1122372"/>
              <a:gd name="connsiteY114" fmla="*/ 991763 h 1399264"/>
              <a:gd name="connsiteX115" fmla="*/ 702680 w 1122372"/>
              <a:gd name="connsiteY115" fmla="*/ 985668 h 1399264"/>
              <a:gd name="connsiteX116" fmla="*/ 700068 w 1122372"/>
              <a:gd name="connsiteY116" fmla="*/ 977831 h 1399264"/>
              <a:gd name="connsiteX117" fmla="*/ 702680 w 1122372"/>
              <a:gd name="connsiteY117" fmla="*/ 971736 h 1399264"/>
              <a:gd name="connsiteX118" fmla="*/ 706163 w 1122372"/>
              <a:gd name="connsiteY118" fmla="*/ 967382 h 1399264"/>
              <a:gd name="connsiteX119" fmla="*/ 704422 w 1122372"/>
              <a:gd name="connsiteY119" fmla="*/ 963029 h 1399264"/>
              <a:gd name="connsiteX120" fmla="*/ 699197 w 1122372"/>
              <a:gd name="connsiteY120" fmla="*/ 958675 h 1399264"/>
              <a:gd name="connsiteX121" fmla="*/ 693102 w 1122372"/>
              <a:gd name="connsiteY121" fmla="*/ 955192 h 1399264"/>
              <a:gd name="connsiteX122" fmla="*/ 668722 w 1122372"/>
              <a:gd name="connsiteY122" fmla="*/ 948226 h 1399264"/>
              <a:gd name="connsiteX123" fmla="*/ 655661 w 1122372"/>
              <a:gd name="connsiteY123" fmla="*/ 942131 h 1399264"/>
              <a:gd name="connsiteX124" fmla="*/ 644341 w 1122372"/>
              <a:gd name="connsiteY124" fmla="*/ 934294 h 1399264"/>
              <a:gd name="connsiteX125" fmla="*/ 633892 w 1122372"/>
              <a:gd name="connsiteY125" fmla="*/ 923846 h 1399264"/>
              <a:gd name="connsiteX126" fmla="*/ 630409 w 1122372"/>
              <a:gd name="connsiteY126" fmla="*/ 918621 h 1399264"/>
              <a:gd name="connsiteX127" fmla="*/ 627797 w 1122372"/>
              <a:gd name="connsiteY127" fmla="*/ 910785 h 1399264"/>
              <a:gd name="connsiteX128" fmla="*/ 626056 w 1122372"/>
              <a:gd name="connsiteY128" fmla="*/ 902077 h 1399264"/>
              <a:gd name="connsiteX129" fmla="*/ 626926 w 1122372"/>
              <a:gd name="connsiteY129" fmla="*/ 895112 h 1399264"/>
              <a:gd name="connsiteX130" fmla="*/ 628668 w 1122372"/>
              <a:gd name="connsiteY130" fmla="*/ 885534 h 1399264"/>
              <a:gd name="connsiteX131" fmla="*/ 627797 w 1122372"/>
              <a:gd name="connsiteY131" fmla="*/ 878568 h 1399264"/>
              <a:gd name="connsiteX132" fmla="*/ 623443 w 1122372"/>
              <a:gd name="connsiteY132" fmla="*/ 874214 h 1399264"/>
              <a:gd name="connsiteX133" fmla="*/ 612124 w 1122372"/>
              <a:gd name="connsiteY133" fmla="*/ 874214 h 1399264"/>
              <a:gd name="connsiteX134" fmla="*/ 601675 w 1122372"/>
              <a:gd name="connsiteY134" fmla="*/ 870731 h 1399264"/>
              <a:gd name="connsiteX135" fmla="*/ 597322 w 1122372"/>
              <a:gd name="connsiteY135" fmla="*/ 872473 h 1399264"/>
              <a:gd name="connsiteX136" fmla="*/ 595580 w 1122372"/>
              <a:gd name="connsiteY136" fmla="*/ 877697 h 1399264"/>
              <a:gd name="connsiteX137" fmla="*/ 593839 w 1122372"/>
              <a:gd name="connsiteY137" fmla="*/ 888146 h 1399264"/>
              <a:gd name="connsiteX138" fmla="*/ 590356 w 1122372"/>
              <a:gd name="connsiteY138" fmla="*/ 893370 h 1399264"/>
              <a:gd name="connsiteX139" fmla="*/ 581648 w 1122372"/>
              <a:gd name="connsiteY139" fmla="*/ 896853 h 1399264"/>
              <a:gd name="connsiteX140" fmla="*/ 552914 w 1122372"/>
              <a:gd name="connsiteY140" fmla="*/ 898595 h 1399264"/>
              <a:gd name="connsiteX141" fmla="*/ 544207 w 1122372"/>
              <a:gd name="connsiteY141" fmla="*/ 896853 h 1399264"/>
              <a:gd name="connsiteX142" fmla="*/ 541595 w 1122372"/>
              <a:gd name="connsiteY142" fmla="*/ 891629 h 1399264"/>
              <a:gd name="connsiteX143" fmla="*/ 538983 w 1122372"/>
              <a:gd name="connsiteY143" fmla="*/ 880309 h 1399264"/>
              <a:gd name="connsiteX144" fmla="*/ 537241 w 1122372"/>
              <a:gd name="connsiteY144" fmla="*/ 875085 h 1399264"/>
              <a:gd name="connsiteX145" fmla="*/ 532887 w 1122372"/>
              <a:gd name="connsiteY145" fmla="*/ 870731 h 1399264"/>
              <a:gd name="connsiteX146" fmla="*/ 523309 w 1122372"/>
              <a:gd name="connsiteY146" fmla="*/ 868119 h 1399264"/>
              <a:gd name="connsiteX147" fmla="*/ 518956 w 1122372"/>
              <a:gd name="connsiteY147" fmla="*/ 866377 h 1399264"/>
              <a:gd name="connsiteX148" fmla="*/ 515473 w 1122372"/>
              <a:gd name="connsiteY148" fmla="*/ 861153 h 1399264"/>
              <a:gd name="connsiteX149" fmla="*/ 511119 w 1122372"/>
              <a:gd name="connsiteY149" fmla="*/ 848092 h 1399264"/>
              <a:gd name="connsiteX150" fmla="*/ 502412 w 1122372"/>
              <a:gd name="connsiteY150" fmla="*/ 844609 h 1399264"/>
              <a:gd name="connsiteX151" fmla="*/ 498929 w 1122372"/>
              <a:gd name="connsiteY151" fmla="*/ 841126 h 1399264"/>
              <a:gd name="connsiteX152" fmla="*/ 497187 w 1122372"/>
              <a:gd name="connsiteY152" fmla="*/ 835031 h 1399264"/>
              <a:gd name="connsiteX153" fmla="*/ 497187 w 1122372"/>
              <a:gd name="connsiteY153" fmla="*/ 828936 h 1399264"/>
              <a:gd name="connsiteX154" fmla="*/ 496317 w 1122372"/>
              <a:gd name="connsiteY154" fmla="*/ 817617 h 1399264"/>
              <a:gd name="connsiteX155" fmla="*/ 487609 w 1122372"/>
              <a:gd name="connsiteY155" fmla="*/ 813263 h 1399264"/>
              <a:gd name="connsiteX156" fmla="*/ 477161 w 1122372"/>
              <a:gd name="connsiteY156" fmla="*/ 813263 h 1399264"/>
              <a:gd name="connsiteX157" fmla="*/ 470195 w 1122372"/>
              <a:gd name="connsiteY157" fmla="*/ 816746 h 1399264"/>
              <a:gd name="connsiteX158" fmla="*/ 456263 w 1122372"/>
              <a:gd name="connsiteY158" fmla="*/ 816746 h 1399264"/>
              <a:gd name="connsiteX159" fmla="*/ 451909 w 1122372"/>
              <a:gd name="connsiteY159" fmla="*/ 816746 h 1399264"/>
              <a:gd name="connsiteX160" fmla="*/ 441461 w 1122372"/>
              <a:gd name="connsiteY160" fmla="*/ 810651 h 1399264"/>
              <a:gd name="connsiteX161" fmla="*/ 437107 w 1122372"/>
              <a:gd name="connsiteY161" fmla="*/ 809780 h 1399264"/>
              <a:gd name="connsiteX162" fmla="*/ 431883 w 1122372"/>
              <a:gd name="connsiteY162" fmla="*/ 812392 h 1399264"/>
              <a:gd name="connsiteX163" fmla="*/ 418822 w 1122372"/>
              <a:gd name="connsiteY163" fmla="*/ 823712 h 1399264"/>
              <a:gd name="connsiteX164" fmla="*/ 414468 w 1122372"/>
              <a:gd name="connsiteY164" fmla="*/ 828065 h 1399264"/>
              <a:gd name="connsiteX165" fmla="*/ 407502 w 1122372"/>
              <a:gd name="connsiteY165" fmla="*/ 833290 h 1399264"/>
              <a:gd name="connsiteX166" fmla="*/ 400536 w 1122372"/>
              <a:gd name="connsiteY166" fmla="*/ 835031 h 1399264"/>
              <a:gd name="connsiteX167" fmla="*/ 386605 w 1122372"/>
              <a:gd name="connsiteY167" fmla="*/ 832419 h 1399264"/>
              <a:gd name="connsiteX168" fmla="*/ 361353 w 1122372"/>
              <a:gd name="connsiteY168" fmla="*/ 832419 h 1399264"/>
              <a:gd name="connsiteX169" fmla="*/ 353517 w 1122372"/>
              <a:gd name="connsiteY169" fmla="*/ 828065 h 1399264"/>
              <a:gd name="connsiteX170" fmla="*/ 323041 w 1122372"/>
              <a:gd name="connsiteY170" fmla="*/ 786270 h 1399264"/>
              <a:gd name="connsiteX171" fmla="*/ 318688 w 1122372"/>
              <a:gd name="connsiteY171" fmla="*/ 782787 h 1399264"/>
              <a:gd name="connsiteX172" fmla="*/ 311722 w 1122372"/>
              <a:gd name="connsiteY172" fmla="*/ 781046 h 1399264"/>
              <a:gd name="connsiteX173" fmla="*/ 296049 w 1122372"/>
              <a:gd name="connsiteY173" fmla="*/ 782787 h 1399264"/>
              <a:gd name="connsiteX174" fmla="*/ 289083 w 1122372"/>
              <a:gd name="connsiteY174" fmla="*/ 782787 h 1399264"/>
              <a:gd name="connsiteX175" fmla="*/ 281246 w 1122372"/>
              <a:gd name="connsiteY175" fmla="*/ 776692 h 1399264"/>
              <a:gd name="connsiteX176" fmla="*/ 262961 w 1122372"/>
              <a:gd name="connsiteY176" fmla="*/ 758407 h 1399264"/>
              <a:gd name="connsiteX177" fmla="*/ 255124 w 1122372"/>
              <a:gd name="connsiteY177" fmla="*/ 755795 h 1399264"/>
              <a:gd name="connsiteX178" fmla="*/ 248158 w 1122372"/>
              <a:gd name="connsiteY178" fmla="*/ 756665 h 1399264"/>
              <a:gd name="connsiteX179" fmla="*/ 242934 w 1122372"/>
              <a:gd name="connsiteY179" fmla="*/ 754053 h 1399264"/>
              <a:gd name="connsiteX180" fmla="*/ 232485 w 1122372"/>
              <a:gd name="connsiteY180" fmla="*/ 745346 h 1399264"/>
              <a:gd name="connsiteX181" fmla="*/ 228132 w 1122372"/>
              <a:gd name="connsiteY181" fmla="*/ 740121 h 1399264"/>
              <a:gd name="connsiteX182" fmla="*/ 226390 w 1122372"/>
              <a:gd name="connsiteY182" fmla="*/ 732285 h 1399264"/>
              <a:gd name="connsiteX183" fmla="*/ 224649 w 1122372"/>
              <a:gd name="connsiteY183" fmla="*/ 724448 h 1399264"/>
              <a:gd name="connsiteX184" fmla="*/ 222907 w 1122372"/>
              <a:gd name="connsiteY184" fmla="*/ 716612 h 1399264"/>
              <a:gd name="connsiteX185" fmla="*/ 222036 w 1122372"/>
              <a:gd name="connsiteY185" fmla="*/ 708775 h 1399264"/>
              <a:gd name="connsiteX186" fmla="*/ 226390 w 1122372"/>
              <a:gd name="connsiteY186" fmla="*/ 693973 h 1399264"/>
              <a:gd name="connsiteX187" fmla="*/ 223778 w 1122372"/>
              <a:gd name="connsiteY187" fmla="*/ 687007 h 1399264"/>
              <a:gd name="connsiteX188" fmla="*/ 207234 w 1122372"/>
              <a:gd name="connsiteY188" fmla="*/ 666109 h 1399264"/>
              <a:gd name="connsiteX189" fmla="*/ 201139 w 1122372"/>
              <a:gd name="connsiteY189" fmla="*/ 663497 h 1399264"/>
              <a:gd name="connsiteX190" fmla="*/ 189819 w 1122372"/>
              <a:gd name="connsiteY190" fmla="*/ 666109 h 1399264"/>
              <a:gd name="connsiteX191" fmla="*/ 183724 w 1122372"/>
              <a:gd name="connsiteY191" fmla="*/ 666109 h 1399264"/>
              <a:gd name="connsiteX192" fmla="*/ 175017 w 1122372"/>
              <a:gd name="connsiteY192" fmla="*/ 660014 h 1399264"/>
              <a:gd name="connsiteX193" fmla="*/ 161085 w 1122372"/>
              <a:gd name="connsiteY193" fmla="*/ 641729 h 1399264"/>
              <a:gd name="connsiteX194" fmla="*/ 154119 w 1122372"/>
              <a:gd name="connsiteY194" fmla="*/ 635634 h 1399264"/>
              <a:gd name="connsiteX195" fmla="*/ 134963 w 1122372"/>
              <a:gd name="connsiteY195" fmla="*/ 625185 h 1399264"/>
              <a:gd name="connsiteX196" fmla="*/ 130610 w 1122372"/>
              <a:gd name="connsiteY196" fmla="*/ 624314 h 1399264"/>
              <a:gd name="connsiteX197" fmla="*/ 121032 w 1122372"/>
              <a:gd name="connsiteY197" fmla="*/ 625185 h 1399264"/>
              <a:gd name="connsiteX198" fmla="*/ 115807 w 1122372"/>
              <a:gd name="connsiteY198" fmla="*/ 625185 h 1399264"/>
              <a:gd name="connsiteX199" fmla="*/ 111454 w 1122372"/>
              <a:gd name="connsiteY199" fmla="*/ 622573 h 1399264"/>
              <a:gd name="connsiteX200" fmla="*/ 102746 w 1122372"/>
              <a:gd name="connsiteY200" fmla="*/ 615607 h 1399264"/>
              <a:gd name="connsiteX201" fmla="*/ 94910 w 1122372"/>
              <a:gd name="connsiteY201" fmla="*/ 612124 h 1399264"/>
              <a:gd name="connsiteX202" fmla="*/ 90556 w 1122372"/>
              <a:gd name="connsiteY202" fmla="*/ 606900 h 1399264"/>
              <a:gd name="connsiteX203" fmla="*/ 85332 w 1122372"/>
              <a:gd name="connsiteY203" fmla="*/ 605158 h 1399264"/>
              <a:gd name="connsiteX204" fmla="*/ 75754 w 1122372"/>
              <a:gd name="connsiteY204" fmla="*/ 606029 h 1399264"/>
              <a:gd name="connsiteX205" fmla="*/ 67046 w 1122372"/>
              <a:gd name="connsiteY205" fmla="*/ 601675 h 1399264"/>
              <a:gd name="connsiteX206" fmla="*/ 58339 w 1122372"/>
              <a:gd name="connsiteY206" fmla="*/ 592097 h 1399264"/>
              <a:gd name="connsiteX207" fmla="*/ 55727 w 1122372"/>
              <a:gd name="connsiteY207" fmla="*/ 581648 h 1399264"/>
              <a:gd name="connsiteX208" fmla="*/ 68788 w 1122372"/>
              <a:gd name="connsiteY208" fmla="*/ 572070 h 1399264"/>
              <a:gd name="connsiteX209" fmla="*/ 74012 w 1122372"/>
              <a:gd name="connsiteY209" fmla="*/ 559880 h 1399264"/>
              <a:gd name="connsiteX210" fmla="*/ 86202 w 1122372"/>
              <a:gd name="connsiteY210" fmla="*/ 552044 h 1399264"/>
              <a:gd name="connsiteX211" fmla="*/ 88815 w 1122372"/>
              <a:gd name="connsiteY211" fmla="*/ 547690 h 1399264"/>
              <a:gd name="connsiteX212" fmla="*/ 87073 w 1122372"/>
              <a:gd name="connsiteY212" fmla="*/ 537241 h 1399264"/>
              <a:gd name="connsiteX213" fmla="*/ 80107 w 1122372"/>
              <a:gd name="connsiteY213" fmla="*/ 528534 h 1399264"/>
              <a:gd name="connsiteX214" fmla="*/ 64434 w 1122372"/>
              <a:gd name="connsiteY214" fmla="*/ 518085 h 1399264"/>
              <a:gd name="connsiteX215" fmla="*/ 58339 w 1122372"/>
              <a:gd name="connsiteY215" fmla="*/ 515473 h 1399264"/>
              <a:gd name="connsiteX216" fmla="*/ 46149 w 1122372"/>
              <a:gd name="connsiteY216" fmla="*/ 516343 h 1399264"/>
              <a:gd name="connsiteX217" fmla="*/ 28734 w 1122372"/>
              <a:gd name="connsiteY217" fmla="*/ 508507 h 1399264"/>
              <a:gd name="connsiteX218" fmla="*/ 22639 w 1122372"/>
              <a:gd name="connsiteY218" fmla="*/ 505024 h 1399264"/>
              <a:gd name="connsiteX219" fmla="*/ 19156 w 1122372"/>
              <a:gd name="connsiteY219" fmla="*/ 499800 h 1399264"/>
              <a:gd name="connsiteX220" fmla="*/ 18285 w 1122372"/>
              <a:gd name="connsiteY220" fmla="*/ 496317 h 1399264"/>
              <a:gd name="connsiteX221" fmla="*/ 17415 w 1122372"/>
              <a:gd name="connsiteY221" fmla="*/ 487609 h 1399264"/>
              <a:gd name="connsiteX222" fmla="*/ 16544 w 1122372"/>
              <a:gd name="connsiteY222" fmla="*/ 483256 h 1399264"/>
              <a:gd name="connsiteX223" fmla="*/ 11320 w 1122372"/>
              <a:gd name="connsiteY223" fmla="*/ 478902 h 1399264"/>
              <a:gd name="connsiteX224" fmla="*/ 5224 w 1122372"/>
              <a:gd name="connsiteY224" fmla="*/ 476290 h 1399264"/>
              <a:gd name="connsiteX225" fmla="*/ 871 w 1122372"/>
              <a:gd name="connsiteY225" fmla="*/ 471066 h 1399264"/>
              <a:gd name="connsiteX226" fmla="*/ 0 w 1122372"/>
              <a:gd name="connsiteY226" fmla="*/ 464100 h 1399264"/>
              <a:gd name="connsiteX227" fmla="*/ 1741 w 1122372"/>
              <a:gd name="connsiteY227" fmla="*/ 456263 h 1399264"/>
              <a:gd name="connsiteX228" fmla="*/ 6095 w 1122372"/>
              <a:gd name="connsiteY228" fmla="*/ 450168 h 1399264"/>
              <a:gd name="connsiteX229" fmla="*/ 26993 w 1122372"/>
              <a:gd name="connsiteY229" fmla="*/ 439719 h 1399264"/>
              <a:gd name="connsiteX230" fmla="*/ 36571 w 1122372"/>
              <a:gd name="connsiteY230" fmla="*/ 431012 h 1399264"/>
              <a:gd name="connsiteX231" fmla="*/ 36571 w 1122372"/>
              <a:gd name="connsiteY231" fmla="*/ 416209 h 1399264"/>
              <a:gd name="connsiteX232" fmla="*/ 33088 w 1122372"/>
              <a:gd name="connsiteY232" fmla="*/ 410985 h 1399264"/>
              <a:gd name="connsiteX233" fmla="*/ 27863 w 1122372"/>
              <a:gd name="connsiteY233" fmla="*/ 409244 h 1399264"/>
              <a:gd name="connsiteX234" fmla="*/ 23510 w 1122372"/>
              <a:gd name="connsiteY234" fmla="*/ 405761 h 1399264"/>
              <a:gd name="connsiteX235" fmla="*/ 21768 w 1122372"/>
              <a:gd name="connsiteY235" fmla="*/ 397053 h 1399264"/>
              <a:gd name="connsiteX236" fmla="*/ 22639 w 1122372"/>
              <a:gd name="connsiteY236" fmla="*/ 388346 h 1399264"/>
              <a:gd name="connsiteX237" fmla="*/ 26993 w 1122372"/>
              <a:gd name="connsiteY237" fmla="*/ 376156 h 1399264"/>
              <a:gd name="connsiteX238" fmla="*/ 26122 w 1122372"/>
              <a:gd name="connsiteY238" fmla="*/ 366578 h 1399264"/>
              <a:gd name="connsiteX239" fmla="*/ 22639 w 1122372"/>
              <a:gd name="connsiteY239" fmla="*/ 354388 h 1399264"/>
              <a:gd name="connsiteX240" fmla="*/ 21768 w 1122372"/>
              <a:gd name="connsiteY240" fmla="*/ 349163 h 1399264"/>
              <a:gd name="connsiteX241" fmla="*/ 26993 w 1122372"/>
              <a:gd name="connsiteY241" fmla="*/ 351775 h 1399264"/>
              <a:gd name="connsiteX242" fmla="*/ 32217 w 1122372"/>
              <a:gd name="connsiteY242" fmla="*/ 351775 h 1399264"/>
              <a:gd name="connsiteX243" fmla="*/ 60080 w 1122372"/>
              <a:gd name="connsiteY243" fmla="*/ 348293 h 1399264"/>
              <a:gd name="connsiteX244" fmla="*/ 64434 w 1122372"/>
              <a:gd name="connsiteY244" fmla="*/ 344810 h 1399264"/>
              <a:gd name="connsiteX245" fmla="*/ 69658 w 1122372"/>
              <a:gd name="connsiteY245" fmla="*/ 338714 h 1399264"/>
              <a:gd name="connsiteX246" fmla="*/ 79237 w 1122372"/>
              <a:gd name="connsiteY246" fmla="*/ 328266 h 1399264"/>
              <a:gd name="connsiteX247" fmla="*/ 101005 w 1122372"/>
              <a:gd name="connsiteY247" fmla="*/ 315205 h 1399264"/>
              <a:gd name="connsiteX248" fmla="*/ 110583 w 1122372"/>
              <a:gd name="connsiteY248" fmla="*/ 305627 h 1399264"/>
              <a:gd name="connsiteX249" fmla="*/ 111454 w 1122372"/>
              <a:gd name="connsiteY249" fmla="*/ 295178 h 1399264"/>
              <a:gd name="connsiteX250" fmla="*/ 106229 w 1122372"/>
              <a:gd name="connsiteY250" fmla="*/ 282988 h 1399264"/>
              <a:gd name="connsiteX251" fmla="*/ 102746 w 1122372"/>
              <a:gd name="connsiteY251" fmla="*/ 269927 h 1399264"/>
              <a:gd name="connsiteX252" fmla="*/ 107971 w 1122372"/>
              <a:gd name="connsiteY252" fmla="*/ 257736 h 1399264"/>
              <a:gd name="connsiteX253" fmla="*/ 110583 w 1122372"/>
              <a:gd name="connsiteY253" fmla="*/ 253383 h 1399264"/>
              <a:gd name="connsiteX254" fmla="*/ 114937 w 1122372"/>
              <a:gd name="connsiteY254" fmla="*/ 239451 h 1399264"/>
              <a:gd name="connsiteX255" fmla="*/ 118419 w 1122372"/>
              <a:gd name="connsiteY255" fmla="*/ 234227 h 1399264"/>
              <a:gd name="connsiteX256" fmla="*/ 125385 w 1122372"/>
              <a:gd name="connsiteY256" fmla="*/ 229873 h 1399264"/>
              <a:gd name="connsiteX257" fmla="*/ 174146 w 1122372"/>
              <a:gd name="connsiteY257" fmla="*/ 220295 h 1399264"/>
              <a:gd name="connsiteX258" fmla="*/ 180241 w 1122372"/>
              <a:gd name="connsiteY258" fmla="*/ 220295 h 1399264"/>
              <a:gd name="connsiteX259" fmla="*/ 193302 w 1122372"/>
              <a:gd name="connsiteY259" fmla="*/ 224649 h 1399264"/>
              <a:gd name="connsiteX260" fmla="*/ 199397 w 1122372"/>
              <a:gd name="connsiteY260" fmla="*/ 225519 h 1399264"/>
              <a:gd name="connsiteX261" fmla="*/ 216812 w 1122372"/>
              <a:gd name="connsiteY261" fmla="*/ 224649 h 1399264"/>
              <a:gd name="connsiteX262" fmla="*/ 222036 w 1122372"/>
              <a:gd name="connsiteY262" fmla="*/ 222907 h 1399264"/>
              <a:gd name="connsiteX263" fmla="*/ 233356 w 1122372"/>
              <a:gd name="connsiteY263" fmla="*/ 215071 h 1399264"/>
              <a:gd name="connsiteX264" fmla="*/ 237710 w 1122372"/>
              <a:gd name="connsiteY264" fmla="*/ 213329 h 1399264"/>
              <a:gd name="connsiteX265" fmla="*/ 242934 w 1122372"/>
              <a:gd name="connsiteY265" fmla="*/ 214200 h 1399264"/>
              <a:gd name="connsiteX266" fmla="*/ 246417 w 1122372"/>
              <a:gd name="connsiteY266" fmla="*/ 217683 h 1399264"/>
              <a:gd name="connsiteX267" fmla="*/ 253383 w 1122372"/>
              <a:gd name="connsiteY267" fmla="*/ 227261 h 1399264"/>
              <a:gd name="connsiteX268" fmla="*/ 259478 w 1122372"/>
              <a:gd name="connsiteY268" fmla="*/ 232485 h 1399264"/>
              <a:gd name="connsiteX269" fmla="*/ 265573 w 1122372"/>
              <a:gd name="connsiteY269" fmla="*/ 234227 h 1399264"/>
              <a:gd name="connsiteX270" fmla="*/ 306497 w 1122372"/>
              <a:gd name="connsiteY270" fmla="*/ 236839 h 1399264"/>
              <a:gd name="connsiteX271" fmla="*/ 308239 w 1122372"/>
              <a:gd name="connsiteY271" fmla="*/ 235097 h 1399264"/>
              <a:gd name="connsiteX272" fmla="*/ 302144 w 1122372"/>
              <a:gd name="connsiteY272" fmla="*/ 221166 h 1399264"/>
              <a:gd name="connsiteX273" fmla="*/ 303014 w 1122372"/>
              <a:gd name="connsiteY273" fmla="*/ 205493 h 1399264"/>
              <a:gd name="connsiteX274" fmla="*/ 303014 w 1122372"/>
              <a:gd name="connsiteY274" fmla="*/ 199397 h 1399264"/>
              <a:gd name="connsiteX275" fmla="*/ 305627 w 1122372"/>
              <a:gd name="connsiteY275" fmla="*/ 195044 h 1399264"/>
              <a:gd name="connsiteX276" fmla="*/ 311722 w 1122372"/>
              <a:gd name="connsiteY276" fmla="*/ 193302 h 1399264"/>
              <a:gd name="connsiteX277" fmla="*/ 316946 w 1122372"/>
              <a:gd name="connsiteY277" fmla="*/ 195915 h 1399264"/>
              <a:gd name="connsiteX278" fmla="*/ 319558 w 1122372"/>
              <a:gd name="connsiteY278" fmla="*/ 201139 h 1399264"/>
              <a:gd name="connsiteX279" fmla="*/ 322171 w 1122372"/>
              <a:gd name="connsiteY279" fmla="*/ 207234 h 1399264"/>
              <a:gd name="connsiteX280" fmla="*/ 331749 w 1122372"/>
              <a:gd name="connsiteY280" fmla="*/ 226390 h 1399264"/>
              <a:gd name="connsiteX281" fmla="*/ 335231 w 1122372"/>
              <a:gd name="connsiteY281" fmla="*/ 229002 h 1399264"/>
              <a:gd name="connsiteX282" fmla="*/ 345680 w 1122372"/>
              <a:gd name="connsiteY282" fmla="*/ 227261 h 1399264"/>
              <a:gd name="connsiteX283" fmla="*/ 384863 w 1122372"/>
              <a:gd name="connsiteY283" fmla="*/ 208976 h 1399264"/>
              <a:gd name="connsiteX284" fmla="*/ 394441 w 1122372"/>
              <a:gd name="connsiteY284" fmla="*/ 201139 h 1399264"/>
              <a:gd name="connsiteX285" fmla="*/ 399666 w 1122372"/>
              <a:gd name="connsiteY285" fmla="*/ 191561 h 1399264"/>
              <a:gd name="connsiteX286" fmla="*/ 396183 w 1122372"/>
              <a:gd name="connsiteY286" fmla="*/ 181112 h 1399264"/>
              <a:gd name="connsiteX287" fmla="*/ 390088 w 1122372"/>
              <a:gd name="connsiteY287" fmla="*/ 169793 h 1399264"/>
              <a:gd name="connsiteX288" fmla="*/ 391829 w 1122372"/>
              <a:gd name="connsiteY288" fmla="*/ 159344 h 1399264"/>
              <a:gd name="connsiteX289" fmla="*/ 399666 w 1122372"/>
              <a:gd name="connsiteY289" fmla="*/ 154119 h 1399264"/>
              <a:gd name="connsiteX290" fmla="*/ 409244 w 1122372"/>
              <a:gd name="connsiteY290" fmla="*/ 156732 h 1399264"/>
              <a:gd name="connsiteX291" fmla="*/ 425788 w 1122372"/>
              <a:gd name="connsiteY291" fmla="*/ 171534 h 1399264"/>
              <a:gd name="connsiteX292" fmla="*/ 433624 w 1122372"/>
              <a:gd name="connsiteY292" fmla="*/ 176758 h 1399264"/>
              <a:gd name="connsiteX293" fmla="*/ 442331 w 1122372"/>
              <a:gd name="connsiteY293" fmla="*/ 176758 h 1399264"/>
              <a:gd name="connsiteX294" fmla="*/ 449297 w 1122372"/>
              <a:gd name="connsiteY294" fmla="*/ 168922 h 1399264"/>
              <a:gd name="connsiteX295" fmla="*/ 454522 w 1122372"/>
              <a:gd name="connsiteY295" fmla="*/ 158473 h 1399264"/>
              <a:gd name="connsiteX296" fmla="*/ 460617 w 1122372"/>
              <a:gd name="connsiteY296" fmla="*/ 150637 h 1399264"/>
              <a:gd name="connsiteX297" fmla="*/ 470195 w 1122372"/>
              <a:gd name="connsiteY297" fmla="*/ 150637 h 1399264"/>
              <a:gd name="connsiteX298" fmla="*/ 482385 w 1122372"/>
              <a:gd name="connsiteY298" fmla="*/ 142800 h 1399264"/>
              <a:gd name="connsiteX299" fmla="*/ 507636 w 1122372"/>
              <a:gd name="connsiteY299" fmla="*/ 133222 h 1399264"/>
              <a:gd name="connsiteX300" fmla="*/ 525922 w 1122372"/>
              <a:gd name="connsiteY300" fmla="*/ 123644 h 1399264"/>
              <a:gd name="connsiteX301" fmla="*/ 531146 w 1122372"/>
              <a:gd name="connsiteY301" fmla="*/ 118419 h 1399264"/>
              <a:gd name="connsiteX302" fmla="*/ 533758 w 1122372"/>
              <a:gd name="connsiteY302" fmla="*/ 112324 h 1399264"/>
              <a:gd name="connsiteX303" fmla="*/ 531146 w 1122372"/>
              <a:gd name="connsiteY303" fmla="*/ 104488 h 1399264"/>
              <a:gd name="connsiteX304" fmla="*/ 525922 w 1122372"/>
              <a:gd name="connsiteY304" fmla="*/ 101876 h 1399264"/>
              <a:gd name="connsiteX305" fmla="*/ 513731 w 1122372"/>
              <a:gd name="connsiteY305" fmla="*/ 95780 h 1399264"/>
              <a:gd name="connsiteX306" fmla="*/ 511119 w 1122372"/>
              <a:gd name="connsiteY306" fmla="*/ 90556 h 1399264"/>
              <a:gd name="connsiteX307" fmla="*/ 511119 w 1122372"/>
              <a:gd name="connsiteY307" fmla="*/ 86202 h 1399264"/>
              <a:gd name="connsiteX308" fmla="*/ 514602 w 1122372"/>
              <a:gd name="connsiteY308" fmla="*/ 81849 h 1399264"/>
              <a:gd name="connsiteX309" fmla="*/ 513731 w 1122372"/>
              <a:gd name="connsiteY309" fmla="*/ 74883 h 1399264"/>
              <a:gd name="connsiteX310" fmla="*/ 509378 w 1122372"/>
              <a:gd name="connsiteY310" fmla="*/ 70529 h 1399264"/>
              <a:gd name="connsiteX311" fmla="*/ 507636 w 1122372"/>
              <a:gd name="connsiteY311" fmla="*/ 67917 h 1399264"/>
              <a:gd name="connsiteX312" fmla="*/ 507636 w 1122372"/>
              <a:gd name="connsiteY312" fmla="*/ 62693 h 1399264"/>
              <a:gd name="connsiteX313" fmla="*/ 510248 w 1122372"/>
              <a:gd name="connsiteY313" fmla="*/ 41795 h 1399264"/>
              <a:gd name="connsiteX314" fmla="*/ 521568 w 1122372"/>
              <a:gd name="connsiteY314" fmla="*/ 32217 h 1399264"/>
              <a:gd name="connsiteX315" fmla="*/ 536370 w 1122372"/>
              <a:gd name="connsiteY315" fmla="*/ 26993 h 1399264"/>
              <a:gd name="connsiteX316" fmla="*/ 575553 w 1122372"/>
              <a:gd name="connsiteY316" fmla="*/ 25251 h 1399264"/>
              <a:gd name="connsiteX317" fmla="*/ 590356 w 1122372"/>
              <a:gd name="connsiteY317" fmla="*/ 21768 h 1399264"/>
              <a:gd name="connsiteX318" fmla="*/ 603417 w 1122372"/>
              <a:gd name="connsiteY318" fmla="*/ 14802 h 1399264"/>
              <a:gd name="connsiteX319" fmla="*/ 610383 w 1122372"/>
              <a:gd name="connsiteY319" fmla="*/ 4354 h 1399264"/>
              <a:gd name="connsiteX320" fmla="*/ 611253 w 1122372"/>
              <a:gd name="connsiteY320" fmla="*/ 0 h 1399264"/>
              <a:gd name="connsiteX321" fmla="*/ 617348 w 1122372"/>
              <a:gd name="connsiteY321" fmla="*/ 2612 h 1399264"/>
              <a:gd name="connsiteX322" fmla="*/ 632151 w 1122372"/>
              <a:gd name="connsiteY322" fmla="*/ 12190 h 1399264"/>
              <a:gd name="connsiteX323" fmla="*/ 638246 w 1122372"/>
              <a:gd name="connsiteY323" fmla="*/ 19156 h 1399264"/>
              <a:gd name="connsiteX324" fmla="*/ 645212 w 1122372"/>
              <a:gd name="connsiteY324" fmla="*/ 37441 h 1399264"/>
              <a:gd name="connsiteX325" fmla="*/ 653048 w 1122372"/>
              <a:gd name="connsiteY325" fmla="*/ 63563 h 1399264"/>
              <a:gd name="connsiteX326" fmla="*/ 655661 w 1122372"/>
              <a:gd name="connsiteY326" fmla="*/ 79237 h 1399264"/>
              <a:gd name="connsiteX327" fmla="*/ 655661 w 1122372"/>
              <a:gd name="connsiteY327" fmla="*/ 89685 h 1399264"/>
              <a:gd name="connsiteX328" fmla="*/ 657402 w 1122372"/>
              <a:gd name="connsiteY328" fmla="*/ 97522 h 1399264"/>
              <a:gd name="connsiteX329" fmla="*/ 659143 w 1122372"/>
              <a:gd name="connsiteY329" fmla="*/ 101005 h 1399264"/>
              <a:gd name="connsiteX330" fmla="*/ 676558 w 1122372"/>
              <a:gd name="connsiteY330" fmla="*/ 129739 h 1399264"/>
              <a:gd name="connsiteX331" fmla="*/ 680912 w 1122372"/>
              <a:gd name="connsiteY331" fmla="*/ 139317 h 1399264"/>
              <a:gd name="connsiteX332" fmla="*/ 685265 w 1122372"/>
              <a:gd name="connsiteY332" fmla="*/ 159344 h 1399264"/>
              <a:gd name="connsiteX333" fmla="*/ 689619 w 1122372"/>
              <a:gd name="connsiteY333" fmla="*/ 169793 h 1399264"/>
              <a:gd name="connsiteX334" fmla="*/ 693102 w 1122372"/>
              <a:gd name="connsiteY334" fmla="*/ 179371 h 1399264"/>
              <a:gd name="connsiteX335" fmla="*/ 697456 w 1122372"/>
              <a:gd name="connsiteY335" fmla="*/ 184595 h 1399264"/>
              <a:gd name="connsiteX336" fmla="*/ 704422 w 1122372"/>
              <a:gd name="connsiteY336" fmla="*/ 191561 h 1399264"/>
              <a:gd name="connsiteX337" fmla="*/ 754053 w 1122372"/>
              <a:gd name="connsiteY337" fmla="*/ 216812 h 1399264"/>
              <a:gd name="connsiteX338" fmla="*/ 783658 w 1122372"/>
              <a:gd name="connsiteY338" fmla="*/ 241193 h 1399264"/>
              <a:gd name="connsiteX339" fmla="*/ 788882 w 1122372"/>
              <a:gd name="connsiteY339" fmla="*/ 254254 h 1399264"/>
              <a:gd name="connsiteX340" fmla="*/ 787141 w 1122372"/>
              <a:gd name="connsiteY340" fmla="*/ 261219 h 1399264"/>
              <a:gd name="connsiteX341" fmla="*/ 789753 w 1122372"/>
              <a:gd name="connsiteY341" fmla="*/ 269927 h 1399264"/>
              <a:gd name="connsiteX342" fmla="*/ 794107 w 1122372"/>
              <a:gd name="connsiteY342" fmla="*/ 280375 h 1399264"/>
              <a:gd name="connsiteX343" fmla="*/ 795848 w 1122372"/>
              <a:gd name="connsiteY343" fmla="*/ 283858 h 1399264"/>
              <a:gd name="connsiteX344" fmla="*/ 803685 w 1122372"/>
              <a:gd name="connsiteY344" fmla="*/ 287341 h 1399264"/>
              <a:gd name="connsiteX345" fmla="*/ 819358 w 1122372"/>
              <a:gd name="connsiteY345" fmla="*/ 288212 h 1399264"/>
              <a:gd name="connsiteX346" fmla="*/ 852446 w 1122372"/>
              <a:gd name="connsiteY346" fmla="*/ 292566 h 1399264"/>
              <a:gd name="connsiteX347" fmla="*/ 855929 w 1122372"/>
              <a:gd name="connsiteY347" fmla="*/ 296919 h 1399264"/>
              <a:gd name="connsiteX348" fmla="*/ 856799 w 1122372"/>
              <a:gd name="connsiteY348" fmla="*/ 301273 h 1399264"/>
              <a:gd name="connsiteX349" fmla="*/ 858541 w 1122372"/>
              <a:gd name="connsiteY349" fmla="*/ 312592 h 1399264"/>
              <a:gd name="connsiteX350" fmla="*/ 856799 w 1122372"/>
              <a:gd name="connsiteY350" fmla="*/ 323912 h 1399264"/>
              <a:gd name="connsiteX351" fmla="*/ 857670 w 1122372"/>
              <a:gd name="connsiteY351" fmla="*/ 329136 h 1399264"/>
              <a:gd name="connsiteX352" fmla="*/ 860282 w 1122372"/>
              <a:gd name="connsiteY352" fmla="*/ 335232 h 1399264"/>
              <a:gd name="connsiteX353" fmla="*/ 876826 w 1122372"/>
              <a:gd name="connsiteY353" fmla="*/ 362224 h 1399264"/>
              <a:gd name="connsiteX354" fmla="*/ 882921 w 1122372"/>
              <a:gd name="connsiteY354" fmla="*/ 368319 h 1399264"/>
              <a:gd name="connsiteX355" fmla="*/ 889016 w 1122372"/>
              <a:gd name="connsiteY355" fmla="*/ 386605 h 1399264"/>
              <a:gd name="connsiteX356" fmla="*/ 904690 w 1122372"/>
              <a:gd name="connsiteY356" fmla="*/ 423175 h 1399264"/>
              <a:gd name="connsiteX357" fmla="*/ 916009 w 1122372"/>
              <a:gd name="connsiteY357" fmla="*/ 431012 h 1399264"/>
              <a:gd name="connsiteX358" fmla="*/ 935165 w 1122372"/>
              <a:gd name="connsiteY358" fmla="*/ 437978 h 1399264"/>
              <a:gd name="connsiteX359" fmla="*/ 938648 w 1122372"/>
              <a:gd name="connsiteY359" fmla="*/ 439719 h 1399264"/>
              <a:gd name="connsiteX360" fmla="*/ 943002 w 1122372"/>
              <a:gd name="connsiteY360" fmla="*/ 444944 h 1399264"/>
              <a:gd name="connsiteX361" fmla="*/ 949097 w 1122372"/>
              <a:gd name="connsiteY361" fmla="*/ 455392 h 1399264"/>
              <a:gd name="connsiteX362" fmla="*/ 957804 w 1122372"/>
              <a:gd name="connsiteY362" fmla="*/ 464100 h 1399264"/>
              <a:gd name="connsiteX363" fmla="*/ 961287 w 1122372"/>
              <a:gd name="connsiteY363" fmla="*/ 469324 h 1399264"/>
              <a:gd name="connsiteX364" fmla="*/ 965641 w 1122372"/>
              <a:gd name="connsiteY364" fmla="*/ 478902 h 1399264"/>
              <a:gd name="connsiteX365" fmla="*/ 974348 w 1122372"/>
              <a:gd name="connsiteY365" fmla="*/ 512861 h 1399264"/>
              <a:gd name="connsiteX366" fmla="*/ 976960 w 1122372"/>
              <a:gd name="connsiteY366" fmla="*/ 522439 h 1399264"/>
              <a:gd name="connsiteX367" fmla="*/ 975219 w 1122372"/>
              <a:gd name="connsiteY367" fmla="*/ 532017 h 1399264"/>
              <a:gd name="connsiteX368" fmla="*/ 975219 w 1122372"/>
              <a:gd name="connsiteY368" fmla="*/ 540724 h 1399264"/>
            </a:gdLst>
            <a:ahLst/>
            <a:cxnLst/>
            <a:rect l="l" t="t" r="r" b="b"/>
            <a:pathLst>
              <a:path w="1122372" h="1399264">
                <a:moveTo>
                  <a:pt x="975219" y="540724"/>
                </a:moveTo>
                <a:lnTo>
                  <a:pt x="962158" y="540724"/>
                </a:lnTo>
                <a:lnTo>
                  <a:pt x="935165" y="534629"/>
                </a:lnTo>
                <a:lnTo>
                  <a:pt x="908173" y="539853"/>
                </a:lnTo>
                <a:lnTo>
                  <a:pt x="827195" y="578165"/>
                </a:lnTo>
                <a:lnTo>
                  <a:pt x="797590" y="584261"/>
                </a:lnTo>
                <a:lnTo>
                  <a:pt x="796719" y="588614"/>
                </a:lnTo>
                <a:lnTo>
                  <a:pt x="800202" y="596451"/>
                </a:lnTo>
                <a:lnTo>
                  <a:pt x="802814" y="599934"/>
                </a:lnTo>
                <a:lnTo>
                  <a:pt x="821099" y="607770"/>
                </a:lnTo>
                <a:lnTo>
                  <a:pt x="826324" y="612124"/>
                </a:lnTo>
                <a:lnTo>
                  <a:pt x="829807" y="619961"/>
                </a:lnTo>
                <a:lnTo>
                  <a:pt x="840256" y="650436"/>
                </a:lnTo>
                <a:lnTo>
                  <a:pt x="841126" y="658273"/>
                </a:lnTo>
                <a:lnTo>
                  <a:pt x="840256" y="664368"/>
                </a:lnTo>
                <a:lnTo>
                  <a:pt x="828936" y="680041"/>
                </a:lnTo>
                <a:lnTo>
                  <a:pt x="826324" y="689619"/>
                </a:lnTo>
                <a:lnTo>
                  <a:pt x="825453" y="699197"/>
                </a:lnTo>
                <a:lnTo>
                  <a:pt x="826324" y="711387"/>
                </a:lnTo>
                <a:lnTo>
                  <a:pt x="828936" y="722707"/>
                </a:lnTo>
                <a:lnTo>
                  <a:pt x="835031" y="758407"/>
                </a:lnTo>
                <a:lnTo>
                  <a:pt x="836773" y="773209"/>
                </a:lnTo>
                <a:lnTo>
                  <a:pt x="839385" y="780175"/>
                </a:lnTo>
                <a:lnTo>
                  <a:pt x="843738" y="785399"/>
                </a:lnTo>
                <a:lnTo>
                  <a:pt x="856799" y="794977"/>
                </a:lnTo>
                <a:lnTo>
                  <a:pt x="861153" y="799331"/>
                </a:lnTo>
                <a:lnTo>
                  <a:pt x="868990" y="808909"/>
                </a:lnTo>
                <a:lnTo>
                  <a:pt x="872473" y="812392"/>
                </a:lnTo>
                <a:lnTo>
                  <a:pt x="875085" y="819358"/>
                </a:lnTo>
                <a:lnTo>
                  <a:pt x="885534" y="857670"/>
                </a:lnTo>
                <a:lnTo>
                  <a:pt x="908173" y="924716"/>
                </a:lnTo>
                <a:lnTo>
                  <a:pt x="916009" y="938648"/>
                </a:lnTo>
                <a:lnTo>
                  <a:pt x="921234" y="945614"/>
                </a:lnTo>
                <a:lnTo>
                  <a:pt x="927329" y="953451"/>
                </a:lnTo>
                <a:lnTo>
                  <a:pt x="931682" y="963899"/>
                </a:lnTo>
                <a:lnTo>
                  <a:pt x="949968" y="1019626"/>
                </a:lnTo>
                <a:lnTo>
                  <a:pt x="951709" y="1028333"/>
                </a:lnTo>
                <a:lnTo>
                  <a:pt x="952580" y="1037911"/>
                </a:lnTo>
                <a:lnTo>
                  <a:pt x="951709" y="1045748"/>
                </a:lnTo>
                <a:lnTo>
                  <a:pt x="947355" y="1057938"/>
                </a:lnTo>
                <a:lnTo>
                  <a:pt x="946485" y="1064033"/>
                </a:lnTo>
                <a:lnTo>
                  <a:pt x="947355" y="1070999"/>
                </a:lnTo>
                <a:lnTo>
                  <a:pt x="954321" y="1083190"/>
                </a:lnTo>
                <a:lnTo>
                  <a:pt x="990892" y="1128467"/>
                </a:lnTo>
                <a:lnTo>
                  <a:pt x="1008307" y="1155460"/>
                </a:lnTo>
                <a:lnTo>
                  <a:pt x="1007436" y="1168521"/>
                </a:lnTo>
                <a:lnTo>
                  <a:pt x="995246" y="1200738"/>
                </a:lnTo>
                <a:lnTo>
                  <a:pt x="992633" y="1209446"/>
                </a:lnTo>
                <a:lnTo>
                  <a:pt x="991763" y="1218153"/>
                </a:lnTo>
                <a:lnTo>
                  <a:pt x="991763" y="1226860"/>
                </a:lnTo>
                <a:lnTo>
                  <a:pt x="994375" y="1235567"/>
                </a:lnTo>
                <a:lnTo>
                  <a:pt x="1000470" y="1246887"/>
                </a:lnTo>
                <a:lnTo>
                  <a:pt x="1012660" y="1256465"/>
                </a:lnTo>
                <a:lnTo>
                  <a:pt x="1021368" y="1261689"/>
                </a:lnTo>
                <a:lnTo>
                  <a:pt x="1030946" y="1266043"/>
                </a:lnTo>
                <a:lnTo>
                  <a:pt x="1053585" y="1281716"/>
                </a:lnTo>
                <a:lnTo>
                  <a:pt x="1080577" y="1306967"/>
                </a:lnTo>
                <a:lnTo>
                  <a:pt x="1100604" y="1334831"/>
                </a:lnTo>
                <a:lnTo>
                  <a:pt x="1122372" y="1348762"/>
                </a:lnTo>
                <a:lnTo>
                  <a:pt x="1121502" y="1359211"/>
                </a:lnTo>
                <a:lnTo>
                  <a:pt x="1119760" y="1366177"/>
                </a:lnTo>
                <a:lnTo>
                  <a:pt x="1113665" y="1372272"/>
                </a:lnTo>
                <a:lnTo>
                  <a:pt x="1108441" y="1374884"/>
                </a:lnTo>
                <a:lnTo>
                  <a:pt x="1069258" y="1369660"/>
                </a:lnTo>
                <a:lnTo>
                  <a:pt x="1035299" y="1374014"/>
                </a:lnTo>
                <a:lnTo>
                  <a:pt x="1030946" y="1371402"/>
                </a:lnTo>
                <a:lnTo>
                  <a:pt x="1023109" y="1366177"/>
                </a:lnTo>
                <a:lnTo>
                  <a:pt x="1017885" y="1367048"/>
                </a:lnTo>
                <a:lnTo>
                  <a:pt x="1014402" y="1370531"/>
                </a:lnTo>
                <a:lnTo>
                  <a:pt x="1011790" y="1376626"/>
                </a:lnTo>
                <a:lnTo>
                  <a:pt x="1005694" y="1391428"/>
                </a:lnTo>
                <a:lnTo>
                  <a:pt x="1001341" y="1396653"/>
                </a:lnTo>
                <a:lnTo>
                  <a:pt x="994375" y="1399265"/>
                </a:lnTo>
                <a:lnTo>
                  <a:pt x="985668" y="1397523"/>
                </a:lnTo>
                <a:lnTo>
                  <a:pt x="976960" y="1391428"/>
                </a:lnTo>
                <a:lnTo>
                  <a:pt x="970865" y="1383592"/>
                </a:lnTo>
                <a:lnTo>
                  <a:pt x="960416" y="1366177"/>
                </a:lnTo>
                <a:lnTo>
                  <a:pt x="954321" y="1360082"/>
                </a:lnTo>
                <a:lnTo>
                  <a:pt x="946485" y="1360082"/>
                </a:lnTo>
                <a:lnTo>
                  <a:pt x="938648" y="1360953"/>
                </a:lnTo>
                <a:lnTo>
                  <a:pt x="929941" y="1360953"/>
                </a:lnTo>
                <a:lnTo>
                  <a:pt x="912526" y="1353116"/>
                </a:lnTo>
                <a:lnTo>
                  <a:pt x="892499" y="1348762"/>
                </a:lnTo>
                <a:lnTo>
                  <a:pt x="885534" y="1348762"/>
                </a:lnTo>
                <a:lnTo>
                  <a:pt x="886404" y="1343538"/>
                </a:lnTo>
                <a:lnTo>
                  <a:pt x="882921" y="1328736"/>
                </a:lnTo>
                <a:lnTo>
                  <a:pt x="875085" y="1314804"/>
                </a:lnTo>
                <a:lnTo>
                  <a:pt x="865507" y="1305226"/>
                </a:lnTo>
                <a:lnTo>
                  <a:pt x="862024" y="1300001"/>
                </a:lnTo>
                <a:lnTo>
                  <a:pt x="860282" y="1292165"/>
                </a:lnTo>
                <a:lnTo>
                  <a:pt x="863765" y="1282587"/>
                </a:lnTo>
                <a:lnTo>
                  <a:pt x="863765" y="1275621"/>
                </a:lnTo>
                <a:lnTo>
                  <a:pt x="857670" y="1268655"/>
                </a:lnTo>
                <a:lnTo>
                  <a:pt x="850704" y="1247758"/>
                </a:lnTo>
                <a:lnTo>
                  <a:pt x="846351" y="1241663"/>
                </a:lnTo>
                <a:lnTo>
                  <a:pt x="841126" y="1236438"/>
                </a:lnTo>
                <a:lnTo>
                  <a:pt x="835031" y="1232955"/>
                </a:lnTo>
                <a:lnTo>
                  <a:pt x="828936" y="1231214"/>
                </a:lnTo>
                <a:lnTo>
                  <a:pt x="822841" y="1231214"/>
                </a:lnTo>
                <a:lnTo>
                  <a:pt x="812392" y="1229472"/>
                </a:lnTo>
                <a:lnTo>
                  <a:pt x="803685" y="1219894"/>
                </a:lnTo>
                <a:lnTo>
                  <a:pt x="738380" y="1103216"/>
                </a:lnTo>
                <a:lnTo>
                  <a:pt x="738380" y="1097121"/>
                </a:lnTo>
                <a:lnTo>
                  <a:pt x="742734" y="1088414"/>
                </a:lnTo>
                <a:lnTo>
                  <a:pt x="743604" y="1082319"/>
                </a:lnTo>
                <a:lnTo>
                  <a:pt x="743604" y="1075353"/>
                </a:lnTo>
                <a:lnTo>
                  <a:pt x="740121" y="1070129"/>
                </a:lnTo>
                <a:lnTo>
                  <a:pt x="733156" y="1064904"/>
                </a:lnTo>
                <a:lnTo>
                  <a:pt x="731414" y="1054455"/>
                </a:lnTo>
                <a:lnTo>
                  <a:pt x="731414" y="1041394"/>
                </a:lnTo>
                <a:lnTo>
                  <a:pt x="730543" y="1029204"/>
                </a:lnTo>
                <a:lnTo>
                  <a:pt x="727060" y="1023980"/>
                </a:lnTo>
                <a:lnTo>
                  <a:pt x="718353" y="1017014"/>
                </a:lnTo>
                <a:lnTo>
                  <a:pt x="714870" y="1010919"/>
                </a:lnTo>
                <a:lnTo>
                  <a:pt x="707034" y="991763"/>
                </a:lnTo>
                <a:lnTo>
                  <a:pt x="702680" y="985668"/>
                </a:lnTo>
                <a:lnTo>
                  <a:pt x="700068" y="977831"/>
                </a:lnTo>
                <a:lnTo>
                  <a:pt x="702680" y="971736"/>
                </a:lnTo>
                <a:lnTo>
                  <a:pt x="706163" y="967382"/>
                </a:lnTo>
                <a:lnTo>
                  <a:pt x="704422" y="963029"/>
                </a:lnTo>
                <a:lnTo>
                  <a:pt x="699197" y="958675"/>
                </a:lnTo>
                <a:lnTo>
                  <a:pt x="693102" y="955192"/>
                </a:lnTo>
                <a:lnTo>
                  <a:pt x="668722" y="948226"/>
                </a:lnTo>
                <a:lnTo>
                  <a:pt x="655661" y="942131"/>
                </a:lnTo>
                <a:lnTo>
                  <a:pt x="644341" y="934294"/>
                </a:lnTo>
                <a:lnTo>
                  <a:pt x="633892" y="923846"/>
                </a:lnTo>
                <a:lnTo>
                  <a:pt x="630409" y="918621"/>
                </a:lnTo>
                <a:lnTo>
                  <a:pt x="627797" y="910785"/>
                </a:lnTo>
                <a:lnTo>
                  <a:pt x="626056" y="902077"/>
                </a:lnTo>
                <a:lnTo>
                  <a:pt x="626926" y="895112"/>
                </a:lnTo>
                <a:lnTo>
                  <a:pt x="628668" y="885534"/>
                </a:lnTo>
                <a:lnTo>
                  <a:pt x="627797" y="878568"/>
                </a:lnTo>
                <a:lnTo>
                  <a:pt x="623443" y="874214"/>
                </a:lnTo>
                <a:lnTo>
                  <a:pt x="612124" y="874214"/>
                </a:lnTo>
                <a:lnTo>
                  <a:pt x="601675" y="870731"/>
                </a:lnTo>
                <a:lnTo>
                  <a:pt x="597322" y="872473"/>
                </a:lnTo>
                <a:lnTo>
                  <a:pt x="595580" y="877697"/>
                </a:lnTo>
                <a:lnTo>
                  <a:pt x="593839" y="888146"/>
                </a:lnTo>
                <a:lnTo>
                  <a:pt x="590356" y="893370"/>
                </a:lnTo>
                <a:lnTo>
                  <a:pt x="581648" y="896853"/>
                </a:lnTo>
                <a:lnTo>
                  <a:pt x="552914" y="898595"/>
                </a:lnTo>
                <a:lnTo>
                  <a:pt x="544207" y="896853"/>
                </a:lnTo>
                <a:lnTo>
                  <a:pt x="541595" y="891629"/>
                </a:lnTo>
                <a:lnTo>
                  <a:pt x="538983" y="880309"/>
                </a:lnTo>
                <a:lnTo>
                  <a:pt x="537241" y="875085"/>
                </a:lnTo>
                <a:lnTo>
                  <a:pt x="532887" y="870731"/>
                </a:lnTo>
                <a:lnTo>
                  <a:pt x="523309" y="868119"/>
                </a:lnTo>
                <a:lnTo>
                  <a:pt x="518956" y="866377"/>
                </a:lnTo>
                <a:lnTo>
                  <a:pt x="515473" y="861153"/>
                </a:lnTo>
                <a:lnTo>
                  <a:pt x="511119" y="848092"/>
                </a:lnTo>
                <a:lnTo>
                  <a:pt x="502412" y="844609"/>
                </a:lnTo>
                <a:lnTo>
                  <a:pt x="498929" y="841126"/>
                </a:lnTo>
                <a:lnTo>
                  <a:pt x="497187" y="835031"/>
                </a:lnTo>
                <a:lnTo>
                  <a:pt x="497187" y="828936"/>
                </a:lnTo>
                <a:lnTo>
                  <a:pt x="496317" y="817617"/>
                </a:lnTo>
                <a:lnTo>
                  <a:pt x="487609" y="813263"/>
                </a:lnTo>
                <a:lnTo>
                  <a:pt x="477161" y="813263"/>
                </a:lnTo>
                <a:lnTo>
                  <a:pt x="470195" y="816746"/>
                </a:lnTo>
                <a:lnTo>
                  <a:pt x="456263" y="816746"/>
                </a:lnTo>
                <a:lnTo>
                  <a:pt x="451909" y="816746"/>
                </a:lnTo>
                <a:lnTo>
                  <a:pt x="441461" y="810651"/>
                </a:lnTo>
                <a:lnTo>
                  <a:pt x="437107" y="809780"/>
                </a:lnTo>
                <a:lnTo>
                  <a:pt x="431883" y="812392"/>
                </a:lnTo>
                <a:lnTo>
                  <a:pt x="418822" y="823712"/>
                </a:lnTo>
                <a:lnTo>
                  <a:pt x="414468" y="828065"/>
                </a:lnTo>
                <a:lnTo>
                  <a:pt x="407502" y="833290"/>
                </a:lnTo>
                <a:lnTo>
                  <a:pt x="400536" y="835031"/>
                </a:lnTo>
                <a:lnTo>
                  <a:pt x="386605" y="832419"/>
                </a:lnTo>
                <a:lnTo>
                  <a:pt x="361353" y="832419"/>
                </a:lnTo>
                <a:lnTo>
                  <a:pt x="353517" y="828065"/>
                </a:lnTo>
                <a:lnTo>
                  <a:pt x="323041" y="786270"/>
                </a:lnTo>
                <a:lnTo>
                  <a:pt x="318688" y="782787"/>
                </a:lnTo>
                <a:lnTo>
                  <a:pt x="311722" y="781046"/>
                </a:lnTo>
                <a:lnTo>
                  <a:pt x="296049" y="782787"/>
                </a:lnTo>
                <a:lnTo>
                  <a:pt x="289083" y="782787"/>
                </a:lnTo>
                <a:lnTo>
                  <a:pt x="281246" y="776692"/>
                </a:lnTo>
                <a:lnTo>
                  <a:pt x="262961" y="758407"/>
                </a:lnTo>
                <a:lnTo>
                  <a:pt x="255124" y="755795"/>
                </a:lnTo>
                <a:lnTo>
                  <a:pt x="248158" y="756665"/>
                </a:lnTo>
                <a:lnTo>
                  <a:pt x="242934" y="754053"/>
                </a:lnTo>
                <a:lnTo>
                  <a:pt x="232485" y="745346"/>
                </a:lnTo>
                <a:lnTo>
                  <a:pt x="228132" y="740121"/>
                </a:lnTo>
                <a:lnTo>
                  <a:pt x="226390" y="732285"/>
                </a:lnTo>
                <a:lnTo>
                  <a:pt x="224649" y="724448"/>
                </a:lnTo>
                <a:lnTo>
                  <a:pt x="222907" y="716612"/>
                </a:lnTo>
                <a:lnTo>
                  <a:pt x="222036" y="708775"/>
                </a:lnTo>
                <a:lnTo>
                  <a:pt x="226390" y="693973"/>
                </a:lnTo>
                <a:lnTo>
                  <a:pt x="223778" y="687007"/>
                </a:lnTo>
                <a:lnTo>
                  <a:pt x="207234" y="666109"/>
                </a:lnTo>
                <a:lnTo>
                  <a:pt x="201139" y="663497"/>
                </a:lnTo>
                <a:lnTo>
                  <a:pt x="189819" y="666109"/>
                </a:lnTo>
                <a:lnTo>
                  <a:pt x="183724" y="666109"/>
                </a:lnTo>
                <a:lnTo>
                  <a:pt x="175017" y="660014"/>
                </a:lnTo>
                <a:lnTo>
                  <a:pt x="161085" y="641729"/>
                </a:lnTo>
                <a:lnTo>
                  <a:pt x="154119" y="635634"/>
                </a:lnTo>
                <a:lnTo>
                  <a:pt x="134963" y="625185"/>
                </a:lnTo>
                <a:lnTo>
                  <a:pt x="130610" y="624314"/>
                </a:lnTo>
                <a:lnTo>
                  <a:pt x="121032" y="625185"/>
                </a:lnTo>
                <a:lnTo>
                  <a:pt x="115807" y="625185"/>
                </a:lnTo>
                <a:lnTo>
                  <a:pt x="111454" y="622573"/>
                </a:lnTo>
                <a:lnTo>
                  <a:pt x="102746" y="615607"/>
                </a:lnTo>
                <a:lnTo>
                  <a:pt x="94910" y="612124"/>
                </a:lnTo>
                <a:lnTo>
                  <a:pt x="90556" y="606900"/>
                </a:lnTo>
                <a:lnTo>
                  <a:pt x="85332" y="605158"/>
                </a:lnTo>
                <a:lnTo>
                  <a:pt x="75754" y="606029"/>
                </a:lnTo>
                <a:lnTo>
                  <a:pt x="67046" y="601675"/>
                </a:lnTo>
                <a:lnTo>
                  <a:pt x="58339" y="592097"/>
                </a:lnTo>
                <a:lnTo>
                  <a:pt x="55727" y="581648"/>
                </a:lnTo>
                <a:lnTo>
                  <a:pt x="68788" y="572070"/>
                </a:lnTo>
                <a:lnTo>
                  <a:pt x="74012" y="559880"/>
                </a:lnTo>
                <a:lnTo>
                  <a:pt x="86202" y="552044"/>
                </a:lnTo>
                <a:lnTo>
                  <a:pt x="88815" y="547690"/>
                </a:lnTo>
                <a:lnTo>
                  <a:pt x="87073" y="537241"/>
                </a:lnTo>
                <a:lnTo>
                  <a:pt x="80107" y="528534"/>
                </a:lnTo>
                <a:lnTo>
                  <a:pt x="64434" y="518085"/>
                </a:lnTo>
                <a:lnTo>
                  <a:pt x="58339" y="515473"/>
                </a:lnTo>
                <a:lnTo>
                  <a:pt x="46149" y="516343"/>
                </a:lnTo>
                <a:lnTo>
                  <a:pt x="28734" y="508507"/>
                </a:lnTo>
                <a:lnTo>
                  <a:pt x="22639" y="505024"/>
                </a:lnTo>
                <a:lnTo>
                  <a:pt x="19156" y="499800"/>
                </a:lnTo>
                <a:lnTo>
                  <a:pt x="18285" y="496317"/>
                </a:lnTo>
                <a:lnTo>
                  <a:pt x="17415" y="487609"/>
                </a:lnTo>
                <a:lnTo>
                  <a:pt x="16544" y="483256"/>
                </a:lnTo>
                <a:lnTo>
                  <a:pt x="11320" y="478902"/>
                </a:lnTo>
                <a:lnTo>
                  <a:pt x="5224" y="476290"/>
                </a:lnTo>
                <a:lnTo>
                  <a:pt x="871" y="471066"/>
                </a:lnTo>
                <a:lnTo>
                  <a:pt x="0" y="464100"/>
                </a:lnTo>
                <a:lnTo>
                  <a:pt x="1741" y="456263"/>
                </a:lnTo>
                <a:lnTo>
                  <a:pt x="6095" y="450168"/>
                </a:lnTo>
                <a:lnTo>
                  <a:pt x="26993" y="439719"/>
                </a:lnTo>
                <a:lnTo>
                  <a:pt x="36571" y="431012"/>
                </a:lnTo>
                <a:lnTo>
                  <a:pt x="36571" y="416209"/>
                </a:lnTo>
                <a:lnTo>
                  <a:pt x="33088" y="410985"/>
                </a:lnTo>
                <a:lnTo>
                  <a:pt x="27863" y="409244"/>
                </a:lnTo>
                <a:lnTo>
                  <a:pt x="23510" y="405761"/>
                </a:lnTo>
                <a:lnTo>
                  <a:pt x="21768" y="397053"/>
                </a:lnTo>
                <a:lnTo>
                  <a:pt x="22639" y="388346"/>
                </a:lnTo>
                <a:lnTo>
                  <a:pt x="26993" y="376156"/>
                </a:lnTo>
                <a:lnTo>
                  <a:pt x="26122" y="366578"/>
                </a:lnTo>
                <a:lnTo>
                  <a:pt x="22639" y="354388"/>
                </a:lnTo>
                <a:lnTo>
                  <a:pt x="21768" y="349163"/>
                </a:lnTo>
                <a:lnTo>
                  <a:pt x="26993" y="351775"/>
                </a:lnTo>
                <a:lnTo>
                  <a:pt x="32217" y="351775"/>
                </a:lnTo>
                <a:lnTo>
                  <a:pt x="60080" y="348293"/>
                </a:lnTo>
                <a:lnTo>
                  <a:pt x="64434" y="344810"/>
                </a:lnTo>
                <a:lnTo>
                  <a:pt x="69658" y="338714"/>
                </a:lnTo>
                <a:lnTo>
                  <a:pt x="79237" y="328266"/>
                </a:lnTo>
                <a:lnTo>
                  <a:pt x="101005" y="315205"/>
                </a:lnTo>
                <a:lnTo>
                  <a:pt x="110583" y="305627"/>
                </a:lnTo>
                <a:lnTo>
                  <a:pt x="111454" y="295178"/>
                </a:lnTo>
                <a:lnTo>
                  <a:pt x="106229" y="282988"/>
                </a:lnTo>
                <a:lnTo>
                  <a:pt x="102746" y="269927"/>
                </a:lnTo>
                <a:lnTo>
                  <a:pt x="107971" y="257736"/>
                </a:lnTo>
                <a:lnTo>
                  <a:pt x="110583" y="253383"/>
                </a:lnTo>
                <a:lnTo>
                  <a:pt x="114937" y="239451"/>
                </a:lnTo>
                <a:lnTo>
                  <a:pt x="118419" y="234227"/>
                </a:lnTo>
                <a:lnTo>
                  <a:pt x="125385" y="229873"/>
                </a:lnTo>
                <a:lnTo>
                  <a:pt x="174146" y="220295"/>
                </a:lnTo>
                <a:lnTo>
                  <a:pt x="180241" y="220295"/>
                </a:lnTo>
                <a:lnTo>
                  <a:pt x="193302" y="224649"/>
                </a:lnTo>
                <a:lnTo>
                  <a:pt x="199397" y="225519"/>
                </a:lnTo>
                <a:lnTo>
                  <a:pt x="216812" y="224649"/>
                </a:lnTo>
                <a:lnTo>
                  <a:pt x="222036" y="222907"/>
                </a:lnTo>
                <a:lnTo>
                  <a:pt x="233356" y="215071"/>
                </a:lnTo>
                <a:lnTo>
                  <a:pt x="237710" y="213329"/>
                </a:lnTo>
                <a:lnTo>
                  <a:pt x="242934" y="214200"/>
                </a:lnTo>
                <a:lnTo>
                  <a:pt x="246417" y="217683"/>
                </a:lnTo>
                <a:lnTo>
                  <a:pt x="253383" y="227261"/>
                </a:lnTo>
                <a:lnTo>
                  <a:pt x="259478" y="232485"/>
                </a:lnTo>
                <a:lnTo>
                  <a:pt x="265573" y="234227"/>
                </a:lnTo>
                <a:lnTo>
                  <a:pt x="306497" y="236839"/>
                </a:lnTo>
                <a:lnTo>
                  <a:pt x="308239" y="235097"/>
                </a:lnTo>
                <a:lnTo>
                  <a:pt x="302144" y="221166"/>
                </a:lnTo>
                <a:lnTo>
                  <a:pt x="303014" y="205493"/>
                </a:lnTo>
                <a:lnTo>
                  <a:pt x="303014" y="199397"/>
                </a:lnTo>
                <a:lnTo>
                  <a:pt x="305627" y="195044"/>
                </a:lnTo>
                <a:lnTo>
                  <a:pt x="311722" y="193302"/>
                </a:lnTo>
                <a:lnTo>
                  <a:pt x="316946" y="195915"/>
                </a:lnTo>
                <a:lnTo>
                  <a:pt x="319558" y="201139"/>
                </a:lnTo>
                <a:lnTo>
                  <a:pt x="322171" y="207234"/>
                </a:lnTo>
                <a:lnTo>
                  <a:pt x="331749" y="226390"/>
                </a:lnTo>
                <a:lnTo>
                  <a:pt x="335231" y="229002"/>
                </a:lnTo>
                <a:lnTo>
                  <a:pt x="345680" y="227261"/>
                </a:lnTo>
                <a:lnTo>
                  <a:pt x="384863" y="208976"/>
                </a:lnTo>
                <a:lnTo>
                  <a:pt x="394441" y="201139"/>
                </a:lnTo>
                <a:lnTo>
                  <a:pt x="399666" y="191561"/>
                </a:lnTo>
                <a:lnTo>
                  <a:pt x="396183" y="181112"/>
                </a:lnTo>
                <a:lnTo>
                  <a:pt x="390088" y="169793"/>
                </a:lnTo>
                <a:lnTo>
                  <a:pt x="391829" y="159344"/>
                </a:lnTo>
                <a:lnTo>
                  <a:pt x="399666" y="154119"/>
                </a:lnTo>
                <a:lnTo>
                  <a:pt x="409244" y="156732"/>
                </a:lnTo>
                <a:lnTo>
                  <a:pt x="425788" y="171534"/>
                </a:lnTo>
                <a:lnTo>
                  <a:pt x="433624" y="176758"/>
                </a:lnTo>
                <a:lnTo>
                  <a:pt x="442331" y="176758"/>
                </a:lnTo>
                <a:lnTo>
                  <a:pt x="449297" y="168922"/>
                </a:lnTo>
                <a:lnTo>
                  <a:pt x="454522" y="158473"/>
                </a:lnTo>
                <a:lnTo>
                  <a:pt x="460617" y="150637"/>
                </a:lnTo>
                <a:lnTo>
                  <a:pt x="470195" y="150637"/>
                </a:lnTo>
                <a:lnTo>
                  <a:pt x="482385" y="142800"/>
                </a:lnTo>
                <a:lnTo>
                  <a:pt x="507636" y="133222"/>
                </a:lnTo>
                <a:lnTo>
                  <a:pt x="525922" y="123644"/>
                </a:lnTo>
                <a:lnTo>
                  <a:pt x="531146" y="118419"/>
                </a:lnTo>
                <a:lnTo>
                  <a:pt x="533758" y="112324"/>
                </a:lnTo>
                <a:lnTo>
                  <a:pt x="531146" y="104488"/>
                </a:lnTo>
                <a:lnTo>
                  <a:pt x="525922" y="101876"/>
                </a:lnTo>
                <a:lnTo>
                  <a:pt x="513731" y="95780"/>
                </a:lnTo>
                <a:lnTo>
                  <a:pt x="511119" y="90556"/>
                </a:lnTo>
                <a:lnTo>
                  <a:pt x="511119" y="86202"/>
                </a:lnTo>
                <a:lnTo>
                  <a:pt x="514602" y="81849"/>
                </a:lnTo>
                <a:lnTo>
                  <a:pt x="513731" y="74883"/>
                </a:lnTo>
                <a:lnTo>
                  <a:pt x="509378" y="70529"/>
                </a:lnTo>
                <a:lnTo>
                  <a:pt x="507636" y="67917"/>
                </a:lnTo>
                <a:lnTo>
                  <a:pt x="507636" y="62693"/>
                </a:lnTo>
                <a:lnTo>
                  <a:pt x="510248" y="41795"/>
                </a:lnTo>
                <a:lnTo>
                  <a:pt x="521568" y="32217"/>
                </a:lnTo>
                <a:lnTo>
                  <a:pt x="536370" y="26993"/>
                </a:lnTo>
                <a:lnTo>
                  <a:pt x="575553" y="25251"/>
                </a:lnTo>
                <a:lnTo>
                  <a:pt x="590356" y="21768"/>
                </a:lnTo>
                <a:lnTo>
                  <a:pt x="603417" y="14802"/>
                </a:lnTo>
                <a:lnTo>
                  <a:pt x="610383" y="4354"/>
                </a:lnTo>
                <a:lnTo>
                  <a:pt x="611253" y="0"/>
                </a:lnTo>
                <a:lnTo>
                  <a:pt x="617348" y="2612"/>
                </a:lnTo>
                <a:lnTo>
                  <a:pt x="632151" y="12190"/>
                </a:lnTo>
                <a:lnTo>
                  <a:pt x="638246" y="19156"/>
                </a:lnTo>
                <a:lnTo>
                  <a:pt x="645212" y="37441"/>
                </a:lnTo>
                <a:lnTo>
                  <a:pt x="653048" y="63563"/>
                </a:lnTo>
                <a:lnTo>
                  <a:pt x="655661" y="79237"/>
                </a:lnTo>
                <a:lnTo>
                  <a:pt x="655661" y="89685"/>
                </a:lnTo>
                <a:lnTo>
                  <a:pt x="657402" y="97522"/>
                </a:lnTo>
                <a:lnTo>
                  <a:pt x="659143" y="101005"/>
                </a:lnTo>
                <a:lnTo>
                  <a:pt x="676558" y="129739"/>
                </a:lnTo>
                <a:lnTo>
                  <a:pt x="680912" y="139317"/>
                </a:lnTo>
                <a:lnTo>
                  <a:pt x="685265" y="159344"/>
                </a:lnTo>
                <a:lnTo>
                  <a:pt x="689619" y="169793"/>
                </a:lnTo>
                <a:lnTo>
                  <a:pt x="693102" y="179371"/>
                </a:lnTo>
                <a:lnTo>
                  <a:pt x="697456" y="184595"/>
                </a:lnTo>
                <a:lnTo>
                  <a:pt x="704422" y="191561"/>
                </a:lnTo>
                <a:lnTo>
                  <a:pt x="754053" y="216812"/>
                </a:lnTo>
                <a:lnTo>
                  <a:pt x="783658" y="241193"/>
                </a:lnTo>
                <a:lnTo>
                  <a:pt x="788882" y="254254"/>
                </a:lnTo>
                <a:lnTo>
                  <a:pt x="787141" y="261219"/>
                </a:lnTo>
                <a:lnTo>
                  <a:pt x="789753" y="269927"/>
                </a:lnTo>
                <a:lnTo>
                  <a:pt x="794107" y="280375"/>
                </a:lnTo>
                <a:lnTo>
                  <a:pt x="795848" y="283858"/>
                </a:lnTo>
                <a:lnTo>
                  <a:pt x="803685" y="287341"/>
                </a:lnTo>
                <a:lnTo>
                  <a:pt x="819358" y="288212"/>
                </a:lnTo>
                <a:lnTo>
                  <a:pt x="852446" y="292566"/>
                </a:lnTo>
                <a:lnTo>
                  <a:pt x="855929" y="296919"/>
                </a:lnTo>
                <a:lnTo>
                  <a:pt x="856799" y="301273"/>
                </a:lnTo>
                <a:lnTo>
                  <a:pt x="858541" y="312592"/>
                </a:lnTo>
                <a:lnTo>
                  <a:pt x="856799" y="323912"/>
                </a:lnTo>
                <a:lnTo>
                  <a:pt x="857670" y="329136"/>
                </a:lnTo>
                <a:lnTo>
                  <a:pt x="860282" y="335232"/>
                </a:lnTo>
                <a:lnTo>
                  <a:pt x="876826" y="362224"/>
                </a:lnTo>
                <a:lnTo>
                  <a:pt x="882921" y="368319"/>
                </a:lnTo>
                <a:lnTo>
                  <a:pt x="889016" y="386605"/>
                </a:lnTo>
                <a:lnTo>
                  <a:pt x="904690" y="423175"/>
                </a:lnTo>
                <a:lnTo>
                  <a:pt x="916009" y="431012"/>
                </a:lnTo>
                <a:lnTo>
                  <a:pt x="935165" y="437978"/>
                </a:lnTo>
                <a:lnTo>
                  <a:pt x="938648" y="439719"/>
                </a:lnTo>
                <a:lnTo>
                  <a:pt x="943002" y="444944"/>
                </a:lnTo>
                <a:lnTo>
                  <a:pt x="949097" y="455392"/>
                </a:lnTo>
                <a:lnTo>
                  <a:pt x="957804" y="464100"/>
                </a:lnTo>
                <a:lnTo>
                  <a:pt x="961287" y="469324"/>
                </a:lnTo>
                <a:lnTo>
                  <a:pt x="965641" y="478902"/>
                </a:lnTo>
                <a:lnTo>
                  <a:pt x="974348" y="512861"/>
                </a:lnTo>
                <a:lnTo>
                  <a:pt x="976960" y="522439"/>
                </a:lnTo>
                <a:lnTo>
                  <a:pt x="975219" y="532017"/>
                </a:lnTo>
                <a:lnTo>
                  <a:pt x="975219" y="540724"/>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solidFill>
                <a:srgbClr val="FDB707"/>
              </a:solidFill>
              <a:latin typeface="Montserrat Medium"/>
              <a:ea typeface="Montserrat Medium"/>
              <a:cs typeface="Montserrat Medium"/>
            </a:endParaRPr>
          </a:p>
        </p:txBody>
      </p:sp>
      <p:sp>
        <p:nvSpPr>
          <p:cNvPr id="36" name="Freeform: Shape 35">
            <a:extLst>
              <a:ext uri="{FF2B5EF4-FFF2-40B4-BE49-F238E27FC236}">
                <a16:creationId xmlns:a16="http://schemas.microsoft.com/office/drawing/2014/main" id="{406B3DC4-C40B-F10A-35DE-523B7091337A}"/>
              </a:ext>
            </a:extLst>
          </p:cNvPr>
          <p:cNvSpPr>
            <a:spLocks noGrp="1"/>
          </p:cNvSpPr>
          <p:nvPr/>
        </p:nvSpPr>
        <p:spPr>
          <a:xfrm>
            <a:off x="8185326" y="4353344"/>
            <a:ext cx="1163695" cy="1767908"/>
          </a:xfrm>
          <a:custGeom>
            <a:avLst/>
            <a:gdLst>
              <a:gd name="connsiteX0" fmla="*/ 963029 w 1166779"/>
              <a:gd name="connsiteY0" fmla="*/ 307368 h 1756264"/>
              <a:gd name="connsiteX1" fmla="*/ 1063163 w 1166779"/>
              <a:gd name="connsiteY1" fmla="*/ 353517 h 1756264"/>
              <a:gd name="connsiteX2" fmla="*/ 1068387 w 1166779"/>
              <a:gd name="connsiteY2" fmla="*/ 359612 h 1756264"/>
              <a:gd name="connsiteX3" fmla="*/ 1070999 w 1166779"/>
              <a:gd name="connsiteY3" fmla="*/ 366578 h 1756264"/>
              <a:gd name="connsiteX4" fmla="*/ 1075353 w 1166779"/>
              <a:gd name="connsiteY4" fmla="*/ 382251 h 1756264"/>
              <a:gd name="connsiteX5" fmla="*/ 1099733 w 1166779"/>
              <a:gd name="connsiteY5" fmla="*/ 435366 h 1756264"/>
              <a:gd name="connsiteX6" fmla="*/ 1104958 w 1166779"/>
              <a:gd name="connsiteY6" fmla="*/ 453651 h 1756264"/>
              <a:gd name="connsiteX7" fmla="*/ 1109312 w 1166779"/>
              <a:gd name="connsiteY7" fmla="*/ 472807 h 1756264"/>
              <a:gd name="connsiteX8" fmla="*/ 1104087 w 1166779"/>
              <a:gd name="connsiteY8" fmla="*/ 575553 h 1756264"/>
              <a:gd name="connsiteX9" fmla="*/ 1104958 w 1166779"/>
              <a:gd name="connsiteY9" fmla="*/ 587743 h 1756264"/>
              <a:gd name="connsiteX10" fmla="*/ 1110182 w 1166779"/>
              <a:gd name="connsiteY10" fmla="*/ 595580 h 1756264"/>
              <a:gd name="connsiteX11" fmla="*/ 1118019 w 1166779"/>
              <a:gd name="connsiteY11" fmla="*/ 599934 h 1756264"/>
              <a:gd name="connsiteX12" fmla="*/ 1126726 w 1166779"/>
              <a:gd name="connsiteY12" fmla="*/ 607770 h 1756264"/>
              <a:gd name="connsiteX13" fmla="*/ 1129338 w 1166779"/>
              <a:gd name="connsiteY13" fmla="*/ 617348 h 1756264"/>
              <a:gd name="connsiteX14" fmla="*/ 1132822 w 1166779"/>
              <a:gd name="connsiteY14" fmla="*/ 640858 h 1756264"/>
              <a:gd name="connsiteX15" fmla="*/ 1137175 w 1166779"/>
              <a:gd name="connsiteY15" fmla="*/ 648695 h 1756264"/>
              <a:gd name="connsiteX16" fmla="*/ 1143270 w 1166779"/>
              <a:gd name="connsiteY16" fmla="*/ 654790 h 1756264"/>
              <a:gd name="connsiteX17" fmla="*/ 1150236 w 1166779"/>
              <a:gd name="connsiteY17" fmla="*/ 659144 h 1756264"/>
              <a:gd name="connsiteX18" fmla="*/ 1156331 w 1166779"/>
              <a:gd name="connsiteY18" fmla="*/ 664368 h 1756264"/>
              <a:gd name="connsiteX19" fmla="*/ 1163297 w 1166779"/>
              <a:gd name="connsiteY19" fmla="*/ 673946 h 1756264"/>
              <a:gd name="connsiteX20" fmla="*/ 1165909 w 1166779"/>
              <a:gd name="connsiteY20" fmla="*/ 680912 h 1756264"/>
              <a:gd name="connsiteX21" fmla="*/ 1166780 w 1166779"/>
              <a:gd name="connsiteY21" fmla="*/ 689619 h 1756264"/>
              <a:gd name="connsiteX22" fmla="*/ 1165038 w 1166779"/>
              <a:gd name="connsiteY22" fmla="*/ 707905 h 1756264"/>
              <a:gd name="connsiteX23" fmla="*/ 1165038 w 1166779"/>
              <a:gd name="connsiteY23" fmla="*/ 725319 h 1756264"/>
              <a:gd name="connsiteX24" fmla="*/ 1166780 w 1166779"/>
              <a:gd name="connsiteY24" fmla="*/ 749700 h 1756264"/>
              <a:gd name="connsiteX25" fmla="*/ 1159814 w 1166779"/>
              <a:gd name="connsiteY25" fmla="*/ 750570 h 1756264"/>
              <a:gd name="connsiteX26" fmla="*/ 1151107 w 1166779"/>
              <a:gd name="connsiteY26" fmla="*/ 759278 h 1756264"/>
              <a:gd name="connsiteX27" fmla="*/ 1145883 w 1166779"/>
              <a:gd name="connsiteY27" fmla="*/ 761890 h 1756264"/>
              <a:gd name="connsiteX28" fmla="*/ 1133692 w 1166779"/>
              <a:gd name="connsiteY28" fmla="*/ 765373 h 1756264"/>
              <a:gd name="connsiteX29" fmla="*/ 1128468 w 1166779"/>
              <a:gd name="connsiteY29" fmla="*/ 767985 h 1756264"/>
              <a:gd name="connsiteX30" fmla="*/ 1113665 w 1166779"/>
              <a:gd name="connsiteY30" fmla="*/ 779304 h 1756264"/>
              <a:gd name="connsiteX31" fmla="*/ 1106700 w 1166779"/>
              <a:gd name="connsiteY31" fmla="*/ 787141 h 1756264"/>
              <a:gd name="connsiteX32" fmla="*/ 1100604 w 1166779"/>
              <a:gd name="connsiteY32" fmla="*/ 795848 h 1756264"/>
              <a:gd name="connsiteX33" fmla="*/ 1050102 w 1166779"/>
              <a:gd name="connsiteY33" fmla="*/ 899465 h 1756264"/>
              <a:gd name="connsiteX34" fmla="*/ 1046619 w 1166779"/>
              <a:gd name="connsiteY34" fmla="*/ 909043 h 1756264"/>
              <a:gd name="connsiteX35" fmla="*/ 1046619 w 1166779"/>
              <a:gd name="connsiteY35" fmla="*/ 915138 h 1756264"/>
              <a:gd name="connsiteX36" fmla="*/ 1047489 w 1166779"/>
              <a:gd name="connsiteY36" fmla="*/ 928199 h 1756264"/>
              <a:gd name="connsiteX37" fmla="*/ 1047489 w 1166779"/>
              <a:gd name="connsiteY37" fmla="*/ 935165 h 1756264"/>
              <a:gd name="connsiteX38" fmla="*/ 1046619 w 1166779"/>
              <a:gd name="connsiteY38" fmla="*/ 941260 h 1756264"/>
              <a:gd name="connsiteX39" fmla="*/ 1044007 w 1166779"/>
              <a:gd name="connsiteY39" fmla="*/ 946485 h 1756264"/>
              <a:gd name="connsiteX40" fmla="*/ 1037912 w 1166779"/>
              <a:gd name="connsiteY40" fmla="*/ 955192 h 1756264"/>
              <a:gd name="connsiteX41" fmla="*/ 1031816 w 1166779"/>
              <a:gd name="connsiteY41" fmla="*/ 970865 h 1756264"/>
              <a:gd name="connsiteX42" fmla="*/ 1028334 w 1166779"/>
              <a:gd name="connsiteY42" fmla="*/ 976090 h 1756264"/>
              <a:gd name="connsiteX43" fmla="*/ 1021368 w 1166779"/>
              <a:gd name="connsiteY43" fmla="*/ 982185 h 1756264"/>
              <a:gd name="connsiteX44" fmla="*/ 1015273 w 1166779"/>
              <a:gd name="connsiteY44" fmla="*/ 992633 h 1756264"/>
              <a:gd name="connsiteX45" fmla="*/ 1010919 w 1166779"/>
              <a:gd name="connsiteY45" fmla="*/ 1004824 h 1756264"/>
              <a:gd name="connsiteX46" fmla="*/ 1008307 w 1166779"/>
              <a:gd name="connsiteY46" fmla="*/ 1016143 h 1756264"/>
              <a:gd name="connsiteX47" fmla="*/ 1008307 w 1166779"/>
              <a:gd name="connsiteY47" fmla="*/ 1030946 h 1756264"/>
              <a:gd name="connsiteX48" fmla="*/ 1011790 w 1166779"/>
              <a:gd name="connsiteY48" fmla="*/ 1038782 h 1756264"/>
              <a:gd name="connsiteX49" fmla="*/ 1028334 w 1166779"/>
              <a:gd name="connsiteY49" fmla="*/ 1049231 h 1756264"/>
              <a:gd name="connsiteX50" fmla="*/ 1033558 w 1166779"/>
              <a:gd name="connsiteY50" fmla="*/ 1055326 h 1756264"/>
              <a:gd name="connsiteX51" fmla="*/ 1035300 w 1166779"/>
              <a:gd name="connsiteY51" fmla="*/ 1062292 h 1756264"/>
              <a:gd name="connsiteX52" fmla="*/ 1037041 w 1166779"/>
              <a:gd name="connsiteY52" fmla="*/ 1077094 h 1756264"/>
              <a:gd name="connsiteX53" fmla="*/ 1041395 w 1166779"/>
              <a:gd name="connsiteY53" fmla="*/ 1091026 h 1756264"/>
              <a:gd name="connsiteX54" fmla="*/ 1047489 w 1166779"/>
              <a:gd name="connsiteY54" fmla="*/ 1103216 h 1756264"/>
              <a:gd name="connsiteX55" fmla="*/ 1071870 w 1166779"/>
              <a:gd name="connsiteY55" fmla="*/ 1137175 h 1756264"/>
              <a:gd name="connsiteX56" fmla="*/ 1081448 w 1166779"/>
              <a:gd name="connsiteY56" fmla="*/ 1146753 h 1756264"/>
              <a:gd name="connsiteX57" fmla="*/ 1111924 w 1166779"/>
              <a:gd name="connsiteY57" fmla="*/ 1166780 h 1756264"/>
              <a:gd name="connsiteX58" fmla="*/ 1119761 w 1166779"/>
              <a:gd name="connsiteY58" fmla="*/ 1175487 h 1756264"/>
              <a:gd name="connsiteX59" fmla="*/ 1127597 w 1166779"/>
              <a:gd name="connsiteY59" fmla="*/ 1185065 h 1756264"/>
              <a:gd name="connsiteX60" fmla="*/ 1151977 w 1166779"/>
              <a:gd name="connsiteY60" fmla="*/ 1229472 h 1756264"/>
              <a:gd name="connsiteX61" fmla="*/ 1156331 w 1166779"/>
              <a:gd name="connsiteY61" fmla="*/ 1241663 h 1756264"/>
              <a:gd name="connsiteX62" fmla="*/ 1157202 w 1166779"/>
              <a:gd name="connsiteY62" fmla="*/ 1252982 h 1756264"/>
              <a:gd name="connsiteX63" fmla="*/ 1156331 w 1166779"/>
              <a:gd name="connsiteY63" fmla="*/ 1265172 h 1756264"/>
              <a:gd name="connsiteX64" fmla="*/ 1152848 w 1166779"/>
              <a:gd name="connsiteY64" fmla="*/ 1275621 h 1756264"/>
              <a:gd name="connsiteX65" fmla="*/ 1146753 w 1166779"/>
              <a:gd name="connsiteY65" fmla="*/ 1279975 h 1756264"/>
              <a:gd name="connsiteX66" fmla="*/ 1142399 w 1166779"/>
              <a:gd name="connsiteY66" fmla="*/ 1280845 h 1756264"/>
              <a:gd name="connsiteX67" fmla="*/ 1129338 w 1166779"/>
              <a:gd name="connsiteY67" fmla="*/ 1286941 h 1756264"/>
              <a:gd name="connsiteX68" fmla="*/ 1109312 w 1166779"/>
              <a:gd name="connsiteY68" fmla="*/ 1286070 h 1756264"/>
              <a:gd name="connsiteX69" fmla="*/ 1104087 w 1166779"/>
              <a:gd name="connsiteY69" fmla="*/ 1287811 h 1756264"/>
              <a:gd name="connsiteX70" fmla="*/ 1062292 w 1166779"/>
              <a:gd name="connsiteY70" fmla="*/ 1340055 h 1756264"/>
              <a:gd name="connsiteX71" fmla="*/ 1054456 w 1166779"/>
              <a:gd name="connsiteY71" fmla="*/ 1347892 h 1756264"/>
              <a:gd name="connsiteX72" fmla="*/ 1045748 w 1166779"/>
              <a:gd name="connsiteY72" fmla="*/ 1352246 h 1756264"/>
              <a:gd name="connsiteX73" fmla="*/ 1017014 w 1166779"/>
              <a:gd name="connsiteY73" fmla="*/ 1354858 h 1756264"/>
              <a:gd name="connsiteX74" fmla="*/ 1009178 w 1166779"/>
              <a:gd name="connsiteY74" fmla="*/ 1358341 h 1756264"/>
              <a:gd name="connsiteX75" fmla="*/ 992633 w 1166779"/>
              <a:gd name="connsiteY75" fmla="*/ 1372272 h 1756264"/>
              <a:gd name="connsiteX76" fmla="*/ 926458 w 1166779"/>
              <a:gd name="connsiteY76" fmla="*/ 1398394 h 1756264"/>
              <a:gd name="connsiteX77" fmla="*/ 893370 w 1166779"/>
              <a:gd name="connsiteY77" fmla="*/ 1417550 h 1756264"/>
              <a:gd name="connsiteX78" fmla="*/ 882922 w 1166779"/>
              <a:gd name="connsiteY78" fmla="*/ 1427999 h 1756264"/>
              <a:gd name="connsiteX79" fmla="*/ 846351 w 1166779"/>
              <a:gd name="connsiteY79" fmla="*/ 1479372 h 1756264"/>
              <a:gd name="connsiteX80" fmla="*/ 814134 w 1166779"/>
              <a:gd name="connsiteY80" fmla="*/ 1513331 h 1756264"/>
              <a:gd name="connsiteX81" fmla="*/ 810651 w 1166779"/>
              <a:gd name="connsiteY81" fmla="*/ 1521167 h 1756264"/>
              <a:gd name="connsiteX82" fmla="*/ 803685 w 1166779"/>
              <a:gd name="connsiteY82" fmla="*/ 1539453 h 1756264"/>
              <a:gd name="connsiteX83" fmla="*/ 794977 w 1166779"/>
              <a:gd name="connsiteY83" fmla="*/ 1555126 h 1756264"/>
              <a:gd name="connsiteX84" fmla="*/ 783658 w 1166779"/>
              <a:gd name="connsiteY84" fmla="*/ 1567316 h 1756264"/>
              <a:gd name="connsiteX85" fmla="*/ 758407 w 1166779"/>
              <a:gd name="connsiteY85" fmla="*/ 1588213 h 1756264"/>
              <a:gd name="connsiteX86" fmla="*/ 752312 w 1166779"/>
              <a:gd name="connsiteY86" fmla="*/ 1594309 h 1756264"/>
              <a:gd name="connsiteX87" fmla="*/ 745346 w 1166779"/>
              <a:gd name="connsiteY87" fmla="*/ 1613465 h 1756264"/>
              <a:gd name="connsiteX88" fmla="*/ 740121 w 1166779"/>
              <a:gd name="connsiteY88" fmla="*/ 1620431 h 1756264"/>
              <a:gd name="connsiteX89" fmla="*/ 668721 w 1166779"/>
              <a:gd name="connsiteY89" fmla="*/ 1651777 h 1756264"/>
              <a:gd name="connsiteX90" fmla="*/ 659144 w 1166779"/>
              <a:gd name="connsiteY90" fmla="*/ 1657872 h 1756264"/>
              <a:gd name="connsiteX91" fmla="*/ 651307 w 1166779"/>
              <a:gd name="connsiteY91" fmla="*/ 1665709 h 1756264"/>
              <a:gd name="connsiteX92" fmla="*/ 642599 w 1166779"/>
              <a:gd name="connsiteY92" fmla="*/ 1669192 h 1756264"/>
              <a:gd name="connsiteX93" fmla="*/ 626926 w 1166779"/>
              <a:gd name="connsiteY93" fmla="*/ 1668321 h 1756264"/>
              <a:gd name="connsiteX94" fmla="*/ 606900 w 1166779"/>
              <a:gd name="connsiteY94" fmla="*/ 1671804 h 1756264"/>
              <a:gd name="connsiteX95" fmla="*/ 540724 w 1166779"/>
              <a:gd name="connsiteY95" fmla="*/ 1700538 h 1756264"/>
              <a:gd name="connsiteX96" fmla="*/ 500670 w 1166779"/>
              <a:gd name="connsiteY96" fmla="*/ 1731014 h 1756264"/>
              <a:gd name="connsiteX97" fmla="*/ 495446 w 1166779"/>
              <a:gd name="connsiteY97" fmla="*/ 1731884 h 1756264"/>
              <a:gd name="connsiteX98" fmla="*/ 491963 w 1166779"/>
              <a:gd name="connsiteY98" fmla="*/ 1737109 h 1756264"/>
              <a:gd name="connsiteX99" fmla="*/ 449298 w 1166779"/>
              <a:gd name="connsiteY99" fmla="*/ 1740591 h 1756264"/>
              <a:gd name="connsiteX100" fmla="*/ 436237 w 1166779"/>
              <a:gd name="connsiteY100" fmla="*/ 1744945 h 1756264"/>
              <a:gd name="connsiteX101" fmla="*/ 429270 w 1166779"/>
              <a:gd name="connsiteY101" fmla="*/ 1745816 h 1756264"/>
              <a:gd name="connsiteX102" fmla="*/ 358741 w 1166779"/>
              <a:gd name="connsiteY102" fmla="*/ 1737109 h 1756264"/>
              <a:gd name="connsiteX103" fmla="*/ 350034 w 1166779"/>
              <a:gd name="connsiteY103" fmla="*/ 1737979 h 1756264"/>
              <a:gd name="connsiteX104" fmla="*/ 323042 w 1166779"/>
              <a:gd name="connsiteY104" fmla="*/ 1751911 h 1756264"/>
              <a:gd name="connsiteX105" fmla="*/ 314334 w 1166779"/>
              <a:gd name="connsiteY105" fmla="*/ 1755394 h 1756264"/>
              <a:gd name="connsiteX106" fmla="*/ 305627 w 1166779"/>
              <a:gd name="connsiteY106" fmla="*/ 1756265 h 1756264"/>
              <a:gd name="connsiteX107" fmla="*/ 235097 w 1166779"/>
              <a:gd name="connsiteY107" fmla="*/ 1742333 h 1756264"/>
              <a:gd name="connsiteX108" fmla="*/ 176758 w 1166779"/>
              <a:gd name="connsiteY108" fmla="*/ 1743204 h 1756264"/>
              <a:gd name="connsiteX109" fmla="*/ 154120 w 1166779"/>
              <a:gd name="connsiteY109" fmla="*/ 1737109 h 1756264"/>
              <a:gd name="connsiteX110" fmla="*/ 138446 w 1166779"/>
              <a:gd name="connsiteY110" fmla="*/ 1735367 h 1756264"/>
              <a:gd name="connsiteX111" fmla="*/ 103617 w 1166779"/>
              <a:gd name="connsiteY111" fmla="*/ 1741462 h 1756264"/>
              <a:gd name="connsiteX112" fmla="*/ 95780 w 1166779"/>
              <a:gd name="connsiteY112" fmla="*/ 1564704 h 1756264"/>
              <a:gd name="connsiteX113" fmla="*/ 95780 w 1166779"/>
              <a:gd name="connsiteY113" fmla="*/ 1555997 h 1756264"/>
              <a:gd name="connsiteX114" fmla="*/ 100134 w 1166779"/>
              <a:gd name="connsiteY114" fmla="*/ 1540323 h 1756264"/>
              <a:gd name="connsiteX115" fmla="*/ 102746 w 1166779"/>
              <a:gd name="connsiteY115" fmla="*/ 1522909 h 1756264"/>
              <a:gd name="connsiteX116" fmla="*/ 104488 w 1166779"/>
              <a:gd name="connsiteY116" fmla="*/ 1506365 h 1756264"/>
              <a:gd name="connsiteX117" fmla="*/ 104488 w 1166779"/>
              <a:gd name="connsiteY117" fmla="*/ 1492433 h 1756264"/>
              <a:gd name="connsiteX118" fmla="*/ 103617 w 1166779"/>
              <a:gd name="connsiteY118" fmla="*/ 1477631 h 1756264"/>
              <a:gd name="connsiteX119" fmla="*/ 89685 w 1166779"/>
              <a:gd name="connsiteY119" fmla="*/ 1406231 h 1756264"/>
              <a:gd name="connsiteX120" fmla="*/ 87073 w 1166779"/>
              <a:gd name="connsiteY120" fmla="*/ 1372272 h 1756264"/>
              <a:gd name="connsiteX121" fmla="*/ 86203 w 1166779"/>
              <a:gd name="connsiteY121" fmla="*/ 1327865 h 1756264"/>
              <a:gd name="connsiteX122" fmla="*/ 84461 w 1166779"/>
              <a:gd name="connsiteY122" fmla="*/ 1271267 h 1756264"/>
              <a:gd name="connsiteX123" fmla="*/ 27864 w 1166779"/>
              <a:gd name="connsiteY123" fmla="*/ 1097992 h 1756264"/>
              <a:gd name="connsiteX124" fmla="*/ 3483 w 1166779"/>
              <a:gd name="connsiteY124" fmla="*/ 1050102 h 1756264"/>
              <a:gd name="connsiteX125" fmla="*/ 871 w 1166779"/>
              <a:gd name="connsiteY125" fmla="*/ 1041394 h 1756264"/>
              <a:gd name="connsiteX126" fmla="*/ 0 w 1166779"/>
              <a:gd name="connsiteY126" fmla="*/ 1034429 h 1756264"/>
              <a:gd name="connsiteX127" fmla="*/ 871 w 1166779"/>
              <a:gd name="connsiteY127" fmla="*/ 1023109 h 1756264"/>
              <a:gd name="connsiteX128" fmla="*/ 11319 w 1166779"/>
              <a:gd name="connsiteY128" fmla="*/ 969124 h 1756264"/>
              <a:gd name="connsiteX129" fmla="*/ 26122 w 1166779"/>
              <a:gd name="connsiteY129" fmla="*/ 958675 h 1756264"/>
              <a:gd name="connsiteX130" fmla="*/ 29605 w 1166779"/>
              <a:gd name="connsiteY130" fmla="*/ 951709 h 1756264"/>
              <a:gd name="connsiteX131" fmla="*/ 33959 w 1166779"/>
              <a:gd name="connsiteY131" fmla="*/ 940390 h 1756264"/>
              <a:gd name="connsiteX132" fmla="*/ 41795 w 1166779"/>
              <a:gd name="connsiteY132" fmla="*/ 878568 h 1756264"/>
              <a:gd name="connsiteX133" fmla="*/ 45278 w 1166779"/>
              <a:gd name="connsiteY133" fmla="*/ 863765 h 1756264"/>
              <a:gd name="connsiteX134" fmla="*/ 50502 w 1166779"/>
              <a:gd name="connsiteY134" fmla="*/ 856799 h 1756264"/>
              <a:gd name="connsiteX135" fmla="*/ 57469 w 1166779"/>
              <a:gd name="connsiteY135" fmla="*/ 854187 h 1756264"/>
              <a:gd name="connsiteX136" fmla="*/ 77495 w 1166779"/>
              <a:gd name="connsiteY136" fmla="*/ 851575 h 1756264"/>
              <a:gd name="connsiteX137" fmla="*/ 173276 w 1166779"/>
              <a:gd name="connsiteY137" fmla="*/ 839385 h 1756264"/>
              <a:gd name="connsiteX138" fmla="*/ 200268 w 1166779"/>
              <a:gd name="connsiteY138" fmla="*/ 823712 h 1756264"/>
              <a:gd name="connsiteX139" fmla="*/ 212459 w 1166779"/>
              <a:gd name="connsiteY139" fmla="*/ 799331 h 1756264"/>
              <a:gd name="connsiteX140" fmla="*/ 221166 w 1166779"/>
              <a:gd name="connsiteY140" fmla="*/ 785400 h 1756264"/>
              <a:gd name="connsiteX141" fmla="*/ 230744 w 1166779"/>
              <a:gd name="connsiteY141" fmla="*/ 777563 h 1756264"/>
              <a:gd name="connsiteX142" fmla="*/ 240322 w 1166779"/>
              <a:gd name="connsiteY142" fmla="*/ 775821 h 1756264"/>
              <a:gd name="connsiteX143" fmla="*/ 250770 w 1166779"/>
              <a:gd name="connsiteY143" fmla="*/ 775821 h 1756264"/>
              <a:gd name="connsiteX144" fmla="*/ 255995 w 1166779"/>
              <a:gd name="connsiteY144" fmla="*/ 774080 h 1756264"/>
              <a:gd name="connsiteX145" fmla="*/ 258607 w 1166779"/>
              <a:gd name="connsiteY145" fmla="*/ 769726 h 1756264"/>
              <a:gd name="connsiteX146" fmla="*/ 258607 w 1166779"/>
              <a:gd name="connsiteY146" fmla="*/ 761890 h 1756264"/>
              <a:gd name="connsiteX147" fmla="*/ 252512 w 1166779"/>
              <a:gd name="connsiteY147" fmla="*/ 740992 h 1756264"/>
              <a:gd name="connsiteX148" fmla="*/ 232485 w 1166779"/>
              <a:gd name="connsiteY148" fmla="*/ 616478 h 1756264"/>
              <a:gd name="connsiteX149" fmla="*/ 227261 w 1166779"/>
              <a:gd name="connsiteY149" fmla="*/ 538112 h 1756264"/>
              <a:gd name="connsiteX150" fmla="*/ 228132 w 1166779"/>
              <a:gd name="connsiteY150" fmla="*/ 509378 h 1756264"/>
              <a:gd name="connsiteX151" fmla="*/ 235097 w 1166779"/>
              <a:gd name="connsiteY151" fmla="*/ 469324 h 1756264"/>
              <a:gd name="connsiteX152" fmla="*/ 250770 w 1166779"/>
              <a:gd name="connsiteY152" fmla="*/ 423175 h 1756264"/>
              <a:gd name="connsiteX153" fmla="*/ 240322 w 1166779"/>
              <a:gd name="connsiteY153" fmla="*/ 422305 h 1756264"/>
              <a:gd name="connsiteX154" fmla="*/ 203751 w 1166779"/>
              <a:gd name="connsiteY154" fmla="*/ 435366 h 1756264"/>
              <a:gd name="connsiteX155" fmla="*/ 195915 w 1166779"/>
              <a:gd name="connsiteY155" fmla="*/ 431883 h 1756264"/>
              <a:gd name="connsiteX156" fmla="*/ 188078 w 1166779"/>
              <a:gd name="connsiteY156" fmla="*/ 424046 h 1756264"/>
              <a:gd name="connsiteX157" fmla="*/ 178500 w 1166779"/>
              <a:gd name="connsiteY157" fmla="*/ 406632 h 1756264"/>
              <a:gd name="connsiteX158" fmla="*/ 172405 w 1166779"/>
              <a:gd name="connsiteY158" fmla="*/ 396183 h 1756264"/>
              <a:gd name="connsiteX159" fmla="*/ 169793 w 1166779"/>
              <a:gd name="connsiteY159" fmla="*/ 382251 h 1756264"/>
              <a:gd name="connsiteX160" fmla="*/ 170664 w 1166779"/>
              <a:gd name="connsiteY160" fmla="*/ 370931 h 1756264"/>
              <a:gd name="connsiteX161" fmla="*/ 177629 w 1166779"/>
              <a:gd name="connsiteY161" fmla="*/ 312592 h 1756264"/>
              <a:gd name="connsiteX162" fmla="*/ 178500 w 1166779"/>
              <a:gd name="connsiteY162" fmla="*/ 286470 h 1756264"/>
              <a:gd name="connsiteX163" fmla="*/ 178500 w 1166779"/>
              <a:gd name="connsiteY163" fmla="*/ 278634 h 1756264"/>
              <a:gd name="connsiteX164" fmla="*/ 175888 w 1166779"/>
              <a:gd name="connsiteY164" fmla="*/ 266444 h 1756264"/>
              <a:gd name="connsiteX165" fmla="*/ 168922 w 1166779"/>
              <a:gd name="connsiteY165" fmla="*/ 248158 h 1756264"/>
              <a:gd name="connsiteX166" fmla="*/ 158473 w 1166779"/>
              <a:gd name="connsiteY166" fmla="*/ 231615 h 1756264"/>
              <a:gd name="connsiteX167" fmla="*/ 115807 w 1166779"/>
              <a:gd name="connsiteY167" fmla="*/ 185466 h 1756264"/>
              <a:gd name="connsiteX168" fmla="*/ 110583 w 1166779"/>
              <a:gd name="connsiteY168" fmla="*/ 178500 h 1756264"/>
              <a:gd name="connsiteX169" fmla="*/ 110583 w 1166779"/>
              <a:gd name="connsiteY169" fmla="*/ 173275 h 1756264"/>
              <a:gd name="connsiteX170" fmla="*/ 112325 w 1166779"/>
              <a:gd name="connsiteY170" fmla="*/ 167180 h 1756264"/>
              <a:gd name="connsiteX171" fmla="*/ 118420 w 1166779"/>
              <a:gd name="connsiteY171" fmla="*/ 159344 h 1756264"/>
              <a:gd name="connsiteX172" fmla="*/ 145412 w 1166779"/>
              <a:gd name="connsiteY172" fmla="*/ 137576 h 1756264"/>
              <a:gd name="connsiteX173" fmla="*/ 147154 w 1166779"/>
              <a:gd name="connsiteY173" fmla="*/ 134093 h 1756264"/>
              <a:gd name="connsiteX174" fmla="*/ 134093 w 1166779"/>
              <a:gd name="connsiteY174" fmla="*/ 131480 h 1756264"/>
              <a:gd name="connsiteX175" fmla="*/ 115807 w 1166779"/>
              <a:gd name="connsiteY175" fmla="*/ 131480 h 1756264"/>
              <a:gd name="connsiteX176" fmla="*/ 104488 w 1166779"/>
              <a:gd name="connsiteY176" fmla="*/ 128868 h 1756264"/>
              <a:gd name="connsiteX177" fmla="*/ 95780 w 1166779"/>
              <a:gd name="connsiteY177" fmla="*/ 125385 h 1756264"/>
              <a:gd name="connsiteX178" fmla="*/ 88815 w 1166779"/>
              <a:gd name="connsiteY178" fmla="*/ 118419 h 1756264"/>
              <a:gd name="connsiteX179" fmla="*/ 82719 w 1166779"/>
              <a:gd name="connsiteY179" fmla="*/ 110583 h 1756264"/>
              <a:gd name="connsiteX180" fmla="*/ 78366 w 1166779"/>
              <a:gd name="connsiteY180" fmla="*/ 93168 h 1756264"/>
              <a:gd name="connsiteX181" fmla="*/ 91427 w 1166779"/>
              <a:gd name="connsiteY181" fmla="*/ 86202 h 1756264"/>
              <a:gd name="connsiteX182" fmla="*/ 103617 w 1166779"/>
              <a:gd name="connsiteY182" fmla="*/ 82719 h 1756264"/>
              <a:gd name="connsiteX183" fmla="*/ 121902 w 1166779"/>
              <a:gd name="connsiteY183" fmla="*/ 79237 h 1756264"/>
              <a:gd name="connsiteX184" fmla="*/ 145412 w 1166779"/>
              <a:gd name="connsiteY184" fmla="*/ 79237 h 1756264"/>
              <a:gd name="connsiteX185" fmla="*/ 187207 w 1166779"/>
              <a:gd name="connsiteY185" fmla="*/ 87073 h 1756264"/>
              <a:gd name="connsiteX186" fmla="*/ 220295 w 1166779"/>
              <a:gd name="connsiteY186" fmla="*/ 91427 h 1756264"/>
              <a:gd name="connsiteX187" fmla="*/ 262961 w 1166779"/>
              <a:gd name="connsiteY187" fmla="*/ 70529 h 1756264"/>
              <a:gd name="connsiteX188" fmla="*/ 282117 w 1166779"/>
              <a:gd name="connsiteY188" fmla="*/ 59210 h 1756264"/>
              <a:gd name="connsiteX189" fmla="*/ 291695 w 1166779"/>
              <a:gd name="connsiteY189" fmla="*/ 50502 h 1756264"/>
              <a:gd name="connsiteX190" fmla="*/ 295178 w 1166779"/>
              <a:gd name="connsiteY190" fmla="*/ 46149 h 1756264"/>
              <a:gd name="connsiteX191" fmla="*/ 314334 w 1166779"/>
              <a:gd name="connsiteY191" fmla="*/ 0 h 1756264"/>
              <a:gd name="connsiteX192" fmla="*/ 346551 w 1166779"/>
              <a:gd name="connsiteY192" fmla="*/ 14803 h 1756264"/>
              <a:gd name="connsiteX193" fmla="*/ 351776 w 1166779"/>
              <a:gd name="connsiteY193" fmla="*/ 30476 h 1756264"/>
              <a:gd name="connsiteX194" fmla="*/ 353517 w 1166779"/>
              <a:gd name="connsiteY194" fmla="*/ 44407 h 1756264"/>
              <a:gd name="connsiteX195" fmla="*/ 352646 w 1166779"/>
              <a:gd name="connsiteY195" fmla="*/ 72271 h 1756264"/>
              <a:gd name="connsiteX196" fmla="*/ 356129 w 1166779"/>
              <a:gd name="connsiteY196" fmla="*/ 78366 h 1756264"/>
              <a:gd name="connsiteX197" fmla="*/ 360483 w 1166779"/>
              <a:gd name="connsiteY197" fmla="*/ 75754 h 1756264"/>
              <a:gd name="connsiteX198" fmla="*/ 370061 w 1166779"/>
              <a:gd name="connsiteY198" fmla="*/ 61822 h 1756264"/>
              <a:gd name="connsiteX199" fmla="*/ 374414 w 1166779"/>
              <a:gd name="connsiteY199" fmla="*/ 56598 h 1756264"/>
              <a:gd name="connsiteX200" fmla="*/ 379639 w 1166779"/>
              <a:gd name="connsiteY200" fmla="*/ 54856 h 1756264"/>
              <a:gd name="connsiteX201" fmla="*/ 383993 w 1166779"/>
              <a:gd name="connsiteY201" fmla="*/ 55727 h 1756264"/>
              <a:gd name="connsiteX202" fmla="*/ 388346 w 1166779"/>
              <a:gd name="connsiteY202" fmla="*/ 61822 h 1756264"/>
              <a:gd name="connsiteX203" fmla="*/ 390958 w 1166779"/>
              <a:gd name="connsiteY203" fmla="*/ 72271 h 1756264"/>
              <a:gd name="connsiteX204" fmla="*/ 392700 w 1166779"/>
              <a:gd name="connsiteY204" fmla="*/ 83590 h 1756264"/>
              <a:gd name="connsiteX205" fmla="*/ 392700 w 1166779"/>
              <a:gd name="connsiteY205" fmla="*/ 94039 h 1756264"/>
              <a:gd name="connsiteX206" fmla="*/ 391829 w 1166779"/>
              <a:gd name="connsiteY206" fmla="*/ 101876 h 1756264"/>
              <a:gd name="connsiteX207" fmla="*/ 390087 w 1166779"/>
              <a:gd name="connsiteY207" fmla="*/ 112324 h 1756264"/>
              <a:gd name="connsiteX208" fmla="*/ 385734 w 1166779"/>
              <a:gd name="connsiteY208" fmla="*/ 125385 h 1756264"/>
              <a:gd name="connsiteX209" fmla="*/ 365707 w 1166779"/>
              <a:gd name="connsiteY209" fmla="*/ 162827 h 1756264"/>
              <a:gd name="connsiteX210" fmla="*/ 363095 w 1166779"/>
              <a:gd name="connsiteY210" fmla="*/ 170663 h 1756264"/>
              <a:gd name="connsiteX211" fmla="*/ 360483 w 1166779"/>
              <a:gd name="connsiteY211" fmla="*/ 184595 h 1756264"/>
              <a:gd name="connsiteX212" fmla="*/ 361353 w 1166779"/>
              <a:gd name="connsiteY212" fmla="*/ 195914 h 1756264"/>
              <a:gd name="connsiteX213" fmla="*/ 363966 w 1166779"/>
              <a:gd name="connsiteY213" fmla="*/ 205493 h 1756264"/>
              <a:gd name="connsiteX214" fmla="*/ 372673 w 1166779"/>
              <a:gd name="connsiteY214" fmla="*/ 223778 h 1756264"/>
              <a:gd name="connsiteX215" fmla="*/ 397924 w 1166779"/>
              <a:gd name="connsiteY215" fmla="*/ 249029 h 1756264"/>
              <a:gd name="connsiteX216" fmla="*/ 404890 w 1166779"/>
              <a:gd name="connsiteY216" fmla="*/ 261219 h 1756264"/>
              <a:gd name="connsiteX217" fmla="*/ 413597 w 1166779"/>
              <a:gd name="connsiteY217" fmla="*/ 282988 h 1756264"/>
              <a:gd name="connsiteX218" fmla="*/ 419693 w 1166779"/>
              <a:gd name="connsiteY218" fmla="*/ 291695 h 1756264"/>
              <a:gd name="connsiteX219" fmla="*/ 426658 w 1166779"/>
              <a:gd name="connsiteY219" fmla="*/ 299531 h 1756264"/>
              <a:gd name="connsiteX220" fmla="*/ 466712 w 1166779"/>
              <a:gd name="connsiteY220" fmla="*/ 327395 h 1756264"/>
              <a:gd name="connsiteX221" fmla="*/ 493705 w 1166779"/>
              <a:gd name="connsiteY221" fmla="*/ 330878 h 1756264"/>
              <a:gd name="connsiteX222" fmla="*/ 560751 w 1166779"/>
              <a:gd name="connsiteY222" fmla="*/ 323041 h 1756264"/>
              <a:gd name="connsiteX223" fmla="*/ 572941 w 1166779"/>
              <a:gd name="connsiteY223" fmla="*/ 319558 h 1756264"/>
              <a:gd name="connsiteX224" fmla="*/ 586002 w 1166779"/>
              <a:gd name="connsiteY224" fmla="*/ 310851 h 1756264"/>
              <a:gd name="connsiteX225" fmla="*/ 627797 w 1166779"/>
              <a:gd name="connsiteY225" fmla="*/ 276022 h 1756264"/>
              <a:gd name="connsiteX226" fmla="*/ 629539 w 1166779"/>
              <a:gd name="connsiteY226" fmla="*/ 272539 h 1756264"/>
              <a:gd name="connsiteX227" fmla="*/ 638246 w 1166779"/>
              <a:gd name="connsiteY227" fmla="*/ 252512 h 1756264"/>
              <a:gd name="connsiteX228" fmla="*/ 648695 w 1166779"/>
              <a:gd name="connsiteY228" fmla="*/ 216812 h 1756264"/>
              <a:gd name="connsiteX229" fmla="*/ 649566 w 1166779"/>
              <a:gd name="connsiteY229" fmla="*/ 209846 h 1756264"/>
              <a:gd name="connsiteX230" fmla="*/ 649566 w 1166779"/>
              <a:gd name="connsiteY230" fmla="*/ 202010 h 1756264"/>
              <a:gd name="connsiteX231" fmla="*/ 642599 w 1166779"/>
              <a:gd name="connsiteY231" fmla="*/ 166310 h 1756264"/>
              <a:gd name="connsiteX232" fmla="*/ 642599 w 1166779"/>
              <a:gd name="connsiteY232" fmla="*/ 154120 h 1756264"/>
              <a:gd name="connsiteX233" fmla="*/ 645212 w 1166779"/>
              <a:gd name="connsiteY233" fmla="*/ 149766 h 1756264"/>
              <a:gd name="connsiteX234" fmla="*/ 656531 w 1166779"/>
              <a:gd name="connsiteY234" fmla="*/ 148024 h 1756264"/>
              <a:gd name="connsiteX235" fmla="*/ 672205 w 1166779"/>
              <a:gd name="connsiteY235" fmla="*/ 148895 h 1756264"/>
              <a:gd name="connsiteX236" fmla="*/ 679170 w 1166779"/>
              <a:gd name="connsiteY236" fmla="*/ 153249 h 1756264"/>
              <a:gd name="connsiteX237" fmla="*/ 686136 w 1166779"/>
              <a:gd name="connsiteY237" fmla="*/ 161085 h 1756264"/>
              <a:gd name="connsiteX238" fmla="*/ 693973 w 1166779"/>
              <a:gd name="connsiteY238" fmla="*/ 175888 h 1756264"/>
              <a:gd name="connsiteX239" fmla="*/ 709646 w 1166779"/>
              <a:gd name="connsiteY239" fmla="*/ 199397 h 1756264"/>
              <a:gd name="connsiteX240" fmla="*/ 753182 w 1166779"/>
              <a:gd name="connsiteY240" fmla="*/ 245546 h 1756264"/>
              <a:gd name="connsiteX241" fmla="*/ 758407 w 1166779"/>
              <a:gd name="connsiteY241" fmla="*/ 253383 h 1756264"/>
              <a:gd name="connsiteX242" fmla="*/ 763631 w 1166779"/>
              <a:gd name="connsiteY242" fmla="*/ 264702 h 1756264"/>
              <a:gd name="connsiteX243" fmla="*/ 771468 w 1166779"/>
              <a:gd name="connsiteY243" fmla="*/ 288212 h 1756264"/>
              <a:gd name="connsiteX244" fmla="*/ 780175 w 1166779"/>
              <a:gd name="connsiteY244" fmla="*/ 303015 h 1756264"/>
              <a:gd name="connsiteX245" fmla="*/ 803685 w 1166779"/>
              <a:gd name="connsiteY245" fmla="*/ 326524 h 1756264"/>
              <a:gd name="connsiteX246" fmla="*/ 860282 w 1166779"/>
              <a:gd name="connsiteY246" fmla="*/ 360483 h 1756264"/>
              <a:gd name="connsiteX247" fmla="*/ 877697 w 1166779"/>
              <a:gd name="connsiteY247" fmla="*/ 367449 h 1756264"/>
              <a:gd name="connsiteX248" fmla="*/ 893370 w 1166779"/>
              <a:gd name="connsiteY248" fmla="*/ 368319 h 1756264"/>
              <a:gd name="connsiteX249" fmla="*/ 911656 w 1166779"/>
              <a:gd name="connsiteY249" fmla="*/ 355258 h 1756264"/>
              <a:gd name="connsiteX250" fmla="*/ 963029 w 1166779"/>
              <a:gd name="connsiteY250" fmla="*/ 307368 h 1756264"/>
            </a:gdLst>
            <a:ahLst/>
            <a:cxnLst/>
            <a:rect l="l" t="t" r="r" b="b"/>
            <a:pathLst>
              <a:path w="1166779" h="1756264">
                <a:moveTo>
                  <a:pt x="963029" y="307368"/>
                </a:moveTo>
                <a:lnTo>
                  <a:pt x="1063163" y="353517"/>
                </a:lnTo>
                <a:lnTo>
                  <a:pt x="1068387" y="359612"/>
                </a:lnTo>
                <a:lnTo>
                  <a:pt x="1070999" y="366578"/>
                </a:lnTo>
                <a:lnTo>
                  <a:pt x="1075353" y="382251"/>
                </a:lnTo>
                <a:lnTo>
                  <a:pt x="1099733" y="435366"/>
                </a:lnTo>
                <a:lnTo>
                  <a:pt x="1104958" y="453651"/>
                </a:lnTo>
                <a:lnTo>
                  <a:pt x="1109312" y="472807"/>
                </a:lnTo>
                <a:lnTo>
                  <a:pt x="1104087" y="575553"/>
                </a:lnTo>
                <a:lnTo>
                  <a:pt x="1104958" y="587743"/>
                </a:lnTo>
                <a:lnTo>
                  <a:pt x="1110182" y="595580"/>
                </a:lnTo>
                <a:lnTo>
                  <a:pt x="1118019" y="599934"/>
                </a:lnTo>
                <a:lnTo>
                  <a:pt x="1126726" y="607770"/>
                </a:lnTo>
                <a:lnTo>
                  <a:pt x="1129338" y="617348"/>
                </a:lnTo>
                <a:lnTo>
                  <a:pt x="1132822" y="640858"/>
                </a:lnTo>
                <a:lnTo>
                  <a:pt x="1137175" y="648695"/>
                </a:lnTo>
                <a:lnTo>
                  <a:pt x="1143270" y="654790"/>
                </a:lnTo>
                <a:lnTo>
                  <a:pt x="1150236" y="659144"/>
                </a:lnTo>
                <a:lnTo>
                  <a:pt x="1156331" y="664368"/>
                </a:lnTo>
                <a:lnTo>
                  <a:pt x="1163297" y="673946"/>
                </a:lnTo>
                <a:lnTo>
                  <a:pt x="1165909" y="680912"/>
                </a:lnTo>
                <a:lnTo>
                  <a:pt x="1166780" y="689619"/>
                </a:lnTo>
                <a:lnTo>
                  <a:pt x="1165038" y="707905"/>
                </a:lnTo>
                <a:lnTo>
                  <a:pt x="1165038" y="725319"/>
                </a:lnTo>
                <a:lnTo>
                  <a:pt x="1166780" y="749700"/>
                </a:lnTo>
                <a:lnTo>
                  <a:pt x="1159814" y="750570"/>
                </a:lnTo>
                <a:lnTo>
                  <a:pt x="1151107" y="759278"/>
                </a:lnTo>
                <a:lnTo>
                  <a:pt x="1145883" y="761890"/>
                </a:lnTo>
                <a:lnTo>
                  <a:pt x="1133692" y="765373"/>
                </a:lnTo>
                <a:lnTo>
                  <a:pt x="1128468" y="767985"/>
                </a:lnTo>
                <a:lnTo>
                  <a:pt x="1113665" y="779304"/>
                </a:lnTo>
                <a:lnTo>
                  <a:pt x="1106700" y="787141"/>
                </a:lnTo>
                <a:lnTo>
                  <a:pt x="1100604" y="795848"/>
                </a:lnTo>
                <a:lnTo>
                  <a:pt x="1050102" y="899465"/>
                </a:lnTo>
                <a:lnTo>
                  <a:pt x="1046619" y="909043"/>
                </a:lnTo>
                <a:lnTo>
                  <a:pt x="1046619" y="915138"/>
                </a:lnTo>
                <a:lnTo>
                  <a:pt x="1047489" y="928199"/>
                </a:lnTo>
                <a:lnTo>
                  <a:pt x="1047489" y="935165"/>
                </a:lnTo>
                <a:lnTo>
                  <a:pt x="1046619" y="941260"/>
                </a:lnTo>
                <a:lnTo>
                  <a:pt x="1044007" y="946485"/>
                </a:lnTo>
                <a:lnTo>
                  <a:pt x="1037912" y="955192"/>
                </a:lnTo>
                <a:lnTo>
                  <a:pt x="1031816" y="970865"/>
                </a:lnTo>
                <a:lnTo>
                  <a:pt x="1028334" y="976090"/>
                </a:lnTo>
                <a:lnTo>
                  <a:pt x="1021368" y="982185"/>
                </a:lnTo>
                <a:lnTo>
                  <a:pt x="1015273" y="992633"/>
                </a:lnTo>
                <a:lnTo>
                  <a:pt x="1010919" y="1004824"/>
                </a:lnTo>
                <a:lnTo>
                  <a:pt x="1008307" y="1016143"/>
                </a:lnTo>
                <a:lnTo>
                  <a:pt x="1008307" y="1030946"/>
                </a:lnTo>
                <a:lnTo>
                  <a:pt x="1011790" y="1038782"/>
                </a:lnTo>
                <a:lnTo>
                  <a:pt x="1028334" y="1049231"/>
                </a:lnTo>
                <a:lnTo>
                  <a:pt x="1033558" y="1055326"/>
                </a:lnTo>
                <a:lnTo>
                  <a:pt x="1035300" y="1062292"/>
                </a:lnTo>
                <a:lnTo>
                  <a:pt x="1037041" y="1077094"/>
                </a:lnTo>
                <a:lnTo>
                  <a:pt x="1041395" y="1091026"/>
                </a:lnTo>
                <a:lnTo>
                  <a:pt x="1047489" y="1103216"/>
                </a:lnTo>
                <a:lnTo>
                  <a:pt x="1071870" y="1137175"/>
                </a:lnTo>
                <a:lnTo>
                  <a:pt x="1081448" y="1146753"/>
                </a:lnTo>
                <a:lnTo>
                  <a:pt x="1111924" y="1166780"/>
                </a:lnTo>
                <a:lnTo>
                  <a:pt x="1119761" y="1175487"/>
                </a:lnTo>
                <a:lnTo>
                  <a:pt x="1127597" y="1185065"/>
                </a:lnTo>
                <a:lnTo>
                  <a:pt x="1151977" y="1229472"/>
                </a:lnTo>
                <a:lnTo>
                  <a:pt x="1156331" y="1241663"/>
                </a:lnTo>
                <a:lnTo>
                  <a:pt x="1157202" y="1252982"/>
                </a:lnTo>
                <a:lnTo>
                  <a:pt x="1156331" y="1265172"/>
                </a:lnTo>
                <a:lnTo>
                  <a:pt x="1152848" y="1275621"/>
                </a:lnTo>
                <a:lnTo>
                  <a:pt x="1146753" y="1279975"/>
                </a:lnTo>
                <a:lnTo>
                  <a:pt x="1142399" y="1280845"/>
                </a:lnTo>
                <a:lnTo>
                  <a:pt x="1129338" y="1286941"/>
                </a:lnTo>
                <a:lnTo>
                  <a:pt x="1109312" y="1286070"/>
                </a:lnTo>
                <a:lnTo>
                  <a:pt x="1104087" y="1287811"/>
                </a:lnTo>
                <a:lnTo>
                  <a:pt x="1062292" y="1340055"/>
                </a:lnTo>
                <a:lnTo>
                  <a:pt x="1054456" y="1347892"/>
                </a:lnTo>
                <a:lnTo>
                  <a:pt x="1045748" y="1352246"/>
                </a:lnTo>
                <a:lnTo>
                  <a:pt x="1017014" y="1354858"/>
                </a:lnTo>
                <a:lnTo>
                  <a:pt x="1009178" y="1358341"/>
                </a:lnTo>
                <a:lnTo>
                  <a:pt x="992633" y="1372272"/>
                </a:lnTo>
                <a:lnTo>
                  <a:pt x="926458" y="1398394"/>
                </a:lnTo>
                <a:lnTo>
                  <a:pt x="893370" y="1417550"/>
                </a:lnTo>
                <a:lnTo>
                  <a:pt x="882922" y="1427999"/>
                </a:lnTo>
                <a:lnTo>
                  <a:pt x="846351" y="1479372"/>
                </a:lnTo>
                <a:lnTo>
                  <a:pt x="814134" y="1513331"/>
                </a:lnTo>
                <a:lnTo>
                  <a:pt x="810651" y="1521167"/>
                </a:lnTo>
                <a:lnTo>
                  <a:pt x="803685" y="1539453"/>
                </a:lnTo>
                <a:lnTo>
                  <a:pt x="794977" y="1555126"/>
                </a:lnTo>
                <a:lnTo>
                  <a:pt x="783658" y="1567316"/>
                </a:lnTo>
                <a:lnTo>
                  <a:pt x="758407" y="1588213"/>
                </a:lnTo>
                <a:lnTo>
                  <a:pt x="752312" y="1594309"/>
                </a:lnTo>
                <a:lnTo>
                  <a:pt x="745346" y="1613465"/>
                </a:lnTo>
                <a:lnTo>
                  <a:pt x="740121" y="1620431"/>
                </a:lnTo>
                <a:lnTo>
                  <a:pt x="668721" y="1651777"/>
                </a:lnTo>
                <a:lnTo>
                  <a:pt x="659144" y="1657872"/>
                </a:lnTo>
                <a:lnTo>
                  <a:pt x="651307" y="1665709"/>
                </a:lnTo>
                <a:lnTo>
                  <a:pt x="642599" y="1669192"/>
                </a:lnTo>
                <a:lnTo>
                  <a:pt x="626926" y="1668321"/>
                </a:lnTo>
                <a:lnTo>
                  <a:pt x="606900" y="1671804"/>
                </a:lnTo>
                <a:lnTo>
                  <a:pt x="540724" y="1700538"/>
                </a:lnTo>
                <a:lnTo>
                  <a:pt x="500670" y="1731014"/>
                </a:lnTo>
                <a:lnTo>
                  <a:pt x="495446" y="1731884"/>
                </a:lnTo>
                <a:lnTo>
                  <a:pt x="491963" y="1737109"/>
                </a:lnTo>
                <a:lnTo>
                  <a:pt x="449298" y="1740591"/>
                </a:lnTo>
                <a:lnTo>
                  <a:pt x="436237" y="1744945"/>
                </a:lnTo>
                <a:lnTo>
                  <a:pt x="429270" y="1745816"/>
                </a:lnTo>
                <a:lnTo>
                  <a:pt x="358741" y="1737109"/>
                </a:lnTo>
                <a:lnTo>
                  <a:pt x="350034" y="1737979"/>
                </a:lnTo>
                <a:lnTo>
                  <a:pt x="323042" y="1751911"/>
                </a:lnTo>
                <a:lnTo>
                  <a:pt x="314334" y="1755394"/>
                </a:lnTo>
                <a:lnTo>
                  <a:pt x="305627" y="1756265"/>
                </a:lnTo>
                <a:lnTo>
                  <a:pt x="235097" y="1742333"/>
                </a:lnTo>
                <a:lnTo>
                  <a:pt x="176758" y="1743204"/>
                </a:lnTo>
                <a:lnTo>
                  <a:pt x="154120" y="1737109"/>
                </a:lnTo>
                <a:lnTo>
                  <a:pt x="138446" y="1735367"/>
                </a:lnTo>
                <a:lnTo>
                  <a:pt x="103617" y="1741462"/>
                </a:lnTo>
                <a:lnTo>
                  <a:pt x="95780" y="1564704"/>
                </a:lnTo>
                <a:lnTo>
                  <a:pt x="95780" y="1555997"/>
                </a:lnTo>
                <a:lnTo>
                  <a:pt x="100134" y="1540323"/>
                </a:lnTo>
                <a:lnTo>
                  <a:pt x="102746" y="1522909"/>
                </a:lnTo>
                <a:lnTo>
                  <a:pt x="104488" y="1506365"/>
                </a:lnTo>
                <a:lnTo>
                  <a:pt x="104488" y="1492433"/>
                </a:lnTo>
                <a:lnTo>
                  <a:pt x="103617" y="1477631"/>
                </a:lnTo>
                <a:lnTo>
                  <a:pt x="89685" y="1406231"/>
                </a:lnTo>
                <a:lnTo>
                  <a:pt x="87073" y="1372272"/>
                </a:lnTo>
                <a:lnTo>
                  <a:pt x="86203" y="1327865"/>
                </a:lnTo>
                <a:lnTo>
                  <a:pt x="84461" y="1271267"/>
                </a:lnTo>
                <a:lnTo>
                  <a:pt x="27864" y="1097992"/>
                </a:lnTo>
                <a:lnTo>
                  <a:pt x="3483" y="1050102"/>
                </a:lnTo>
                <a:lnTo>
                  <a:pt x="871" y="1041394"/>
                </a:lnTo>
                <a:lnTo>
                  <a:pt x="0" y="1034429"/>
                </a:lnTo>
                <a:lnTo>
                  <a:pt x="871" y="1023109"/>
                </a:lnTo>
                <a:lnTo>
                  <a:pt x="11319" y="969124"/>
                </a:lnTo>
                <a:lnTo>
                  <a:pt x="26122" y="958675"/>
                </a:lnTo>
                <a:lnTo>
                  <a:pt x="29605" y="951709"/>
                </a:lnTo>
                <a:lnTo>
                  <a:pt x="33959" y="940390"/>
                </a:lnTo>
                <a:lnTo>
                  <a:pt x="41795" y="878568"/>
                </a:lnTo>
                <a:lnTo>
                  <a:pt x="45278" y="863765"/>
                </a:lnTo>
                <a:lnTo>
                  <a:pt x="50502" y="856799"/>
                </a:lnTo>
                <a:lnTo>
                  <a:pt x="57469" y="854187"/>
                </a:lnTo>
                <a:lnTo>
                  <a:pt x="77495" y="851575"/>
                </a:lnTo>
                <a:lnTo>
                  <a:pt x="173276" y="839385"/>
                </a:lnTo>
                <a:lnTo>
                  <a:pt x="200268" y="823712"/>
                </a:lnTo>
                <a:lnTo>
                  <a:pt x="212459" y="799331"/>
                </a:lnTo>
                <a:lnTo>
                  <a:pt x="221166" y="785400"/>
                </a:lnTo>
                <a:lnTo>
                  <a:pt x="230744" y="777563"/>
                </a:lnTo>
                <a:lnTo>
                  <a:pt x="240322" y="775821"/>
                </a:lnTo>
                <a:lnTo>
                  <a:pt x="250770" y="775821"/>
                </a:lnTo>
                <a:lnTo>
                  <a:pt x="255995" y="774080"/>
                </a:lnTo>
                <a:lnTo>
                  <a:pt x="258607" y="769726"/>
                </a:lnTo>
                <a:lnTo>
                  <a:pt x="258607" y="761890"/>
                </a:lnTo>
                <a:lnTo>
                  <a:pt x="252512" y="740992"/>
                </a:lnTo>
                <a:lnTo>
                  <a:pt x="232485" y="616478"/>
                </a:lnTo>
                <a:lnTo>
                  <a:pt x="227261" y="538112"/>
                </a:lnTo>
                <a:lnTo>
                  <a:pt x="228132" y="509378"/>
                </a:lnTo>
                <a:lnTo>
                  <a:pt x="235097" y="469324"/>
                </a:lnTo>
                <a:lnTo>
                  <a:pt x="250770" y="423175"/>
                </a:lnTo>
                <a:lnTo>
                  <a:pt x="240322" y="422305"/>
                </a:lnTo>
                <a:lnTo>
                  <a:pt x="203751" y="435366"/>
                </a:lnTo>
                <a:lnTo>
                  <a:pt x="195915" y="431883"/>
                </a:lnTo>
                <a:lnTo>
                  <a:pt x="188078" y="424046"/>
                </a:lnTo>
                <a:lnTo>
                  <a:pt x="178500" y="406632"/>
                </a:lnTo>
                <a:lnTo>
                  <a:pt x="172405" y="396183"/>
                </a:lnTo>
                <a:lnTo>
                  <a:pt x="169793" y="382251"/>
                </a:lnTo>
                <a:lnTo>
                  <a:pt x="170664" y="370931"/>
                </a:lnTo>
                <a:lnTo>
                  <a:pt x="177629" y="312592"/>
                </a:lnTo>
                <a:lnTo>
                  <a:pt x="178500" y="286470"/>
                </a:lnTo>
                <a:lnTo>
                  <a:pt x="178500" y="278634"/>
                </a:lnTo>
                <a:lnTo>
                  <a:pt x="175888" y="266444"/>
                </a:lnTo>
                <a:lnTo>
                  <a:pt x="168922" y="248158"/>
                </a:lnTo>
                <a:lnTo>
                  <a:pt x="158473" y="231615"/>
                </a:lnTo>
                <a:lnTo>
                  <a:pt x="115807" y="185466"/>
                </a:lnTo>
                <a:lnTo>
                  <a:pt x="110583" y="178500"/>
                </a:lnTo>
                <a:lnTo>
                  <a:pt x="110583" y="173275"/>
                </a:lnTo>
                <a:lnTo>
                  <a:pt x="112325" y="167180"/>
                </a:lnTo>
                <a:lnTo>
                  <a:pt x="118420" y="159344"/>
                </a:lnTo>
                <a:lnTo>
                  <a:pt x="145412" y="137576"/>
                </a:lnTo>
                <a:lnTo>
                  <a:pt x="147154" y="134093"/>
                </a:lnTo>
                <a:lnTo>
                  <a:pt x="134093" y="131480"/>
                </a:lnTo>
                <a:lnTo>
                  <a:pt x="115807" y="131480"/>
                </a:lnTo>
                <a:lnTo>
                  <a:pt x="104488" y="128868"/>
                </a:lnTo>
                <a:lnTo>
                  <a:pt x="95780" y="125385"/>
                </a:lnTo>
                <a:lnTo>
                  <a:pt x="88815" y="118419"/>
                </a:lnTo>
                <a:lnTo>
                  <a:pt x="82719" y="110583"/>
                </a:lnTo>
                <a:lnTo>
                  <a:pt x="78366" y="93168"/>
                </a:lnTo>
                <a:lnTo>
                  <a:pt x="91427" y="86202"/>
                </a:lnTo>
                <a:lnTo>
                  <a:pt x="103617" y="82719"/>
                </a:lnTo>
                <a:lnTo>
                  <a:pt x="121902" y="79237"/>
                </a:lnTo>
                <a:lnTo>
                  <a:pt x="145412" y="79237"/>
                </a:lnTo>
                <a:lnTo>
                  <a:pt x="187207" y="87073"/>
                </a:lnTo>
                <a:lnTo>
                  <a:pt x="220295" y="91427"/>
                </a:lnTo>
                <a:lnTo>
                  <a:pt x="262961" y="70529"/>
                </a:lnTo>
                <a:lnTo>
                  <a:pt x="282117" y="59210"/>
                </a:lnTo>
                <a:lnTo>
                  <a:pt x="291695" y="50502"/>
                </a:lnTo>
                <a:lnTo>
                  <a:pt x="295178" y="46149"/>
                </a:lnTo>
                <a:lnTo>
                  <a:pt x="314334" y="0"/>
                </a:lnTo>
                <a:lnTo>
                  <a:pt x="346551" y="14803"/>
                </a:lnTo>
                <a:lnTo>
                  <a:pt x="351776" y="30476"/>
                </a:lnTo>
                <a:lnTo>
                  <a:pt x="353517" y="44407"/>
                </a:lnTo>
                <a:lnTo>
                  <a:pt x="352646" y="72271"/>
                </a:lnTo>
                <a:lnTo>
                  <a:pt x="356129" y="78366"/>
                </a:lnTo>
                <a:lnTo>
                  <a:pt x="360483" y="75754"/>
                </a:lnTo>
                <a:lnTo>
                  <a:pt x="370061" y="61822"/>
                </a:lnTo>
                <a:lnTo>
                  <a:pt x="374414" y="56598"/>
                </a:lnTo>
                <a:lnTo>
                  <a:pt x="379639" y="54856"/>
                </a:lnTo>
                <a:lnTo>
                  <a:pt x="383993" y="55727"/>
                </a:lnTo>
                <a:lnTo>
                  <a:pt x="388346" y="61822"/>
                </a:lnTo>
                <a:lnTo>
                  <a:pt x="390958" y="72271"/>
                </a:lnTo>
                <a:lnTo>
                  <a:pt x="392700" y="83590"/>
                </a:lnTo>
                <a:lnTo>
                  <a:pt x="392700" y="94039"/>
                </a:lnTo>
                <a:lnTo>
                  <a:pt x="391829" y="101876"/>
                </a:lnTo>
                <a:lnTo>
                  <a:pt x="390087" y="112324"/>
                </a:lnTo>
                <a:lnTo>
                  <a:pt x="385734" y="125385"/>
                </a:lnTo>
                <a:lnTo>
                  <a:pt x="365707" y="162827"/>
                </a:lnTo>
                <a:lnTo>
                  <a:pt x="363095" y="170663"/>
                </a:lnTo>
                <a:lnTo>
                  <a:pt x="360483" y="184595"/>
                </a:lnTo>
                <a:lnTo>
                  <a:pt x="361353" y="195914"/>
                </a:lnTo>
                <a:lnTo>
                  <a:pt x="363966" y="205493"/>
                </a:lnTo>
                <a:lnTo>
                  <a:pt x="372673" y="223778"/>
                </a:lnTo>
                <a:lnTo>
                  <a:pt x="397924" y="249029"/>
                </a:lnTo>
                <a:lnTo>
                  <a:pt x="404890" y="261219"/>
                </a:lnTo>
                <a:lnTo>
                  <a:pt x="413597" y="282988"/>
                </a:lnTo>
                <a:lnTo>
                  <a:pt x="419693" y="291695"/>
                </a:lnTo>
                <a:lnTo>
                  <a:pt x="426658" y="299531"/>
                </a:lnTo>
                <a:lnTo>
                  <a:pt x="466712" y="327395"/>
                </a:lnTo>
                <a:lnTo>
                  <a:pt x="493705" y="330878"/>
                </a:lnTo>
                <a:lnTo>
                  <a:pt x="560751" y="323041"/>
                </a:lnTo>
                <a:lnTo>
                  <a:pt x="572941" y="319558"/>
                </a:lnTo>
                <a:lnTo>
                  <a:pt x="586002" y="310851"/>
                </a:lnTo>
                <a:lnTo>
                  <a:pt x="627797" y="276022"/>
                </a:lnTo>
                <a:lnTo>
                  <a:pt x="629539" y="272539"/>
                </a:lnTo>
                <a:lnTo>
                  <a:pt x="638246" y="252512"/>
                </a:lnTo>
                <a:lnTo>
                  <a:pt x="648695" y="216812"/>
                </a:lnTo>
                <a:lnTo>
                  <a:pt x="649566" y="209846"/>
                </a:lnTo>
                <a:lnTo>
                  <a:pt x="649566" y="202010"/>
                </a:lnTo>
                <a:lnTo>
                  <a:pt x="642599" y="166310"/>
                </a:lnTo>
                <a:lnTo>
                  <a:pt x="642599" y="154120"/>
                </a:lnTo>
                <a:lnTo>
                  <a:pt x="645212" y="149766"/>
                </a:lnTo>
                <a:lnTo>
                  <a:pt x="656531" y="148024"/>
                </a:lnTo>
                <a:lnTo>
                  <a:pt x="672205" y="148895"/>
                </a:lnTo>
                <a:lnTo>
                  <a:pt x="679170" y="153249"/>
                </a:lnTo>
                <a:lnTo>
                  <a:pt x="686136" y="161085"/>
                </a:lnTo>
                <a:lnTo>
                  <a:pt x="693973" y="175888"/>
                </a:lnTo>
                <a:lnTo>
                  <a:pt x="709646" y="199397"/>
                </a:lnTo>
                <a:lnTo>
                  <a:pt x="753182" y="245546"/>
                </a:lnTo>
                <a:lnTo>
                  <a:pt x="758407" y="253383"/>
                </a:lnTo>
                <a:lnTo>
                  <a:pt x="763631" y="264702"/>
                </a:lnTo>
                <a:lnTo>
                  <a:pt x="771468" y="288212"/>
                </a:lnTo>
                <a:lnTo>
                  <a:pt x="780175" y="303015"/>
                </a:lnTo>
                <a:lnTo>
                  <a:pt x="803685" y="326524"/>
                </a:lnTo>
                <a:lnTo>
                  <a:pt x="860282" y="360483"/>
                </a:lnTo>
                <a:lnTo>
                  <a:pt x="877697" y="367449"/>
                </a:lnTo>
                <a:lnTo>
                  <a:pt x="893370" y="368319"/>
                </a:lnTo>
                <a:lnTo>
                  <a:pt x="911656" y="355258"/>
                </a:lnTo>
                <a:lnTo>
                  <a:pt x="963029" y="307368"/>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37" name="Freeform: Shape 36">
            <a:extLst>
              <a:ext uri="{FF2B5EF4-FFF2-40B4-BE49-F238E27FC236}">
                <a16:creationId xmlns:a16="http://schemas.microsoft.com/office/drawing/2014/main" id="{D84452CB-ABC2-10AB-BECC-C12409D3292B}"/>
              </a:ext>
            </a:extLst>
          </p:cNvPr>
          <p:cNvSpPr>
            <a:spLocks noGrp="1"/>
          </p:cNvSpPr>
          <p:nvPr/>
        </p:nvSpPr>
        <p:spPr>
          <a:xfrm>
            <a:off x="5977776" y="5068570"/>
            <a:ext cx="2311761" cy="1349815"/>
          </a:xfrm>
          <a:custGeom>
            <a:avLst/>
            <a:gdLst>
              <a:gd name="connsiteX0" fmla="*/ 2224718 w 2317886"/>
              <a:gd name="connsiteY0" fmla="*/ 258607 h 1340925"/>
              <a:gd name="connsiteX1" fmla="*/ 2214269 w 2317886"/>
              <a:gd name="connsiteY1" fmla="*/ 312592 h 1340925"/>
              <a:gd name="connsiteX2" fmla="*/ 2213398 w 2317886"/>
              <a:gd name="connsiteY2" fmla="*/ 323912 h 1340925"/>
              <a:gd name="connsiteX3" fmla="*/ 2214269 w 2317886"/>
              <a:gd name="connsiteY3" fmla="*/ 330878 h 1340925"/>
              <a:gd name="connsiteX4" fmla="*/ 2216882 w 2317886"/>
              <a:gd name="connsiteY4" fmla="*/ 339585 h 1340925"/>
              <a:gd name="connsiteX5" fmla="*/ 2241262 w 2317886"/>
              <a:gd name="connsiteY5" fmla="*/ 387475 h 1340925"/>
              <a:gd name="connsiteX6" fmla="*/ 2297859 w 2317886"/>
              <a:gd name="connsiteY6" fmla="*/ 560751 h 1340925"/>
              <a:gd name="connsiteX7" fmla="*/ 2299601 w 2317886"/>
              <a:gd name="connsiteY7" fmla="*/ 617348 h 1340925"/>
              <a:gd name="connsiteX8" fmla="*/ 2300472 w 2317886"/>
              <a:gd name="connsiteY8" fmla="*/ 661756 h 1340925"/>
              <a:gd name="connsiteX9" fmla="*/ 2303084 w 2317886"/>
              <a:gd name="connsiteY9" fmla="*/ 695714 h 1340925"/>
              <a:gd name="connsiteX10" fmla="*/ 2317016 w 2317886"/>
              <a:gd name="connsiteY10" fmla="*/ 767114 h 1340925"/>
              <a:gd name="connsiteX11" fmla="*/ 2317886 w 2317886"/>
              <a:gd name="connsiteY11" fmla="*/ 781916 h 1340925"/>
              <a:gd name="connsiteX12" fmla="*/ 2317886 w 2317886"/>
              <a:gd name="connsiteY12" fmla="*/ 795848 h 1340925"/>
              <a:gd name="connsiteX13" fmla="*/ 2316145 w 2317886"/>
              <a:gd name="connsiteY13" fmla="*/ 812392 h 1340925"/>
              <a:gd name="connsiteX14" fmla="*/ 2313532 w 2317886"/>
              <a:gd name="connsiteY14" fmla="*/ 829807 h 1340925"/>
              <a:gd name="connsiteX15" fmla="*/ 2309179 w 2317886"/>
              <a:gd name="connsiteY15" fmla="*/ 845480 h 1340925"/>
              <a:gd name="connsiteX16" fmla="*/ 2309179 w 2317886"/>
              <a:gd name="connsiteY16" fmla="*/ 854187 h 1340925"/>
              <a:gd name="connsiteX17" fmla="*/ 2317016 w 2317886"/>
              <a:gd name="connsiteY17" fmla="*/ 1030946 h 1340925"/>
              <a:gd name="connsiteX18" fmla="*/ 1971335 w 2317886"/>
              <a:gd name="connsiteY18" fmla="*/ 1086672 h 1340925"/>
              <a:gd name="connsiteX19" fmla="*/ 1849433 w 2317886"/>
              <a:gd name="connsiteY19" fmla="*/ 1139787 h 1340925"/>
              <a:gd name="connsiteX20" fmla="*/ 1728401 w 2317886"/>
              <a:gd name="connsiteY20" fmla="*/ 1192902 h 1340925"/>
              <a:gd name="connsiteX21" fmla="*/ 1621301 w 2317886"/>
              <a:gd name="connsiteY21" fmla="*/ 1248628 h 1340925"/>
              <a:gd name="connsiteX22" fmla="*/ 1602145 w 2317886"/>
              <a:gd name="connsiteY22" fmla="*/ 1259077 h 1340925"/>
              <a:gd name="connsiteX23" fmla="*/ 1589955 w 2317886"/>
              <a:gd name="connsiteY23" fmla="*/ 1268655 h 1340925"/>
              <a:gd name="connsiteX24" fmla="*/ 1581248 w 2317886"/>
              <a:gd name="connsiteY24" fmla="*/ 1272138 h 1340925"/>
              <a:gd name="connsiteX25" fmla="*/ 1567316 w 2317886"/>
              <a:gd name="connsiteY25" fmla="*/ 1279975 h 1340925"/>
              <a:gd name="connsiteX26" fmla="*/ 1552514 w 2317886"/>
              <a:gd name="connsiteY26" fmla="*/ 1282587 h 1340925"/>
              <a:gd name="connsiteX27" fmla="*/ 1547289 w 2317886"/>
              <a:gd name="connsiteY27" fmla="*/ 1284328 h 1340925"/>
              <a:gd name="connsiteX28" fmla="*/ 1497657 w 2317886"/>
              <a:gd name="connsiteY28" fmla="*/ 1337443 h 1340925"/>
              <a:gd name="connsiteX29" fmla="*/ 1486338 w 2317886"/>
              <a:gd name="connsiteY29" fmla="*/ 1340926 h 1340925"/>
              <a:gd name="connsiteX30" fmla="*/ 1475889 w 2317886"/>
              <a:gd name="connsiteY30" fmla="*/ 1327865 h 1340925"/>
              <a:gd name="connsiteX31" fmla="*/ 1469794 w 2317886"/>
              <a:gd name="connsiteY31" fmla="*/ 1321770 h 1340925"/>
              <a:gd name="connsiteX32" fmla="*/ 1464570 w 2317886"/>
              <a:gd name="connsiteY32" fmla="*/ 1320028 h 1340925"/>
              <a:gd name="connsiteX33" fmla="*/ 1385333 w 2317886"/>
              <a:gd name="connsiteY33" fmla="*/ 1319158 h 1340925"/>
              <a:gd name="connsiteX34" fmla="*/ 1360082 w 2317886"/>
              <a:gd name="connsiteY34" fmla="*/ 1315675 h 1340925"/>
              <a:gd name="connsiteX35" fmla="*/ 1357470 w 2317886"/>
              <a:gd name="connsiteY35" fmla="*/ 1312192 h 1340925"/>
              <a:gd name="connsiteX36" fmla="*/ 1358340 w 2317886"/>
              <a:gd name="connsiteY36" fmla="*/ 1238180 h 1340925"/>
              <a:gd name="connsiteX37" fmla="*/ 1147624 w 2317886"/>
              <a:gd name="connsiteY37" fmla="*/ 1279975 h 1340925"/>
              <a:gd name="connsiteX38" fmla="*/ 1139787 w 2317886"/>
              <a:gd name="connsiteY38" fmla="*/ 1278233 h 1340925"/>
              <a:gd name="connsiteX39" fmla="*/ 981314 w 2317886"/>
              <a:gd name="connsiteY39" fmla="*/ 1192902 h 1340925"/>
              <a:gd name="connsiteX40" fmla="*/ 972607 w 2317886"/>
              <a:gd name="connsiteY40" fmla="*/ 1189419 h 1340925"/>
              <a:gd name="connsiteX41" fmla="*/ 692231 w 2317886"/>
              <a:gd name="connsiteY41" fmla="*/ 1123243 h 1340925"/>
              <a:gd name="connsiteX42" fmla="*/ 675687 w 2317886"/>
              <a:gd name="connsiteY42" fmla="*/ 1115407 h 1340925"/>
              <a:gd name="connsiteX43" fmla="*/ 652178 w 2317886"/>
              <a:gd name="connsiteY43" fmla="*/ 1089285 h 1340925"/>
              <a:gd name="connsiteX44" fmla="*/ 611253 w 2317886"/>
              <a:gd name="connsiteY44" fmla="*/ 1022238 h 1340925"/>
              <a:gd name="connsiteX45" fmla="*/ 585131 w 2317886"/>
              <a:gd name="connsiteY45" fmla="*/ 1002212 h 1340925"/>
              <a:gd name="connsiteX46" fmla="*/ 554656 w 2317886"/>
              <a:gd name="connsiteY46" fmla="*/ 994375 h 1340925"/>
              <a:gd name="connsiteX47" fmla="*/ 524180 w 2317886"/>
              <a:gd name="connsiteY47" fmla="*/ 991763 h 1340925"/>
              <a:gd name="connsiteX48" fmla="*/ 471936 w 2317886"/>
              <a:gd name="connsiteY48" fmla="*/ 996987 h 1340925"/>
              <a:gd name="connsiteX49" fmla="*/ 147154 w 2317886"/>
              <a:gd name="connsiteY49" fmla="*/ 943002 h 1340925"/>
              <a:gd name="connsiteX50" fmla="*/ 134963 w 2317886"/>
              <a:gd name="connsiteY50" fmla="*/ 943872 h 1340925"/>
              <a:gd name="connsiteX51" fmla="*/ 40924 w 2317886"/>
              <a:gd name="connsiteY51" fmla="*/ 972607 h 1340925"/>
              <a:gd name="connsiteX52" fmla="*/ 12190 w 2317886"/>
              <a:gd name="connsiteY52" fmla="*/ 749700 h 1340925"/>
              <a:gd name="connsiteX53" fmla="*/ 0 w 2317886"/>
              <a:gd name="connsiteY53" fmla="*/ 439719 h 1340925"/>
              <a:gd name="connsiteX54" fmla="*/ 871 w 2317886"/>
              <a:gd name="connsiteY54" fmla="*/ 416209 h 1340925"/>
              <a:gd name="connsiteX55" fmla="*/ 1741 w 2317886"/>
              <a:gd name="connsiteY55" fmla="*/ 410985 h 1340925"/>
              <a:gd name="connsiteX56" fmla="*/ 4354 w 2317886"/>
              <a:gd name="connsiteY56" fmla="*/ 408373 h 1340925"/>
              <a:gd name="connsiteX57" fmla="*/ 85332 w 2317886"/>
              <a:gd name="connsiteY57" fmla="*/ 386605 h 1340925"/>
              <a:gd name="connsiteX58" fmla="*/ 93168 w 2317886"/>
              <a:gd name="connsiteY58" fmla="*/ 387475 h 1340925"/>
              <a:gd name="connsiteX59" fmla="*/ 96651 w 2317886"/>
              <a:gd name="connsiteY59" fmla="*/ 390087 h 1340925"/>
              <a:gd name="connsiteX60" fmla="*/ 142800 w 2317886"/>
              <a:gd name="connsiteY60" fmla="*/ 432753 h 1340925"/>
              <a:gd name="connsiteX61" fmla="*/ 172405 w 2317886"/>
              <a:gd name="connsiteY61" fmla="*/ 473678 h 1340925"/>
              <a:gd name="connsiteX62" fmla="*/ 212458 w 2317886"/>
              <a:gd name="connsiteY62" fmla="*/ 513731 h 1340925"/>
              <a:gd name="connsiteX63" fmla="*/ 230744 w 2317886"/>
              <a:gd name="connsiteY63" fmla="*/ 520697 h 1340925"/>
              <a:gd name="connsiteX64" fmla="*/ 255124 w 2317886"/>
              <a:gd name="connsiteY64" fmla="*/ 515473 h 1340925"/>
              <a:gd name="connsiteX65" fmla="*/ 463229 w 2317886"/>
              <a:gd name="connsiteY65" fmla="*/ 518956 h 1340925"/>
              <a:gd name="connsiteX66" fmla="*/ 469324 w 2317886"/>
              <a:gd name="connsiteY66" fmla="*/ 517214 h 1340925"/>
              <a:gd name="connsiteX67" fmla="*/ 482385 w 2317886"/>
              <a:gd name="connsiteY67" fmla="*/ 512861 h 1340925"/>
              <a:gd name="connsiteX68" fmla="*/ 616478 w 2317886"/>
              <a:gd name="connsiteY68" fmla="*/ 430141 h 1340925"/>
              <a:gd name="connsiteX69" fmla="*/ 637375 w 2317886"/>
              <a:gd name="connsiteY69" fmla="*/ 420563 h 1340925"/>
              <a:gd name="connsiteX70" fmla="*/ 716612 w 2317886"/>
              <a:gd name="connsiteY70" fmla="*/ 395312 h 1340925"/>
              <a:gd name="connsiteX71" fmla="*/ 852446 w 2317886"/>
              <a:gd name="connsiteY71" fmla="*/ 384863 h 1340925"/>
              <a:gd name="connsiteX72" fmla="*/ 953451 w 2317886"/>
              <a:gd name="connsiteY72" fmla="*/ 393571 h 1340925"/>
              <a:gd name="connsiteX73" fmla="*/ 953451 w 2317886"/>
              <a:gd name="connsiteY73" fmla="*/ 386605 h 1340925"/>
              <a:gd name="connsiteX74" fmla="*/ 951709 w 2317886"/>
              <a:gd name="connsiteY74" fmla="*/ 377026 h 1340925"/>
              <a:gd name="connsiteX75" fmla="*/ 934294 w 2317886"/>
              <a:gd name="connsiteY75" fmla="*/ 330878 h 1340925"/>
              <a:gd name="connsiteX76" fmla="*/ 934294 w 2317886"/>
              <a:gd name="connsiteY76" fmla="*/ 318688 h 1340925"/>
              <a:gd name="connsiteX77" fmla="*/ 937777 w 2317886"/>
              <a:gd name="connsiteY77" fmla="*/ 308239 h 1340925"/>
              <a:gd name="connsiteX78" fmla="*/ 950838 w 2317886"/>
              <a:gd name="connsiteY78" fmla="*/ 296049 h 1340925"/>
              <a:gd name="connsiteX79" fmla="*/ 955192 w 2317886"/>
              <a:gd name="connsiteY79" fmla="*/ 289953 h 1340925"/>
              <a:gd name="connsiteX80" fmla="*/ 960416 w 2317886"/>
              <a:gd name="connsiteY80" fmla="*/ 279505 h 1340925"/>
              <a:gd name="connsiteX81" fmla="*/ 964770 w 2317886"/>
              <a:gd name="connsiteY81" fmla="*/ 261219 h 1340925"/>
              <a:gd name="connsiteX82" fmla="*/ 968253 w 2317886"/>
              <a:gd name="connsiteY82" fmla="*/ 249029 h 1340925"/>
              <a:gd name="connsiteX83" fmla="*/ 1015273 w 2317886"/>
              <a:gd name="connsiteY83" fmla="*/ 147154 h 1340925"/>
              <a:gd name="connsiteX84" fmla="*/ 1023109 w 2317886"/>
              <a:gd name="connsiteY84" fmla="*/ 132351 h 1340925"/>
              <a:gd name="connsiteX85" fmla="*/ 1078836 w 2317886"/>
              <a:gd name="connsiteY85" fmla="*/ 102746 h 1340925"/>
              <a:gd name="connsiteX86" fmla="*/ 1124984 w 2317886"/>
              <a:gd name="connsiteY86" fmla="*/ 67046 h 1340925"/>
              <a:gd name="connsiteX87" fmla="*/ 1132821 w 2317886"/>
              <a:gd name="connsiteY87" fmla="*/ 58339 h 1340925"/>
              <a:gd name="connsiteX88" fmla="*/ 1138916 w 2317886"/>
              <a:gd name="connsiteY88" fmla="*/ 49632 h 1340925"/>
              <a:gd name="connsiteX89" fmla="*/ 1157202 w 2317886"/>
              <a:gd name="connsiteY89" fmla="*/ 13061 h 1340925"/>
              <a:gd name="connsiteX90" fmla="*/ 1161555 w 2317886"/>
              <a:gd name="connsiteY90" fmla="*/ 0 h 1340925"/>
              <a:gd name="connsiteX91" fmla="*/ 1250370 w 2317886"/>
              <a:gd name="connsiteY91" fmla="*/ 1742 h 1340925"/>
              <a:gd name="connsiteX92" fmla="*/ 1257336 w 2317886"/>
              <a:gd name="connsiteY92" fmla="*/ 13061 h 1340925"/>
              <a:gd name="connsiteX93" fmla="*/ 1256465 w 2317886"/>
              <a:gd name="connsiteY93" fmla="*/ 28734 h 1340925"/>
              <a:gd name="connsiteX94" fmla="*/ 1258207 w 2317886"/>
              <a:gd name="connsiteY94" fmla="*/ 46149 h 1340925"/>
              <a:gd name="connsiteX95" fmla="*/ 1254724 w 2317886"/>
              <a:gd name="connsiteY95" fmla="*/ 55727 h 1340925"/>
              <a:gd name="connsiteX96" fmla="*/ 1253853 w 2317886"/>
              <a:gd name="connsiteY96" fmla="*/ 65305 h 1340925"/>
              <a:gd name="connsiteX97" fmla="*/ 1256465 w 2317886"/>
              <a:gd name="connsiteY97" fmla="*/ 75754 h 1340925"/>
              <a:gd name="connsiteX98" fmla="*/ 1256465 w 2317886"/>
              <a:gd name="connsiteY98" fmla="*/ 80107 h 1340925"/>
              <a:gd name="connsiteX99" fmla="*/ 1253853 w 2317886"/>
              <a:gd name="connsiteY99" fmla="*/ 93168 h 1340925"/>
              <a:gd name="connsiteX100" fmla="*/ 1253853 w 2317886"/>
              <a:gd name="connsiteY100" fmla="*/ 100134 h 1340925"/>
              <a:gd name="connsiteX101" fmla="*/ 1264301 w 2317886"/>
              <a:gd name="connsiteY101" fmla="*/ 122773 h 1340925"/>
              <a:gd name="connsiteX102" fmla="*/ 1271267 w 2317886"/>
              <a:gd name="connsiteY102" fmla="*/ 131480 h 1340925"/>
              <a:gd name="connsiteX103" fmla="*/ 1278233 w 2317886"/>
              <a:gd name="connsiteY103" fmla="*/ 136705 h 1340925"/>
              <a:gd name="connsiteX104" fmla="*/ 1298260 w 2317886"/>
              <a:gd name="connsiteY104" fmla="*/ 143671 h 1340925"/>
              <a:gd name="connsiteX105" fmla="*/ 1417550 w 2317886"/>
              <a:gd name="connsiteY105" fmla="*/ 162827 h 1340925"/>
              <a:gd name="connsiteX106" fmla="*/ 1529004 w 2317886"/>
              <a:gd name="connsiteY106" fmla="*/ 175017 h 1340925"/>
              <a:gd name="connsiteX107" fmla="*/ 1606499 w 2317886"/>
              <a:gd name="connsiteY107" fmla="*/ 181983 h 1340925"/>
              <a:gd name="connsiteX108" fmla="*/ 1622172 w 2317886"/>
              <a:gd name="connsiteY108" fmla="*/ 186336 h 1340925"/>
              <a:gd name="connsiteX109" fmla="*/ 1627396 w 2317886"/>
              <a:gd name="connsiteY109" fmla="*/ 189819 h 1340925"/>
              <a:gd name="connsiteX110" fmla="*/ 1662226 w 2317886"/>
              <a:gd name="connsiteY110" fmla="*/ 253383 h 1340925"/>
              <a:gd name="connsiteX111" fmla="*/ 1679640 w 2317886"/>
              <a:gd name="connsiteY111" fmla="*/ 278634 h 1340925"/>
              <a:gd name="connsiteX112" fmla="*/ 1687477 w 2317886"/>
              <a:gd name="connsiteY112" fmla="*/ 293436 h 1340925"/>
              <a:gd name="connsiteX113" fmla="*/ 1690960 w 2317886"/>
              <a:gd name="connsiteY113" fmla="*/ 303014 h 1340925"/>
              <a:gd name="connsiteX114" fmla="*/ 1690960 w 2317886"/>
              <a:gd name="connsiteY114" fmla="*/ 318688 h 1340925"/>
              <a:gd name="connsiteX115" fmla="*/ 1694443 w 2317886"/>
              <a:gd name="connsiteY115" fmla="*/ 328266 h 1340925"/>
              <a:gd name="connsiteX116" fmla="*/ 1699667 w 2317886"/>
              <a:gd name="connsiteY116" fmla="*/ 336102 h 1340925"/>
              <a:gd name="connsiteX117" fmla="*/ 1721435 w 2317886"/>
              <a:gd name="connsiteY117" fmla="*/ 353517 h 1340925"/>
              <a:gd name="connsiteX118" fmla="*/ 1742333 w 2317886"/>
              <a:gd name="connsiteY118" fmla="*/ 365707 h 1340925"/>
              <a:gd name="connsiteX119" fmla="*/ 1762360 w 2317886"/>
              <a:gd name="connsiteY119" fmla="*/ 375285 h 1340925"/>
              <a:gd name="connsiteX120" fmla="*/ 1771067 w 2317886"/>
              <a:gd name="connsiteY120" fmla="*/ 377026 h 1340925"/>
              <a:gd name="connsiteX121" fmla="*/ 1855528 w 2317886"/>
              <a:gd name="connsiteY121" fmla="*/ 363965 h 1340925"/>
              <a:gd name="connsiteX122" fmla="*/ 1879038 w 2317886"/>
              <a:gd name="connsiteY122" fmla="*/ 359612 h 1340925"/>
              <a:gd name="connsiteX123" fmla="*/ 1892099 w 2317886"/>
              <a:gd name="connsiteY123" fmla="*/ 356129 h 1340925"/>
              <a:gd name="connsiteX124" fmla="*/ 1911255 w 2317886"/>
              <a:gd name="connsiteY124" fmla="*/ 347422 h 1340925"/>
              <a:gd name="connsiteX125" fmla="*/ 1935635 w 2317886"/>
              <a:gd name="connsiteY125" fmla="*/ 328266 h 1340925"/>
              <a:gd name="connsiteX126" fmla="*/ 1954791 w 2317886"/>
              <a:gd name="connsiteY126" fmla="*/ 317817 h 1340925"/>
              <a:gd name="connsiteX127" fmla="*/ 2108911 w 2317886"/>
              <a:gd name="connsiteY127" fmla="*/ 264702 h 1340925"/>
              <a:gd name="connsiteX128" fmla="*/ 2116747 w 2317886"/>
              <a:gd name="connsiteY128" fmla="*/ 263831 h 1340925"/>
              <a:gd name="connsiteX129" fmla="*/ 2129808 w 2317886"/>
              <a:gd name="connsiteY129" fmla="*/ 265573 h 1340925"/>
              <a:gd name="connsiteX130" fmla="*/ 2148965 w 2317886"/>
              <a:gd name="connsiteY130" fmla="*/ 276022 h 1340925"/>
              <a:gd name="connsiteX131" fmla="*/ 2154189 w 2317886"/>
              <a:gd name="connsiteY131" fmla="*/ 276022 h 1340925"/>
              <a:gd name="connsiteX132" fmla="*/ 2181181 w 2317886"/>
              <a:gd name="connsiteY132" fmla="*/ 272539 h 1340925"/>
              <a:gd name="connsiteX133" fmla="*/ 2224718 w 2317886"/>
              <a:gd name="connsiteY133" fmla="*/ 258607 h 1340925"/>
            </a:gdLst>
            <a:ahLst/>
            <a:cxnLst/>
            <a:rect l="l" t="t" r="r" b="b"/>
            <a:pathLst>
              <a:path w="2317886" h="1340925">
                <a:moveTo>
                  <a:pt x="2224718" y="258607"/>
                </a:moveTo>
                <a:lnTo>
                  <a:pt x="2214269" y="312592"/>
                </a:lnTo>
                <a:lnTo>
                  <a:pt x="2213398" y="323912"/>
                </a:lnTo>
                <a:lnTo>
                  <a:pt x="2214269" y="330878"/>
                </a:lnTo>
                <a:lnTo>
                  <a:pt x="2216882" y="339585"/>
                </a:lnTo>
                <a:lnTo>
                  <a:pt x="2241262" y="387475"/>
                </a:lnTo>
                <a:lnTo>
                  <a:pt x="2297859" y="560751"/>
                </a:lnTo>
                <a:lnTo>
                  <a:pt x="2299601" y="617348"/>
                </a:lnTo>
                <a:lnTo>
                  <a:pt x="2300472" y="661756"/>
                </a:lnTo>
                <a:lnTo>
                  <a:pt x="2303084" y="695714"/>
                </a:lnTo>
                <a:lnTo>
                  <a:pt x="2317016" y="767114"/>
                </a:lnTo>
                <a:lnTo>
                  <a:pt x="2317886" y="781916"/>
                </a:lnTo>
                <a:lnTo>
                  <a:pt x="2317886" y="795848"/>
                </a:lnTo>
                <a:lnTo>
                  <a:pt x="2316145" y="812392"/>
                </a:lnTo>
                <a:lnTo>
                  <a:pt x="2313532" y="829807"/>
                </a:lnTo>
                <a:lnTo>
                  <a:pt x="2309179" y="845480"/>
                </a:lnTo>
                <a:lnTo>
                  <a:pt x="2309179" y="854187"/>
                </a:lnTo>
                <a:lnTo>
                  <a:pt x="2317016" y="1030946"/>
                </a:lnTo>
                <a:lnTo>
                  <a:pt x="1971335" y="1086672"/>
                </a:lnTo>
                <a:lnTo>
                  <a:pt x="1849433" y="1139787"/>
                </a:lnTo>
                <a:lnTo>
                  <a:pt x="1728401" y="1192902"/>
                </a:lnTo>
                <a:lnTo>
                  <a:pt x="1621301" y="1248628"/>
                </a:lnTo>
                <a:lnTo>
                  <a:pt x="1602145" y="1259077"/>
                </a:lnTo>
                <a:lnTo>
                  <a:pt x="1589955" y="1268655"/>
                </a:lnTo>
                <a:lnTo>
                  <a:pt x="1581248" y="1272138"/>
                </a:lnTo>
                <a:lnTo>
                  <a:pt x="1567316" y="1279975"/>
                </a:lnTo>
                <a:lnTo>
                  <a:pt x="1552514" y="1282587"/>
                </a:lnTo>
                <a:lnTo>
                  <a:pt x="1547289" y="1284328"/>
                </a:lnTo>
                <a:lnTo>
                  <a:pt x="1497657" y="1337443"/>
                </a:lnTo>
                <a:lnTo>
                  <a:pt x="1486338" y="1340926"/>
                </a:lnTo>
                <a:lnTo>
                  <a:pt x="1475889" y="1327865"/>
                </a:lnTo>
                <a:lnTo>
                  <a:pt x="1469794" y="1321770"/>
                </a:lnTo>
                <a:lnTo>
                  <a:pt x="1464570" y="1320028"/>
                </a:lnTo>
                <a:lnTo>
                  <a:pt x="1385333" y="1319158"/>
                </a:lnTo>
                <a:lnTo>
                  <a:pt x="1360082" y="1315675"/>
                </a:lnTo>
                <a:lnTo>
                  <a:pt x="1357470" y="1312192"/>
                </a:lnTo>
                <a:lnTo>
                  <a:pt x="1358340" y="1238180"/>
                </a:lnTo>
                <a:lnTo>
                  <a:pt x="1147624" y="1279975"/>
                </a:lnTo>
                <a:lnTo>
                  <a:pt x="1139787" y="1278233"/>
                </a:lnTo>
                <a:lnTo>
                  <a:pt x="981314" y="1192902"/>
                </a:lnTo>
                <a:lnTo>
                  <a:pt x="972607" y="1189419"/>
                </a:lnTo>
                <a:lnTo>
                  <a:pt x="692231" y="1123243"/>
                </a:lnTo>
                <a:lnTo>
                  <a:pt x="675687" y="1115407"/>
                </a:lnTo>
                <a:lnTo>
                  <a:pt x="652178" y="1089285"/>
                </a:lnTo>
                <a:lnTo>
                  <a:pt x="611253" y="1022238"/>
                </a:lnTo>
                <a:lnTo>
                  <a:pt x="585131" y="1002212"/>
                </a:lnTo>
                <a:lnTo>
                  <a:pt x="554656" y="994375"/>
                </a:lnTo>
                <a:lnTo>
                  <a:pt x="524180" y="991763"/>
                </a:lnTo>
                <a:lnTo>
                  <a:pt x="471936" y="996987"/>
                </a:lnTo>
                <a:lnTo>
                  <a:pt x="147154" y="943002"/>
                </a:lnTo>
                <a:lnTo>
                  <a:pt x="134963" y="943872"/>
                </a:lnTo>
                <a:lnTo>
                  <a:pt x="40924" y="972607"/>
                </a:lnTo>
                <a:lnTo>
                  <a:pt x="12190" y="749700"/>
                </a:lnTo>
                <a:lnTo>
                  <a:pt x="0" y="439719"/>
                </a:lnTo>
                <a:lnTo>
                  <a:pt x="871" y="416209"/>
                </a:lnTo>
                <a:lnTo>
                  <a:pt x="1741" y="410985"/>
                </a:lnTo>
                <a:lnTo>
                  <a:pt x="4354" y="408373"/>
                </a:lnTo>
                <a:lnTo>
                  <a:pt x="85332" y="386605"/>
                </a:lnTo>
                <a:lnTo>
                  <a:pt x="93168" y="387475"/>
                </a:lnTo>
                <a:lnTo>
                  <a:pt x="96651" y="390087"/>
                </a:lnTo>
                <a:lnTo>
                  <a:pt x="142800" y="432753"/>
                </a:lnTo>
                <a:lnTo>
                  <a:pt x="172405" y="473678"/>
                </a:lnTo>
                <a:lnTo>
                  <a:pt x="212458" y="513731"/>
                </a:lnTo>
                <a:lnTo>
                  <a:pt x="230744" y="520697"/>
                </a:lnTo>
                <a:lnTo>
                  <a:pt x="255124" y="515473"/>
                </a:lnTo>
                <a:lnTo>
                  <a:pt x="463229" y="518956"/>
                </a:lnTo>
                <a:lnTo>
                  <a:pt x="469324" y="517214"/>
                </a:lnTo>
                <a:lnTo>
                  <a:pt x="482385" y="512861"/>
                </a:lnTo>
                <a:lnTo>
                  <a:pt x="616478" y="430141"/>
                </a:lnTo>
                <a:lnTo>
                  <a:pt x="637375" y="420563"/>
                </a:lnTo>
                <a:lnTo>
                  <a:pt x="716612" y="395312"/>
                </a:lnTo>
                <a:lnTo>
                  <a:pt x="852446" y="384863"/>
                </a:lnTo>
                <a:lnTo>
                  <a:pt x="953451" y="393571"/>
                </a:lnTo>
                <a:lnTo>
                  <a:pt x="953451" y="386605"/>
                </a:lnTo>
                <a:lnTo>
                  <a:pt x="951709" y="377026"/>
                </a:lnTo>
                <a:lnTo>
                  <a:pt x="934294" y="330878"/>
                </a:lnTo>
                <a:lnTo>
                  <a:pt x="934294" y="318688"/>
                </a:lnTo>
                <a:lnTo>
                  <a:pt x="937777" y="308239"/>
                </a:lnTo>
                <a:lnTo>
                  <a:pt x="950838" y="296049"/>
                </a:lnTo>
                <a:lnTo>
                  <a:pt x="955192" y="289953"/>
                </a:lnTo>
                <a:lnTo>
                  <a:pt x="960416" y="279505"/>
                </a:lnTo>
                <a:lnTo>
                  <a:pt x="964770" y="261219"/>
                </a:lnTo>
                <a:lnTo>
                  <a:pt x="968253" y="249029"/>
                </a:lnTo>
                <a:lnTo>
                  <a:pt x="1015273" y="147154"/>
                </a:lnTo>
                <a:lnTo>
                  <a:pt x="1023109" y="132351"/>
                </a:lnTo>
                <a:lnTo>
                  <a:pt x="1078836" y="102746"/>
                </a:lnTo>
                <a:lnTo>
                  <a:pt x="1124984" y="67046"/>
                </a:lnTo>
                <a:lnTo>
                  <a:pt x="1132821" y="58339"/>
                </a:lnTo>
                <a:lnTo>
                  <a:pt x="1138916" y="49632"/>
                </a:lnTo>
                <a:lnTo>
                  <a:pt x="1157202" y="13061"/>
                </a:lnTo>
                <a:lnTo>
                  <a:pt x="1161555" y="0"/>
                </a:lnTo>
                <a:lnTo>
                  <a:pt x="1250370" y="1742"/>
                </a:lnTo>
                <a:lnTo>
                  <a:pt x="1257336" y="13061"/>
                </a:lnTo>
                <a:lnTo>
                  <a:pt x="1256465" y="28734"/>
                </a:lnTo>
                <a:lnTo>
                  <a:pt x="1258207" y="46149"/>
                </a:lnTo>
                <a:lnTo>
                  <a:pt x="1254724" y="55727"/>
                </a:lnTo>
                <a:lnTo>
                  <a:pt x="1253853" y="65305"/>
                </a:lnTo>
                <a:lnTo>
                  <a:pt x="1256465" y="75754"/>
                </a:lnTo>
                <a:lnTo>
                  <a:pt x="1256465" y="80107"/>
                </a:lnTo>
                <a:lnTo>
                  <a:pt x="1253853" y="93168"/>
                </a:lnTo>
                <a:lnTo>
                  <a:pt x="1253853" y="100134"/>
                </a:lnTo>
                <a:lnTo>
                  <a:pt x="1264301" y="122773"/>
                </a:lnTo>
                <a:lnTo>
                  <a:pt x="1271267" y="131480"/>
                </a:lnTo>
                <a:lnTo>
                  <a:pt x="1278233" y="136705"/>
                </a:lnTo>
                <a:lnTo>
                  <a:pt x="1298260" y="143671"/>
                </a:lnTo>
                <a:lnTo>
                  <a:pt x="1417550" y="162827"/>
                </a:lnTo>
                <a:lnTo>
                  <a:pt x="1529004" y="175017"/>
                </a:lnTo>
                <a:lnTo>
                  <a:pt x="1606499" y="181983"/>
                </a:lnTo>
                <a:lnTo>
                  <a:pt x="1622172" y="186336"/>
                </a:lnTo>
                <a:lnTo>
                  <a:pt x="1627396" y="189819"/>
                </a:lnTo>
                <a:lnTo>
                  <a:pt x="1662226" y="253383"/>
                </a:lnTo>
                <a:lnTo>
                  <a:pt x="1679640" y="278634"/>
                </a:lnTo>
                <a:lnTo>
                  <a:pt x="1687477" y="293436"/>
                </a:lnTo>
                <a:lnTo>
                  <a:pt x="1690960" y="303014"/>
                </a:lnTo>
                <a:lnTo>
                  <a:pt x="1690960" y="318688"/>
                </a:lnTo>
                <a:lnTo>
                  <a:pt x="1694443" y="328266"/>
                </a:lnTo>
                <a:lnTo>
                  <a:pt x="1699667" y="336102"/>
                </a:lnTo>
                <a:lnTo>
                  <a:pt x="1721435" y="353517"/>
                </a:lnTo>
                <a:lnTo>
                  <a:pt x="1742333" y="365707"/>
                </a:lnTo>
                <a:lnTo>
                  <a:pt x="1762360" y="375285"/>
                </a:lnTo>
                <a:lnTo>
                  <a:pt x="1771067" y="377026"/>
                </a:lnTo>
                <a:lnTo>
                  <a:pt x="1855528" y="363965"/>
                </a:lnTo>
                <a:lnTo>
                  <a:pt x="1879038" y="359612"/>
                </a:lnTo>
                <a:lnTo>
                  <a:pt x="1892099" y="356129"/>
                </a:lnTo>
                <a:lnTo>
                  <a:pt x="1911255" y="347422"/>
                </a:lnTo>
                <a:lnTo>
                  <a:pt x="1935635" y="328266"/>
                </a:lnTo>
                <a:lnTo>
                  <a:pt x="1954791" y="317817"/>
                </a:lnTo>
                <a:lnTo>
                  <a:pt x="2108911" y="264702"/>
                </a:lnTo>
                <a:lnTo>
                  <a:pt x="2116747" y="263831"/>
                </a:lnTo>
                <a:lnTo>
                  <a:pt x="2129808" y="265573"/>
                </a:lnTo>
                <a:lnTo>
                  <a:pt x="2148965" y="276022"/>
                </a:lnTo>
                <a:lnTo>
                  <a:pt x="2154189" y="276022"/>
                </a:lnTo>
                <a:lnTo>
                  <a:pt x="2181181" y="272539"/>
                </a:lnTo>
                <a:lnTo>
                  <a:pt x="2224718" y="258607"/>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39" name="Freeform: Shape 38">
            <a:extLst>
              <a:ext uri="{FF2B5EF4-FFF2-40B4-BE49-F238E27FC236}">
                <a16:creationId xmlns:a16="http://schemas.microsoft.com/office/drawing/2014/main" id="{9542DE67-F642-F0D0-D6B4-0AA4B25E81B3}"/>
              </a:ext>
            </a:extLst>
          </p:cNvPr>
          <p:cNvSpPr>
            <a:spLocks noGrp="1"/>
          </p:cNvSpPr>
          <p:nvPr/>
        </p:nvSpPr>
        <p:spPr>
          <a:xfrm>
            <a:off x="8382459" y="3360265"/>
            <a:ext cx="1155879" cy="1363840"/>
          </a:xfrm>
          <a:custGeom>
            <a:avLst/>
            <a:gdLst>
              <a:gd name="connsiteX0" fmla="*/ 1158943 w 1158942"/>
              <a:gd name="connsiteY0" fmla="*/ 666980 h 1354857"/>
              <a:gd name="connsiteX1" fmla="*/ 1139787 w 1158942"/>
              <a:gd name="connsiteY1" fmla="*/ 670463 h 1354857"/>
              <a:gd name="connsiteX2" fmla="*/ 1131080 w 1158942"/>
              <a:gd name="connsiteY2" fmla="*/ 675687 h 1354857"/>
              <a:gd name="connsiteX3" fmla="*/ 1126726 w 1158942"/>
              <a:gd name="connsiteY3" fmla="*/ 677429 h 1354857"/>
              <a:gd name="connsiteX4" fmla="*/ 1112794 w 1158942"/>
              <a:gd name="connsiteY4" fmla="*/ 678299 h 1354857"/>
              <a:gd name="connsiteX5" fmla="*/ 1030075 w 1158942"/>
              <a:gd name="connsiteY5" fmla="*/ 710516 h 1354857"/>
              <a:gd name="connsiteX6" fmla="*/ 1014402 w 1158942"/>
              <a:gd name="connsiteY6" fmla="*/ 720965 h 1354857"/>
              <a:gd name="connsiteX7" fmla="*/ 1009178 w 1158942"/>
              <a:gd name="connsiteY7" fmla="*/ 727060 h 1354857"/>
              <a:gd name="connsiteX8" fmla="*/ 1003953 w 1158942"/>
              <a:gd name="connsiteY8" fmla="*/ 732285 h 1354857"/>
              <a:gd name="connsiteX9" fmla="*/ 997858 w 1158942"/>
              <a:gd name="connsiteY9" fmla="*/ 743604 h 1354857"/>
              <a:gd name="connsiteX10" fmla="*/ 994375 w 1158942"/>
              <a:gd name="connsiteY10" fmla="*/ 755794 h 1354857"/>
              <a:gd name="connsiteX11" fmla="*/ 992633 w 1158942"/>
              <a:gd name="connsiteY11" fmla="*/ 764502 h 1354857"/>
              <a:gd name="connsiteX12" fmla="*/ 990892 w 1158942"/>
              <a:gd name="connsiteY12" fmla="*/ 784529 h 1354857"/>
              <a:gd name="connsiteX13" fmla="*/ 990892 w 1158942"/>
              <a:gd name="connsiteY13" fmla="*/ 796719 h 1354857"/>
              <a:gd name="connsiteX14" fmla="*/ 992633 w 1158942"/>
              <a:gd name="connsiteY14" fmla="*/ 815004 h 1354857"/>
              <a:gd name="connsiteX15" fmla="*/ 997858 w 1158942"/>
              <a:gd name="connsiteY15" fmla="*/ 838514 h 1354857"/>
              <a:gd name="connsiteX16" fmla="*/ 965641 w 1158942"/>
              <a:gd name="connsiteY16" fmla="*/ 836772 h 1354857"/>
              <a:gd name="connsiteX17" fmla="*/ 930812 w 1158942"/>
              <a:gd name="connsiteY17" fmla="*/ 829807 h 1354857"/>
              <a:gd name="connsiteX18" fmla="*/ 922104 w 1158942"/>
              <a:gd name="connsiteY18" fmla="*/ 830677 h 1354857"/>
              <a:gd name="connsiteX19" fmla="*/ 909914 w 1158942"/>
              <a:gd name="connsiteY19" fmla="*/ 835902 h 1354857"/>
              <a:gd name="connsiteX20" fmla="*/ 898595 w 1158942"/>
              <a:gd name="connsiteY20" fmla="*/ 843738 h 1354857"/>
              <a:gd name="connsiteX21" fmla="*/ 889887 w 1158942"/>
              <a:gd name="connsiteY21" fmla="*/ 851575 h 1354857"/>
              <a:gd name="connsiteX22" fmla="*/ 862894 w 1158942"/>
              <a:gd name="connsiteY22" fmla="*/ 882921 h 1354857"/>
              <a:gd name="connsiteX23" fmla="*/ 853317 w 1158942"/>
              <a:gd name="connsiteY23" fmla="*/ 899465 h 1354857"/>
              <a:gd name="connsiteX24" fmla="*/ 848963 w 1158942"/>
              <a:gd name="connsiteY24" fmla="*/ 909043 h 1354857"/>
              <a:gd name="connsiteX25" fmla="*/ 846351 w 1158942"/>
              <a:gd name="connsiteY25" fmla="*/ 920363 h 1354857"/>
              <a:gd name="connsiteX26" fmla="*/ 837643 w 1158942"/>
              <a:gd name="connsiteY26" fmla="*/ 995246 h 1354857"/>
              <a:gd name="connsiteX27" fmla="*/ 829807 w 1158942"/>
              <a:gd name="connsiteY27" fmla="*/ 1022238 h 1354857"/>
              <a:gd name="connsiteX28" fmla="*/ 810650 w 1158942"/>
              <a:gd name="connsiteY28" fmla="*/ 1059680 h 1354857"/>
              <a:gd name="connsiteX29" fmla="*/ 786270 w 1158942"/>
              <a:gd name="connsiteY29" fmla="*/ 1104087 h 1354857"/>
              <a:gd name="connsiteX30" fmla="*/ 779304 w 1158942"/>
              <a:gd name="connsiteY30" fmla="*/ 1118019 h 1354857"/>
              <a:gd name="connsiteX31" fmla="*/ 774951 w 1158942"/>
              <a:gd name="connsiteY31" fmla="*/ 1132821 h 1354857"/>
              <a:gd name="connsiteX32" fmla="*/ 774080 w 1158942"/>
              <a:gd name="connsiteY32" fmla="*/ 1164167 h 1354857"/>
              <a:gd name="connsiteX33" fmla="*/ 774951 w 1158942"/>
              <a:gd name="connsiteY33" fmla="*/ 1172875 h 1354857"/>
              <a:gd name="connsiteX34" fmla="*/ 777563 w 1158942"/>
              <a:gd name="connsiteY34" fmla="*/ 1185065 h 1354857"/>
              <a:gd name="connsiteX35" fmla="*/ 786270 w 1158942"/>
              <a:gd name="connsiteY35" fmla="*/ 1214670 h 1354857"/>
              <a:gd name="connsiteX36" fmla="*/ 788012 w 1158942"/>
              <a:gd name="connsiteY36" fmla="*/ 1223377 h 1354857"/>
              <a:gd name="connsiteX37" fmla="*/ 788882 w 1158942"/>
              <a:gd name="connsiteY37" fmla="*/ 1231214 h 1354857"/>
              <a:gd name="connsiteX38" fmla="*/ 787141 w 1158942"/>
              <a:gd name="connsiteY38" fmla="*/ 1239050 h 1354857"/>
              <a:gd name="connsiteX39" fmla="*/ 784529 w 1158942"/>
              <a:gd name="connsiteY39" fmla="*/ 1245145 h 1354857"/>
              <a:gd name="connsiteX40" fmla="*/ 767985 w 1158942"/>
              <a:gd name="connsiteY40" fmla="*/ 1270397 h 1354857"/>
              <a:gd name="connsiteX41" fmla="*/ 763631 w 1158942"/>
              <a:gd name="connsiteY41" fmla="*/ 1281716 h 1354857"/>
              <a:gd name="connsiteX42" fmla="*/ 765373 w 1158942"/>
              <a:gd name="connsiteY42" fmla="*/ 1293906 h 1354857"/>
              <a:gd name="connsiteX43" fmla="*/ 714000 w 1158942"/>
              <a:gd name="connsiteY43" fmla="*/ 1341797 h 1354857"/>
              <a:gd name="connsiteX44" fmla="*/ 695714 w 1158942"/>
              <a:gd name="connsiteY44" fmla="*/ 1354858 h 1354857"/>
              <a:gd name="connsiteX45" fmla="*/ 680041 w 1158942"/>
              <a:gd name="connsiteY45" fmla="*/ 1353987 h 1354857"/>
              <a:gd name="connsiteX46" fmla="*/ 662626 w 1158942"/>
              <a:gd name="connsiteY46" fmla="*/ 1347021 h 1354857"/>
              <a:gd name="connsiteX47" fmla="*/ 606029 w 1158942"/>
              <a:gd name="connsiteY47" fmla="*/ 1313062 h 1354857"/>
              <a:gd name="connsiteX48" fmla="*/ 582519 w 1158942"/>
              <a:gd name="connsiteY48" fmla="*/ 1289553 h 1354857"/>
              <a:gd name="connsiteX49" fmla="*/ 573812 w 1158942"/>
              <a:gd name="connsiteY49" fmla="*/ 1274750 h 1354857"/>
              <a:gd name="connsiteX50" fmla="*/ 565975 w 1158942"/>
              <a:gd name="connsiteY50" fmla="*/ 1251240 h 1354857"/>
              <a:gd name="connsiteX51" fmla="*/ 560751 w 1158942"/>
              <a:gd name="connsiteY51" fmla="*/ 1239921 h 1354857"/>
              <a:gd name="connsiteX52" fmla="*/ 555526 w 1158942"/>
              <a:gd name="connsiteY52" fmla="*/ 1232085 h 1354857"/>
              <a:gd name="connsiteX53" fmla="*/ 511990 w 1158942"/>
              <a:gd name="connsiteY53" fmla="*/ 1185936 h 1354857"/>
              <a:gd name="connsiteX54" fmla="*/ 496317 w 1158942"/>
              <a:gd name="connsiteY54" fmla="*/ 1162426 h 1354857"/>
              <a:gd name="connsiteX55" fmla="*/ 488480 w 1158942"/>
              <a:gd name="connsiteY55" fmla="*/ 1147623 h 1354857"/>
              <a:gd name="connsiteX56" fmla="*/ 481514 w 1158942"/>
              <a:gd name="connsiteY56" fmla="*/ 1139787 h 1354857"/>
              <a:gd name="connsiteX57" fmla="*/ 474548 w 1158942"/>
              <a:gd name="connsiteY57" fmla="*/ 1135433 h 1354857"/>
              <a:gd name="connsiteX58" fmla="*/ 458875 w 1158942"/>
              <a:gd name="connsiteY58" fmla="*/ 1134563 h 1354857"/>
              <a:gd name="connsiteX59" fmla="*/ 447556 w 1158942"/>
              <a:gd name="connsiteY59" fmla="*/ 1136304 h 1354857"/>
              <a:gd name="connsiteX60" fmla="*/ 444943 w 1158942"/>
              <a:gd name="connsiteY60" fmla="*/ 1140658 h 1354857"/>
              <a:gd name="connsiteX61" fmla="*/ 444943 w 1158942"/>
              <a:gd name="connsiteY61" fmla="*/ 1152848 h 1354857"/>
              <a:gd name="connsiteX62" fmla="*/ 451910 w 1158942"/>
              <a:gd name="connsiteY62" fmla="*/ 1188548 h 1354857"/>
              <a:gd name="connsiteX63" fmla="*/ 451910 w 1158942"/>
              <a:gd name="connsiteY63" fmla="*/ 1196384 h 1354857"/>
              <a:gd name="connsiteX64" fmla="*/ 451039 w 1158942"/>
              <a:gd name="connsiteY64" fmla="*/ 1203350 h 1354857"/>
              <a:gd name="connsiteX65" fmla="*/ 440590 w 1158942"/>
              <a:gd name="connsiteY65" fmla="*/ 1239050 h 1354857"/>
              <a:gd name="connsiteX66" fmla="*/ 431882 w 1158942"/>
              <a:gd name="connsiteY66" fmla="*/ 1259077 h 1354857"/>
              <a:gd name="connsiteX67" fmla="*/ 430141 w 1158942"/>
              <a:gd name="connsiteY67" fmla="*/ 1262560 h 1354857"/>
              <a:gd name="connsiteX68" fmla="*/ 388346 w 1158942"/>
              <a:gd name="connsiteY68" fmla="*/ 1297389 h 1354857"/>
              <a:gd name="connsiteX69" fmla="*/ 375285 w 1158942"/>
              <a:gd name="connsiteY69" fmla="*/ 1306097 h 1354857"/>
              <a:gd name="connsiteX70" fmla="*/ 363095 w 1158942"/>
              <a:gd name="connsiteY70" fmla="*/ 1309580 h 1354857"/>
              <a:gd name="connsiteX71" fmla="*/ 296049 w 1158942"/>
              <a:gd name="connsiteY71" fmla="*/ 1317416 h 1354857"/>
              <a:gd name="connsiteX72" fmla="*/ 269056 w 1158942"/>
              <a:gd name="connsiteY72" fmla="*/ 1313933 h 1354857"/>
              <a:gd name="connsiteX73" fmla="*/ 229002 w 1158942"/>
              <a:gd name="connsiteY73" fmla="*/ 1286070 h 1354857"/>
              <a:gd name="connsiteX74" fmla="*/ 222036 w 1158942"/>
              <a:gd name="connsiteY74" fmla="*/ 1278233 h 1354857"/>
              <a:gd name="connsiteX75" fmla="*/ 215941 w 1158942"/>
              <a:gd name="connsiteY75" fmla="*/ 1269526 h 1354857"/>
              <a:gd name="connsiteX76" fmla="*/ 207234 w 1158942"/>
              <a:gd name="connsiteY76" fmla="*/ 1247758 h 1354857"/>
              <a:gd name="connsiteX77" fmla="*/ 200268 w 1158942"/>
              <a:gd name="connsiteY77" fmla="*/ 1235567 h 1354857"/>
              <a:gd name="connsiteX78" fmla="*/ 175017 w 1158942"/>
              <a:gd name="connsiteY78" fmla="*/ 1210316 h 1354857"/>
              <a:gd name="connsiteX79" fmla="*/ 166309 w 1158942"/>
              <a:gd name="connsiteY79" fmla="*/ 1192031 h 1354857"/>
              <a:gd name="connsiteX80" fmla="*/ 163697 w 1158942"/>
              <a:gd name="connsiteY80" fmla="*/ 1182453 h 1354857"/>
              <a:gd name="connsiteX81" fmla="*/ 162827 w 1158942"/>
              <a:gd name="connsiteY81" fmla="*/ 1171133 h 1354857"/>
              <a:gd name="connsiteX82" fmla="*/ 165439 w 1158942"/>
              <a:gd name="connsiteY82" fmla="*/ 1157202 h 1354857"/>
              <a:gd name="connsiteX83" fmla="*/ 168051 w 1158942"/>
              <a:gd name="connsiteY83" fmla="*/ 1149365 h 1354857"/>
              <a:gd name="connsiteX84" fmla="*/ 188078 w 1158942"/>
              <a:gd name="connsiteY84" fmla="*/ 1111923 h 1354857"/>
              <a:gd name="connsiteX85" fmla="*/ 192431 w 1158942"/>
              <a:gd name="connsiteY85" fmla="*/ 1098862 h 1354857"/>
              <a:gd name="connsiteX86" fmla="*/ 194173 w 1158942"/>
              <a:gd name="connsiteY86" fmla="*/ 1088414 h 1354857"/>
              <a:gd name="connsiteX87" fmla="*/ 195044 w 1158942"/>
              <a:gd name="connsiteY87" fmla="*/ 1080577 h 1354857"/>
              <a:gd name="connsiteX88" fmla="*/ 195044 w 1158942"/>
              <a:gd name="connsiteY88" fmla="*/ 1070128 h 1354857"/>
              <a:gd name="connsiteX89" fmla="*/ 193302 w 1158942"/>
              <a:gd name="connsiteY89" fmla="*/ 1058809 h 1354857"/>
              <a:gd name="connsiteX90" fmla="*/ 190690 w 1158942"/>
              <a:gd name="connsiteY90" fmla="*/ 1048360 h 1354857"/>
              <a:gd name="connsiteX91" fmla="*/ 186337 w 1158942"/>
              <a:gd name="connsiteY91" fmla="*/ 1042265 h 1354857"/>
              <a:gd name="connsiteX92" fmla="*/ 181983 w 1158942"/>
              <a:gd name="connsiteY92" fmla="*/ 1041394 h 1354857"/>
              <a:gd name="connsiteX93" fmla="*/ 176758 w 1158942"/>
              <a:gd name="connsiteY93" fmla="*/ 1043136 h 1354857"/>
              <a:gd name="connsiteX94" fmla="*/ 172405 w 1158942"/>
              <a:gd name="connsiteY94" fmla="*/ 1048360 h 1354857"/>
              <a:gd name="connsiteX95" fmla="*/ 162827 w 1158942"/>
              <a:gd name="connsiteY95" fmla="*/ 1062292 h 1354857"/>
              <a:gd name="connsiteX96" fmla="*/ 158473 w 1158942"/>
              <a:gd name="connsiteY96" fmla="*/ 1064904 h 1354857"/>
              <a:gd name="connsiteX97" fmla="*/ 154990 w 1158942"/>
              <a:gd name="connsiteY97" fmla="*/ 1058809 h 1354857"/>
              <a:gd name="connsiteX98" fmla="*/ 155861 w 1158942"/>
              <a:gd name="connsiteY98" fmla="*/ 1030946 h 1354857"/>
              <a:gd name="connsiteX99" fmla="*/ 154120 w 1158942"/>
              <a:gd name="connsiteY99" fmla="*/ 1017014 h 1354857"/>
              <a:gd name="connsiteX100" fmla="*/ 148895 w 1158942"/>
              <a:gd name="connsiteY100" fmla="*/ 1001341 h 1354857"/>
              <a:gd name="connsiteX101" fmla="*/ 116678 w 1158942"/>
              <a:gd name="connsiteY101" fmla="*/ 986538 h 1354857"/>
              <a:gd name="connsiteX102" fmla="*/ 98393 w 1158942"/>
              <a:gd name="connsiteY102" fmla="*/ 972607 h 1354857"/>
              <a:gd name="connsiteX103" fmla="*/ 88815 w 1158942"/>
              <a:gd name="connsiteY103" fmla="*/ 963028 h 1354857"/>
              <a:gd name="connsiteX104" fmla="*/ 80107 w 1158942"/>
              <a:gd name="connsiteY104" fmla="*/ 951709 h 1354857"/>
              <a:gd name="connsiteX105" fmla="*/ 76624 w 1158942"/>
              <a:gd name="connsiteY105" fmla="*/ 944743 h 1354857"/>
              <a:gd name="connsiteX106" fmla="*/ 72271 w 1158942"/>
              <a:gd name="connsiteY106" fmla="*/ 929070 h 1354857"/>
              <a:gd name="connsiteX107" fmla="*/ 60951 w 1158942"/>
              <a:gd name="connsiteY107" fmla="*/ 897724 h 1354857"/>
              <a:gd name="connsiteX108" fmla="*/ 58339 w 1158942"/>
              <a:gd name="connsiteY108" fmla="*/ 891629 h 1354857"/>
              <a:gd name="connsiteX109" fmla="*/ 49632 w 1158942"/>
              <a:gd name="connsiteY109" fmla="*/ 882921 h 1354857"/>
              <a:gd name="connsiteX110" fmla="*/ 47020 w 1158942"/>
              <a:gd name="connsiteY110" fmla="*/ 877697 h 1354857"/>
              <a:gd name="connsiteX111" fmla="*/ 39183 w 1158942"/>
              <a:gd name="connsiteY111" fmla="*/ 848092 h 1354857"/>
              <a:gd name="connsiteX112" fmla="*/ 21768 w 1158942"/>
              <a:gd name="connsiteY112" fmla="*/ 830677 h 1354857"/>
              <a:gd name="connsiteX113" fmla="*/ 20027 w 1158942"/>
              <a:gd name="connsiteY113" fmla="*/ 828065 h 1354857"/>
              <a:gd name="connsiteX114" fmla="*/ 16544 w 1158942"/>
              <a:gd name="connsiteY114" fmla="*/ 819358 h 1354857"/>
              <a:gd name="connsiteX115" fmla="*/ 11319 w 1158942"/>
              <a:gd name="connsiteY115" fmla="*/ 801943 h 1354857"/>
              <a:gd name="connsiteX116" fmla="*/ 9578 w 1158942"/>
              <a:gd name="connsiteY116" fmla="*/ 798460 h 1354857"/>
              <a:gd name="connsiteX117" fmla="*/ 871 w 1158942"/>
              <a:gd name="connsiteY117" fmla="*/ 792365 h 1354857"/>
              <a:gd name="connsiteX118" fmla="*/ 0 w 1158942"/>
              <a:gd name="connsiteY118" fmla="*/ 788012 h 1354857"/>
              <a:gd name="connsiteX119" fmla="*/ 1742 w 1158942"/>
              <a:gd name="connsiteY119" fmla="*/ 781046 h 1354857"/>
              <a:gd name="connsiteX120" fmla="*/ 5224 w 1158942"/>
              <a:gd name="connsiteY120" fmla="*/ 775821 h 1354857"/>
              <a:gd name="connsiteX121" fmla="*/ 8707 w 1158942"/>
              <a:gd name="connsiteY121" fmla="*/ 768855 h 1354857"/>
              <a:gd name="connsiteX122" fmla="*/ 8707 w 1158942"/>
              <a:gd name="connsiteY122" fmla="*/ 759277 h 1354857"/>
              <a:gd name="connsiteX123" fmla="*/ 7837 w 1158942"/>
              <a:gd name="connsiteY123" fmla="*/ 754924 h 1354857"/>
              <a:gd name="connsiteX124" fmla="*/ 4354 w 1158942"/>
              <a:gd name="connsiteY124" fmla="*/ 748829 h 1354857"/>
              <a:gd name="connsiteX125" fmla="*/ 3483 w 1158942"/>
              <a:gd name="connsiteY125" fmla="*/ 743604 h 1354857"/>
              <a:gd name="connsiteX126" fmla="*/ 4354 w 1158942"/>
              <a:gd name="connsiteY126" fmla="*/ 740121 h 1354857"/>
              <a:gd name="connsiteX127" fmla="*/ 12190 w 1158942"/>
              <a:gd name="connsiteY127" fmla="*/ 733156 h 1354857"/>
              <a:gd name="connsiteX128" fmla="*/ 21768 w 1158942"/>
              <a:gd name="connsiteY128" fmla="*/ 713999 h 1354857"/>
              <a:gd name="connsiteX129" fmla="*/ 23510 w 1158942"/>
              <a:gd name="connsiteY129" fmla="*/ 707034 h 1354857"/>
              <a:gd name="connsiteX130" fmla="*/ 24380 w 1158942"/>
              <a:gd name="connsiteY130" fmla="*/ 693973 h 1354857"/>
              <a:gd name="connsiteX131" fmla="*/ 26122 w 1158942"/>
              <a:gd name="connsiteY131" fmla="*/ 687878 h 1354857"/>
              <a:gd name="connsiteX132" fmla="*/ 21768 w 1158942"/>
              <a:gd name="connsiteY132" fmla="*/ 681782 h 1354857"/>
              <a:gd name="connsiteX133" fmla="*/ 20027 w 1158942"/>
              <a:gd name="connsiteY133" fmla="*/ 677429 h 1354857"/>
              <a:gd name="connsiteX134" fmla="*/ 20027 w 1158942"/>
              <a:gd name="connsiteY134" fmla="*/ 665239 h 1354857"/>
              <a:gd name="connsiteX135" fmla="*/ 20027 w 1158942"/>
              <a:gd name="connsiteY135" fmla="*/ 660014 h 1354857"/>
              <a:gd name="connsiteX136" fmla="*/ 16544 w 1158942"/>
              <a:gd name="connsiteY136" fmla="*/ 643470 h 1354857"/>
              <a:gd name="connsiteX137" fmla="*/ 18285 w 1158942"/>
              <a:gd name="connsiteY137" fmla="*/ 639117 h 1354857"/>
              <a:gd name="connsiteX138" fmla="*/ 22639 w 1158942"/>
              <a:gd name="connsiteY138" fmla="*/ 631280 h 1354857"/>
              <a:gd name="connsiteX139" fmla="*/ 23510 w 1158942"/>
              <a:gd name="connsiteY139" fmla="*/ 625185 h 1354857"/>
              <a:gd name="connsiteX140" fmla="*/ 41795 w 1158942"/>
              <a:gd name="connsiteY140" fmla="*/ 621702 h 1354857"/>
              <a:gd name="connsiteX141" fmla="*/ 54856 w 1158942"/>
              <a:gd name="connsiteY141" fmla="*/ 617348 h 1354857"/>
              <a:gd name="connsiteX142" fmla="*/ 60951 w 1158942"/>
              <a:gd name="connsiteY142" fmla="*/ 614736 h 1354857"/>
              <a:gd name="connsiteX143" fmla="*/ 77495 w 1158942"/>
              <a:gd name="connsiteY143" fmla="*/ 605158 h 1354857"/>
              <a:gd name="connsiteX144" fmla="*/ 89685 w 1158942"/>
              <a:gd name="connsiteY144" fmla="*/ 593839 h 1354857"/>
              <a:gd name="connsiteX145" fmla="*/ 105358 w 1158942"/>
              <a:gd name="connsiteY145" fmla="*/ 577295 h 1354857"/>
              <a:gd name="connsiteX146" fmla="*/ 119290 w 1158942"/>
              <a:gd name="connsiteY146" fmla="*/ 566846 h 1354857"/>
              <a:gd name="connsiteX147" fmla="*/ 128868 w 1158942"/>
              <a:gd name="connsiteY147" fmla="*/ 561622 h 1354857"/>
              <a:gd name="connsiteX148" fmla="*/ 134963 w 1158942"/>
              <a:gd name="connsiteY148" fmla="*/ 555526 h 1354857"/>
              <a:gd name="connsiteX149" fmla="*/ 138446 w 1158942"/>
              <a:gd name="connsiteY149" fmla="*/ 546819 h 1354857"/>
              <a:gd name="connsiteX150" fmla="*/ 142800 w 1158942"/>
              <a:gd name="connsiteY150" fmla="*/ 526792 h 1354857"/>
              <a:gd name="connsiteX151" fmla="*/ 148895 w 1158942"/>
              <a:gd name="connsiteY151" fmla="*/ 511119 h 1354857"/>
              <a:gd name="connsiteX152" fmla="*/ 154990 w 1158942"/>
              <a:gd name="connsiteY152" fmla="*/ 500670 h 1354857"/>
              <a:gd name="connsiteX153" fmla="*/ 162827 w 1158942"/>
              <a:gd name="connsiteY153" fmla="*/ 492834 h 1354857"/>
              <a:gd name="connsiteX154" fmla="*/ 168051 w 1158942"/>
              <a:gd name="connsiteY154" fmla="*/ 483256 h 1354857"/>
              <a:gd name="connsiteX155" fmla="*/ 172405 w 1158942"/>
              <a:gd name="connsiteY155" fmla="*/ 470195 h 1354857"/>
              <a:gd name="connsiteX156" fmla="*/ 173276 w 1158942"/>
              <a:gd name="connsiteY156" fmla="*/ 460617 h 1354857"/>
              <a:gd name="connsiteX157" fmla="*/ 172405 w 1158942"/>
              <a:gd name="connsiteY157" fmla="*/ 450168 h 1354857"/>
              <a:gd name="connsiteX158" fmla="*/ 167180 w 1158942"/>
              <a:gd name="connsiteY158" fmla="*/ 426658 h 1354857"/>
              <a:gd name="connsiteX159" fmla="*/ 160215 w 1158942"/>
              <a:gd name="connsiteY159" fmla="*/ 406631 h 1354857"/>
              <a:gd name="connsiteX160" fmla="*/ 156732 w 1158942"/>
              <a:gd name="connsiteY160" fmla="*/ 390087 h 1354857"/>
              <a:gd name="connsiteX161" fmla="*/ 149766 w 1158942"/>
              <a:gd name="connsiteY161" fmla="*/ 365707 h 1354857"/>
              <a:gd name="connsiteX162" fmla="*/ 141059 w 1158942"/>
              <a:gd name="connsiteY162" fmla="*/ 318688 h 1354857"/>
              <a:gd name="connsiteX163" fmla="*/ 136705 w 1158942"/>
              <a:gd name="connsiteY163" fmla="*/ 304756 h 1354857"/>
              <a:gd name="connsiteX164" fmla="*/ 130610 w 1158942"/>
              <a:gd name="connsiteY164" fmla="*/ 291695 h 1354857"/>
              <a:gd name="connsiteX165" fmla="*/ 128868 w 1158942"/>
              <a:gd name="connsiteY165" fmla="*/ 285600 h 1354857"/>
              <a:gd name="connsiteX166" fmla="*/ 125385 w 1158942"/>
              <a:gd name="connsiteY166" fmla="*/ 264702 h 1354857"/>
              <a:gd name="connsiteX167" fmla="*/ 123644 w 1158942"/>
              <a:gd name="connsiteY167" fmla="*/ 257736 h 1354857"/>
              <a:gd name="connsiteX168" fmla="*/ 113195 w 1158942"/>
              <a:gd name="connsiteY168" fmla="*/ 238580 h 1354857"/>
              <a:gd name="connsiteX169" fmla="*/ 101876 w 1158942"/>
              <a:gd name="connsiteY169" fmla="*/ 210717 h 1354857"/>
              <a:gd name="connsiteX170" fmla="*/ 92297 w 1158942"/>
              <a:gd name="connsiteY170" fmla="*/ 193302 h 1354857"/>
              <a:gd name="connsiteX171" fmla="*/ 81849 w 1158942"/>
              <a:gd name="connsiteY171" fmla="*/ 181112 h 1354857"/>
              <a:gd name="connsiteX172" fmla="*/ 65305 w 1158942"/>
              <a:gd name="connsiteY172" fmla="*/ 165439 h 1354857"/>
              <a:gd name="connsiteX173" fmla="*/ 60081 w 1158942"/>
              <a:gd name="connsiteY173" fmla="*/ 159344 h 1354857"/>
              <a:gd name="connsiteX174" fmla="*/ 53985 w 1158942"/>
              <a:gd name="connsiteY174" fmla="*/ 154119 h 1354857"/>
              <a:gd name="connsiteX175" fmla="*/ 48761 w 1158942"/>
              <a:gd name="connsiteY175" fmla="*/ 148024 h 1354857"/>
              <a:gd name="connsiteX176" fmla="*/ 41795 w 1158942"/>
              <a:gd name="connsiteY176" fmla="*/ 141929 h 1354857"/>
              <a:gd name="connsiteX177" fmla="*/ 33959 w 1158942"/>
              <a:gd name="connsiteY177" fmla="*/ 131480 h 1354857"/>
              <a:gd name="connsiteX178" fmla="*/ 37441 w 1158942"/>
              <a:gd name="connsiteY178" fmla="*/ 88815 h 1354857"/>
              <a:gd name="connsiteX179" fmla="*/ 47020 w 1158942"/>
              <a:gd name="connsiteY179" fmla="*/ 47890 h 1354857"/>
              <a:gd name="connsiteX180" fmla="*/ 57468 w 1158942"/>
              <a:gd name="connsiteY180" fmla="*/ 48761 h 1354857"/>
              <a:gd name="connsiteX181" fmla="*/ 95780 w 1158942"/>
              <a:gd name="connsiteY181" fmla="*/ 41795 h 1354857"/>
              <a:gd name="connsiteX182" fmla="*/ 124514 w 1158942"/>
              <a:gd name="connsiteY182" fmla="*/ 41795 h 1354857"/>
              <a:gd name="connsiteX183" fmla="*/ 144541 w 1158942"/>
              <a:gd name="connsiteY183" fmla="*/ 38312 h 1354857"/>
              <a:gd name="connsiteX184" fmla="*/ 171534 w 1158942"/>
              <a:gd name="connsiteY184" fmla="*/ 47019 h 1354857"/>
              <a:gd name="connsiteX185" fmla="*/ 178500 w 1158942"/>
              <a:gd name="connsiteY185" fmla="*/ 46149 h 1354857"/>
              <a:gd name="connsiteX186" fmla="*/ 206363 w 1158942"/>
              <a:gd name="connsiteY186" fmla="*/ 39183 h 1354857"/>
              <a:gd name="connsiteX187" fmla="*/ 240322 w 1158942"/>
              <a:gd name="connsiteY187" fmla="*/ 42666 h 1354857"/>
              <a:gd name="connsiteX188" fmla="*/ 247288 w 1158942"/>
              <a:gd name="connsiteY188" fmla="*/ 45278 h 1354857"/>
              <a:gd name="connsiteX189" fmla="*/ 253383 w 1158942"/>
              <a:gd name="connsiteY189" fmla="*/ 48761 h 1354857"/>
              <a:gd name="connsiteX190" fmla="*/ 274280 w 1158942"/>
              <a:gd name="connsiteY190" fmla="*/ 57468 h 1354857"/>
              <a:gd name="connsiteX191" fmla="*/ 284729 w 1158942"/>
              <a:gd name="connsiteY191" fmla="*/ 55727 h 1354857"/>
              <a:gd name="connsiteX192" fmla="*/ 287341 w 1158942"/>
              <a:gd name="connsiteY192" fmla="*/ 58339 h 1354857"/>
              <a:gd name="connsiteX193" fmla="*/ 290824 w 1158942"/>
              <a:gd name="connsiteY193" fmla="*/ 71400 h 1354857"/>
              <a:gd name="connsiteX194" fmla="*/ 302144 w 1158942"/>
              <a:gd name="connsiteY194" fmla="*/ 76624 h 1354857"/>
              <a:gd name="connsiteX195" fmla="*/ 359612 w 1158942"/>
              <a:gd name="connsiteY195" fmla="*/ 72271 h 1354857"/>
              <a:gd name="connsiteX196" fmla="*/ 375285 w 1158942"/>
              <a:gd name="connsiteY196" fmla="*/ 78366 h 1354857"/>
              <a:gd name="connsiteX197" fmla="*/ 383992 w 1158942"/>
              <a:gd name="connsiteY197" fmla="*/ 88815 h 1354857"/>
              <a:gd name="connsiteX198" fmla="*/ 387475 w 1158942"/>
              <a:gd name="connsiteY198" fmla="*/ 88815 h 1354857"/>
              <a:gd name="connsiteX199" fmla="*/ 409244 w 1158942"/>
              <a:gd name="connsiteY199" fmla="*/ 94039 h 1354857"/>
              <a:gd name="connsiteX200" fmla="*/ 482385 w 1158942"/>
              <a:gd name="connsiteY200" fmla="*/ 115807 h 1354857"/>
              <a:gd name="connsiteX201" fmla="*/ 493705 w 1158942"/>
              <a:gd name="connsiteY201" fmla="*/ 114066 h 1354857"/>
              <a:gd name="connsiteX202" fmla="*/ 505895 w 1158942"/>
              <a:gd name="connsiteY202" fmla="*/ 109712 h 1354857"/>
              <a:gd name="connsiteX203" fmla="*/ 516343 w 1158942"/>
              <a:gd name="connsiteY203" fmla="*/ 101876 h 1354857"/>
              <a:gd name="connsiteX204" fmla="*/ 525922 w 1158942"/>
              <a:gd name="connsiteY204" fmla="*/ 91427 h 1354857"/>
              <a:gd name="connsiteX205" fmla="*/ 532888 w 1158942"/>
              <a:gd name="connsiteY205" fmla="*/ 82719 h 1354857"/>
              <a:gd name="connsiteX206" fmla="*/ 536370 w 1158942"/>
              <a:gd name="connsiteY206" fmla="*/ 83590 h 1354857"/>
              <a:gd name="connsiteX207" fmla="*/ 550302 w 1158942"/>
              <a:gd name="connsiteY207" fmla="*/ 99263 h 1354857"/>
              <a:gd name="connsiteX208" fmla="*/ 554656 w 1158942"/>
              <a:gd name="connsiteY208" fmla="*/ 101876 h 1354857"/>
              <a:gd name="connsiteX209" fmla="*/ 570329 w 1158942"/>
              <a:gd name="connsiteY209" fmla="*/ 106229 h 1354857"/>
              <a:gd name="connsiteX210" fmla="*/ 596451 w 1158942"/>
              <a:gd name="connsiteY210" fmla="*/ 122773 h 1354857"/>
              <a:gd name="connsiteX211" fmla="*/ 606900 w 1158942"/>
              <a:gd name="connsiteY211" fmla="*/ 126256 h 1354857"/>
              <a:gd name="connsiteX212" fmla="*/ 619090 w 1158942"/>
              <a:gd name="connsiteY212" fmla="*/ 127127 h 1354857"/>
              <a:gd name="connsiteX213" fmla="*/ 630410 w 1158942"/>
              <a:gd name="connsiteY213" fmla="*/ 125385 h 1354857"/>
              <a:gd name="connsiteX214" fmla="*/ 660014 w 1158942"/>
              <a:gd name="connsiteY214" fmla="*/ 115807 h 1354857"/>
              <a:gd name="connsiteX215" fmla="*/ 693973 w 1158942"/>
              <a:gd name="connsiteY215" fmla="*/ 96651 h 1354857"/>
              <a:gd name="connsiteX216" fmla="*/ 740992 w 1158942"/>
              <a:gd name="connsiteY216" fmla="*/ 61822 h 1354857"/>
              <a:gd name="connsiteX217" fmla="*/ 776692 w 1158942"/>
              <a:gd name="connsiteY217" fmla="*/ 48761 h 1354857"/>
              <a:gd name="connsiteX218" fmla="*/ 781916 w 1158942"/>
              <a:gd name="connsiteY218" fmla="*/ 46149 h 1354857"/>
              <a:gd name="connsiteX219" fmla="*/ 789753 w 1158942"/>
              <a:gd name="connsiteY219" fmla="*/ 35700 h 1354857"/>
              <a:gd name="connsiteX220" fmla="*/ 794977 w 1158942"/>
              <a:gd name="connsiteY220" fmla="*/ 31346 h 1354857"/>
              <a:gd name="connsiteX221" fmla="*/ 801073 w 1158942"/>
              <a:gd name="connsiteY221" fmla="*/ 30476 h 1354857"/>
              <a:gd name="connsiteX222" fmla="*/ 807168 w 1158942"/>
              <a:gd name="connsiteY222" fmla="*/ 33088 h 1354857"/>
              <a:gd name="connsiteX223" fmla="*/ 819358 w 1158942"/>
              <a:gd name="connsiteY223" fmla="*/ 39183 h 1354857"/>
              <a:gd name="connsiteX224" fmla="*/ 826324 w 1158942"/>
              <a:gd name="connsiteY224" fmla="*/ 40924 h 1354857"/>
              <a:gd name="connsiteX225" fmla="*/ 832419 w 1158942"/>
              <a:gd name="connsiteY225" fmla="*/ 40924 h 1354857"/>
              <a:gd name="connsiteX226" fmla="*/ 839385 w 1158942"/>
              <a:gd name="connsiteY226" fmla="*/ 39183 h 1354857"/>
              <a:gd name="connsiteX227" fmla="*/ 869861 w 1158942"/>
              <a:gd name="connsiteY227" fmla="*/ 22639 h 1354857"/>
              <a:gd name="connsiteX228" fmla="*/ 882051 w 1158942"/>
              <a:gd name="connsiteY228" fmla="*/ 18285 h 1354857"/>
              <a:gd name="connsiteX229" fmla="*/ 981314 w 1158942"/>
              <a:gd name="connsiteY229" fmla="*/ 12190 h 1354857"/>
              <a:gd name="connsiteX230" fmla="*/ 1007436 w 1158942"/>
              <a:gd name="connsiteY230" fmla="*/ 0 h 1354857"/>
              <a:gd name="connsiteX231" fmla="*/ 1027463 w 1158942"/>
              <a:gd name="connsiteY231" fmla="*/ 30476 h 1354857"/>
              <a:gd name="connsiteX232" fmla="*/ 1029204 w 1158942"/>
              <a:gd name="connsiteY232" fmla="*/ 35700 h 1354857"/>
              <a:gd name="connsiteX233" fmla="*/ 1025721 w 1158942"/>
              <a:gd name="connsiteY233" fmla="*/ 41795 h 1354857"/>
              <a:gd name="connsiteX234" fmla="*/ 1019626 w 1158942"/>
              <a:gd name="connsiteY234" fmla="*/ 49632 h 1354857"/>
              <a:gd name="connsiteX235" fmla="*/ 1020497 w 1158942"/>
              <a:gd name="connsiteY235" fmla="*/ 68788 h 1354857"/>
              <a:gd name="connsiteX236" fmla="*/ 1029204 w 1158942"/>
              <a:gd name="connsiteY236" fmla="*/ 124514 h 1354857"/>
              <a:gd name="connsiteX237" fmla="*/ 1038782 w 1158942"/>
              <a:gd name="connsiteY237" fmla="*/ 154990 h 1354857"/>
              <a:gd name="connsiteX238" fmla="*/ 1040524 w 1158942"/>
              <a:gd name="connsiteY238" fmla="*/ 165439 h 1354857"/>
              <a:gd name="connsiteX239" fmla="*/ 1040524 w 1158942"/>
              <a:gd name="connsiteY239" fmla="*/ 174146 h 1354857"/>
              <a:gd name="connsiteX240" fmla="*/ 1030946 w 1158942"/>
              <a:gd name="connsiteY240" fmla="*/ 203751 h 1354857"/>
              <a:gd name="connsiteX241" fmla="*/ 1035300 w 1158942"/>
              <a:gd name="connsiteY241" fmla="*/ 217683 h 1354857"/>
              <a:gd name="connsiteX242" fmla="*/ 1045748 w 1158942"/>
              <a:gd name="connsiteY242" fmla="*/ 242934 h 1354857"/>
              <a:gd name="connsiteX243" fmla="*/ 1097992 w 1158942"/>
              <a:gd name="connsiteY243" fmla="*/ 341327 h 1354857"/>
              <a:gd name="connsiteX244" fmla="*/ 1114536 w 1158942"/>
              <a:gd name="connsiteY244" fmla="*/ 382251 h 1354857"/>
              <a:gd name="connsiteX245" fmla="*/ 1119760 w 1158942"/>
              <a:gd name="connsiteY245" fmla="*/ 398795 h 1354857"/>
              <a:gd name="connsiteX246" fmla="*/ 1123243 w 1158942"/>
              <a:gd name="connsiteY246" fmla="*/ 421434 h 1354857"/>
              <a:gd name="connsiteX247" fmla="*/ 1122373 w 1158942"/>
              <a:gd name="connsiteY247" fmla="*/ 445814 h 1354857"/>
              <a:gd name="connsiteX248" fmla="*/ 1116277 w 1158942"/>
              <a:gd name="connsiteY248" fmla="*/ 463229 h 1354857"/>
              <a:gd name="connsiteX249" fmla="*/ 1111924 w 1158942"/>
              <a:gd name="connsiteY249" fmla="*/ 490221 h 1354857"/>
              <a:gd name="connsiteX250" fmla="*/ 1118890 w 1158942"/>
              <a:gd name="connsiteY250" fmla="*/ 559880 h 1354857"/>
              <a:gd name="connsiteX251" fmla="*/ 1132821 w 1158942"/>
              <a:gd name="connsiteY251" fmla="*/ 586873 h 1354857"/>
              <a:gd name="connsiteX252" fmla="*/ 1136304 w 1158942"/>
              <a:gd name="connsiteY252" fmla="*/ 592968 h 1354857"/>
              <a:gd name="connsiteX253" fmla="*/ 1147624 w 1158942"/>
              <a:gd name="connsiteY253" fmla="*/ 616478 h 1354857"/>
              <a:gd name="connsiteX254" fmla="*/ 1158943 w 1158942"/>
              <a:gd name="connsiteY254" fmla="*/ 666980 h 1354857"/>
            </a:gdLst>
            <a:ahLst/>
            <a:cxnLst/>
            <a:rect l="l" t="t" r="r" b="b"/>
            <a:pathLst>
              <a:path w="1158942" h="1354857">
                <a:moveTo>
                  <a:pt x="1158943" y="666980"/>
                </a:moveTo>
                <a:lnTo>
                  <a:pt x="1139787" y="670463"/>
                </a:lnTo>
                <a:lnTo>
                  <a:pt x="1131080" y="675687"/>
                </a:lnTo>
                <a:lnTo>
                  <a:pt x="1126726" y="677429"/>
                </a:lnTo>
                <a:lnTo>
                  <a:pt x="1112794" y="678299"/>
                </a:lnTo>
                <a:lnTo>
                  <a:pt x="1030075" y="710516"/>
                </a:lnTo>
                <a:lnTo>
                  <a:pt x="1014402" y="720965"/>
                </a:lnTo>
                <a:lnTo>
                  <a:pt x="1009178" y="727060"/>
                </a:lnTo>
                <a:lnTo>
                  <a:pt x="1003953" y="732285"/>
                </a:lnTo>
                <a:lnTo>
                  <a:pt x="997858" y="743604"/>
                </a:lnTo>
                <a:lnTo>
                  <a:pt x="994375" y="755794"/>
                </a:lnTo>
                <a:lnTo>
                  <a:pt x="992633" y="764502"/>
                </a:lnTo>
                <a:lnTo>
                  <a:pt x="990892" y="784529"/>
                </a:lnTo>
                <a:lnTo>
                  <a:pt x="990892" y="796719"/>
                </a:lnTo>
                <a:lnTo>
                  <a:pt x="992633" y="815004"/>
                </a:lnTo>
                <a:lnTo>
                  <a:pt x="997858" y="838514"/>
                </a:lnTo>
                <a:lnTo>
                  <a:pt x="965641" y="836772"/>
                </a:lnTo>
                <a:lnTo>
                  <a:pt x="930812" y="829807"/>
                </a:lnTo>
                <a:lnTo>
                  <a:pt x="922104" y="830677"/>
                </a:lnTo>
                <a:lnTo>
                  <a:pt x="909914" y="835902"/>
                </a:lnTo>
                <a:lnTo>
                  <a:pt x="898595" y="843738"/>
                </a:lnTo>
                <a:lnTo>
                  <a:pt x="889887" y="851575"/>
                </a:lnTo>
                <a:lnTo>
                  <a:pt x="862894" y="882921"/>
                </a:lnTo>
                <a:lnTo>
                  <a:pt x="853317" y="899465"/>
                </a:lnTo>
                <a:lnTo>
                  <a:pt x="848963" y="909043"/>
                </a:lnTo>
                <a:lnTo>
                  <a:pt x="846351" y="920363"/>
                </a:lnTo>
                <a:lnTo>
                  <a:pt x="837643" y="995246"/>
                </a:lnTo>
                <a:lnTo>
                  <a:pt x="829807" y="1022238"/>
                </a:lnTo>
                <a:lnTo>
                  <a:pt x="810650" y="1059680"/>
                </a:lnTo>
                <a:lnTo>
                  <a:pt x="786270" y="1104087"/>
                </a:lnTo>
                <a:lnTo>
                  <a:pt x="779304" y="1118019"/>
                </a:lnTo>
                <a:lnTo>
                  <a:pt x="774951" y="1132821"/>
                </a:lnTo>
                <a:lnTo>
                  <a:pt x="774080" y="1164167"/>
                </a:lnTo>
                <a:lnTo>
                  <a:pt x="774951" y="1172875"/>
                </a:lnTo>
                <a:lnTo>
                  <a:pt x="777563" y="1185065"/>
                </a:lnTo>
                <a:lnTo>
                  <a:pt x="786270" y="1214670"/>
                </a:lnTo>
                <a:lnTo>
                  <a:pt x="788012" y="1223377"/>
                </a:lnTo>
                <a:lnTo>
                  <a:pt x="788882" y="1231214"/>
                </a:lnTo>
                <a:lnTo>
                  <a:pt x="787141" y="1239050"/>
                </a:lnTo>
                <a:lnTo>
                  <a:pt x="784529" y="1245145"/>
                </a:lnTo>
                <a:lnTo>
                  <a:pt x="767985" y="1270397"/>
                </a:lnTo>
                <a:lnTo>
                  <a:pt x="763631" y="1281716"/>
                </a:lnTo>
                <a:lnTo>
                  <a:pt x="765373" y="1293906"/>
                </a:lnTo>
                <a:lnTo>
                  <a:pt x="714000" y="1341797"/>
                </a:lnTo>
                <a:lnTo>
                  <a:pt x="695714" y="1354858"/>
                </a:lnTo>
                <a:lnTo>
                  <a:pt x="680041" y="1353987"/>
                </a:lnTo>
                <a:lnTo>
                  <a:pt x="662626" y="1347021"/>
                </a:lnTo>
                <a:lnTo>
                  <a:pt x="606029" y="1313062"/>
                </a:lnTo>
                <a:lnTo>
                  <a:pt x="582519" y="1289553"/>
                </a:lnTo>
                <a:lnTo>
                  <a:pt x="573812" y="1274750"/>
                </a:lnTo>
                <a:lnTo>
                  <a:pt x="565975" y="1251240"/>
                </a:lnTo>
                <a:lnTo>
                  <a:pt x="560751" y="1239921"/>
                </a:lnTo>
                <a:lnTo>
                  <a:pt x="555526" y="1232085"/>
                </a:lnTo>
                <a:lnTo>
                  <a:pt x="511990" y="1185936"/>
                </a:lnTo>
                <a:lnTo>
                  <a:pt x="496317" y="1162426"/>
                </a:lnTo>
                <a:lnTo>
                  <a:pt x="488480" y="1147623"/>
                </a:lnTo>
                <a:lnTo>
                  <a:pt x="481514" y="1139787"/>
                </a:lnTo>
                <a:lnTo>
                  <a:pt x="474548" y="1135433"/>
                </a:lnTo>
                <a:lnTo>
                  <a:pt x="458875" y="1134563"/>
                </a:lnTo>
                <a:lnTo>
                  <a:pt x="447556" y="1136304"/>
                </a:lnTo>
                <a:lnTo>
                  <a:pt x="444943" y="1140658"/>
                </a:lnTo>
                <a:lnTo>
                  <a:pt x="444943" y="1152848"/>
                </a:lnTo>
                <a:lnTo>
                  <a:pt x="451910" y="1188548"/>
                </a:lnTo>
                <a:lnTo>
                  <a:pt x="451910" y="1196384"/>
                </a:lnTo>
                <a:lnTo>
                  <a:pt x="451039" y="1203350"/>
                </a:lnTo>
                <a:lnTo>
                  <a:pt x="440590" y="1239050"/>
                </a:lnTo>
                <a:lnTo>
                  <a:pt x="431882" y="1259077"/>
                </a:lnTo>
                <a:lnTo>
                  <a:pt x="430141" y="1262560"/>
                </a:lnTo>
                <a:lnTo>
                  <a:pt x="388346" y="1297389"/>
                </a:lnTo>
                <a:lnTo>
                  <a:pt x="375285" y="1306097"/>
                </a:lnTo>
                <a:lnTo>
                  <a:pt x="363095" y="1309580"/>
                </a:lnTo>
                <a:lnTo>
                  <a:pt x="296049" y="1317416"/>
                </a:lnTo>
                <a:lnTo>
                  <a:pt x="269056" y="1313933"/>
                </a:lnTo>
                <a:lnTo>
                  <a:pt x="229002" y="1286070"/>
                </a:lnTo>
                <a:lnTo>
                  <a:pt x="222036" y="1278233"/>
                </a:lnTo>
                <a:lnTo>
                  <a:pt x="215941" y="1269526"/>
                </a:lnTo>
                <a:lnTo>
                  <a:pt x="207234" y="1247758"/>
                </a:lnTo>
                <a:lnTo>
                  <a:pt x="200268" y="1235567"/>
                </a:lnTo>
                <a:lnTo>
                  <a:pt x="175017" y="1210316"/>
                </a:lnTo>
                <a:lnTo>
                  <a:pt x="166309" y="1192031"/>
                </a:lnTo>
                <a:lnTo>
                  <a:pt x="163697" y="1182453"/>
                </a:lnTo>
                <a:lnTo>
                  <a:pt x="162827" y="1171133"/>
                </a:lnTo>
                <a:lnTo>
                  <a:pt x="165439" y="1157202"/>
                </a:lnTo>
                <a:lnTo>
                  <a:pt x="168051" y="1149365"/>
                </a:lnTo>
                <a:lnTo>
                  <a:pt x="188078" y="1111923"/>
                </a:lnTo>
                <a:lnTo>
                  <a:pt x="192431" y="1098862"/>
                </a:lnTo>
                <a:lnTo>
                  <a:pt x="194173" y="1088414"/>
                </a:lnTo>
                <a:lnTo>
                  <a:pt x="195044" y="1080577"/>
                </a:lnTo>
                <a:lnTo>
                  <a:pt x="195044" y="1070128"/>
                </a:lnTo>
                <a:lnTo>
                  <a:pt x="193302" y="1058809"/>
                </a:lnTo>
                <a:lnTo>
                  <a:pt x="190690" y="1048360"/>
                </a:lnTo>
                <a:lnTo>
                  <a:pt x="186337" y="1042265"/>
                </a:lnTo>
                <a:lnTo>
                  <a:pt x="181983" y="1041394"/>
                </a:lnTo>
                <a:lnTo>
                  <a:pt x="176758" y="1043136"/>
                </a:lnTo>
                <a:lnTo>
                  <a:pt x="172405" y="1048360"/>
                </a:lnTo>
                <a:lnTo>
                  <a:pt x="162827" y="1062292"/>
                </a:lnTo>
                <a:lnTo>
                  <a:pt x="158473" y="1064904"/>
                </a:lnTo>
                <a:lnTo>
                  <a:pt x="154990" y="1058809"/>
                </a:lnTo>
                <a:lnTo>
                  <a:pt x="155861" y="1030946"/>
                </a:lnTo>
                <a:lnTo>
                  <a:pt x="154120" y="1017014"/>
                </a:lnTo>
                <a:lnTo>
                  <a:pt x="148895" y="1001341"/>
                </a:lnTo>
                <a:lnTo>
                  <a:pt x="116678" y="986538"/>
                </a:lnTo>
                <a:lnTo>
                  <a:pt x="98393" y="972607"/>
                </a:lnTo>
                <a:lnTo>
                  <a:pt x="88815" y="963028"/>
                </a:lnTo>
                <a:lnTo>
                  <a:pt x="80107" y="951709"/>
                </a:lnTo>
                <a:lnTo>
                  <a:pt x="76624" y="944743"/>
                </a:lnTo>
                <a:lnTo>
                  <a:pt x="72271" y="929070"/>
                </a:lnTo>
                <a:lnTo>
                  <a:pt x="60951" y="897724"/>
                </a:lnTo>
                <a:lnTo>
                  <a:pt x="58339" y="891629"/>
                </a:lnTo>
                <a:lnTo>
                  <a:pt x="49632" y="882921"/>
                </a:lnTo>
                <a:lnTo>
                  <a:pt x="47020" y="877697"/>
                </a:lnTo>
                <a:lnTo>
                  <a:pt x="39183" y="848092"/>
                </a:lnTo>
                <a:lnTo>
                  <a:pt x="21768" y="830677"/>
                </a:lnTo>
                <a:lnTo>
                  <a:pt x="20027" y="828065"/>
                </a:lnTo>
                <a:lnTo>
                  <a:pt x="16544" y="819358"/>
                </a:lnTo>
                <a:lnTo>
                  <a:pt x="11319" y="801943"/>
                </a:lnTo>
                <a:lnTo>
                  <a:pt x="9578" y="798460"/>
                </a:lnTo>
                <a:lnTo>
                  <a:pt x="871" y="792365"/>
                </a:lnTo>
                <a:lnTo>
                  <a:pt x="0" y="788012"/>
                </a:lnTo>
                <a:lnTo>
                  <a:pt x="1742" y="781046"/>
                </a:lnTo>
                <a:lnTo>
                  <a:pt x="5224" y="775821"/>
                </a:lnTo>
                <a:lnTo>
                  <a:pt x="8707" y="768855"/>
                </a:lnTo>
                <a:lnTo>
                  <a:pt x="8707" y="759277"/>
                </a:lnTo>
                <a:lnTo>
                  <a:pt x="7837" y="754924"/>
                </a:lnTo>
                <a:lnTo>
                  <a:pt x="4354" y="748829"/>
                </a:lnTo>
                <a:lnTo>
                  <a:pt x="3483" y="743604"/>
                </a:lnTo>
                <a:lnTo>
                  <a:pt x="4354" y="740121"/>
                </a:lnTo>
                <a:lnTo>
                  <a:pt x="12190" y="733156"/>
                </a:lnTo>
                <a:lnTo>
                  <a:pt x="21768" y="713999"/>
                </a:lnTo>
                <a:lnTo>
                  <a:pt x="23510" y="707034"/>
                </a:lnTo>
                <a:lnTo>
                  <a:pt x="24380" y="693973"/>
                </a:lnTo>
                <a:lnTo>
                  <a:pt x="26122" y="687878"/>
                </a:lnTo>
                <a:lnTo>
                  <a:pt x="21768" y="681782"/>
                </a:lnTo>
                <a:lnTo>
                  <a:pt x="20027" y="677429"/>
                </a:lnTo>
                <a:lnTo>
                  <a:pt x="20027" y="665239"/>
                </a:lnTo>
                <a:lnTo>
                  <a:pt x="20027" y="660014"/>
                </a:lnTo>
                <a:lnTo>
                  <a:pt x="16544" y="643470"/>
                </a:lnTo>
                <a:lnTo>
                  <a:pt x="18285" y="639117"/>
                </a:lnTo>
                <a:lnTo>
                  <a:pt x="22639" y="631280"/>
                </a:lnTo>
                <a:lnTo>
                  <a:pt x="23510" y="625185"/>
                </a:lnTo>
                <a:lnTo>
                  <a:pt x="41795" y="621702"/>
                </a:lnTo>
                <a:lnTo>
                  <a:pt x="54856" y="617348"/>
                </a:lnTo>
                <a:lnTo>
                  <a:pt x="60951" y="614736"/>
                </a:lnTo>
                <a:lnTo>
                  <a:pt x="77495" y="605158"/>
                </a:lnTo>
                <a:lnTo>
                  <a:pt x="89685" y="593839"/>
                </a:lnTo>
                <a:lnTo>
                  <a:pt x="105358" y="577295"/>
                </a:lnTo>
                <a:lnTo>
                  <a:pt x="119290" y="566846"/>
                </a:lnTo>
                <a:lnTo>
                  <a:pt x="128868" y="561622"/>
                </a:lnTo>
                <a:lnTo>
                  <a:pt x="134963" y="555526"/>
                </a:lnTo>
                <a:lnTo>
                  <a:pt x="138446" y="546819"/>
                </a:lnTo>
                <a:lnTo>
                  <a:pt x="142800" y="526792"/>
                </a:lnTo>
                <a:lnTo>
                  <a:pt x="148895" y="511119"/>
                </a:lnTo>
                <a:lnTo>
                  <a:pt x="154990" y="500670"/>
                </a:lnTo>
                <a:lnTo>
                  <a:pt x="162827" y="492834"/>
                </a:lnTo>
                <a:lnTo>
                  <a:pt x="168051" y="483256"/>
                </a:lnTo>
                <a:lnTo>
                  <a:pt x="172405" y="470195"/>
                </a:lnTo>
                <a:lnTo>
                  <a:pt x="173276" y="460617"/>
                </a:lnTo>
                <a:lnTo>
                  <a:pt x="172405" y="450168"/>
                </a:lnTo>
                <a:lnTo>
                  <a:pt x="167180" y="426658"/>
                </a:lnTo>
                <a:lnTo>
                  <a:pt x="160215" y="406631"/>
                </a:lnTo>
                <a:lnTo>
                  <a:pt x="156732" y="390087"/>
                </a:lnTo>
                <a:lnTo>
                  <a:pt x="149766" y="365707"/>
                </a:lnTo>
                <a:lnTo>
                  <a:pt x="141059" y="318688"/>
                </a:lnTo>
                <a:lnTo>
                  <a:pt x="136705" y="304756"/>
                </a:lnTo>
                <a:lnTo>
                  <a:pt x="130610" y="291695"/>
                </a:lnTo>
                <a:lnTo>
                  <a:pt x="128868" y="285600"/>
                </a:lnTo>
                <a:lnTo>
                  <a:pt x="125385" y="264702"/>
                </a:lnTo>
                <a:lnTo>
                  <a:pt x="123644" y="257736"/>
                </a:lnTo>
                <a:lnTo>
                  <a:pt x="113195" y="238580"/>
                </a:lnTo>
                <a:lnTo>
                  <a:pt x="101876" y="210717"/>
                </a:lnTo>
                <a:lnTo>
                  <a:pt x="92297" y="193302"/>
                </a:lnTo>
                <a:lnTo>
                  <a:pt x="81849" y="181112"/>
                </a:lnTo>
                <a:lnTo>
                  <a:pt x="65305" y="165439"/>
                </a:lnTo>
                <a:lnTo>
                  <a:pt x="60081" y="159344"/>
                </a:lnTo>
                <a:lnTo>
                  <a:pt x="53985" y="154119"/>
                </a:lnTo>
                <a:lnTo>
                  <a:pt x="48761" y="148024"/>
                </a:lnTo>
                <a:lnTo>
                  <a:pt x="41795" y="141929"/>
                </a:lnTo>
                <a:lnTo>
                  <a:pt x="33959" y="131480"/>
                </a:lnTo>
                <a:lnTo>
                  <a:pt x="37441" y="88815"/>
                </a:lnTo>
                <a:lnTo>
                  <a:pt x="47020" y="47890"/>
                </a:lnTo>
                <a:lnTo>
                  <a:pt x="57468" y="48761"/>
                </a:lnTo>
                <a:lnTo>
                  <a:pt x="95780" y="41795"/>
                </a:lnTo>
                <a:lnTo>
                  <a:pt x="124514" y="41795"/>
                </a:lnTo>
                <a:lnTo>
                  <a:pt x="144541" y="38312"/>
                </a:lnTo>
                <a:lnTo>
                  <a:pt x="171534" y="47019"/>
                </a:lnTo>
                <a:lnTo>
                  <a:pt x="178500" y="46149"/>
                </a:lnTo>
                <a:lnTo>
                  <a:pt x="206363" y="39183"/>
                </a:lnTo>
                <a:lnTo>
                  <a:pt x="240322" y="42666"/>
                </a:lnTo>
                <a:lnTo>
                  <a:pt x="247288" y="45278"/>
                </a:lnTo>
                <a:lnTo>
                  <a:pt x="253383" y="48761"/>
                </a:lnTo>
                <a:lnTo>
                  <a:pt x="274280" y="57468"/>
                </a:lnTo>
                <a:lnTo>
                  <a:pt x="284729" y="55727"/>
                </a:lnTo>
                <a:lnTo>
                  <a:pt x="287341" y="58339"/>
                </a:lnTo>
                <a:lnTo>
                  <a:pt x="290824" y="71400"/>
                </a:lnTo>
                <a:lnTo>
                  <a:pt x="302144" y="76624"/>
                </a:lnTo>
                <a:lnTo>
                  <a:pt x="359612" y="72271"/>
                </a:lnTo>
                <a:lnTo>
                  <a:pt x="375285" y="78366"/>
                </a:lnTo>
                <a:lnTo>
                  <a:pt x="383992" y="88815"/>
                </a:lnTo>
                <a:lnTo>
                  <a:pt x="387475" y="88815"/>
                </a:lnTo>
                <a:lnTo>
                  <a:pt x="409244" y="94039"/>
                </a:lnTo>
                <a:lnTo>
                  <a:pt x="482385" y="115807"/>
                </a:lnTo>
                <a:lnTo>
                  <a:pt x="493705" y="114066"/>
                </a:lnTo>
                <a:lnTo>
                  <a:pt x="505895" y="109712"/>
                </a:lnTo>
                <a:lnTo>
                  <a:pt x="516343" y="101876"/>
                </a:lnTo>
                <a:lnTo>
                  <a:pt x="525922" y="91427"/>
                </a:lnTo>
                <a:lnTo>
                  <a:pt x="532888" y="82719"/>
                </a:lnTo>
                <a:lnTo>
                  <a:pt x="536370" y="83590"/>
                </a:lnTo>
                <a:lnTo>
                  <a:pt x="550302" y="99263"/>
                </a:lnTo>
                <a:lnTo>
                  <a:pt x="554656" y="101876"/>
                </a:lnTo>
                <a:lnTo>
                  <a:pt x="570329" y="106229"/>
                </a:lnTo>
                <a:lnTo>
                  <a:pt x="596451" y="122773"/>
                </a:lnTo>
                <a:lnTo>
                  <a:pt x="606900" y="126256"/>
                </a:lnTo>
                <a:lnTo>
                  <a:pt x="619090" y="127127"/>
                </a:lnTo>
                <a:lnTo>
                  <a:pt x="630410" y="125385"/>
                </a:lnTo>
                <a:lnTo>
                  <a:pt x="660014" y="115807"/>
                </a:lnTo>
                <a:lnTo>
                  <a:pt x="693973" y="96651"/>
                </a:lnTo>
                <a:lnTo>
                  <a:pt x="740992" y="61822"/>
                </a:lnTo>
                <a:lnTo>
                  <a:pt x="776692" y="48761"/>
                </a:lnTo>
                <a:lnTo>
                  <a:pt x="781916" y="46149"/>
                </a:lnTo>
                <a:lnTo>
                  <a:pt x="789753" y="35700"/>
                </a:lnTo>
                <a:lnTo>
                  <a:pt x="794977" y="31346"/>
                </a:lnTo>
                <a:lnTo>
                  <a:pt x="801073" y="30476"/>
                </a:lnTo>
                <a:lnTo>
                  <a:pt x="807168" y="33088"/>
                </a:lnTo>
                <a:lnTo>
                  <a:pt x="819358" y="39183"/>
                </a:lnTo>
                <a:lnTo>
                  <a:pt x="826324" y="40924"/>
                </a:lnTo>
                <a:lnTo>
                  <a:pt x="832419" y="40924"/>
                </a:lnTo>
                <a:lnTo>
                  <a:pt x="839385" y="39183"/>
                </a:lnTo>
                <a:lnTo>
                  <a:pt x="869861" y="22639"/>
                </a:lnTo>
                <a:lnTo>
                  <a:pt x="882051" y="18285"/>
                </a:lnTo>
                <a:lnTo>
                  <a:pt x="981314" y="12190"/>
                </a:lnTo>
                <a:lnTo>
                  <a:pt x="1007436" y="0"/>
                </a:lnTo>
                <a:lnTo>
                  <a:pt x="1027463" y="30476"/>
                </a:lnTo>
                <a:lnTo>
                  <a:pt x="1029204" y="35700"/>
                </a:lnTo>
                <a:lnTo>
                  <a:pt x="1025721" y="41795"/>
                </a:lnTo>
                <a:lnTo>
                  <a:pt x="1019626" y="49632"/>
                </a:lnTo>
                <a:lnTo>
                  <a:pt x="1020497" y="68788"/>
                </a:lnTo>
                <a:lnTo>
                  <a:pt x="1029204" y="124514"/>
                </a:lnTo>
                <a:lnTo>
                  <a:pt x="1038782" y="154990"/>
                </a:lnTo>
                <a:lnTo>
                  <a:pt x="1040524" y="165439"/>
                </a:lnTo>
                <a:lnTo>
                  <a:pt x="1040524" y="174146"/>
                </a:lnTo>
                <a:lnTo>
                  <a:pt x="1030946" y="203751"/>
                </a:lnTo>
                <a:lnTo>
                  <a:pt x="1035300" y="217683"/>
                </a:lnTo>
                <a:lnTo>
                  <a:pt x="1045748" y="242934"/>
                </a:lnTo>
                <a:lnTo>
                  <a:pt x="1097992" y="341327"/>
                </a:lnTo>
                <a:lnTo>
                  <a:pt x="1114536" y="382251"/>
                </a:lnTo>
                <a:lnTo>
                  <a:pt x="1119760" y="398795"/>
                </a:lnTo>
                <a:lnTo>
                  <a:pt x="1123243" y="421434"/>
                </a:lnTo>
                <a:lnTo>
                  <a:pt x="1122373" y="445814"/>
                </a:lnTo>
                <a:lnTo>
                  <a:pt x="1116277" y="463229"/>
                </a:lnTo>
                <a:lnTo>
                  <a:pt x="1111924" y="490221"/>
                </a:lnTo>
                <a:lnTo>
                  <a:pt x="1118890" y="559880"/>
                </a:lnTo>
                <a:lnTo>
                  <a:pt x="1132821" y="586873"/>
                </a:lnTo>
                <a:lnTo>
                  <a:pt x="1136304" y="592968"/>
                </a:lnTo>
                <a:lnTo>
                  <a:pt x="1147624" y="616478"/>
                </a:lnTo>
                <a:lnTo>
                  <a:pt x="1158943" y="666980"/>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0" name="Freeform: Shape 39">
            <a:extLst>
              <a:ext uri="{FF2B5EF4-FFF2-40B4-BE49-F238E27FC236}">
                <a16:creationId xmlns:a16="http://schemas.microsoft.com/office/drawing/2014/main" id="{7337EC0E-0968-D41D-D9CD-4011F8A5E0D5}"/>
              </a:ext>
            </a:extLst>
          </p:cNvPr>
          <p:cNvSpPr>
            <a:spLocks noGrp="1"/>
          </p:cNvSpPr>
          <p:nvPr/>
        </p:nvSpPr>
        <p:spPr>
          <a:xfrm>
            <a:off x="5624325" y="3453173"/>
            <a:ext cx="1486752" cy="976425"/>
          </a:xfrm>
          <a:custGeom>
            <a:avLst/>
            <a:gdLst>
              <a:gd name="connsiteX0" fmla="*/ 943872 w 1490691"/>
              <a:gd name="connsiteY0" fmla="*/ 90556 h 969994"/>
              <a:gd name="connsiteX1" fmla="*/ 947356 w 1490691"/>
              <a:gd name="connsiteY1" fmla="*/ 105359 h 969994"/>
              <a:gd name="connsiteX2" fmla="*/ 950838 w 1490691"/>
              <a:gd name="connsiteY2" fmla="*/ 113195 h 969994"/>
              <a:gd name="connsiteX3" fmla="*/ 960417 w 1490691"/>
              <a:gd name="connsiteY3" fmla="*/ 125385 h 969994"/>
              <a:gd name="connsiteX4" fmla="*/ 971736 w 1490691"/>
              <a:gd name="connsiteY4" fmla="*/ 135834 h 969994"/>
              <a:gd name="connsiteX5" fmla="*/ 984797 w 1490691"/>
              <a:gd name="connsiteY5" fmla="*/ 144541 h 969994"/>
              <a:gd name="connsiteX6" fmla="*/ 995246 w 1490691"/>
              <a:gd name="connsiteY6" fmla="*/ 145412 h 969994"/>
              <a:gd name="connsiteX7" fmla="*/ 1004824 w 1490691"/>
              <a:gd name="connsiteY7" fmla="*/ 148024 h 969994"/>
              <a:gd name="connsiteX8" fmla="*/ 1010919 w 1490691"/>
              <a:gd name="connsiteY8" fmla="*/ 152378 h 969994"/>
              <a:gd name="connsiteX9" fmla="*/ 1017885 w 1490691"/>
              <a:gd name="connsiteY9" fmla="*/ 160215 h 969994"/>
              <a:gd name="connsiteX10" fmla="*/ 1021368 w 1490691"/>
              <a:gd name="connsiteY10" fmla="*/ 165439 h 969994"/>
              <a:gd name="connsiteX11" fmla="*/ 1023980 w 1490691"/>
              <a:gd name="connsiteY11" fmla="*/ 174146 h 969994"/>
              <a:gd name="connsiteX12" fmla="*/ 1026592 w 1490691"/>
              <a:gd name="connsiteY12" fmla="*/ 178500 h 969994"/>
              <a:gd name="connsiteX13" fmla="*/ 1030946 w 1490691"/>
              <a:gd name="connsiteY13" fmla="*/ 181983 h 969994"/>
              <a:gd name="connsiteX14" fmla="*/ 1036170 w 1490691"/>
              <a:gd name="connsiteY14" fmla="*/ 183724 h 969994"/>
              <a:gd name="connsiteX15" fmla="*/ 1042265 w 1490691"/>
              <a:gd name="connsiteY15" fmla="*/ 184595 h 969994"/>
              <a:gd name="connsiteX16" fmla="*/ 1050973 w 1490691"/>
              <a:gd name="connsiteY16" fmla="*/ 181983 h 969994"/>
              <a:gd name="connsiteX17" fmla="*/ 1061421 w 1490691"/>
              <a:gd name="connsiteY17" fmla="*/ 174146 h 969994"/>
              <a:gd name="connsiteX18" fmla="*/ 1072741 w 1490691"/>
              <a:gd name="connsiteY18" fmla="*/ 168051 h 969994"/>
              <a:gd name="connsiteX19" fmla="*/ 1080577 w 1490691"/>
              <a:gd name="connsiteY19" fmla="*/ 186337 h 969994"/>
              <a:gd name="connsiteX20" fmla="*/ 1091026 w 1490691"/>
              <a:gd name="connsiteY20" fmla="*/ 222907 h 969994"/>
              <a:gd name="connsiteX21" fmla="*/ 1097992 w 1490691"/>
              <a:gd name="connsiteY21" fmla="*/ 269927 h 969994"/>
              <a:gd name="connsiteX22" fmla="*/ 1097992 w 1490691"/>
              <a:gd name="connsiteY22" fmla="*/ 276893 h 969994"/>
              <a:gd name="connsiteX23" fmla="*/ 1097121 w 1490691"/>
              <a:gd name="connsiteY23" fmla="*/ 288212 h 969994"/>
              <a:gd name="connsiteX24" fmla="*/ 1099734 w 1490691"/>
              <a:gd name="connsiteY24" fmla="*/ 296919 h 969994"/>
              <a:gd name="connsiteX25" fmla="*/ 1101475 w 1490691"/>
              <a:gd name="connsiteY25" fmla="*/ 303014 h 969994"/>
              <a:gd name="connsiteX26" fmla="*/ 1105829 w 1490691"/>
              <a:gd name="connsiteY26" fmla="*/ 308239 h 969994"/>
              <a:gd name="connsiteX27" fmla="*/ 1110182 w 1490691"/>
              <a:gd name="connsiteY27" fmla="*/ 312593 h 969994"/>
              <a:gd name="connsiteX28" fmla="*/ 1123243 w 1490691"/>
              <a:gd name="connsiteY28" fmla="*/ 322171 h 969994"/>
              <a:gd name="connsiteX29" fmla="*/ 1130209 w 1490691"/>
              <a:gd name="connsiteY29" fmla="*/ 330878 h 969994"/>
              <a:gd name="connsiteX30" fmla="*/ 1133692 w 1490691"/>
              <a:gd name="connsiteY30" fmla="*/ 340456 h 969994"/>
              <a:gd name="connsiteX31" fmla="*/ 1137175 w 1490691"/>
              <a:gd name="connsiteY31" fmla="*/ 363966 h 969994"/>
              <a:gd name="connsiteX32" fmla="*/ 1149365 w 1490691"/>
              <a:gd name="connsiteY32" fmla="*/ 377027 h 969994"/>
              <a:gd name="connsiteX33" fmla="*/ 1166780 w 1490691"/>
              <a:gd name="connsiteY33" fmla="*/ 390088 h 969994"/>
              <a:gd name="connsiteX34" fmla="*/ 1178970 w 1490691"/>
              <a:gd name="connsiteY34" fmla="*/ 394441 h 969994"/>
              <a:gd name="connsiteX35" fmla="*/ 1192031 w 1490691"/>
              <a:gd name="connsiteY35" fmla="*/ 394441 h 969994"/>
              <a:gd name="connsiteX36" fmla="*/ 1208575 w 1490691"/>
              <a:gd name="connsiteY36" fmla="*/ 396183 h 969994"/>
              <a:gd name="connsiteX37" fmla="*/ 1220765 w 1490691"/>
              <a:gd name="connsiteY37" fmla="*/ 409244 h 969994"/>
              <a:gd name="connsiteX38" fmla="*/ 1234697 w 1490691"/>
              <a:gd name="connsiteY38" fmla="*/ 428400 h 969994"/>
              <a:gd name="connsiteX39" fmla="*/ 1240792 w 1490691"/>
              <a:gd name="connsiteY39" fmla="*/ 441461 h 969994"/>
              <a:gd name="connsiteX40" fmla="*/ 1247758 w 1490691"/>
              <a:gd name="connsiteY40" fmla="*/ 452780 h 969994"/>
              <a:gd name="connsiteX41" fmla="*/ 1255594 w 1490691"/>
              <a:gd name="connsiteY41" fmla="*/ 466712 h 969994"/>
              <a:gd name="connsiteX42" fmla="*/ 1259077 w 1490691"/>
              <a:gd name="connsiteY42" fmla="*/ 476290 h 969994"/>
              <a:gd name="connsiteX43" fmla="*/ 1262560 w 1490691"/>
              <a:gd name="connsiteY43" fmla="*/ 497188 h 969994"/>
              <a:gd name="connsiteX44" fmla="*/ 1265173 w 1490691"/>
              <a:gd name="connsiteY44" fmla="*/ 526792 h 969994"/>
              <a:gd name="connsiteX45" fmla="*/ 1267785 w 1490691"/>
              <a:gd name="connsiteY45" fmla="*/ 537241 h 969994"/>
              <a:gd name="connsiteX46" fmla="*/ 1272138 w 1490691"/>
              <a:gd name="connsiteY46" fmla="*/ 542466 h 969994"/>
              <a:gd name="connsiteX47" fmla="*/ 1277363 w 1490691"/>
              <a:gd name="connsiteY47" fmla="*/ 545948 h 969994"/>
              <a:gd name="connsiteX48" fmla="*/ 1311321 w 1490691"/>
              <a:gd name="connsiteY48" fmla="*/ 561622 h 969994"/>
              <a:gd name="connsiteX49" fmla="*/ 1314804 w 1490691"/>
              <a:gd name="connsiteY49" fmla="*/ 572941 h 969994"/>
              <a:gd name="connsiteX50" fmla="*/ 1316546 w 1490691"/>
              <a:gd name="connsiteY50" fmla="*/ 579036 h 969994"/>
              <a:gd name="connsiteX51" fmla="*/ 1326124 w 1490691"/>
              <a:gd name="connsiteY51" fmla="*/ 599063 h 969994"/>
              <a:gd name="connsiteX52" fmla="*/ 1332219 w 1490691"/>
              <a:gd name="connsiteY52" fmla="*/ 610383 h 969994"/>
              <a:gd name="connsiteX53" fmla="*/ 1345280 w 1490691"/>
              <a:gd name="connsiteY53" fmla="*/ 610383 h 969994"/>
              <a:gd name="connsiteX54" fmla="*/ 1351375 w 1490691"/>
              <a:gd name="connsiteY54" fmla="*/ 612124 h 969994"/>
              <a:gd name="connsiteX55" fmla="*/ 1357470 w 1490691"/>
              <a:gd name="connsiteY55" fmla="*/ 614736 h 969994"/>
              <a:gd name="connsiteX56" fmla="*/ 1363565 w 1490691"/>
              <a:gd name="connsiteY56" fmla="*/ 619961 h 969994"/>
              <a:gd name="connsiteX57" fmla="*/ 1377497 w 1490691"/>
              <a:gd name="connsiteY57" fmla="*/ 637375 h 969994"/>
              <a:gd name="connsiteX58" fmla="*/ 1385333 w 1490691"/>
              <a:gd name="connsiteY58" fmla="*/ 652178 h 969994"/>
              <a:gd name="connsiteX59" fmla="*/ 1391429 w 1490691"/>
              <a:gd name="connsiteY59" fmla="*/ 666109 h 969994"/>
              <a:gd name="connsiteX60" fmla="*/ 1400136 w 1490691"/>
              <a:gd name="connsiteY60" fmla="*/ 680912 h 969994"/>
              <a:gd name="connsiteX61" fmla="*/ 1407102 w 1490691"/>
              <a:gd name="connsiteY61" fmla="*/ 688748 h 969994"/>
              <a:gd name="connsiteX62" fmla="*/ 1415809 w 1490691"/>
              <a:gd name="connsiteY62" fmla="*/ 701809 h 969994"/>
              <a:gd name="connsiteX63" fmla="*/ 1427128 w 1490691"/>
              <a:gd name="connsiteY63" fmla="*/ 712258 h 969994"/>
              <a:gd name="connsiteX64" fmla="*/ 1439319 w 1490691"/>
              <a:gd name="connsiteY64" fmla="*/ 720965 h 969994"/>
              <a:gd name="connsiteX65" fmla="*/ 1455863 w 1490691"/>
              <a:gd name="connsiteY65" fmla="*/ 736639 h 969994"/>
              <a:gd name="connsiteX66" fmla="*/ 1468053 w 1490691"/>
              <a:gd name="connsiteY66" fmla="*/ 745346 h 969994"/>
              <a:gd name="connsiteX67" fmla="*/ 1486338 w 1490691"/>
              <a:gd name="connsiteY67" fmla="*/ 763631 h 969994"/>
              <a:gd name="connsiteX68" fmla="*/ 1488950 w 1490691"/>
              <a:gd name="connsiteY68" fmla="*/ 782787 h 969994"/>
              <a:gd name="connsiteX69" fmla="*/ 1490692 w 1490691"/>
              <a:gd name="connsiteY69" fmla="*/ 799331 h 969994"/>
              <a:gd name="connsiteX70" fmla="*/ 1461958 w 1490691"/>
              <a:gd name="connsiteY70" fmla="*/ 816746 h 969994"/>
              <a:gd name="connsiteX71" fmla="*/ 1449767 w 1490691"/>
              <a:gd name="connsiteY71" fmla="*/ 820229 h 969994"/>
              <a:gd name="connsiteX72" fmla="*/ 1407102 w 1490691"/>
              <a:gd name="connsiteY72" fmla="*/ 821970 h 969994"/>
              <a:gd name="connsiteX73" fmla="*/ 1359211 w 1490691"/>
              <a:gd name="connsiteY73" fmla="*/ 816746 h 969994"/>
              <a:gd name="connsiteX74" fmla="*/ 1349633 w 1490691"/>
              <a:gd name="connsiteY74" fmla="*/ 812392 h 969994"/>
              <a:gd name="connsiteX75" fmla="*/ 1343538 w 1490691"/>
              <a:gd name="connsiteY75" fmla="*/ 808038 h 969994"/>
              <a:gd name="connsiteX76" fmla="*/ 1328736 w 1490691"/>
              <a:gd name="connsiteY76" fmla="*/ 775821 h 969994"/>
              <a:gd name="connsiteX77" fmla="*/ 1323511 w 1490691"/>
              <a:gd name="connsiteY77" fmla="*/ 767114 h 969994"/>
              <a:gd name="connsiteX78" fmla="*/ 1315675 w 1490691"/>
              <a:gd name="connsiteY78" fmla="*/ 759277 h 969994"/>
              <a:gd name="connsiteX79" fmla="*/ 1269526 w 1490691"/>
              <a:gd name="connsiteY79" fmla="*/ 741863 h 969994"/>
              <a:gd name="connsiteX80" fmla="*/ 1262560 w 1490691"/>
              <a:gd name="connsiteY80" fmla="*/ 740992 h 969994"/>
              <a:gd name="connsiteX81" fmla="*/ 1247758 w 1490691"/>
              <a:gd name="connsiteY81" fmla="*/ 740992 h 969994"/>
              <a:gd name="connsiteX82" fmla="*/ 1225119 w 1490691"/>
              <a:gd name="connsiteY82" fmla="*/ 727931 h 969994"/>
              <a:gd name="connsiteX83" fmla="*/ 1214670 w 1490691"/>
              <a:gd name="connsiteY83" fmla="*/ 726190 h 969994"/>
              <a:gd name="connsiteX84" fmla="*/ 1210316 w 1490691"/>
              <a:gd name="connsiteY84" fmla="*/ 729673 h 969994"/>
              <a:gd name="connsiteX85" fmla="*/ 1207704 w 1490691"/>
              <a:gd name="connsiteY85" fmla="*/ 735768 h 969994"/>
              <a:gd name="connsiteX86" fmla="*/ 1209446 w 1490691"/>
              <a:gd name="connsiteY86" fmla="*/ 744475 h 969994"/>
              <a:gd name="connsiteX87" fmla="*/ 1212058 w 1490691"/>
              <a:gd name="connsiteY87" fmla="*/ 752312 h 969994"/>
              <a:gd name="connsiteX88" fmla="*/ 1215541 w 1490691"/>
              <a:gd name="connsiteY88" fmla="*/ 758407 h 969994"/>
              <a:gd name="connsiteX89" fmla="*/ 1219894 w 1490691"/>
              <a:gd name="connsiteY89" fmla="*/ 763631 h 969994"/>
              <a:gd name="connsiteX90" fmla="*/ 1231214 w 1490691"/>
              <a:gd name="connsiteY90" fmla="*/ 768856 h 969994"/>
              <a:gd name="connsiteX91" fmla="*/ 1235567 w 1490691"/>
              <a:gd name="connsiteY91" fmla="*/ 773209 h 969994"/>
              <a:gd name="connsiteX92" fmla="*/ 1234697 w 1490691"/>
              <a:gd name="connsiteY92" fmla="*/ 784529 h 969994"/>
              <a:gd name="connsiteX93" fmla="*/ 1219024 w 1490691"/>
              <a:gd name="connsiteY93" fmla="*/ 821099 h 969994"/>
              <a:gd name="connsiteX94" fmla="*/ 1207704 w 1490691"/>
              <a:gd name="connsiteY94" fmla="*/ 839385 h 969994"/>
              <a:gd name="connsiteX95" fmla="*/ 1186807 w 1490691"/>
              <a:gd name="connsiteY95" fmla="*/ 853316 h 969994"/>
              <a:gd name="connsiteX96" fmla="*/ 1184194 w 1490691"/>
              <a:gd name="connsiteY96" fmla="*/ 859412 h 969994"/>
              <a:gd name="connsiteX97" fmla="*/ 1180711 w 1490691"/>
              <a:gd name="connsiteY97" fmla="*/ 867248 h 969994"/>
              <a:gd name="connsiteX98" fmla="*/ 1179841 w 1490691"/>
              <a:gd name="connsiteY98" fmla="*/ 886404 h 969994"/>
              <a:gd name="connsiteX99" fmla="*/ 1175487 w 1490691"/>
              <a:gd name="connsiteY99" fmla="*/ 909043 h 969994"/>
              <a:gd name="connsiteX100" fmla="*/ 1161555 w 1490691"/>
              <a:gd name="connsiteY100" fmla="*/ 915138 h 969994"/>
              <a:gd name="connsiteX101" fmla="*/ 1153719 w 1490691"/>
              <a:gd name="connsiteY101" fmla="*/ 913397 h 969994"/>
              <a:gd name="connsiteX102" fmla="*/ 1147624 w 1490691"/>
              <a:gd name="connsiteY102" fmla="*/ 908173 h 969994"/>
              <a:gd name="connsiteX103" fmla="*/ 1142399 w 1490691"/>
              <a:gd name="connsiteY103" fmla="*/ 902077 h 969994"/>
              <a:gd name="connsiteX104" fmla="*/ 1131080 w 1490691"/>
              <a:gd name="connsiteY104" fmla="*/ 885533 h 969994"/>
              <a:gd name="connsiteX105" fmla="*/ 1124114 w 1490691"/>
              <a:gd name="connsiteY105" fmla="*/ 878568 h 969994"/>
              <a:gd name="connsiteX106" fmla="*/ 1118019 w 1490691"/>
              <a:gd name="connsiteY106" fmla="*/ 875956 h 969994"/>
              <a:gd name="connsiteX107" fmla="*/ 1110182 w 1490691"/>
              <a:gd name="connsiteY107" fmla="*/ 876826 h 969994"/>
              <a:gd name="connsiteX108" fmla="*/ 1078836 w 1490691"/>
              <a:gd name="connsiteY108" fmla="*/ 890758 h 969994"/>
              <a:gd name="connsiteX109" fmla="*/ 1022238 w 1490691"/>
              <a:gd name="connsiteY109" fmla="*/ 906431 h 969994"/>
              <a:gd name="connsiteX110" fmla="*/ 1003082 w 1490691"/>
              <a:gd name="connsiteY110" fmla="*/ 920363 h 969994"/>
              <a:gd name="connsiteX111" fmla="*/ 996116 w 1490691"/>
              <a:gd name="connsiteY111" fmla="*/ 929070 h 969994"/>
              <a:gd name="connsiteX112" fmla="*/ 983926 w 1490691"/>
              <a:gd name="connsiteY112" fmla="*/ 937777 h 969994"/>
              <a:gd name="connsiteX113" fmla="*/ 838514 w 1490691"/>
              <a:gd name="connsiteY113" fmla="*/ 969995 h 969994"/>
              <a:gd name="connsiteX114" fmla="*/ 821970 w 1490691"/>
              <a:gd name="connsiteY114" fmla="*/ 953451 h 969994"/>
              <a:gd name="connsiteX115" fmla="*/ 815875 w 1490691"/>
              <a:gd name="connsiteY115" fmla="*/ 950838 h 969994"/>
              <a:gd name="connsiteX116" fmla="*/ 781917 w 1490691"/>
              <a:gd name="connsiteY116" fmla="*/ 958675 h 969994"/>
              <a:gd name="connsiteX117" fmla="*/ 769726 w 1490691"/>
              <a:gd name="connsiteY117" fmla="*/ 958675 h 969994"/>
              <a:gd name="connsiteX118" fmla="*/ 739251 w 1490691"/>
              <a:gd name="connsiteY118" fmla="*/ 953451 h 969994"/>
              <a:gd name="connsiteX119" fmla="*/ 729673 w 1490691"/>
              <a:gd name="connsiteY119" fmla="*/ 954321 h 969994"/>
              <a:gd name="connsiteX120" fmla="*/ 710517 w 1490691"/>
              <a:gd name="connsiteY120" fmla="*/ 961287 h 969994"/>
              <a:gd name="connsiteX121" fmla="*/ 689619 w 1490691"/>
              <a:gd name="connsiteY121" fmla="*/ 961287 h 969994"/>
              <a:gd name="connsiteX122" fmla="*/ 683524 w 1490691"/>
              <a:gd name="connsiteY122" fmla="*/ 957804 h 969994"/>
              <a:gd name="connsiteX123" fmla="*/ 680041 w 1490691"/>
              <a:gd name="connsiteY123" fmla="*/ 952580 h 969994"/>
              <a:gd name="connsiteX124" fmla="*/ 676558 w 1490691"/>
              <a:gd name="connsiteY124" fmla="*/ 943002 h 969994"/>
              <a:gd name="connsiteX125" fmla="*/ 670463 w 1490691"/>
              <a:gd name="connsiteY125" fmla="*/ 925587 h 969994"/>
              <a:gd name="connsiteX126" fmla="*/ 666109 w 1490691"/>
              <a:gd name="connsiteY126" fmla="*/ 917751 h 969994"/>
              <a:gd name="connsiteX127" fmla="*/ 657402 w 1490691"/>
              <a:gd name="connsiteY127" fmla="*/ 910785 h 969994"/>
              <a:gd name="connsiteX128" fmla="*/ 648695 w 1490691"/>
              <a:gd name="connsiteY128" fmla="*/ 907302 h 969994"/>
              <a:gd name="connsiteX129" fmla="*/ 634763 w 1490691"/>
              <a:gd name="connsiteY129" fmla="*/ 902948 h 969994"/>
              <a:gd name="connsiteX130" fmla="*/ 632151 w 1490691"/>
              <a:gd name="connsiteY130" fmla="*/ 902077 h 969994"/>
              <a:gd name="connsiteX131" fmla="*/ 629539 w 1490691"/>
              <a:gd name="connsiteY131" fmla="*/ 897724 h 969994"/>
              <a:gd name="connsiteX132" fmla="*/ 625185 w 1490691"/>
              <a:gd name="connsiteY132" fmla="*/ 883792 h 969994"/>
              <a:gd name="connsiteX133" fmla="*/ 621702 w 1490691"/>
              <a:gd name="connsiteY133" fmla="*/ 874214 h 969994"/>
              <a:gd name="connsiteX134" fmla="*/ 615607 w 1490691"/>
              <a:gd name="connsiteY134" fmla="*/ 862895 h 969994"/>
              <a:gd name="connsiteX135" fmla="*/ 611253 w 1490691"/>
              <a:gd name="connsiteY135" fmla="*/ 853316 h 969994"/>
              <a:gd name="connsiteX136" fmla="*/ 608641 w 1490691"/>
              <a:gd name="connsiteY136" fmla="*/ 828936 h 969994"/>
              <a:gd name="connsiteX137" fmla="*/ 605158 w 1490691"/>
              <a:gd name="connsiteY137" fmla="*/ 825453 h 969994"/>
              <a:gd name="connsiteX138" fmla="*/ 599934 w 1490691"/>
              <a:gd name="connsiteY138" fmla="*/ 824582 h 969994"/>
              <a:gd name="connsiteX139" fmla="*/ 591226 w 1490691"/>
              <a:gd name="connsiteY139" fmla="*/ 825453 h 969994"/>
              <a:gd name="connsiteX140" fmla="*/ 497188 w 1490691"/>
              <a:gd name="connsiteY140" fmla="*/ 854187 h 969994"/>
              <a:gd name="connsiteX141" fmla="*/ 472807 w 1490691"/>
              <a:gd name="connsiteY141" fmla="*/ 860282 h 969994"/>
              <a:gd name="connsiteX142" fmla="*/ 467583 w 1490691"/>
              <a:gd name="connsiteY142" fmla="*/ 860282 h 969994"/>
              <a:gd name="connsiteX143" fmla="*/ 462358 w 1490691"/>
              <a:gd name="connsiteY143" fmla="*/ 856799 h 969994"/>
              <a:gd name="connsiteX144" fmla="*/ 458875 w 1490691"/>
              <a:gd name="connsiteY144" fmla="*/ 849834 h 969994"/>
              <a:gd name="connsiteX145" fmla="*/ 457134 w 1490691"/>
              <a:gd name="connsiteY145" fmla="*/ 840256 h 969994"/>
              <a:gd name="connsiteX146" fmla="*/ 458005 w 1490691"/>
              <a:gd name="connsiteY146" fmla="*/ 824582 h 969994"/>
              <a:gd name="connsiteX147" fmla="*/ 456263 w 1490691"/>
              <a:gd name="connsiteY147" fmla="*/ 813263 h 969994"/>
              <a:gd name="connsiteX148" fmla="*/ 451039 w 1490691"/>
              <a:gd name="connsiteY148" fmla="*/ 798460 h 969994"/>
              <a:gd name="connsiteX149" fmla="*/ 449297 w 1490691"/>
              <a:gd name="connsiteY149" fmla="*/ 788012 h 969994"/>
              <a:gd name="connsiteX150" fmla="*/ 450168 w 1490691"/>
              <a:gd name="connsiteY150" fmla="*/ 777563 h 969994"/>
              <a:gd name="connsiteX151" fmla="*/ 451909 w 1490691"/>
              <a:gd name="connsiteY151" fmla="*/ 757536 h 969994"/>
              <a:gd name="connsiteX152" fmla="*/ 452780 w 1490691"/>
              <a:gd name="connsiteY152" fmla="*/ 747958 h 969994"/>
              <a:gd name="connsiteX153" fmla="*/ 451909 w 1490691"/>
              <a:gd name="connsiteY153" fmla="*/ 737509 h 969994"/>
              <a:gd name="connsiteX154" fmla="*/ 448427 w 1490691"/>
              <a:gd name="connsiteY154" fmla="*/ 727060 h 969994"/>
              <a:gd name="connsiteX155" fmla="*/ 441461 w 1490691"/>
              <a:gd name="connsiteY155" fmla="*/ 718353 h 969994"/>
              <a:gd name="connsiteX156" fmla="*/ 421434 w 1490691"/>
              <a:gd name="connsiteY156" fmla="*/ 701809 h 969994"/>
              <a:gd name="connsiteX157" fmla="*/ 412727 w 1490691"/>
              <a:gd name="connsiteY157" fmla="*/ 693973 h 969994"/>
              <a:gd name="connsiteX158" fmla="*/ 408373 w 1490691"/>
              <a:gd name="connsiteY158" fmla="*/ 687878 h 969994"/>
              <a:gd name="connsiteX159" fmla="*/ 404890 w 1490691"/>
              <a:gd name="connsiteY159" fmla="*/ 677429 h 969994"/>
              <a:gd name="connsiteX160" fmla="*/ 403149 w 1490691"/>
              <a:gd name="connsiteY160" fmla="*/ 665239 h 969994"/>
              <a:gd name="connsiteX161" fmla="*/ 403149 w 1490691"/>
              <a:gd name="connsiteY161" fmla="*/ 633892 h 969994"/>
              <a:gd name="connsiteX162" fmla="*/ 397053 w 1490691"/>
              <a:gd name="connsiteY162" fmla="*/ 634763 h 969994"/>
              <a:gd name="connsiteX163" fmla="*/ 377897 w 1490691"/>
              <a:gd name="connsiteY163" fmla="*/ 646082 h 969994"/>
              <a:gd name="connsiteX164" fmla="*/ 370932 w 1490691"/>
              <a:gd name="connsiteY164" fmla="*/ 653048 h 969994"/>
              <a:gd name="connsiteX165" fmla="*/ 365707 w 1490691"/>
              <a:gd name="connsiteY165" fmla="*/ 659143 h 969994"/>
              <a:gd name="connsiteX166" fmla="*/ 360483 w 1490691"/>
              <a:gd name="connsiteY166" fmla="*/ 663497 h 969994"/>
              <a:gd name="connsiteX167" fmla="*/ 355258 w 1490691"/>
              <a:gd name="connsiteY167" fmla="*/ 666980 h 969994"/>
              <a:gd name="connsiteX168" fmla="*/ 337844 w 1490691"/>
              <a:gd name="connsiteY168" fmla="*/ 669592 h 969994"/>
              <a:gd name="connsiteX169" fmla="*/ 330878 w 1490691"/>
              <a:gd name="connsiteY169" fmla="*/ 672204 h 969994"/>
              <a:gd name="connsiteX170" fmla="*/ 325653 w 1490691"/>
              <a:gd name="connsiteY170" fmla="*/ 676558 h 969994"/>
              <a:gd name="connsiteX171" fmla="*/ 311722 w 1490691"/>
              <a:gd name="connsiteY171" fmla="*/ 693973 h 969994"/>
              <a:gd name="connsiteX172" fmla="*/ 302144 w 1490691"/>
              <a:gd name="connsiteY172" fmla="*/ 700939 h 969994"/>
              <a:gd name="connsiteX173" fmla="*/ 293437 w 1490691"/>
              <a:gd name="connsiteY173" fmla="*/ 703551 h 969994"/>
              <a:gd name="connsiteX174" fmla="*/ 271668 w 1490691"/>
              <a:gd name="connsiteY174" fmla="*/ 707904 h 969994"/>
              <a:gd name="connsiteX175" fmla="*/ 238580 w 1490691"/>
              <a:gd name="connsiteY175" fmla="*/ 707904 h 969994"/>
              <a:gd name="connsiteX176" fmla="*/ 229873 w 1490691"/>
              <a:gd name="connsiteY176" fmla="*/ 707904 h 969994"/>
              <a:gd name="connsiteX177" fmla="*/ 222907 w 1490691"/>
              <a:gd name="connsiteY177" fmla="*/ 705292 h 969994"/>
              <a:gd name="connsiteX178" fmla="*/ 175888 w 1490691"/>
              <a:gd name="connsiteY178" fmla="*/ 673946 h 969994"/>
              <a:gd name="connsiteX179" fmla="*/ 170663 w 1490691"/>
              <a:gd name="connsiteY179" fmla="*/ 667851 h 969994"/>
              <a:gd name="connsiteX180" fmla="*/ 167180 w 1490691"/>
              <a:gd name="connsiteY180" fmla="*/ 660885 h 969994"/>
              <a:gd name="connsiteX181" fmla="*/ 167180 w 1490691"/>
              <a:gd name="connsiteY181" fmla="*/ 634763 h 969994"/>
              <a:gd name="connsiteX182" fmla="*/ 161085 w 1490691"/>
              <a:gd name="connsiteY182" fmla="*/ 617348 h 969994"/>
              <a:gd name="connsiteX183" fmla="*/ 156732 w 1490691"/>
              <a:gd name="connsiteY183" fmla="*/ 612995 h 969994"/>
              <a:gd name="connsiteX184" fmla="*/ 148895 w 1490691"/>
              <a:gd name="connsiteY184" fmla="*/ 607770 h 969994"/>
              <a:gd name="connsiteX185" fmla="*/ 139317 w 1490691"/>
              <a:gd name="connsiteY185" fmla="*/ 605158 h 969994"/>
              <a:gd name="connsiteX186" fmla="*/ 117549 w 1490691"/>
              <a:gd name="connsiteY186" fmla="*/ 608641 h 969994"/>
              <a:gd name="connsiteX187" fmla="*/ 90556 w 1490691"/>
              <a:gd name="connsiteY187" fmla="*/ 615607 h 969994"/>
              <a:gd name="connsiteX188" fmla="*/ 80107 w 1490691"/>
              <a:gd name="connsiteY188" fmla="*/ 622573 h 969994"/>
              <a:gd name="connsiteX189" fmla="*/ 62693 w 1490691"/>
              <a:gd name="connsiteY189" fmla="*/ 639117 h 969994"/>
              <a:gd name="connsiteX190" fmla="*/ 22639 w 1490691"/>
              <a:gd name="connsiteY190" fmla="*/ 634763 h 969994"/>
              <a:gd name="connsiteX191" fmla="*/ 15673 w 1490691"/>
              <a:gd name="connsiteY191" fmla="*/ 632151 h 969994"/>
              <a:gd name="connsiteX192" fmla="*/ 6966 w 1490691"/>
              <a:gd name="connsiteY192" fmla="*/ 626926 h 969994"/>
              <a:gd name="connsiteX193" fmla="*/ 3483 w 1490691"/>
              <a:gd name="connsiteY193" fmla="*/ 620831 h 969994"/>
              <a:gd name="connsiteX194" fmla="*/ 2612 w 1490691"/>
              <a:gd name="connsiteY194" fmla="*/ 612995 h 969994"/>
              <a:gd name="connsiteX195" fmla="*/ 3483 w 1490691"/>
              <a:gd name="connsiteY195" fmla="*/ 603417 h 969994"/>
              <a:gd name="connsiteX196" fmla="*/ 14803 w 1490691"/>
              <a:gd name="connsiteY196" fmla="*/ 565105 h 969994"/>
              <a:gd name="connsiteX197" fmla="*/ 16544 w 1490691"/>
              <a:gd name="connsiteY197" fmla="*/ 556397 h 969994"/>
              <a:gd name="connsiteX198" fmla="*/ 15673 w 1490691"/>
              <a:gd name="connsiteY198" fmla="*/ 545078 h 969994"/>
              <a:gd name="connsiteX199" fmla="*/ 12190 w 1490691"/>
              <a:gd name="connsiteY199" fmla="*/ 531146 h 969994"/>
              <a:gd name="connsiteX200" fmla="*/ 2612 w 1490691"/>
              <a:gd name="connsiteY200" fmla="*/ 507636 h 969994"/>
              <a:gd name="connsiteX201" fmla="*/ 0 w 1490691"/>
              <a:gd name="connsiteY201" fmla="*/ 497188 h 969994"/>
              <a:gd name="connsiteX202" fmla="*/ 6966 w 1490691"/>
              <a:gd name="connsiteY202" fmla="*/ 476290 h 969994"/>
              <a:gd name="connsiteX203" fmla="*/ 16544 w 1490691"/>
              <a:gd name="connsiteY203" fmla="*/ 464970 h 969994"/>
              <a:gd name="connsiteX204" fmla="*/ 22639 w 1490691"/>
              <a:gd name="connsiteY204" fmla="*/ 461487 h 969994"/>
              <a:gd name="connsiteX205" fmla="*/ 30476 w 1490691"/>
              <a:gd name="connsiteY205" fmla="*/ 458875 h 969994"/>
              <a:gd name="connsiteX206" fmla="*/ 87073 w 1490691"/>
              <a:gd name="connsiteY206" fmla="*/ 457134 h 969994"/>
              <a:gd name="connsiteX207" fmla="*/ 107971 w 1490691"/>
              <a:gd name="connsiteY207" fmla="*/ 450168 h 969994"/>
              <a:gd name="connsiteX208" fmla="*/ 120161 w 1490691"/>
              <a:gd name="connsiteY208" fmla="*/ 443202 h 969994"/>
              <a:gd name="connsiteX209" fmla="*/ 127998 w 1490691"/>
              <a:gd name="connsiteY209" fmla="*/ 433624 h 969994"/>
              <a:gd name="connsiteX210" fmla="*/ 137576 w 1490691"/>
              <a:gd name="connsiteY210" fmla="*/ 414468 h 969994"/>
              <a:gd name="connsiteX211" fmla="*/ 145412 w 1490691"/>
              <a:gd name="connsiteY211" fmla="*/ 405761 h 969994"/>
              <a:gd name="connsiteX212" fmla="*/ 153249 w 1490691"/>
              <a:gd name="connsiteY212" fmla="*/ 402278 h 969994"/>
              <a:gd name="connsiteX213" fmla="*/ 168922 w 1490691"/>
              <a:gd name="connsiteY213" fmla="*/ 400536 h 969994"/>
              <a:gd name="connsiteX214" fmla="*/ 253383 w 1490691"/>
              <a:gd name="connsiteY214" fmla="*/ 361353 h 969994"/>
              <a:gd name="connsiteX215" fmla="*/ 276022 w 1490691"/>
              <a:gd name="connsiteY215" fmla="*/ 386605 h 969994"/>
              <a:gd name="connsiteX216" fmla="*/ 284729 w 1490691"/>
              <a:gd name="connsiteY216" fmla="*/ 391829 h 969994"/>
              <a:gd name="connsiteX217" fmla="*/ 290824 w 1490691"/>
              <a:gd name="connsiteY217" fmla="*/ 392700 h 969994"/>
              <a:gd name="connsiteX218" fmla="*/ 298661 w 1490691"/>
              <a:gd name="connsiteY218" fmla="*/ 390958 h 969994"/>
              <a:gd name="connsiteX219" fmla="*/ 306497 w 1490691"/>
              <a:gd name="connsiteY219" fmla="*/ 384863 h 969994"/>
              <a:gd name="connsiteX220" fmla="*/ 315205 w 1490691"/>
              <a:gd name="connsiteY220" fmla="*/ 372673 h 969994"/>
              <a:gd name="connsiteX221" fmla="*/ 318688 w 1490691"/>
              <a:gd name="connsiteY221" fmla="*/ 369190 h 969994"/>
              <a:gd name="connsiteX222" fmla="*/ 322171 w 1490691"/>
              <a:gd name="connsiteY222" fmla="*/ 367448 h 969994"/>
              <a:gd name="connsiteX223" fmla="*/ 327395 w 1490691"/>
              <a:gd name="connsiteY223" fmla="*/ 370061 h 969994"/>
              <a:gd name="connsiteX224" fmla="*/ 338714 w 1490691"/>
              <a:gd name="connsiteY224" fmla="*/ 376156 h 969994"/>
              <a:gd name="connsiteX225" fmla="*/ 345680 w 1490691"/>
              <a:gd name="connsiteY225" fmla="*/ 377027 h 969994"/>
              <a:gd name="connsiteX226" fmla="*/ 405761 w 1490691"/>
              <a:gd name="connsiteY226" fmla="*/ 371802 h 969994"/>
              <a:gd name="connsiteX227" fmla="*/ 410985 w 1490691"/>
              <a:gd name="connsiteY227" fmla="*/ 370061 h 969994"/>
              <a:gd name="connsiteX228" fmla="*/ 415339 w 1490691"/>
              <a:gd name="connsiteY228" fmla="*/ 365707 h 969994"/>
              <a:gd name="connsiteX229" fmla="*/ 417951 w 1490691"/>
              <a:gd name="connsiteY229" fmla="*/ 357000 h 969994"/>
              <a:gd name="connsiteX230" fmla="*/ 421434 w 1490691"/>
              <a:gd name="connsiteY230" fmla="*/ 323041 h 969994"/>
              <a:gd name="connsiteX231" fmla="*/ 424046 w 1490691"/>
              <a:gd name="connsiteY231" fmla="*/ 315205 h 969994"/>
              <a:gd name="connsiteX232" fmla="*/ 426658 w 1490691"/>
              <a:gd name="connsiteY232" fmla="*/ 309110 h 969994"/>
              <a:gd name="connsiteX233" fmla="*/ 432753 w 1490691"/>
              <a:gd name="connsiteY233" fmla="*/ 304756 h 969994"/>
              <a:gd name="connsiteX234" fmla="*/ 438848 w 1490691"/>
              <a:gd name="connsiteY234" fmla="*/ 302144 h 969994"/>
              <a:gd name="connsiteX235" fmla="*/ 464100 w 1490691"/>
              <a:gd name="connsiteY235" fmla="*/ 303885 h 969994"/>
              <a:gd name="connsiteX236" fmla="*/ 473678 w 1490691"/>
              <a:gd name="connsiteY236" fmla="*/ 308239 h 969994"/>
              <a:gd name="connsiteX237" fmla="*/ 514602 w 1490691"/>
              <a:gd name="connsiteY237" fmla="*/ 332619 h 969994"/>
              <a:gd name="connsiteX238" fmla="*/ 522439 w 1490691"/>
              <a:gd name="connsiteY238" fmla="*/ 335231 h 969994"/>
              <a:gd name="connsiteX239" fmla="*/ 530275 w 1490691"/>
              <a:gd name="connsiteY239" fmla="*/ 336973 h 969994"/>
              <a:gd name="connsiteX240" fmla="*/ 539853 w 1490691"/>
              <a:gd name="connsiteY240" fmla="*/ 335231 h 969994"/>
              <a:gd name="connsiteX241" fmla="*/ 547690 w 1490691"/>
              <a:gd name="connsiteY241" fmla="*/ 330878 h 969994"/>
              <a:gd name="connsiteX242" fmla="*/ 552043 w 1490691"/>
              <a:gd name="connsiteY242" fmla="*/ 321300 h 969994"/>
              <a:gd name="connsiteX243" fmla="*/ 551173 w 1490691"/>
              <a:gd name="connsiteY243" fmla="*/ 314334 h 969994"/>
              <a:gd name="connsiteX244" fmla="*/ 549431 w 1490691"/>
              <a:gd name="connsiteY244" fmla="*/ 305627 h 969994"/>
              <a:gd name="connsiteX245" fmla="*/ 552043 w 1490691"/>
              <a:gd name="connsiteY245" fmla="*/ 297790 h 969994"/>
              <a:gd name="connsiteX246" fmla="*/ 559880 w 1490691"/>
              <a:gd name="connsiteY246" fmla="*/ 293436 h 969994"/>
              <a:gd name="connsiteX247" fmla="*/ 585131 w 1490691"/>
              <a:gd name="connsiteY247" fmla="*/ 288212 h 969994"/>
              <a:gd name="connsiteX248" fmla="*/ 608641 w 1490691"/>
              <a:gd name="connsiteY248" fmla="*/ 280375 h 969994"/>
              <a:gd name="connsiteX249" fmla="*/ 619961 w 1490691"/>
              <a:gd name="connsiteY249" fmla="*/ 271668 h 969994"/>
              <a:gd name="connsiteX250" fmla="*/ 614736 w 1490691"/>
              <a:gd name="connsiteY250" fmla="*/ 262961 h 969994"/>
              <a:gd name="connsiteX251" fmla="*/ 608641 w 1490691"/>
              <a:gd name="connsiteY251" fmla="*/ 257736 h 969994"/>
              <a:gd name="connsiteX252" fmla="*/ 599934 w 1490691"/>
              <a:gd name="connsiteY252" fmla="*/ 255995 h 969994"/>
              <a:gd name="connsiteX253" fmla="*/ 594710 w 1490691"/>
              <a:gd name="connsiteY253" fmla="*/ 250771 h 969994"/>
              <a:gd name="connsiteX254" fmla="*/ 591226 w 1490691"/>
              <a:gd name="connsiteY254" fmla="*/ 240322 h 969994"/>
              <a:gd name="connsiteX255" fmla="*/ 589485 w 1490691"/>
              <a:gd name="connsiteY255" fmla="*/ 229873 h 969994"/>
              <a:gd name="connsiteX256" fmla="*/ 586002 w 1490691"/>
              <a:gd name="connsiteY256" fmla="*/ 220295 h 969994"/>
              <a:gd name="connsiteX257" fmla="*/ 587744 w 1490691"/>
              <a:gd name="connsiteY257" fmla="*/ 210717 h 969994"/>
              <a:gd name="connsiteX258" fmla="*/ 592968 w 1490691"/>
              <a:gd name="connsiteY258" fmla="*/ 199397 h 969994"/>
              <a:gd name="connsiteX259" fmla="*/ 592097 w 1490691"/>
              <a:gd name="connsiteY259" fmla="*/ 191561 h 969994"/>
              <a:gd name="connsiteX260" fmla="*/ 592968 w 1490691"/>
              <a:gd name="connsiteY260" fmla="*/ 188078 h 969994"/>
              <a:gd name="connsiteX261" fmla="*/ 599934 w 1490691"/>
              <a:gd name="connsiteY261" fmla="*/ 181112 h 969994"/>
              <a:gd name="connsiteX262" fmla="*/ 598192 w 1490691"/>
              <a:gd name="connsiteY262" fmla="*/ 178500 h 969994"/>
              <a:gd name="connsiteX263" fmla="*/ 593839 w 1490691"/>
              <a:gd name="connsiteY263" fmla="*/ 174146 h 969994"/>
              <a:gd name="connsiteX264" fmla="*/ 599063 w 1490691"/>
              <a:gd name="connsiteY264" fmla="*/ 164568 h 969994"/>
              <a:gd name="connsiteX265" fmla="*/ 604287 w 1490691"/>
              <a:gd name="connsiteY265" fmla="*/ 159344 h 969994"/>
              <a:gd name="connsiteX266" fmla="*/ 609512 w 1490691"/>
              <a:gd name="connsiteY266" fmla="*/ 152378 h 969994"/>
              <a:gd name="connsiteX267" fmla="*/ 608641 w 1490691"/>
              <a:gd name="connsiteY267" fmla="*/ 146283 h 969994"/>
              <a:gd name="connsiteX268" fmla="*/ 608641 w 1490691"/>
              <a:gd name="connsiteY268" fmla="*/ 143671 h 969994"/>
              <a:gd name="connsiteX269" fmla="*/ 618219 w 1490691"/>
              <a:gd name="connsiteY269" fmla="*/ 139317 h 969994"/>
              <a:gd name="connsiteX270" fmla="*/ 629539 w 1490691"/>
              <a:gd name="connsiteY270" fmla="*/ 131480 h 969994"/>
              <a:gd name="connsiteX271" fmla="*/ 639117 w 1490691"/>
              <a:gd name="connsiteY271" fmla="*/ 127997 h 969994"/>
              <a:gd name="connsiteX272" fmla="*/ 647824 w 1490691"/>
              <a:gd name="connsiteY272" fmla="*/ 121902 h 969994"/>
              <a:gd name="connsiteX273" fmla="*/ 651307 w 1490691"/>
              <a:gd name="connsiteY273" fmla="*/ 114936 h 969994"/>
              <a:gd name="connsiteX274" fmla="*/ 651307 w 1490691"/>
              <a:gd name="connsiteY274" fmla="*/ 111454 h 969994"/>
              <a:gd name="connsiteX275" fmla="*/ 646083 w 1490691"/>
              <a:gd name="connsiteY275" fmla="*/ 103617 h 969994"/>
              <a:gd name="connsiteX276" fmla="*/ 613865 w 1490691"/>
              <a:gd name="connsiteY276" fmla="*/ 85332 h 969994"/>
              <a:gd name="connsiteX277" fmla="*/ 608641 w 1490691"/>
              <a:gd name="connsiteY277" fmla="*/ 80107 h 969994"/>
              <a:gd name="connsiteX278" fmla="*/ 607770 w 1490691"/>
              <a:gd name="connsiteY278" fmla="*/ 76624 h 969994"/>
              <a:gd name="connsiteX279" fmla="*/ 610383 w 1490691"/>
              <a:gd name="connsiteY279" fmla="*/ 63563 h 969994"/>
              <a:gd name="connsiteX280" fmla="*/ 613865 w 1490691"/>
              <a:gd name="connsiteY280" fmla="*/ 59210 h 969994"/>
              <a:gd name="connsiteX281" fmla="*/ 619090 w 1490691"/>
              <a:gd name="connsiteY281" fmla="*/ 65305 h 969994"/>
              <a:gd name="connsiteX282" fmla="*/ 625185 w 1490691"/>
              <a:gd name="connsiteY282" fmla="*/ 65305 h 969994"/>
              <a:gd name="connsiteX283" fmla="*/ 656531 w 1490691"/>
              <a:gd name="connsiteY283" fmla="*/ 58339 h 969994"/>
              <a:gd name="connsiteX284" fmla="*/ 658273 w 1490691"/>
              <a:gd name="connsiteY284" fmla="*/ 54856 h 969994"/>
              <a:gd name="connsiteX285" fmla="*/ 658273 w 1490691"/>
              <a:gd name="connsiteY285" fmla="*/ 48761 h 969994"/>
              <a:gd name="connsiteX286" fmla="*/ 662626 w 1490691"/>
              <a:gd name="connsiteY286" fmla="*/ 43537 h 969994"/>
              <a:gd name="connsiteX287" fmla="*/ 673075 w 1490691"/>
              <a:gd name="connsiteY287" fmla="*/ 35700 h 969994"/>
              <a:gd name="connsiteX288" fmla="*/ 677429 w 1490691"/>
              <a:gd name="connsiteY288" fmla="*/ 30476 h 969994"/>
              <a:gd name="connsiteX289" fmla="*/ 680912 w 1490691"/>
              <a:gd name="connsiteY289" fmla="*/ 24380 h 969994"/>
              <a:gd name="connsiteX290" fmla="*/ 682653 w 1490691"/>
              <a:gd name="connsiteY290" fmla="*/ 13061 h 969994"/>
              <a:gd name="connsiteX291" fmla="*/ 687007 w 1490691"/>
              <a:gd name="connsiteY291" fmla="*/ 5224 h 969994"/>
              <a:gd name="connsiteX292" fmla="*/ 689619 w 1490691"/>
              <a:gd name="connsiteY292" fmla="*/ 1741 h 969994"/>
              <a:gd name="connsiteX293" fmla="*/ 696585 w 1490691"/>
              <a:gd name="connsiteY293" fmla="*/ 0 h 969994"/>
              <a:gd name="connsiteX294" fmla="*/ 787141 w 1490691"/>
              <a:gd name="connsiteY294" fmla="*/ 48761 h 969994"/>
              <a:gd name="connsiteX295" fmla="*/ 849834 w 1490691"/>
              <a:gd name="connsiteY295" fmla="*/ 94910 h 969994"/>
              <a:gd name="connsiteX296" fmla="*/ 859412 w 1490691"/>
              <a:gd name="connsiteY296" fmla="*/ 100134 h 969994"/>
              <a:gd name="connsiteX297" fmla="*/ 889017 w 1490691"/>
              <a:gd name="connsiteY297" fmla="*/ 101876 h 969994"/>
              <a:gd name="connsiteX298" fmla="*/ 943872 w 1490691"/>
              <a:gd name="connsiteY298" fmla="*/ 90556 h 969994"/>
            </a:gdLst>
            <a:ahLst/>
            <a:cxnLst/>
            <a:rect l="l" t="t" r="r" b="b"/>
            <a:pathLst>
              <a:path w="1490691" h="969994">
                <a:moveTo>
                  <a:pt x="943872" y="90556"/>
                </a:moveTo>
                <a:lnTo>
                  <a:pt x="947356" y="105359"/>
                </a:lnTo>
                <a:lnTo>
                  <a:pt x="950838" y="113195"/>
                </a:lnTo>
                <a:lnTo>
                  <a:pt x="960417" y="125385"/>
                </a:lnTo>
                <a:lnTo>
                  <a:pt x="971736" y="135834"/>
                </a:lnTo>
                <a:lnTo>
                  <a:pt x="984797" y="144541"/>
                </a:lnTo>
                <a:lnTo>
                  <a:pt x="995246" y="145412"/>
                </a:lnTo>
                <a:lnTo>
                  <a:pt x="1004824" y="148024"/>
                </a:lnTo>
                <a:lnTo>
                  <a:pt x="1010919" y="152378"/>
                </a:lnTo>
                <a:lnTo>
                  <a:pt x="1017885" y="160215"/>
                </a:lnTo>
                <a:lnTo>
                  <a:pt x="1021368" y="165439"/>
                </a:lnTo>
                <a:lnTo>
                  <a:pt x="1023980" y="174146"/>
                </a:lnTo>
                <a:lnTo>
                  <a:pt x="1026592" y="178500"/>
                </a:lnTo>
                <a:lnTo>
                  <a:pt x="1030946" y="181983"/>
                </a:lnTo>
                <a:lnTo>
                  <a:pt x="1036170" y="183724"/>
                </a:lnTo>
                <a:lnTo>
                  <a:pt x="1042265" y="184595"/>
                </a:lnTo>
                <a:lnTo>
                  <a:pt x="1050973" y="181983"/>
                </a:lnTo>
                <a:lnTo>
                  <a:pt x="1061421" y="174146"/>
                </a:lnTo>
                <a:lnTo>
                  <a:pt x="1072741" y="168051"/>
                </a:lnTo>
                <a:lnTo>
                  <a:pt x="1080577" y="186337"/>
                </a:lnTo>
                <a:lnTo>
                  <a:pt x="1091026" y="222907"/>
                </a:lnTo>
                <a:lnTo>
                  <a:pt x="1097992" y="269927"/>
                </a:lnTo>
                <a:lnTo>
                  <a:pt x="1097992" y="276893"/>
                </a:lnTo>
                <a:lnTo>
                  <a:pt x="1097121" y="288212"/>
                </a:lnTo>
                <a:lnTo>
                  <a:pt x="1099734" y="296919"/>
                </a:lnTo>
                <a:lnTo>
                  <a:pt x="1101475" y="303014"/>
                </a:lnTo>
                <a:lnTo>
                  <a:pt x="1105829" y="308239"/>
                </a:lnTo>
                <a:lnTo>
                  <a:pt x="1110182" y="312593"/>
                </a:lnTo>
                <a:lnTo>
                  <a:pt x="1123243" y="322171"/>
                </a:lnTo>
                <a:lnTo>
                  <a:pt x="1130209" y="330878"/>
                </a:lnTo>
                <a:lnTo>
                  <a:pt x="1133692" y="340456"/>
                </a:lnTo>
                <a:lnTo>
                  <a:pt x="1137175" y="363966"/>
                </a:lnTo>
                <a:lnTo>
                  <a:pt x="1149365" y="377027"/>
                </a:lnTo>
                <a:lnTo>
                  <a:pt x="1166780" y="390088"/>
                </a:lnTo>
                <a:lnTo>
                  <a:pt x="1178970" y="394441"/>
                </a:lnTo>
                <a:lnTo>
                  <a:pt x="1192031" y="394441"/>
                </a:lnTo>
                <a:lnTo>
                  <a:pt x="1208575" y="396183"/>
                </a:lnTo>
                <a:lnTo>
                  <a:pt x="1220765" y="409244"/>
                </a:lnTo>
                <a:lnTo>
                  <a:pt x="1234697" y="428400"/>
                </a:lnTo>
                <a:lnTo>
                  <a:pt x="1240792" y="441461"/>
                </a:lnTo>
                <a:lnTo>
                  <a:pt x="1247758" y="452780"/>
                </a:lnTo>
                <a:lnTo>
                  <a:pt x="1255594" y="466712"/>
                </a:lnTo>
                <a:lnTo>
                  <a:pt x="1259077" y="476290"/>
                </a:lnTo>
                <a:lnTo>
                  <a:pt x="1262560" y="497188"/>
                </a:lnTo>
                <a:lnTo>
                  <a:pt x="1265173" y="526792"/>
                </a:lnTo>
                <a:lnTo>
                  <a:pt x="1267785" y="537241"/>
                </a:lnTo>
                <a:lnTo>
                  <a:pt x="1272138" y="542466"/>
                </a:lnTo>
                <a:lnTo>
                  <a:pt x="1277363" y="545948"/>
                </a:lnTo>
                <a:lnTo>
                  <a:pt x="1311321" y="561622"/>
                </a:lnTo>
                <a:lnTo>
                  <a:pt x="1314804" y="572941"/>
                </a:lnTo>
                <a:lnTo>
                  <a:pt x="1316546" y="579036"/>
                </a:lnTo>
                <a:lnTo>
                  <a:pt x="1326124" y="599063"/>
                </a:lnTo>
                <a:lnTo>
                  <a:pt x="1332219" y="610383"/>
                </a:lnTo>
                <a:lnTo>
                  <a:pt x="1345280" y="610383"/>
                </a:lnTo>
                <a:lnTo>
                  <a:pt x="1351375" y="612124"/>
                </a:lnTo>
                <a:lnTo>
                  <a:pt x="1357470" y="614736"/>
                </a:lnTo>
                <a:lnTo>
                  <a:pt x="1363565" y="619961"/>
                </a:lnTo>
                <a:lnTo>
                  <a:pt x="1377497" y="637375"/>
                </a:lnTo>
                <a:lnTo>
                  <a:pt x="1385333" y="652178"/>
                </a:lnTo>
                <a:lnTo>
                  <a:pt x="1391429" y="666109"/>
                </a:lnTo>
                <a:lnTo>
                  <a:pt x="1400136" y="680912"/>
                </a:lnTo>
                <a:lnTo>
                  <a:pt x="1407102" y="688748"/>
                </a:lnTo>
                <a:lnTo>
                  <a:pt x="1415809" y="701809"/>
                </a:lnTo>
                <a:lnTo>
                  <a:pt x="1427128" y="712258"/>
                </a:lnTo>
                <a:lnTo>
                  <a:pt x="1439319" y="720965"/>
                </a:lnTo>
                <a:lnTo>
                  <a:pt x="1455863" y="736639"/>
                </a:lnTo>
                <a:lnTo>
                  <a:pt x="1468053" y="745346"/>
                </a:lnTo>
                <a:lnTo>
                  <a:pt x="1486338" y="763631"/>
                </a:lnTo>
                <a:lnTo>
                  <a:pt x="1488950" y="782787"/>
                </a:lnTo>
                <a:lnTo>
                  <a:pt x="1490692" y="799331"/>
                </a:lnTo>
                <a:lnTo>
                  <a:pt x="1461958" y="816746"/>
                </a:lnTo>
                <a:lnTo>
                  <a:pt x="1449767" y="820229"/>
                </a:lnTo>
                <a:lnTo>
                  <a:pt x="1407102" y="821970"/>
                </a:lnTo>
                <a:lnTo>
                  <a:pt x="1359211" y="816746"/>
                </a:lnTo>
                <a:lnTo>
                  <a:pt x="1349633" y="812392"/>
                </a:lnTo>
                <a:lnTo>
                  <a:pt x="1343538" y="808038"/>
                </a:lnTo>
                <a:lnTo>
                  <a:pt x="1328736" y="775821"/>
                </a:lnTo>
                <a:lnTo>
                  <a:pt x="1323511" y="767114"/>
                </a:lnTo>
                <a:lnTo>
                  <a:pt x="1315675" y="759277"/>
                </a:lnTo>
                <a:lnTo>
                  <a:pt x="1269526" y="741863"/>
                </a:lnTo>
                <a:lnTo>
                  <a:pt x="1262560" y="740992"/>
                </a:lnTo>
                <a:lnTo>
                  <a:pt x="1247758" y="740992"/>
                </a:lnTo>
                <a:lnTo>
                  <a:pt x="1225119" y="727931"/>
                </a:lnTo>
                <a:lnTo>
                  <a:pt x="1214670" y="726190"/>
                </a:lnTo>
                <a:lnTo>
                  <a:pt x="1210316" y="729673"/>
                </a:lnTo>
                <a:lnTo>
                  <a:pt x="1207704" y="735768"/>
                </a:lnTo>
                <a:lnTo>
                  <a:pt x="1209446" y="744475"/>
                </a:lnTo>
                <a:lnTo>
                  <a:pt x="1212058" y="752312"/>
                </a:lnTo>
                <a:lnTo>
                  <a:pt x="1215541" y="758407"/>
                </a:lnTo>
                <a:lnTo>
                  <a:pt x="1219894" y="763631"/>
                </a:lnTo>
                <a:lnTo>
                  <a:pt x="1231214" y="768856"/>
                </a:lnTo>
                <a:lnTo>
                  <a:pt x="1235567" y="773209"/>
                </a:lnTo>
                <a:lnTo>
                  <a:pt x="1234697" y="784529"/>
                </a:lnTo>
                <a:lnTo>
                  <a:pt x="1219024" y="821099"/>
                </a:lnTo>
                <a:lnTo>
                  <a:pt x="1207704" y="839385"/>
                </a:lnTo>
                <a:lnTo>
                  <a:pt x="1186807" y="853316"/>
                </a:lnTo>
                <a:lnTo>
                  <a:pt x="1184194" y="859412"/>
                </a:lnTo>
                <a:lnTo>
                  <a:pt x="1180711" y="867248"/>
                </a:lnTo>
                <a:lnTo>
                  <a:pt x="1179841" y="886404"/>
                </a:lnTo>
                <a:lnTo>
                  <a:pt x="1175487" y="909043"/>
                </a:lnTo>
                <a:lnTo>
                  <a:pt x="1161555" y="915138"/>
                </a:lnTo>
                <a:lnTo>
                  <a:pt x="1153719" y="913397"/>
                </a:lnTo>
                <a:lnTo>
                  <a:pt x="1147624" y="908173"/>
                </a:lnTo>
                <a:lnTo>
                  <a:pt x="1142399" y="902077"/>
                </a:lnTo>
                <a:lnTo>
                  <a:pt x="1131080" y="885533"/>
                </a:lnTo>
                <a:lnTo>
                  <a:pt x="1124114" y="878568"/>
                </a:lnTo>
                <a:lnTo>
                  <a:pt x="1118019" y="875956"/>
                </a:lnTo>
                <a:lnTo>
                  <a:pt x="1110182" y="876826"/>
                </a:lnTo>
                <a:lnTo>
                  <a:pt x="1078836" y="890758"/>
                </a:lnTo>
                <a:lnTo>
                  <a:pt x="1022238" y="906431"/>
                </a:lnTo>
                <a:lnTo>
                  <a:pt x="1003082" y="920363"/>
                </a:lnTo>
                <a:lnTo>
                  <a:pt x="996116" y="929070"/>
                </a:lnTo>
                <a:lnTo>
                  <a:pt x="983926" y="937777"/>
                </a:lnTo>
                <a:lnTo>
                  <a:pt x="838514" y="969995"/>
                </a:lnTo>
                <a:lnTo>
                  <a:pt x="821970" y="953451"/>
                </a:lnTo>
                <a:lnTo>
                  <a:pt x="815875" y="950838"/>
                </a:lnTo>
                <a:lnTo>
                  <a:pt x="781917" y="958675"/>
                </a:lnTo>
                <a:lnTo>
                  <a:pt x="769726" y="958675"/>
                </a:lnTo>
                <a:lnTo>
                  <a:pt x="739251" y="953451"/>
                </a:lnTo>
                <a:lnTo>
                  <a:pt x="729673" y="954321"/>
                </a:lnTo>
                <a:lnTo>
                  <a:pt x="710517" y="961287"/>
                </a:lnTo>
                <a:lnTo>
                  <a:pt x="689619" y="961287"/>
                </a:lnTo>
                <a:lnTo>
                  <a:pt x="683524" y="957804"/>
                </a:lnTo>
                <a:lnTo>
                  <a:pt x="680041" y="952580"/>
                </a:lnTo>
                <a:lnTo>
                  <a:pt x="676558" y="943002"/>
                </a:lnTo>
                <a:lnTo>
                  <a:pt x="670463" y="925587"/>
                </a:lnTo>
                <a:lnTo>
                  <a:pt x="666109" y="917751"/>
                </a:lnTo>
                <a:lnTo>
                  <a:pt x="657402" y="910785"/>
                </a:lnTo>
                <a:lnTo>
                  <a:pt x="648695" y="907302"/>
                </a:lnTo>
                <a:lnTo>
                  <a:pt x="634763" y="902948"/>
                </a:lnTo>
                <a:lnTo>
                  <a:pt x="632151" y="902077"/>
                </a:lnTo>
                <a:lnTo>
                  <a:pt x="629539" y="897724"/>
                </a:lnTo>
                <a:lnTo>
                  <a:pt x="625185" y="883792"/>
                </a:lnTo>
                <a:lnTo>
                  <a:pt x="621702" y="874214"/>
                </a:lnTo>
                <a:lnTo>
                  <a:pt x="615607" y="862895"/>
                </a:lnTo>
                <a:lnTo>
                  <a:pt x="611253" y="853316"/>
                </a:lnTo>
                <a:lnTo>
                  <a:pt x="608641" y="828936"/>
                </a:lnTo>
                <a:lnTo>
                  <a:pt x="605158" y="825453"/>
                </a:lnTo>
                <a:lnTo>
                  <a:pt x="599934" y="824582"/>
                </a:lnTo>
                <a:lnTo>
                  <a:pt x="591226" y="825453"/>
                </a:lnTo>
                <a:lnTo>
                  <a:pt x="497188" y="854187"/>
                </a:lnTo>
                <a:lnTo>
                  <a:pt x="472807" y="860282"/>
                </a:lnTo>
                <a:lnTo>
                  <a:pt x="467583" y="860282"/>
                </a:lnTo>
                <a:lnTo>
                  <a:pt x="462358" y="856799"/>
                </a:lnTo>
                <a:lnTo>
                  <a:pt x="458875" y="849834"/>
                </a:lnTo>
                <a:lnTo>
                  <a:pt x="457134" y="840256"/>
                </a:lnTo>
                <a:lnTo>
                  <a:pt x="458005" y="824582"/>
                </a:lnTo>
                <a:lnTo>
                  <a:pt x="456263" y="813263"/>
                </a:lnTo>
                <a:lnTo>
                  <a:pt x="451039" y="798460"/>
                </a:lnTo>
                <a:lnTo>
                  <a:pt x="449297" y="788012"/>
                </a:lnTo>
                <a:lnTo>
                  <a:pt x="450168" y="777563"/>
                </a:lnTo>
                <a:lnTo>
                  <a:pt x="451909" y="757536"/>
                </a:lnTo>
                <a:lnTo>
                  <a:pt x="452780" y="747958"/>
                </a:lnTo>
                <a:lnTo>
                  <a:pt x="451909" y="737509"/>
                </a:lnTo>
                <a:lnTo>
                  <a:pt x="448427" y="727060"/>
                </a:lnTo>
                <a:lnTo>
                  <a:pt x="441461" y="718353"/>
                </a:lnTo>
                <a:lnTo>
                  <a:pt x="421434" y="701809"/>
                </a:lnTo>
                <a:lnTo>
                  <a:pt x="412727" y="693973"/>
                </a:lnTo>
                <a:lnTo>
                  <a:pt x="408373" y="687878"/>
                </a:lnTo>
                <a:lnTo>
                  <a:pt x="404890" y="677429"/>
                </a:lnTo>
                <a:lnTo>
                  <a:pt x="403149" y="665239"/>
                </a:lnTo>
                <a:lnTo>
                  <a:pt x="403149" y="633892"/>
                </a:lnTo>
                <a:lnTo>
                  <a:pt x="397053" y="634763"/>
                </a:lnTo>
                <a:lnTo>
                  <a:pt x="377897" y="646082"/>
                </a:lnTo>
                <a:lnTo>
                  <a:pt x="370932" y="653048"/>
                </a:lnTo>
                <a:lnTo>
                  <a:pt x="365707" y="659143"/>
                </a:lnTo>
                <a:lnTo>
                  <a:pt x="360483" y="663497"/>
                </a:lnTo>
                <a:lnTo>
                  <a:pt x="355258" y="666980"/>
                </a:lnTo>
                <a:lnTo>
                  <a:pt x="337844" y="669592"/>
                </a:lnTo>
                <a:lnTo>
                  <a:pt x="330878" y="672204"/>
                </a:lnTo>
                <a:lnTo>
                  <a:pt x="325653" y="676558"/>
                </a:lnTo>
                <a:lnTo>
                  <a:pt x="311722" y="693973"/>
                </a:lnTo>
                <a:lnTo>
                  <a:pt x="302144" y="700939"/>
                </a:lnTo>
                <a:lnTo>
                  <a:pt x="293437" y="703551"/>
                </a:lnTo>
                <a:lnTo>
                  <a:pt x="271668" y="707904"/>
                </a:lnTo>
                <a:lnTo>
                  <a:pt x="238580" y="707904"/>
                </a:lnTo>
                <a:lnTo>
                  <a:pt x="229873" y="707904"/>
                </a:lnTo>
                <a:lnTo>
                  <a:pt x="222907" y="705292"/>
                </a:lnTo>
                <a:lnTo>
                  <a:pt x="175888" y="673946"/>
                </a:lnTo>
                <a:lnTo>
                  <a:pt x="170663" y="667851"/>
                </a:lnTo>
                <a:lnTo>
                  <a:pt x="167180" y="660885"/>
                </a:lnTo>
                <a:lnTo>
                  <a:pt x="167180" y="634763"/>
                </a:lnTo>
                <a:lnTo>
                  <a:pt x="161085" y="617348"/>
                </a:lnTo>
                <a:lnTo>
                  <a:pt x="156732" y="612995"/>
                </a:lnTo>
                <a:lnTo>
                  <a:pt x="148895" y="607770"/>
                </a:lnTo>
                <a:lnTo>
                  <a:pt x="139317" y="605158"/>
                </a:lnTo>
                <a:lnTo>
                  <a:pt x="117549" y="608641"/>
                </a:lnTo>
                <a:lnTo>
                  <a:pt x="90556" y="615607"/>
                </a:lnTo>
                <a:lnTo>
                  <a:pt x="80107" y="622573"/>
                </a:lnTo>
                <a:lnTo>
                  <a:pt x="62693" y="639117"/>
                </a:lnTo>
                <a:lnTo>
                  <a:pt x="22639" y="634763"/>
                </a:lnTo>
                <a:lnTo>
                  <a:pt x="15673" y="632151"/>
                </a:lnTo>
                <a:lnTo>
                  <a:pt x="6966" y="626926"/>
                </a:lnTo>
                <a:lnTo>
                  <a:pt x="3483" y="620831"/>
                </a:lnTo>
                <a:lnTo>
                  <a:pt x="2612" y="612995"/>
                </a:lnTo>
                <a:lnTo>
                  <a:pt x="3483" y="603417"/>
                </a:lnTo>
                <a:lnTo>
                  <a:pt x="14803" y="565105"/>
                </a:lnTo>
                <a:lnTo>
                  <a:pt x="16544" y="556397"/>
                </a:lnTo>
                <a:lnTo>
                  <a:pt x="15673" y="545078"/>
                </a:lnTo>
                <a:lnTo>
                  <a:pt x="12190" y="531146"/>
                </a:lnTo>
                <a:lnTo>
                  <a:pt x="2612" y="507636"/>
                </a:lnTo>
                <a:lnTo>
                  <a:pt x="0" y="497188"/>
                </a:lnTo>
                <a:lnTo>
                  <a:pt x="6966" y="476290"/>
                </a:lnTo>
                <a:lnTo>
                  <a:pt x="16544" y="464970"/>
                </a:lnTo>
                <a:lnTo>
                  <a:pt x="22639" y="461487"/>
                </a:lnTo>
                <a:lnTo>
                  <a:pt x="30476" y="458875"/>
                </a:lnTo>
                <a:lnTo>
                  <a:pt x="87073" y="457134"/>
                </a:lnTo>
                <a:lnTo>
                  <a:pt x="107971" y="450168"/>
                </a:lnTo>
                <a:lnTo>
                  <a:pt x="120161" y="443202"/>
                </a:lnTo>
                <a:lnTo>
                  <a:pt x="127998" y="433624"/>
                </a:lnTo>
                <a:lnTo>
                  <a:pt x="137576" y="414468"/>
                </a:lnTo>
                <a:lnTo>
                  <a:pt x="145412" y="405761"/>
                </a:lnTo>
                <a:lnTo>
                  <a:pt x="153249" y="402278"/>
                </a:lnTo>
                <a:lnTo>
                  <a:pt x="168922" y="400536"/>
                </a:lnTo>
                <a:lnTo>
                  <a:pt x="253383" y="361353"/>
                </a:lnTo>
                <a:lnTo>
                  <a:pt x="276022" y="386605"/>
                </a:lnTo>
                <a:lnTo>
                  <a:pt x="284729" y="391829"/>
                </a:lnTo>
                <a:lnTo>
                  <a:pt x="290824" y="392700"/>
                </a:lnTo>
                <a:lnTo>
                  <a:pt x="298661" y="390958"/>
                </a:lnTo>
                <a:lnTo>
                  <a:pt x="306497" y="384863"/>
                </a:lnTo>
                <a:lnTo>
                  <a:pt x="315205" y="372673"/>
                </a:lnTo>
                <a:lnTo>
                  <a:pt x="318688" y="369190"/>
                </a:lnTo>
                <a:lnTo>
                  <a:pt x="322171" y="367448"/>
                </a:lnTo>
                <a:lnTo>
                  <a:pt x="327395" y="370061"/>
                </a:lnTo>
                <a:lnTo>
                  <a:pt x="338714" y="376156"/>
                </a:lnTo>
                <a:lnTo>
                  <a:pt x="345680" y="377027"/>
                </a:lnTo>
                <a:lnTo>
                  <a:pt x="405761" y="371802"/>
                </a:lnTo>
                <a:lnTo>
                  <a:pt x="410985" y="370061"/>
                </a:lnTo>
                <a:lnTo>
                  <a:pt x="415339" y="365707"/>
                </a:lnTo>
                <a:lnTo>
                  <a:pt x="417951" y="357000"/>
                </a:lnTo>
                <a:lnTo>
                  <a:pt x="421434" y="323041"/>
                </a:lnTo>
                <a:lnTo>
                  <a:pt x="424046" y="315205"/>
                </a:lnTo>
                <a:lnTo>
                  <a:pt x="426658" y="309110"/>
                </a:lnTo>
                <a:lnTo>
                  <a:pt x="432753" y="304756"/>
                </a:lnTo>
                <a:lnTo>
                  <a:pt x="438848" y="302144"/>
                </a:lnTo>
                <a:lnTo>
                  <a:pt x="464100" y="303885"/>
                </a:lnTo>
                <a:lnTo>
                  <a:pt x="473678" y="308239"/>
                </a:lnTo>
                <a:lnTo>
                  <a:pt x="514602" y="332619"/>
                </a:lnTo>
                <a:lnTo>
                  <a:pt x="522439" y="335231"/>
                </a:lnTo>
                <a:lnTo>
                  <a:pt x="530275" y="336973"/>
                </a:lnTo>
                <a:lnTo>
                  <a:pt x="539853" y="335231"/>
                </a:lnTo>
                <a:lnTo>
                  <a:pt x="547690" y="330878"/>
                </a:lnTo>
                <a:lnTo>
                  <a:pt x="552043" y="321300"/>
                </a:lnTo>
                <a:lnTo>
                  <a:pt x="551173" y="314334"/>
                </a:lnTo>
                <a:lnTo>
                  <a:pt x="549431" y="305627"/>
                </a:lnTo>
                <a:lnTo>
                  <a:pt x="552043" y="297790"/>
                </a:lnTo>
                <a:lnTo>
                  <a:pt x="559880" y="293436"/>
                </a:lnTo>
                <a:lnTo>
                  <a:pt x="585131" y="288212"/>
                </a:lnTo>
                <a:lnTo>
                  <a:pt x="608641" y="280375"/>
                </a:lnTo>
                <a:lnTo>
                  <a:pt x="619961" y="271668"/>
                </a:lnTo>
                <a:lnTo>
                  <a:pt x="614736" y="262961"/>
                </a:lnTo>
                <a:lnTo>
                  <a:pt x="608641" y="257736"/>
                </a:lnTo>
                <a:lnTo>
                  <a:pt x="599934" y="255995"/>
                </a:lnTo>
                <a:lnTo>
                  <a:pt x="594710" y="250771"/>
                </a:lnTo>
                <a:lnTo>
                  <a:pt x="591226" y="240322"/>
                </a:lnTo>
                <a:lnTo>
                  <a:pt x="589485" y="229873"/>
                </a:lnTo>
                <a:lnTo>
                  <a:pt x="586002" y="220295"/>
                </a:lnTo>
                <a:lnTo>
                  <a:pt x="587744" y="210717"/>
                </a:lnTo>
                <a:lnTo>
                  <a:pt x="592968" y="199397"/>
                </a:lnTo>
                <a:lnTo>
                  <a:pt x="592097" y="191561"/>
                </a:lnTo>
                <a:lnTo>
                  <a:pt x="592968" y="188078"/>
                </a:lnTo>
                <a:lnTo>
                  <a:pt x="599934" y="181112"/>
                </a:lnTo>
                <a:lnTo>
                  <a:pt x="598192" y="178500"/>
                </a:lnTo>
                <a:lnTo>
                  <a:pt x="593839" y="174146"/>
                </a:lnTo>
                <a:lnTo>
                  <a:pt x="599063" y="164568"/>
                </a:lnTo>
                <a:lnTo>
                  <a:pt x="604287" y="159344"/>
                </a:lnTo>
                <a:lnTo>
                  <a:pt x="609512" y="152378"/>
                </a:lnTo>
                <a:lnTo>
                  <a:pt x="608641" y="146283"/>
                </a:lnTo>
                <a:lnTo>
                  <a:pt x="608641" y="143671"/>
                </a:lnTo>
                <a:lnTo>
                  <a:pt x="618219" y="139317"/>
                </a:lnTo>
                <a:lnTo>
                  <a:pt x="629539" y="131480"/>
                </a:lnTo>
                <a:lnTo>
                  <a:pt x="639117" y="127997"/>
                </a:lnTo>
                <a:lnTo>
                  <a:pt x="647824" y="121902"/>
                </a:lnTo>
                <a:lnTo>
                  <a:pt x="651307" y="114936"/>
                </a:lnTo>
                <a:lnTo>
                  <a:pt x="651307" y="111454"/>
                </a:lnTo>
                <a:lnTo>
                  <a:pt x="646083" y="103617"/>
                </a:lnTo>
                <a:lnTo>
                  <a:pt x="613865" y="85332"/>
                </a:lnTo>
                <a:lnTo>
                  <a:pt x="608641" y="80107"/>
                </a:lnTo>
                <a:lnTo>
                  <a:pt x="607770" y="76624"/>
                </a:lnTo>
                <a:lnTo>
                  <a:pt x="610383" y="63563"/>
                </a:lnTo>
                <a:lnTo>
                  <a:pt x="613865" y="59210"/>
                </a:lnTo>
                <a:lnTo>
                  <a:pt x="619090" y="65305"/>
                </a:lnTo>
                <a:lnTo>
                  <a:pt x="625185" y="65305"/>
                </a:lnTo>
                <a:lnTo>
                  <a:pt x="656531" y="58339"/>
                </a:lnTo>
                <a:lnTo>
                  <a:pt x="658273" y="54856"/>
                </a:lnTo>
                <a:lnTo>
                  <a:pt x="658273" y="48761"/>
                </a:lnTo>
                <a:lnTo>
                  <a:pt x="662626" y="43537"/>
                </a:lnTo>
                <a:lnTo>
                  <a:pt x="673075" y="35700"/>
                </a:lnTo>
                <a:lnTo>
                  <a:pt x="677429" y="30476"/>
                </a:lnTo>
                <a:lnTo>
                  <a:pt x="680912" y="24380"/>
                </a:lnTo>
                <a:lnTo>
                  <a:pt x="682653" y="13061"/>
                </a:lnTo>
                <a:lnTo>
                  <a:pt x="687007" y="5224"/>
                </a:lnTo>
                <a:lnTo>
                  <a:pt x="689619" y="1741"/>
                </a:lnTo>
                <a:lnTo>
                  <a:pt x="696585" y="0"/>
                </a:lnTo>
                <a:lnTo>
                  <a:pt x="787141" y="48761"/>
                </a:lnTo>
                <a:lnTo>
                  <a:pt x="849834" y="94910"/>
                </a:lnTo>
                <a:lnTo>
                  <a:pt x="859412" y="100134"/>
                </a:lnTo>
                <a:lnTo>
                  <a:pt x="889017" y="101876"/>
                </a:lnTo>
                <a:lnTo>
                  <a:pt x="943872" y="90556"/>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1" name="Freeform: Shape 40">
            <a:extLst>
              <a:ext uri="{FF2B5EF4-FFF2-40B4-BE49-F238E27FC236}">
                <a16:creationId xmlns:a16="http://schemas.microsoft.com/office/drawing/2014/main" id="{32276E24-86C8-0AC5-7963-DCDB08A70D3C}"/>
              </a:ext>
            </a:extLst>
          </p:cNvPr>
          <p:cNvSpPr>
            <a:spLocks noGrp="1"/>
          </p:cNvSpPr>
          <p:nvPr/>
        </p:nvSpPr>
        <p:spPr>
          <a:xfrm>
            <a:off x="5483640" y="4062344"/>
            <a:ext cx="1108984" cy="1997553"/>
          </a:xfrm>
          <a:custGeom>
            <a:avLst/>
            <a:gdLst>
              <a:gd name="connsiteX0" fmla="*/ 979573 w 1111923"/>
              <a:gd name="connsiteY0" fmla="*/ 364836 h 1984396"/>
              <a:gd name="connsiteX1" fmla="*/ 989150 w 1111923"/>
              <a:gd name="connsiteY1" fmla="*/ 385734 h 1984396"/>
              <a:gd name="connsiteX2" fmla="*/ 992633 w 1111923"/>
              <a:gd name="connsiteY2" fmla="*/ 390958 h 1984396"/>
              <a:gd name="connsiteX3" fmla="*/ 1023109 w 1111923"/>
              <a:gd name="connsiteY3" fmla="*/ 420563 h 1984396"/>
              <a:gd name="connsiteX4" fmla="*/ 1048360 w 1111923"/>
              <a:gd name="connsiteY4" fmla="*/ 452780 h 1984396"/>
              <a:gd name="connsiteX5" fmla="*/ 1050972 w 1111923"/>
              <a:gd name="connsiteY5" fmla="*/ 484126 h 1984396"/>
              <a:gd name="connsiteX6" fmla="*/ 1051843 w 1111923"/>
              <a:gd name="connsiteY6" fmla="*/ 491092 h 1984396"/>
              <a:gd name="connsiteX7" fmla="*/ 1054455 w 1111923"/>
              <a:gd name="connsiteY7" fmla="*/ 498058 h 1984396"/>
              <a:gd name="connsiteX8" fmla="*/ 1057938 w 1111923"/>
              <a:gd name="connsiteY8" fmla="*/ 503283 h 1984396"/>
              <a:gd name="connsiteX9" fmla="*/ 1059680 w 1111923"/>
              <a:gd name="connsiteY9" fmla="*/ 509378 h 1984396"/>
              <a:gd name="connsiteX10" fmla="*/ 1057938 w 1111923"/>
              <a:gd name="connsiteY10" fmla="*/ 516344 h 1984396"/>
              <a:gd name="connsiteX11" fmla="*/ 1034428 w 1111923"/>
              <a:gd name="connsiteY11" fmla="*/ 546819 h 1984396"/>
              <a:gd name="connsiteX12" fmla="*/ 1030075 w 1111923"/>
              <a:gd name="connsiteY12" fmla="*/ 557268 h 1984396"/>
              <a:gd name="connsiteX13" fmla="*/ 1032687 w 1111923"/>
              <a:gd name="connsiteY13" fmla="*/ 564234 h 1984396"/>
              <a:gd name="connsiteX14" fmla="*/ 1037041 w 1111923"/>
              <a:gd name="connsiteY14" fmla="*/ 568587 h 1984396"/>
              <a:gd name="connsiteX15" fmla="*/ 1040524 w 1111923"/>
              <a:gd name="connsiteY15" fmla="*/ 575553 h 1984396"/>
              <a:gd name="connsiteX16" fmla="*/ 1043136 w 1111923"/>
              <a:gd name="connsiteY16" fmla="*/ 584260 h 1984396"/>
              <a:gd name="connsiteX17" fmla="*/ 1044877 w 1111923"/>
              <a:gd name="connsiteY17" fmla="*/ 604287 h 1984396"/>
              <a:gd name="connsiteX18" fmla="*/ 1044877 w 1111923"/>
              <a:gd name="connsiteY18" fmla="*/ 619961 h 1984396"/>
              <a:gd name="connsiteX19" fmla="*/ 1043136 w 1111923"/>
              <a:gd name="connsiteY19" fmla="*/ 626927 h 1984396"/>
              <a:gd name="connsiteX20" fmla="*/ 1041394 w 1111923"/>
              <a:gd name="connsiteY20" fmla="*/ 632151 h 1984396"/>
              <a:gd name="connsiteX21" fmla="*/ 1036170 w 1111923"/>
              <a:gd name="connsiteY21" fmla="*/ 639117 h 1984396"/>
              <a:gd name="connsiteX22" fmla="*/ 1029204 w 1111923"/>
              <a:gd name="connsiteY22" fmla="*/ 644341 h 1984396"/>
              <a:gd name="connsiteX23" fmla="*/ 1021368 w 1111923"/>
              <a:gd name="connsiteY23" fmla="*/ 648695 h 1984396"/>
              <a:gd name="connsiteX24" fmla="*/ 1006565 w 1111923"/>
              <a:gd name="connsiteY24" fmla="*/ 654790 h 1984396"/>
              <a:gd name="connsiteX25" fmla="*/ 1001341 w 1111923"/>
              <a:gd name="connsiteY25" fmla="*/ 659143 h 1984396"/>
              <a:gd name="connsiteX26" fmla="*/ 996116 w 1111923"/>
              <a:gd name="connsiteY26" fmla="*/ 666109 h 1984396"/>
              <a:gd name="connsiteX27" fmla="*/ 992633 w 1111923"/>
              <a:gd name="connsiteY27" fmla="*/ 673946 h 1984396"/>
              <a:gd name="connsiteX28" fmla="*/ 989150 w 1111923"/>
              <a:gd name="connsiteY28" fmla="*/ 683524 h 1984396"/>
              <a:gd name="connsiteX29" fmla="*/ 986538 w 1111923"/>
              <a:gd name="connsiteY29" fmla="*/ 693102 h 1984396"/>
              <a:gd name="connsiteX30" fmla="*/ 987409 w 1111923"/>
              <a:gd name="connsiteY30" fmla="*/ 726190 h 1984396"/>
              <a:gd name="connsiteX31" fmla="*/ 990892 w 1111923"/>
              <a:gd name="connsiteY31" fmla="*/ 746217 h 1984396"/>
              <a:gd name="connsiteX32" fmla="*/ 992633 w 1111923"/>
              <a:gd name="connsiteY32" fmla="*/ 759277 h 1984396"/>
              <a:gd name="connsiteX33" fmla="*/ 991763 w 1111923"/>
              <a:gd name="connsiteY33" fmla="*/ 774080 h 1984396"/>
              <a:gd name="connsiteX34" fmla="*/ 980443 w 1111923"/>
              <a:gd name="connsiteY34" fmla="*/ 815875 h 1984396"/>
              <a:gd name="connsiteX35" fmla="*/ 980443 w 1111923"/>
              <a:gd name="connsiteY35" fmla="*/ 835902 h 1984396"/>
              <a:gd name="connsiteX36" fmla="*/ 980443 w 1111923"/>
              <a:gd name="connsiteY36" fmla="*/ 845480 h 1984396"/>
              <a:gd name="connsiteX37" fmla="*/ 969994 w 1111923"/>
              <a:gd name="connsiteY37" fmla="*/ 869860 h 1984396"/>
              <a:gd name="connsiteX38" fmla="*/ 957804 w 1111923"/>
              <a:gd name="connsiteY38" fmla="*/ 888146 h 1984396"/>
              <a:gd name="connsiteX39" fmla="*/ 942131 w 1111923"/>
              <a:gd name="connsiteY39" fmla="*/ 902077 h 1984396"/>
              <a:gd name="connsiteX40" fmla="*/ 939519 w 1111923"/>
              <a:gd name="connsiteY40" fmla="*/ 907302 h 1984396"/>
              <a:gd name="connsiteX41" fmla="*/ 937777 w 1111923"/>
              <a:gd name="connsiteY41" fmla="*/ 913397 h 1984396"/>
              <a:gd name="connsiteX42" fmla="*/ 937777 w 1111923"/>
              <a:gd name="connsiteY42" fmla="*/ 921234 h 1984396"/>
              <a:gd name="connsiteX43" fmla="*/ 941260 w 1111923"/>
              <a:gd name="connsiteY43" fmla="*/ 941260 h 1984396"/>
              <a:gd name="connsiteX44" fmla="*/ 942131 w 1111923"/>
              <a:gd name="connsiteY44" fmla="*/ 949097 h 1984396"/>
              <a:gd name="connsiteX45" fmla="*/ 941260 w 1111923"/>
              <a:gd name="connsiteY45" fmla="*/ 961287 h 1984396"/>
              <a:gd name="connsiteX46" fmla="*/ 943002 w 1111923"/>
              <a:gd name="connsiteY46" fmla="*/ 973477 h 1984396"/>
              <a:gd name="connsiteX47" fmla="*/ 946485 w 1111923"/>
              <a:gd name="connsiteY47" fmla="*/ 1013531 h 1984396"/>
              <a:gd name="connsiteX48" fmla="*/ 948226 w 1111923"/>
              <a:gd name="connsiteY48" fmla="*/ 1028333 h 1984396"/>
              <a:gd name="connsiteX49" fmla="*/ 952580 w 1111923"/>
              <a:gd name="connsiteY49" fmla="*/ 1045748 h 1984396"/>
              <a:gd name="connsiteX50" fmla="*/ 955192 w 1111923"/>
              <a:gd name="connsiteY50" fmla="*/ 1054455 h 1984396"/>
              <a:gd name="connsiteX51" fmla="*/ 958675 w 1111923"/>
              <a:gd name="connsiteY51" fmla="*/ 1061421 h 1984396"/>
              <a:gd name="connsiteX52" fmla="*/ 963899 w 1111923"/>
              <a:gd name="connsiteY52" fmla="*/ 1067516 h 1984396"/>
              <a:gd name="connsiteX53" fmla="*/ 970865 w 1111923"/>
              <a:gd name="connsiteY53" fmla="*/ 1071870 h 1984396"/>
              <a:gd name="connsiteX54" fmla="*/ 1003953 w 1111923"/>
              <a:gd name="connsiteY54" fmla="*/ 1083190 h 1984396"/>
              <a:gd name="connsiteX55" fmla="*/ 1021368 w 1111923"/>
              <a:gd name="connsiteY55" fmla="*/ 1093638 h 1984396"/>
              <a:gd name="connsiteX56" fmla="*/ 1031816 w 1111923"/>
              <a:gd name="connsiteY56" fmla="*/ 1102345 h 1984396"/>
              <a:gd name="connsiteX57" fmla="*/ 1056197 w 1111923"/>
              <a:gd name="connsiteY57" fmla="*/ 1118019 h 1984396"/>
              <a:gd name="connsiteX58" fmla="*/ 1061421 w 1111923"/>
              <a:gd name="connsiteY58" fmla="*/ 1128467 h 1984396"/>
              <a:gd name="connsiteX59" fmla="*/ 1055326 w 1111923"/>
              <a:gd name="connsiteY59" fmla="*/ 1150236 h 1984396"/>
              <a:gd name="connsiteX60" fmla="*/ 1044877 w 1111923"/>
              <a:gd name="connsiteY60" fmla="*/ 1176358 h 1984396"/>
              <a:gd name="connsiteX61" fmla="*/ 1043136 w 1111923"/>
              <a:gd name="connsiteY61" fmla="*/ 1185936 h 1984396"/>
              <a:gd name="connsiteX62" fmla="*/ 1044007 w 1111923"/>
              <a:gd name="connsiteY62" fmla="*/ 1192902 h 1984396"/>
              <a:gd name="connsiteX63" fmla="*/ 1047489 w 1111923"/>
              <a:gd name="connsiteY63" fmla="*/ 1202480 h 1984396"/>
              <a:gd name="connsiteX64" fmla="*/ 1059680 w 1111923"/>
              <a:gd name="connsiteY64" fmla="*/ 1229472 h 1984396"/>
              <a:gd name="connsiteX65" fmla="*/ 1068387 w 1111923"/>
              <a:gd name="connsiteY65" fmla="*/ 1252111 h 1984396"/>
              <a:gd name="connsiteX66" fmla="*/ 1111924 w 1111923"/>
              <a:gd name="connsiteY66" fmla="*/ 1429740 h 1984396"/>
              <a:gd name="connsiteX67" fmla="*/ 977831 w 1111923"/>
              <a:gd name="connsiteY67" fmla="*/ 1512460 h 1984396"/>
              <a:gd name="connsiteX68" fmla="*/ 964770 w 1111923"/>
              <a:gd name="connsiteY68" fmla="*/ 1516814 h 1984396"/>
              <a:gd name="connsiteX69" fmla="*/ 958675 w 1111923"/>
              <a:gd name="connsiteY69" fmla="*/ 1518555 h 1984396"/>
              <a:gd name="connsiteX70" fmla="*/ 750570 w 1111923"/>
              <a:gd name="connsiteY70" fmla="*/ 1515072 h 1984396"/>
              <a:gd name="connsiteX71" fmla="*/ 726190 w 1111923"/>
              <a:gd name="connsiteY71" fmla="*/ 1520296 h 1984396"/>
              <a:gd name="connsiteX72" fmla="*/ 707904 w 1111923"/>
              <a:gd name="connsiteY72" fmla="*/ 1513331 h 1984396"/>
              <a:gd name="connsiteX73" fmla="*/ 667851 w 1111923"/>
              <a:gd name="connsiteY73" fmla="*/ 1473277 h 1984396"/>
              <a:gd name="connsiteX74" fmla="*/ 638246 w 1111923"/>
              <a:gd name="connsiteY74" fmla="*/ 1432353 h 1984396"/>
              <a:gd name="connsiteX75" fmla="*/ 592097 w 1111923"/>
              <a:gd name="connsiteY75" fmla="*/ 1389687 h 1984396"/>
              <a:gd name="connsiteX76" fmla="*/ 588614 w 1111923"/>
              <a:gd name="connsiteY76" fmla="*/ 1387075 h 1984396"/>
              <a:gd name="connsiteX77" fmla="*/ 580778 w 1111923"/>
              <a:gd name="connsiteY77" fmla="*/ 1386204 h 1984396"/>
              <a:gd name="connsiteX78" fmla="*/ 499800 w 1111923"/>
              <a:gd name="connsiteY78" fmla="*/ 1407972 h 1984396"/>
              <a:gd name="connsiteX79" fmla="*/ 497187 w 1111923"/>
              <a:gd name="connsiteY79" fmla="*/ 1410585 h 1984396"/>
              <a:gd name="connsiteX80" fmla="*/ 496317 w 1111923"/>
              <a:gd name="connsiteY80" fmla="*/ 1415809 h 1984396"/>
              <a:gd name="connsiteX81" fmla="*/ 495446 w 1111923"/>
              <a:gd name="connsiteY81" fmla="*/ 1439319 h 1984396"/>
              <a:gd name="connsiteX82" fmla="*/ 507636 w 1111923"/>
              <a:gd name="connsiteY82" fmla="*/ 1749299 h 1984396"/>
              <a:gd name="connsiteX83" fmla="*/ 536370 w 1111923"/>
              <a:gd name="connsiteY83" fmla="*/ 1972206 h 1984396"/>
              <a:gd name="connsiteX84" fmla="*/ 496317 w 1111923"/>
              <a:gd name="connsiteY84" fmla="*/ 1984396 h 1984396"/>
              <a:gd name="connsiteX85" fmla="*/ 276892 w 1111923"/>
              <a:gd name="connsiteY85" fmla="*/ 1954791 h 1984396"/>
              <a:gd name="connsiteX86" fmla="*/ 57468 w 1111923"/>
              <a:gd name="connsiteY86" fmla="*/ 1926057 h 1984396"/>
              <a:gd name="connsiteX87" fmla="*/ 43537 w 1111923"/>
              <a:gd name="connsiteY87" fmla="*/ 1731884 h 1984396"/>
              <a:gd name="connsiteX88" fmla="*/ 43537 w 1111923"/>
              <a:gd name="connsiteY88" fmla="*/ 1720565 h 1984396"/>
              <a:gd name="connsiteX89" fmla="*/ 45278 w 1111923"/>
              <a:gd name="connsiteY89" fmla="*/ 1710116 h 1984396"/>
              <a:gd name="connsiteX90" fmla="*/ 59210 w 1111923"/>
              <a:gd name="connsiteY90" fmla="*/ 1681382 h 1984396"/>
              <a:gd name="connsiteX91" fmla="*/ 79236 w 1111923"/>
              <a:gd name="connsiteY91" fmla="*/ 1612594 h 1984396"/>
              <a:gd name="connsiteX92" fmla="*/ 81849 w 1111923"/>
              <a:gd name="connsiteY92" fmla="*/ 1600404 h 1984396"/>
              <a:gd name="connsiteX93" fmla="*/ 81849 w 1111923"/>
              <a:gd name="connsiteY93" fmla="*/ 1589084 h 1984396"/>
              <a:gd name="connsiteX94" fmla="*/ 79236 w 1111923"/>
              <a:gd name="connsiteY94" fmla="*/ 1555126 h 1984396"/>
              <a:gd name="connsiteX95" fmla="*/ 92297 w 1111923"/>
              <a:gd name="connsiteY95" fmla="*/ 1452379 h 1984396"/>
              <a:gd name="connsiteX96" fmla="*/ 92297 w 1111923"/>
              <a:gd name="connsiteY96" fmla="*/ 1441060 h 1984396"/>
              <a:gd name="connsiteX97" fmla="*/ 82719 w 1111923"/>
              <a:gd name="connsiteY97" fmla="*/ 1344409 h 1984396"/>
              <a:gd name="connsiteX98" fmla="*/ 82719 w 1111923"/>
              <a:gd name="connsiteY98" fmla="*/ 1310450 h 1984396"/>
              <a:gd name="connsiteX99" fmla="*/ 84461 w 1111923"/>
              <a:gd name="connsiteY99" fmla="*/ 1302614 h 1984396"/>
              <a:gd name="connsiteX100" fmla="*/ 87944 w 1111923"/>
              <a:gd name="connsiteY100" fmla="*/ 1297389 h 1984396"/>
              <a:gd name="connsiteX101" fmla="*/ 122773 w 1111923"/>
              <a:gd name="connsiteY101" fmla="*/ 1279104 h 1984396"/>
              <a:gd name="connsiteX102" fmla="*/ 135834 w 1111923"/>
              <a:gd name="connsiteY102" fmla="*/ 1268655 h 1984396"/>
              <a:gd name="connsiteX103" fmla="*/ 146283 w 1111923"/>
              <a:gd name="connsiteY103" fmla="*/ 1258207 h 1984396"/>
              <a:gd name="connsiteX104" fmla="*/ 152378 w 1111923"/>
              <a:gd name="connsiteY104" fmla="*/ 1247758 h 1984396"/>
              <a:gd name="connsiteX105" fmla="*/ 156732 w 1111923"/>
              <a:gd name="connsiteY105" fmla="*/ 1236438 h 1984396"/>
              <a:gd name="connsiteX106" fmla="*/ 161085 w 1111923"/>
              <a:gd name="connsiteY106" fmla="*/ 1218153 h 1984396"/>
              <a:gd name="connsiteX107" fmla="*/ 162827 w 1111923"/>
              <a:gd name="connsiteY107" fmla="*/ 1207704 h 1984396"/>
              <a:gd name="connsiteX108" fmla="*/ 162827 w 1111923"/>
              <a:gd name="connsiteY108" fmla="*/ 1167650 h 1984396"/>
              <a:gd name="connsiteX109" fmla="*/ 157602 w 1111923"/>
              <a:gd name="connsiteY109" fmla="*/ 1118019 h 1984396"/>
              <a:gd name="connsiteX110" fmla="*/ 157602 w 1111923"/>
              <a:gd name="connsiteY110" fmla="*/ 1105829 h 1984396"/>
              <a:gd name="connsiteX111" fmla="*/ 158473 w 1111923"/>
              <a:gd name="connsiteY111" fmla="*/ 1091897 h 1984396"/>
              <a:gd name="connsiteX112" fmla="*/ 161085 w 1111923"/>
              <a:gd name="connsiteY112" fmla="*/ 1083190 h 1984396"/>
              <a:gd name="connsiteX113" fmla="*/ 165439 w 1111923"/>
              <a:gd name="connsiteY113" fmla="*/ 1076224 h 1984396"/>
              <a:gd name="connsiteX114" fmla="*/ 168922 w 1111923"/>
              <a:gd name="connsiteY114" fmla="*/ 1071870 h 1984396"/>
              <a:gd name="connsiteX115" fmla="*/ 179370 w 1111923"/>
              <a:gd name="connsiteY115" fmla="*/ 1063163 h 1984396"/>
              <a:gd name="connsiteX116" fmla="*/ 182854 w 1111923"/>
              <a:gd name="connsiteY116" fmla="*/ 1058809 h 1984396"/>
              <a:gd name="connsiteX117" fmla="*/ 191561 w 1111923"/>
              <a:gd name="connsiteY117" fmla="*/ 1041394 h 1984396"/>
              <a:gd name="connsiteX118" fmla="*/ 222907 w 1111923"/>
              <a:gd name="connsiteY118" fmla="*/ 934294 h 1984396"/>
              <a:gd name="connsiteX119" fmla="*/ 226390 w 1111923"/>
              <a:gd name="connsiteY119" fmla="*/ 914268 h 1984396"/>
              <a:gd name="connsiteX120" fmla="*/ 227261 w 1111923"/>
              <a:gd name="connsiteY120" fmla="*/ 898594 h 1984396"/>
              <a:gd name="connsiteX121" fmla="*/ 212458 w 1111923"/>
              <a:gd name="connsiteY121" fmla="*/ 789753 h 1984396"/>
              <a:gd name="connsiteX122" fmla="*/ 207234 w 1111923"/>
              <a:gd name="connsiteY122" fmla="*/ 766243 h 1984396"/>
              <a:gd name="connsiteX123" fmla="*/ 199397 w 1111923"/>
              <a:gd name="connsiteY123" fmla="*/ 749699 h 1984396"/>
              <a:gd name="connsiteX124" fmla="*/ 148024 w 1111923"/>
              <a:gd name="connsiteY124" fmla="*/ 676558 h 1984396"/>
              <a:gd name="connsiteX125" fmla="*/ 138446 w 1111923"/>
              <a:gd name="connsiteY125" fmla="*/ 665239 h 1984396"/>
              <a:gd name="connsiteX126" fmla="*/ 126256 w 1111923"/>
              <a:gd name="connsiteY126" fmla="*/ 660885 h 1984396"/>
              <a:gd name="connsiteX127" fmla="*/ 118419 w 1111923"/>
              <a:gd name="connsiteY127" fmla="*/ 659143 h 1984396"/>
              <a:gd name="connsiteX128" fmla="*/ 104488 w 1111923"/>
              <a:gd name="connsiteY128" fmla="*/ 654790 h 1984396"/>
              <a:gd name="connsiteX129" fmla="*/ 98393 w 1111923"/>
              <a:gd name="connsiteY129" fmla="*/ 651307 h 1984396"/>
              <a:gd name="connsiteX130" fmla="*/ 93168 w 1111923"/>
              <a:gd name="connsiteY130" fmla="*/ 646953 h 1984396"/>
              <a:gd name="connsiteX131" fmla="*/ 82719 w 1111923"/>
              <a:gd name="connsiteY131" fmla="*/ 632151 h 1984396"/>
              <a:gd name="connsiteX132" fmla="*/ 74883 w 1111923"/>
              <a:gd name="connsiteY132" fmla="*/ 624314 h 1984396"/>
              <a:gd name="connsiteX133" fmla="*/ 51373 w 1111923"/>
              <a:gd name="connsiteY133" fmla="*/ 606900 h 1984396"/>
              <a:gd name="connsiteX134" fmla="*/ 46149 w 1111923"/>
              <a:gd name="connsiteY134" fmla="*/ 599934 h 1984396"/>
              <a:gd name="connsiteX135" fmla="*/ 40924 w 1111923"/>
              <a:gd name="connsiteY135" fmla="*/ 582519 h 1984396"/>
              <a:gd name="connsiteX136" fmla="*/ 36571 w 1111923"/>
              <a:gd name="connsiteY136" fmla="*/ 574683 h 1984396"/>
              <a:gd name="connsiteX137" fmla="*/ 30476 w 1111923"/>
              <a:gd name="connsiteY137" fmla="*/ 570329 h 1984396"/>
              <a:gd name="connsiteX138" fmla="*/ 19156 w 1111923"/>
              <a:gd name="connsiteY138" fmla="*/ 563363 h 1984396"/>
              <a:gd name="connsiteX139" fmla="*/ 14802 w 1111923"/>
              <a:gd name="connsiteY139" fmla="*/ 559009 h 1984396"/>
              <a:gd name="connsiteX140" fmla="*/ 12190 w 1111923"/>
              <a:gd name="connsiteY140" fmla="*/ 553785 h 1984396"/>
              <a:gd name="connsiteX141" fmla="*/ 6095 w 1111923"/>
              <a:gd name="connsiteY141" fmla="*/ 536370 h 1984396"/>
              <a:gd name="connsiteX142" fmla="*/ 3483 w 1111923"/>
              <a:gd name="connsiteY142" fmla="*/ 526792 h 1984396"/>
              <a:gd name="connsiteX143" fmla="*/ 1741 w 1111923"/>
              <a:gd name="connsiteY143" fmla="*/ 518085 h 1984396"/>
              <a:gd name="connsiteX144" fmla="*/ 871 w 1111923"/>
              <a:gd name="connsiteY144" fmla="*/ 508507 h 1984396"/>
              <a:gd name="connsiteX145" fmla="*/ 3483 w 1111923"/>
              <a:gd name="connsiteY145" fmla="*/ 476290 h 1984396"/>
              <a:gd name="connsiteX146" fmla="*/ 0 w 1111923"/>
              <a:gd name="connsiteY146" fmla="*/ 449297 h 1984396"/>
              <a:gd name="connsiteX147" fmla="*/ 0 w 1111923"/>
              <a:gd name="connsiteY147" fmla="*/ 426658 h 1984396"/>
              <a:gd name="connsiteX148" fmla="*/ 871 w 1111923"/>
              <a:gd name="connsiteY148" fmla="*/ 418822 h 1984396"/>
              <a:gd name="connsiteX149" fmla="*/ 13061 w 1111923"/>
              <a:gd name="connsiteY149" fmla="*/ 390088 h 1984396"/>
              <a:gd name="connsiteX150" fmla="*/ 53985 w 1111923"/>
              <a:gd name="connsiteY150" fmla="*/ 259478 h 1984396"/>
              <a:gd name="connsiteX151" fmla="*/ 56598 w 1111923"/>
              <a:gd name="connsiteY151" fmla="*/ 247288 h 1984396"/>
              <a:gd name="connsiteX152" fmla="*/ 58339 w 1111923"/>
              <a:gd name="connsiteY152" fmla="*/ 235097 h 1984396"/>
              <a:gd name="connsiteX153" fmla="*/ 60080 w 1111923"/>
              <a:gd name="connsiteY153" fmla="*/ 223778 h 1984396"/>
              <a:gd name="connsiteX154" fmla="*/ 64434 w 1111923"/>
              <a:gd name="connsiteY154" fmla="*/ 215941 h 1984396"/>
              <a:gd name="connsiteX155" fmla="*/ 72271 w 1111923"/>
              <a:gd name="connsiteY155" fmla="*/ 211588 h 1984396"/>
              <a:gd name="connsiteX156" fmla="*/ 81849 w 1111923"/>
              <a:gd name="connsiteY156" fmla="*/ 209846 h 1984396"/>
              <a:gd name="connsiteX157" fmla="*/ 107100 w 1111923"/>
              <a:gd name="connsiteY157" fmla="*/ 209846 h 1984396"/>
              <a:gd name="connsiteX158" fmla="*/ 123644 w 1111923"/>
              <a:gd name="connsiteY158" fmla="*/ 205493 h 1984396"/>
              <a:gd name="connsiteX159" fmla="*/ 139317 w 1111923"/>
              <a:gd name="connsiteY159" fmla="*/ 198527 h 1984396"/>
              <a:gd name="connsiteX160" fmla="*/ 161956 w 1111923"/>
              <a:gd name="connsiteY160" fmla="*/ 165439 h 1984396"/>
              <a:gd name="connsiteX161" fmla="*/ 169793 w 1111923"/>
              <a:gd name="connsiteY161" fmla="*/ 149766 h 1984396"/>
              <a:gd name="connsiteX162" fmla="*/ 173275 w 1111923"/>
              <a:gd name="connsiteY162" fmla="*/ 137576 h 1984396"/>
              <a:gd name="connsiteX163" fmla="*/ 171534 w 1111923"/>
              <a:gd name="connsiteY163" fmla="*/ 129739 h 1984396"/>
              <a:gd name="connsiteX164" fmla="*/ 168922 w 1111923"/>
              <a:gd name="connsiteY164" fmla="*/ 121902 h 1984396"/>
              <a:gd name="connsiteX165" fmla="*/ 169793 w 1111923"/>
              <a:gd name="connsiteY165" fmla="*/ 113195 h 1984396"/>
              <a:gd name="connsiteX166" fmla="*/ 173275 w 1111923"/>
              <a:gd name="connsiteY166" fmla="*/ 106229 h 1984396"/>
              <a:gd name="connsiteX167" fmla="*/ 185466 w 1111923"/>
              <a:gd name="connsiteY167" fmla="*/ 93168 h 1984396"/>
              <a:gd name="connsiteX168" fmla="*/ 193302 w 1111923"/>
              <a:gd name="connsiteY168" fmla="*/ 80107 h 1984396"/>
              <a:gd name="connsiteX169" fmla="*/ 197656 w 1111923"/>
              <a:gd name="connsiteY169" fmla="*/ 70529 h 1984396"/>
              <a:gd name="connsiteX170" fmla="*/ 201139 w 1111923"/>
              <a:gd name="connsiteY170" fmla="*/ 62693 h 1984396"/>
              <a:gd name="connsiteX171" fmla="*/ 202880 w 1111923"/>
              <a:gd name="connsiteY171" fmla="*/ 55727 h 1984396"/>
              <a:gd name="connsiteX172" fmla="*/ 204622 w 1111923"/>
              <a:gd name="connsiteY172" fmla="*/ 44407 h 1984396"/>
              <a:gd name="connsiteX173" fmla="*/ 203751 w 1111923"/>
              <a:gd name="connsiteY173" fmla="*/ 33959 h 1984396"/>
              <a:gd name="connsiteX174" fmla="*/ 221166 w 1111923"/>
              <a:gd name="connsiteY174" fmla="*/ 17415 h 1984396"/>
              <a:gd name="connsiteX175" fmla="*/ 231614 w 1111923"/>
              <a:gd name="connsiteY175" fmla="*/ 10449 h 1984396"/>
              <a:gd name="connsiteX176" fmla="*/ 258607 w 1111923"/>
              <a:gd name="connsiteY176" fmla="*/ 3483 h 1984396"/>
              <a:gd name="connsiteX177" fmla="*/ 280375 w 1111923"/>
              <a:gd name="connsiteY177" fmla="*/ 0 h 1984396"/>
              <a:gd name="connsiteX178" fmla="*/ 289953 w 1111923"/>
              <a:gd name="connsiteY178" fmla="*/ 2612 h 1984396"/>
              <a:gd name="connsiteX179" fmla="*/ 297790 w 1111923"/>
              <a:gd name="connsiteY179" fmla="*/ 7837 h 1984396"/>
              <a:gd name="connsiteX180" fmla="*/ 302144 w 1111923"/>
              <a:gd name="connsiteY180" fmla="*/ 12190 h 1984396"/>
              <a:gd name="connsiteX181" fmla="*/ 308239 w 1111923"/>
              <a:gd name="connsiteY181" fmla="*/ 29605 h 1984396"/>
              <a:gd name="connsiteX182" fmla="*/ 308239 w 1111923"/>
              <a:gd name="connsiteY182" fmla="*/ 55727 h 1984396"/>
              <a:gd name="connsiteX183" fmla="*/ 311722 w 1111923"/>
              <a:gd name="connsiteY183" fmla="*/ 62693 h 1984396"/>
              <a:gd name="connsiteX184" fmla="*/ 316946 w 1111923"/>
              <a:gd name="connsiteY184" fmla="*/ 68788 h 1984396"/>
              <a:gd name="connsiteX185" fmla="*/ 363966 w 1111923"/>
              <a:gd name="connsiteY185" fmla="*/ 100134 h 1984396"/>
              <a:gd name="connsiteX186" fmla="*/ 370931 w 1111923"/>
              <a:gd name="connsiteY186" fmla="*/ 102746 h 1984396"/>
              <a:gd name="connsiteX187" fmla="*/ 379639 w 1111923"/>
              <a:gd name="connsiteY187" fmla="*/ 102746 h 1984396"/>
              <a:gd name="connsiteX188" fmla="*/ 412727 w 1111923"/>
              <a:gd name="connsiteY188" fmla="*/ 102746 h 1984396"/>
              <a:gd name="connsiteX189" fmla="*/ 434495 w 1111923"/>
              <a:gd name="connsiteY189" fmla="*/ 98393 h 1984396"/>
              <a:gd name="connsiteX190" fmla="*/ 443202 w 1111923"/>
              <a:gd name="connsiteY190" fmla="*/ 95780 h 1984396"/>
              <a:gd name="connsiteX191" fmla="*/ 452780 w 1111923"/>
              <a:gd name="connsiteY191" fmla="*/ 88815 h 1984396"/>
              <a:gd name="connsiteX192" fmla="*/ 466712 w 1111923"/>
              <a:gd name="connsiteY192" fmla="*/ 71400 h 1984396"/>
              <a:gd name="connsiteX193" fmla="*/ 471936 w 1111923"/>
              <a:gd name="connsiteY193" fmla="*/ 67046 h 1984396"/>
              <a:gd name="connsiteX194" fmla="*/ 478902 w 1111923"/>
              <a:gd name="connsiteY194" fmla="*/ 64434 h 1984396"/>
              <a:gd name="connsiteX195" fmla="*/ 496317 w 1111923"/>
              <a:gd name="connsiteY195" fmla="*/ 61822 h 1984396"/>
              <a:gd name="connsiteX196" fmla="*/ 501541 w 1111923"/>
              <a:gd name="connsiteY196" fmla="*/ 58339 h 1984396"/>
              <a:gd name="connsiteX197" fmla="*/ 506765 w 1111923"/>
              <a:gd name="connsiteY197" fmla="*/ 53985 h 1984396"/>
              <a:gd name="connsiteX198" fmla="*/ 511990 w 1111923"/>
              <a:gd name="connsiteY198" fmla="*/ 47890 h 1984396"/>
              <a:gd name="connsiteX199" fmla="*/ 518956 w 1111923"/>
              <a:gd name="connsiteY199" fmla="*/ 40924 h 1984396"/>
              <a:gd name="connsiteX200" fmla="*/ 538112 w 1111923"/>
              <a:gd name="connsiteY200" fmla="*/ 29605 h 1984396"/>
              <a:gd name="connsiteX201" fmla="*/ 544207 w 1111923"/>
              <a:gd name="connsiteY201" fmla="*/ 28734 h 1984396"/>
              <a:gd name="connsiteX202" fmla="*/ 544207 w 1111923"/>
              <a:gd name="connsiteY202" fmla="*/ 60081 h 1984396"/>
              <a:gd name="connsiteX203" fmla="*/ 545948 w 1111923"/>
              <a:gd name="connsiteY203" fmla="*/ 72271 h 1984396"/>
              <a:gd name="connsiteX204" fmla="*/ 549431 w 1111923"/>
              <a:gd name="connsiteY204" fmla="*/ 82719 h 1984396"/>
              <a:gd name="connsiteX205" fmla="*/ 553785 w 1111923"/>
              <a:gd name="connsiteY205" fmla="*/ 88815 h 1984396"/>
              <a:gd name="connsiteX206" fmla="*/ 562492 w 1111923"/>
              <a:gd name="connsiteY206" fmla="*/ 96651 h 1984396"/>
              <a:gd name="connsiteX207" fmla="*/ 582519 w 1111923"/>
              <a:gd name="connsiteY207" fmla="*/ 113195 h 1984396"/>
              <a:gd name="connsiteX208" fmla="*/ 589485 w 1111923"/>
              <a:gd name="connsiteY208" fmla="*/ 121902 h 1984396"/>
              <a:gd name="connsiteX209" fmla="*/ 592968 w 1111923"/>
              <a:gd name="connsiteY209" fmla="*/ 132351 h 1984396"/>
              <a:gd name="connsiteX210" fmla="*/ 593838 w 1111923"/>
              <a:gd name="connsiteY210" fmla="*/ 142800 h 1984396"/>
              <a:gd name="connsiteX211" fmla="*/ 592968 w 1111923"/>
              <a:gd name="connsiteY211" fmla="*/ 152378 h 1984396"/>
              <a:gd name="connsiteX212" fmla="*/ 591226 w 1111923"/>
              <a:gd name="connsiteY212" fmla="*/ 172405 h 1984396"/>
              <a:gd name="connsiteX213" fmla="*/ 590356 w 1111923"/>
              <a:gd name="connsiteY213" fmla="*/ 182854 h 1984396"/>
              <a:gd name="connsiteX214" fmla="*/ 592097 w 1111923"/>
              <a:gd name="connsiteY214" fmla="*/ 193302 h 1984396"/>
              <a:gd name="connsiteX215" fmla="*/ 597321 w 1111923"/>
              <a:gd name="connsiteY215" fmla="*/ 208105 h 1984396"/>
              <a:gd name="connsiteX216" fmla="*/ 599063 w 1111923"/>
              <a:gd name="connsiteY216" fmla="*/ 219424 h 1984396"/>
              <a:gd name="connsiteX217" fmla="*/ 598192 w 1111923"/>
              <a:gd name="connsiteY217" fmla="*/ 235097 h 1984396"/>
              <a:gd name="connsiteX218" fmla="*/ 599934 w 1111923"/>
              <a:gd name="connsiteY218" fmla="*/ 244675 h 1984396"/>
              <a:gd name="connsiteX219" fmla="*/ 603417 w 1111923"/>
              <a:gd name="connsiteY219" fmla="*/ 251641 h 1984396"/>
              <a:gd name="connsiteX220" fmla="*/ 608641 w 1111923"/>
              <a:gd name="connsiteY220" fmla="*/ 255124 h 1984396"/>
              <a:gd name="connsiteX221" fmla="*/ 613865 w 1111923"/>
              <a:gd name="connsiteY221" fmla="*/ 255124 h 1984396"/>
              <a:gd name="connsiteX222" fmla="*/ 638246 w 1111923"/>
              <a:gd name="connsiteY222" fmla="*/ 249029 h 1984396"/>
              <a:gd name="connsiteX223" fmla="*/ 732285 w 1111923"/>
              <a:gd name="connsiteY223" fmla="*/ 220295 h 1984396"/>
              <a:gd name="connsiteX224" fmla="*/ 740992 w 1111923"/>
              <a:gd name="connsiteY224" fmla="*/ 219424 h 1984396"/>
              <a:gd name="connsiteX225" fmla="*/ 746216 w 1111923"/>
              <a:gd name="connsiteY225" fmla="*/ 220295 h 1984396"/>
              <a:gd name="connsiteX226" fmla="*/ 749699 w 1111923"/>
              <a:gd name="connsiteY226" fmla="*/ 223778 h 1984396"/>
              <a:gd name="connsiteX227" fmla="*/ 752312 w 1111923"/>
              <a:gd name="connsiteY227" fmla="*/ 248158 h 1984396"/>
              <a:gd name="connsiteX228" fmla="*/ 756665 w 1111923"/>
              <a:gd name="connsiteY228" fmla="*/ 257736 h 1984396"/>
              <a:gd name="connsiteX229" fmla="*/ 762760 w 1111923"/>
              <a:gd name="connsiteY229" fmla="*/ 269056 h 1984396"/>
              <a:gd name="connsiteX230" fmla="*/ 766243 w 1111923"/>
              <a:gd name="connsiteY230" fmla="*/ 278634 h 1984396"/>
              <a:gd name="connsiteX231" fmla="*/ 770597 w 1111923"/>
              <a:gd name="connsiteY231" fmla="*/ 292566 h 1984396"/>
              <a:gd name="connsiteX232" fmla="*/ 773209 w 1111923"/>
              <a:gd name="connsiteY232" fmla="*/ 296919 h 1984396"/>
              <a:gd name="connsiteX233" fmla="*/ 775821 w 1111923"/>
              <a:gd name="connsiteY233" fmla="*/ 297790 h 1984396"/>
              <a:gd name="connsiteX234" fmla="*/ 789753 w 1111923"/>
              <a:gd name="connsiteY234" fmla="*/ 302144 h 1984396"/>
              <a:gd name="connsiteX235" fmla="*/ 798460 w 1111923"/>
              <a:gd name="connsiteY235" fmla="*/ 305627 h 1984396"/>
              <a:gd name="connsiteX236" fmla="*/ 807168 w 1111923"/>
              <a:gd name="connsiteY236" fmla="*/ 312593 h 1984396"/>
              <a:gd name="connsiteX237" fmla="*/ 811521 w 1111923"/>
              <a:gd name="connsiteY237" fmla="*/ 320429 h 1984396"/>
              <a:gd name="connsiteX238" fmla="*/ 817616 w 1111923"/>
              <a:gd name="connsiteY238" fmla="*/ 337844 h 1984396"/>
              <a:gd name="connsiteX239" fmla="*/ 821099 w 1111923"/>
              <a:gd name="connsiteY239" fmla="*/ 347422 h 1984396"/>
              <a:gd name="connsiteX240" fmla="*/ 824582 w 1111923"/>
              <a:gd name="connsiteY240" fmla="*/ 352646 h 1984396"/>
              <a:gd name="connsiteX241" fmla="*/ 830677 w 1111923"/>
              <a:gd name="connsiteY241" fmla="*/ 356129 h 1984396"/>
              <a:gd name="connsiteX242" fmla="*/ 851575 w 1111923"/>
              <a:gd name="connsiteY242" fmla="*/ 356129 h 1984396"/>
              <a:gd name="connsiteX243" fmla="*/ 870731 w 1111923"/>
              <a:gd name="connsiteY243" fmla="*/ 349163 h 1984396"/>
              <a:gd name="connsiteX244" fmla="*/ 880309 w 1111923"/>
              <a:gd name="connsiteY244" fmla="*/ 348292 h 1984396"/>
              <a:gd name="connsiteX245" fmla="*/ 910785 w 1111923"/>
              <a:gd name="connsiteY245" fmla="*/ 353517 h 1984396"/>
              <a:gd name="connsiteX246" fmla="*/ 922975 w 1111923"/>
              <a:gd name="connsiteY246" fmla="*/ 353517 h 1984396"/>
              <a:gd name="connsiteX247" fmla="*/ 956933 w 1111923"/>
              <a:gd name="connsiteY247" fmla="*/ 345680 h 1984396"/>
              <a:gd name="connsiteX248" fmla="*/ 963028 w 1111923"/>
              <a:gd name="connsiteY248" fmla="*/ 348292 h 1984396"/>
              <a:gd name="connsiteX249" fmla="*/ 979573 w 1111923"/>
              <a:gd name="connsiteY249" fmla="*/ 364836 h 1984396"/>
            </a:gdLst>
            <a:ahLst/>
            <a:cxnLst/>
            <a:rect l="l" t="t" r="r" b="b"/>
            <a:pathLst>
              <a:path w="1111923" h="1984396">
                <a:moveTo>
                  <a:pt x="979573" y="364836"/>
                </a:moveTo>
                <a:lnTo>
                  <a:pt x="989150" y="385734"/>
                </a:lnTo>
                <a:lnTo>
                  <a:pt x="992633" y="390958"/>
                </a:lnTo>
                <a:lnTo>
                  <a:pt x="1023109" y="420563"/>
                </a:lnTo>
                <a:lnTo>
                  <a:pt x="1048360" y="452780"/>
                </a:lnTo>
                <a:lnTo>
                  <a:pt x="1050972" y="484126"/>
                </a:lnTo>
                <a:lnTo>
                  <a:pt x="1051843" y="491092"/>
                </a:lnTo>
                <a:lnTo>
                  <a:pt x="1054455" y="498058"/>
                </a:lnTo>
                <a:lnTo>
                  <a:pt x="1057938" y="503283"/>
                </a:lnTo>
                <a:lnTo>
                  <a:pt x="1059680" y="509378"/>
                </a:lnTo>
                <a:lnTo>
                  <a:pt x="1057938" y="516344"/>
                </a:lnTo>
                <a:lnTo>
                  <a:pt x="1034428" y="546819"/>
                </a:lnTo>
                <a:lnTo>
                  <a:pt x="1030075" y="557268"/>
                </a:lnTo>
                <a:lnTo>
                  <a:pt x="1032687" y="564234"/>
                </a:lnTo>
                <a:lnTo>
                  <a:pt x="1037041" y="568587"/>
                </a:lnTo>
                <a:lnTo>
                  <a:pt x="1040524" y="575553"/>
                </a:lnTo>
                <a:lnTo>
                  <a:pt x="1043136" y="584260"/>
                </a:lnTo>
                <a:lnTo>
                  <a:pt x="1044877" y="604287"/>
                </a:lnTo>
                <a:lnTo>
                  <a:pt x="1044877" y="619961"/>
                </a:lnTo>
                <a:lnTo>
                  <a:pt x="1043136" y="626927"/>
                </a:lnTo>
                <a:lnTo>
                  <a:pt x="1041394" y="632151"/>
                </a:lnTo>
                <a:lnTo>
                  <a:pt x="1036170" y="639117"/>
                </a:lnTo>
                <a:lnTo>
                  <a:pt x="1029204" y="644341"/>
                </a:lnTo>
                <a:lnTo>
                  <a:pt x="1021368" y="648695"/>
                </a:lnTo>
                <a:lnTo>
                  <a:pt x="1006565" y="654790"/>
                </a:lnTo>
                <a:lnTo>
                  <a:pt x="1001341" y="659143"/>
                </a:lnTo>
                <a:lnTo>
                  <a:pt x="996116" y="666109"/>
                </a:lnTo>
                <a:lnTo>
                  <a:pt x="992633" y="673946"/>
                </a:lnTo>
                <a:lnTo>
                  <a:pt x="989150" y="683524"/>
                </a:lnTo>
                <a:lnTo>
                  <a:pt x="986538" y="693102"/>
                </a:lnTo>
                <a:lnTo>
                  <a:pt x="987409" y="726190"/>
                </a:lnTo>
                <a:lnTo>
                  <a:pt x="990892" y="746217"/>
                </a:lnTo>
                <a:lnTo>
                  <a:pt x="992633" y="759277"/>
                </a:lnTo>
                <a:lnTo>
                  <a:pt x="991763" y="774080"/>
                </a:lnTo>
                <a:lnTo>
                  <a:pt x="980443" y="815875"/>
                </a:lnTo>
                <a:lnTo>
                  <a:pt x="980443" y="835902"/>
                </a:lnTo>
                <a:lnTo>
                  <a:pt x="980443" y="845480"/>
                </a:lnTo>
                <a:lnTo>
                  <a:pt x="969994" y="869860"/>
                </a:lnTo>
                <a:lnTo>
                  <a:pt x="957804" y="888146"/>
                </a:lnTo>
                <a:lnTo>
                  <a:pt x="942131" y="902077"/>
                </a:lnTo>
                <a:lnTo>
                  <a:pt x="939519" y="907302"/>
                </a:lnTo>
                <a:lnTo>
                  <a:pt x="937777" y="913397"/>
                </a:lnTo>
                <a:lnTo>
                  <a:pt x="937777" y="921234"/>
                </a:lnTo>
                <a:lnTo>
                  <a:pt x="941260" y="941260"/>
                </a:lnTo>
                <a:lnTo>
                  <a:pt x="942131" y="949097"/>
                </a:lnTo>
                <a:lnTo>
                  <a:pt x="941260" y="961287"/>
                </a:lnTo>
                <a:lnTo>
                  <a:pt x="943002" y="973477"/>
                </a:lnTo>
                <a:lnTo>
                  <a:pt x="946485" y="1013531"/>
                </a:lnTo>
                <a:lnTo>
                  <a:pt x="948226" y="1028333"/>
                </a:lnTo>
                <a:lnTo>
                  <a:pt x="952580" y="1045748"/>
                </a:lnTo>
                <a:lnTo>
                  <a:pt x="955192" y="1054455"/>
                </a:lnTo>
                <a:lnTo>
                  <a:pt x="958675" y="1061421"/>
                </a:lnTo>
                <a:lnTo>
                  <a:pt x="963899" y="1067516"/>
                </a:lnTo>
                <a:lnTo>
                  <a:pt x="970865" y="1071870"/>
                </a:lnTo>
                <a:lnTo>
                  <a:pt x="1003953" y="1083190"/>
                </a:lnTo>
                <a:lnTo>
                  <a:pt x="1021368" y="1093638"/>
                </a:lnTo>
                <a:lnTo>
                  <a:pt x="1031816" y="1102345"/>
                </a:lnTo>
                <a:lnTo>
                  <a:pt x="1056197" y="1118019"/>
                </a:lnTo>
                <a:lnTo>
                  <a:pt x="1061421" y="1128467"/>
                </a:lnTo>
                <a:lnTo>
                  <a:pt x="1055326" y="1150236"/>
                </a:lnTo>
                <a:lnTo>
                  <a:pt x="1044877" y="1176358"/>
                </a:lnTo>
                <a:lnTo>
                  <a:pt x="1043136" y="1185936"/>
                </a:lnTo>
                <a:lnTo>
                  <a:pt x="1044007" y="1192902"/>
                </a:lnTo>
                <a:lnTo>
                  <a:pt x="1047489" y="1202480"/>
                </a:lnTo>
                <a:lnTo>
                  <a:pt x="1059680" y="1229472"/>
                </a:lnTo>
                <a:lnTo>
                  <a:pt x="1068387" y="1252111"/>
                </a:lnTo>
                <a:lnTo>
                  <a:pt x="1111924" y="1429740"/>
                </a:lnTo>
                <a:lnTo>
                  <a:pt x="977831" y="1512460"/>
                </a:lnTo>
                <a:lnTo>
                  <a:pt x="964770" y="1516814"/>
                </a:lnTo>
                <a:lnTo>
                  <a:pt x="958675" y="1518555"/>
                </a:lnTo>
                <a:lnTo>
                  <a:pt x="750570" y="1515072"/>
                </a:lnTo>
                <a:lnTo>
                  <a:pt x="726190" y="1520296"/>
                </a:lnTo>
                <a:lnTo>
                  <a:pt x="707904" y="1513331"/>
                </a:lnTo>
                <a:lnTo>
                  <a:pt x="667851" y="1473277"/>
                </a:lnTo>
                <a:lnTo>
                  <a:pt x="638246" y="1432353"/>
                </a:lnTo>
                <a:lnTo>
                  <a:pt x="592097" y="1389687"/>
                </a:lnTo>
                <a:lnTo>
                  <a:pt x="588614" y="1387075"/>
                </a:lnTo>
                <a:lnTo>
                  <a:pt x="580778" y="1386204"/>
                </a:lnTo>
                <a:lnTo>
                  <a:pt x="499800" y="1407972"/>
                </a:lnTo>
                <a:lnTo>
                  <a:pt x="497187" y="1410585"/>
                </a:lnTo>
                <a:lnTo>
                  <a:pt x="496317" y="1415809"/>
                </a:lnTo>
                <a:lnTo>
                  <a:pt x="495446" y="1439319"/>
                </a:lnTo>
                <a:lnTo>
                  <a:pt x="507636" y="1749299"/>
                </a:lnTo>
                <a:lnTo>
                  <a:pt x="536370" y="1972206"/>
                </a:lnTo>
                <a:lnTo>
                  <a:pt x="496317" y="1984396"/>
                </a:lnTo>
                <a:lnTo>
                  <a:pt x="276892" y="1954791"/>
                </a:lnTo>
                <a:lnTo>
                  <a:pt x="57468" y="1926057"/>
                </a:lnTo>
                <a:lnTo>
                  <a:pt x="43537" y="1731884"/>
                </a:lnTo>
                <a:lnTo>
                  <a:pt x="43537" y="1720565"/>
                </a:lnTo>
                <a:lnTo>
                  <a:pt x="45278" y="1710116"/>
                </a:lnTo>
                <a:lnTo>
                  <a:pt x="59210" y="1681382"/>
                </a:lnTo>
                <a:lnTo>
                  <a:pt x="79236" y="1612594"/>
                </a:lnTo>
                <a:lnTo>
                  <a:pt x="81849" y="1600404"/>
                </a:lnTo>
                <a:lnTo>
                  <a:pt x="81849" y="1589084"/>
                </a:lnTo>
                <a:lnTo>
                  <a:pt x="79236" y="1555126"/>
                </a:lnTo>
                <a:lnTo>
                  <a:pt x="92297" y="1452379"/>
                </a:lnTo>
                <a:lnTo>
                  <a:pt x="92297" y="1441060"/>
                </a:lnTo>
                <a:lnTo>
                  <a:pt x="82719" y="1344409"/>
                </a:lnTo>
                <a:lnTo>
                  <a:pt x="82719" y="1310450"/>
                </a:lnTo>
                <a:lnTo>
                  <a:pt x="84461" y="1302614"/>
                </a:lnTo>
                <a:lnTo>
                  <a:pt x="87944" y="1297389"/>
                </a:lnTo>
                <a:lnTo>
                  <a:pt x="122773" y="1279104"/>
                </a:lnTo>
                <a:lnTo>
                  <a:pt x="135834" y="1268655"/>
                </a:lnTo>
                <a:lnTo>
                  <a:pt x="146283" y="1258207"/>
                </a:lnTo>
                <a:lnTo>
                  <a:pt x="152378" y="1247758"/>
                </a:lnTo>
                <a:lnTo>
                  <a:pt x="156732" y="1236438"/>
                </a:lnTo>
                <a:lnTo>
                  <a:pt x="161085" y="1218153"/>
                </a:lnTo>
                <a:lnTo>
                  <a:pt x="162827" y="1207704"/>
                </a:lnTo>
                <a:lnTo>
                  <a:pt x="162827" y="1167650"/>
                </a:lnTo>
                <a:lnTo>
                  <a:pt x="157602" y="1118019"/>
                </a:lnTo>
                <a:lnTo>
                  <a:pt x="157602" y="1105829"/>
                </a:lnTo>
                <a:lnTo>
                  <a:pt x="158473" y="1091897"/>
                </a:lnTo>
                <a:lnTo>
                  <a:pt x="161085" y="1083190"/>
                </a:lnTo>
                <a:lnTo>
                  <a:pt x="165439" y="1076224"/>
                </a:lnTo>
                <a:lnTo>
                  <a:pt x="168922" y="1071870"/>
                </a:lnTo>
                <a:lnTo>
                  <a:pt x="179370" y="1063163"/>
                </a:lnTo>
                <a:lnTo>
                  <a:pt x="182854" y="1058809"/>
                </a:lnTo>
                <a:lnTo>
                  <a:pt x="191561" y="1041394"/>
                </a:lnTo>
                <a:lnTo>
                  <a:pt x="222907" y="934294"/>
                </a:lnTo>
                <a:lnTo>
                  <a:pt x="226390" y="914268"/>
                </a:lnTo>
                <a:lnTo>
                  <a:pt x="227261" y="898594"/>
                </a:lnTo>
                <a:lnTo>
                  <a:pt x="212458" y="789753"/>
                </a:lnTo>
                <a:lnTo>
                  <a:pt x="207234" y="766243"/>
                </a:lnTo>
                <a:lnTo>
                  <a:pt x="199397" y="749699"/>
                </a:lnTo>
                <a:lnTo>
                  <a:pt x="148024" y="676558"/>
                </a:lnTo>
                <a:lnTo>
                  <a:pt x="138446" y="665239"/>
                </a:lnTo>
                <a:lnTo>
                  <a:pt x="126256" y="660885"/>
                </a:lnTo>
                <a:lnTo>
                  <a:pt x="118419" y="659143"/>
                </a:lnTo>
                <a:lnTo>
                  <a:pt x="104488" y="654790"/>
                </a:lnTo>
                <a:lnTo>
                  <a:pt x="98393" y="651307"/>
                </a:lnTo>
                <a:lnTo>
                  <a:pt x="93168" y="646953"/>
                </a:lnTo>
                <a:lnTo>
                  <a:pt x="82719" y="632151"/>
                </a:lnTo>
                <a:lnTo>
                  <a:pt x="74883" y="624314"/>
                </a:lnTo>
                <a:lnTo>
                  <a:pt x="51373" y="606900"/>
                </a:lnTo>
                <a:lnTo>
                  <a:pt x="46149" y="599934"/>
                </a:lnTo>
                <a:lnTo>
                  <a:pt x="40924" y="582519"/>
                </a:lnTo>
                <a:lnTo>
                  <a:pt x="36571" y="574683"/>
                </a:lnTo>
                <a:lnTo>
                  <a:pt x="30476" y="570329"/>
                </a:lnTo>
                <a:lnTo>
                  <a:pt x="19156" y="563363"/>
                </a:lnTo>
                <a:lnTo>
                  <a:pt x="14802" y="559009"/>
                </a:lnTo>
                <a:lnTo>
                  <a:pt x="12190" y="553785"/>
                </a:lnTo>
                <a:lnTo>
                  <a:pt x="6095" y="536370"/>
                </a:lnTo>
                <a:lnTo>
                  <a:pt x="3483" y="526792"/>
                </a:lnTo>
                <a:lnTo>
                  <a:pt x="1741" y="518085"/>
                </a:lnTo>
                <a:lnTo>
                  <a:pt x="871" y="508507"/>
                </a:lnTo>
                <a:lnTo>
                  <a:pt x="3483" y="476290"/>
                </a:lnTo>
                <a:lnTo>
                  <a:pt x="0" y="449297"/>
                </a:lnTo>
                <a:lnTo>
                  <a:pt x="0" y="426658"/>
                </a:lnTo>
                <a:lnTo>
                  <a:pt x="871" y="418822"/>
                </a:lnTo>
                <a:lnTo>
                  <a:pt x="13061" y="390088"/>
                </a:lnTo>
                <a:lnTo>
                  <a:pt x="53985" y="259478"/>
                </a:lnTo>
                <a:lnTo>
                  <a:pt x="56598" y="247288"/>
                </a:lnTo>
                <a:lnTo>
                  <a:pt x="58339" y="235097"/>
                </a:lnTo>
                <a:lnTo>
                  <a:pt x="60080" y="223778"/>
                </a:lnTo>
                <a:lnTo>
                  <a:pt x="64434" y="215941"/>
                </a:lnTo>
                <a:lnTo>
                  <a:pt x="72271" y="211588"/>
                </a:lnTo>
                <a:lnTo>
                  <a:pt x="81849" y="209846"/>
                </a:lnTo>
                <a:lnTo>
                  <a:pt x="107100" y="209846"/>
                </a:lnTo>
                <a:lnTo>
                  <a:pt x="123644" y="205493"/>
                </a:lnTo>
                <a:lnTo>
                  <a:pt x="139317" y="198527"/>
                </a:lnTo>
                <a:lnTo>
                  <a:pt x="161956" y="165439"/>
                </a:lnTo>
                <a:lnTo>
                  <a:pt x="169793" y="149766"/>
                </a:lnTo>
                <a:lnTo>
                  <a:pt x="173275" y="137576"/>
                </a:lnTo>
                <a:lnTo>
                  <a:pt x="171534" y="129739"/>
                </a:lnTo>
                <a:lnTo>
                  <a:pt x="168922" y="121902"/>
                </a:lnTo>
                <a:lnTo>
                  <a:pt x="169793" y="113195"/>
                </a:lnTo>
                <a:lnTo>
                  <a:pt x="173275" y="106229"/>
                </a:lnTo>
                <a:lnTo>
                  <a:pt x="185466" y="93168"/>
                </a:lnTo>
                <a:lnTo>
                  <a:pt x="193302" y="80107"/>
                </a:lnTo>
                <a:lnTo>
                  <a:pt x="197656" y="70529"/>
                </a:lnTo>
                <a:lnTo>
                  <a:pt x="201139" y="62693"/>
                </a:lnTo>
                <a:lnTo>
                  <a:pt x="202880" y="55727"/>
                </a:lnTo>
                <a:lnTo>
                  <a:pt x="204622" y="44407"/>
                </a:lnTo>
                <a:lnTo>
                  <a:pt x="203751" y="33959"/>
                </a:lnTo>
                <a:lnTo>
                  <a:pt x="221166" y="17415"/>
                </a:lnTo>
                <a:lnTo>
                  <a:pt x="231614" y="10449"/>
                </a:lnTo>
                <a:lnTo>
                  <a:pt x="258607" y="3483"/>
                </a:lnTo>
                <a:lnTo>
                  <a:pt x="280375" y="0"/>
                </a:lnTo>
                <a:lnTo>
                  <a:pt x="289953" y="2612"/>
                </a:lnTo>
                <a:lnTo>
                  <a:pt x="297790" y="7837"/>
                </a:lnTo>
                <a:lnTo>
                  <a:pt x="302144" y="12190"/>
                </a:lnTo>
                <a:lnTo>
                  <a:pt x="308239" y="29605"/>
                </a:lnTo>
                <a:lnTo>
                  <a:pt x="308239" y="55727"/>
                </a:lnTo>
                <a:lnTo>
                  <a:pt x="311722" y="62693"/>
                </a:lnTo>
                <a:lnTo>
                  <a:pt x="316946" y="68788"/>
                </a:lnTo>
                <a:lnTo>
                  <a:pt x="363966" y="100134"/>
                </a:lnTo>
                <a:lnTo>
                  <a:pt x="370931" y="102746"/>
                </a:lnTo>
                <a:lnTo>
                  <a:pt x="379639" y="102746"/>
                </a:lnTo>
                <a:lnTo>
                  <a:pt x="412727" y="102746"/>
                </a:lnTo>
                <a:lnTo>
                  <a:pt x="434495" y="98393"/>
                </a:lnTo>
                <a:lnTo>
                  <a:pt x="443202" y="95780"/>
                </a:lnTo>
                <a:lnTo>
                  <a:pt x="452780" y="88815"/>
                </a:lnTo>
                <a:lnTo>
                  <a:pt x="466712" y="71400"/>
                </a:lnTo>
                <a:lnTo>
                  <a:pt x="471936" y="67046"/>
                </a:lnTo>
                <a:lnTo>
                  <a:pt x="478902" y="64434"/>
                </a:lnTo>
                <a:lnTo>
                  <a:pt x="496317" y="61822"/>
                </a:lnTo>
                <a:lnTo>
                  <a:pt x="501541" y="58339"/>
                </a:lnTo>
                <a:lnTo>
                  <a:pt x="506765" y="53985"/>
                </a:lnTo>
                <a:lnTo>
                  <a:pt x="511990" y="47890"/>
                </a:lnTo>
                <a:lnTo>
                  <a:pt x="518956" y="40924"/>
                </a:lnTo>
                <a:lnTo>
                  <a:pt x="538112" y="29605"/>
                </a:lnTo>
                <a:lnTo>
                  <a:pt x="544207" y="28734"/>
                </a:lnTo>
                <a:lnTo>
                  <a:pt x="544207" y="60081"/>
                </a:lnTo>
                <a:lnTo>
                  <a:pt x="545948" y="72271"/>
                </a:lnTo>
                <a:lnTo>
                  <a:pt x="549431" y="82719"/>
                </a:lnTo>
                <a:lnTo>
                  <a:pt x="553785" y="88815"/>
                </a:lnTo>
                <a:lnTo>
                  <a:pt x="562492" y="96651"/>
                </a:lnTo>
                <a:lnTo>
                  <a:pt x="582519" y="113195"/>
                </a:lnTo>
                <a:lnTo>
                  <a:pt x="589485" y="121902"/>
                </a:lnTo>
                <a:lnTo>
                  <a:pt x="592968" y="132351"/>
                </a:lnTo>
                <a:lnTo>
                  <a:pt x="593838" y="142800"/>
                </a:lnTo>
                <a:lnTo>
                  <a:pt x="592968" y="152378"/>
                </a:lnTo>
                <a:lnTo>
                  <a:pt x="591226" y="172405"/>
                </a:lnTo>
                <a:lnTo>
                  <a:pt x="590356" y="182854"/>
                </a:lnTo>
                <a:lnTo>
                  <a:pt x="592097" y="193302"/>
                </a:lnTo>
                <a:lnTo>
                  <a:pt x="597321" y="208105"/>
                </a:lnTo>
                <a:lnTo>
                  <a:pt x="599063" y="219424"/>
                </a:lnTo>
                <a:lnTo>
                  <a:pt x="598192" y="235097"/>
                </a:lnTo>
                <a:lnTo>
                  <a:pt x="599934" y="244675"/>
                </a:lnTo>
                <a:lnTo>
                  <a:pt x="603417" y="251641"/>
                </a:lnTo>
                <a:lnTo>
                  <a:pt x="608641" y="255124"/>
                </a:lnTo>
                <a:lnTo>
                  <a:pt x="613865" y="255124"/>
                </a:lnTo>
                <a:lnTo>
                  <a:pt x="638246" y="249029"/>
                </a:lnTo>
                <a:lnTo>
                  <a:pt x="732285" y="220295"/>
                </a:lnTo>
                <a:lnTo>
                  <a:pt x="740992" y="219424"/>
                </a:lnTo>
                <a:lnTo>
                  <a:pt x="746216" y="220295"/>
                </a:lnTo>
                <a:lnTo>
                  <a:pt x="749699" y="223778"/>
                </a:lnTo>
                <a:lnTo>
                  <a:pt x="752312" y="248158"/>
                </a:lnTo>
                <a:lnTo>
                  <a:pt x="756665" y="257736"/>
                </a:lnTo>
                <a:lnTo>
                  <a:pt x="762760" y="269056"/>
                </a:lnTo>
                <a:lnTo>
                  <a:pt x="766243" y="278634"/>
                </a:lnTo>
                <a:lnTo>
                  <a:pt x="770597" y="292566"/>
                </a:lnTo>
                <a:lnTo>
                  <a:pt x="773209" y="296919"/>
                </a:lnTo>
                <a:lnTo>
                  <a:pt x="775821" y="297790"/>
                </a:lnTo>
                <a:lnTo>
                  <a:pt x="789753" y="302144"/>
                </a:lnTo>
                <a:lnTo>
                  <a:pt x="798460" y="305627"/>
                </a:lnTo>
                <a:lnTo>
                  <a:pt x="807168" y="312593"/>
                </a:lnTo>
                <a:lnTo>
                  <a:pt x="811521" y="320429"/>
                </a:lnTo>
                <a:lnTo>
                  <a:pt x="817616" y="337844"/>
                </a:lnTo>
                <a:lnTo>
                  <a:pt x="821099" y="347422"/>
                </a:lnTo>
                <a:lnTo>
                  <a:pt x="824582" y="352646"/>
                </a:lnTo>
                <a:lnTo>
                  <a:pt x="830677" y="356129"/>
                </a:lnTo>
                <a:lnTo>
                  <a:pt x="851575" y="356129"/>
                </a:lnTo>
                <a:lnTo>
                  <a:pt x="870731" y="349163"/>
                </a:lnTo>
                <a:lnTo>
                  <a:pt x="880309" y="348292"/>
                </a:lnTo>
                <a:lnTo>
                  <a:pt x="910785" y="353517"/>
                </a:lnTo>
                <a:lnTo>
                  <a:pt x="922975" y="353517"/>
                </a:lnTo>
                <a:lnTo>
                  <a:pt x="956933" y="345680"/>
                </a:lnTo>
                <a:lnTo>
                  <a:pt x="963028" y="348292"/>
                </a:lnTo>
                <a:lnTo>
                  <a:pt x="979573" y="364836"/>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2" name="Freeform: Shape 41">
            <a:extLst>
              <a:ext uri="{FF2B5EF4-FFF2-40B4-BE49-F238E27FC236}">
                <a16:creationId xmlns:a16="http://schemas.microsoft.com/office/drawing/2014/main" id="{0F1C8D13-8DA9-FB50-08E8-0CB7C0BF4E4C}"/>
              </a:ext>
            </a:extLst>
          </p:cNvPr>
          <p:cNvSpPr>
            <a:spLocks noGrp="1"/>
          </p:cNvSpPr>
          <p:nvPr/>
        </p:nvSpPr>
        <p:spPr>
          <a:xfrm>
            <a:off x="4285206" y="3116596"/>
            <a:ext cx="1607464" cy="1405912"/>
          </a:xfrm>
          <a:custGeom>
            <a:avLst/>
            <a:gdLst>
              <a:gd name="connsiteX0" fmla="*/ 1052714 w 1611723"/>
              <a:gd name="connsiteY0" fmla="*/ 89685 h 1396652"/>
              <a:gd name="connsiteX1" fmla="*/ 1053585 w 1611723"/>
              <a:gd name="connsiteY1" fmla="*/ 95780 h 1396652"/>
              <a:gd name="connsiteX2" fmla="*/ 1056197 w 1611723"/>
              <a:gd name="connsiteY2" fmla="*/ 104488 h 1396652"/>
              <a:gd name="connsiteX3" fmla="*/ 1057938 w 1611723"/>
              <a:gd name="connsiteY3" fmla="*/ 108841 h 1396652"/>
              <a:gd name="connsiteX4" fmla="*/ 1068387 w 1611723"/>
              <a:gd name="connsiteY4" fmla="*/ 123644 h 1396652"/>
              <a:gd name="connsiteX5" fmla="*/ 1070129 w 1611723"/>
              <a:gd name="connsiteY5" fmla="*/ 127997 h 1396652"/>
              <a:gd name="connsiteX6" fmla="*/ 1067516 w 1611723"/>
              <a:gd name="connsiteY6" fmla="*/ 133222 h 1396652"/>
              <a:gd name="connsiteX7" fmla="*/ 1061421 w 1611723"/>
              <a:gd name="connsiteY7" fmla="*/ 139317 h 1396652"/>
              <a:gd name="connsiteX8" fmla="*/ 1037041 w 1611723"/>
              <a:gd name="connsiteY8" fmla="*/ 155861 h 1396652"/>
              <a:gd name="connsiteX9" fmla="*/ 1016143 w 1611723"/>
              <a:gd name="connsiteY9" fmla="*/ 175888 h 1396652"/>
              <a:gd name="connsiteX10" fmla="*/ 1003082 w 1611723"/>
              <a:gd name="connsiteY10" fmla="*/ 192432 h 1396652"/>
              <a:gd name="connsiteX11" fmla="*/ 998729 w 1611723"/>
              <a:gd name="connsiteY11" fmla="*/ 198527 h 1396652"/>
              <a:gd name="connsiteX12" fmla="*/ 993504 w 1611723"/>
              <a:gd name="connsiteY12" fmla="*/ 214200 h 1396652"/>
              <a:gd name="connsiteX13" fmla="*/ 990892 w 1611723"/>
              <a:gd name="connsiteY13" fmla="*/ 227261 h 1396652"/>
              <a:gd name="connsiteX14" fmla="*/ 990892 w 1611723"/>
              <a:gd name="connsiteY14" fmla="*/ 243805 h 1396652"/>
              <a:gd name="connsiteX15" fmla="*/ 995246 w 1611723"/>
              <a:gd name="connsiteY15" fmla="*/ 259478 h 1396652"/>
              <a:gd name="connsiteX16" fmla="*/ 1002211 w 1611723"/>
              <a:gd name="connsiteY16" fmla="*/ 269056 h 1396652"/>
              <a:gd name="connsiteX17" fmla="*/ 1058809 w 1611723"/>
              <a:gd name="connsiteY17" fmla="*/ 322171 h 1396652"/>
              <a:gd name="connsiteX18" fmla="*/ 1071870 w 1611723"/>
              <a:gd name="connsiteY18" fmla="*/ 330878 h 1396652"/>
              <a:gd name="connsiteX19" fmla="*/ 1094509 w 1611723"/>
              <a:gd name="connsiteY19" fmla="*/ 336973 h 1396652"/>
              <a:gd name="connsiteX20" fmla="*/ 1145012 w 1611723"/>
              <a:gd name="connsiteY20" fmla="*/ 340456 h 1396652"/>
              <a:gd name="connsiteX21" fmla="*/ 1172875 w 1611723"/>
              <a:gd name="connsiteY21" fmla="*/ 341327 h 1396652"/>
              <a:gd name="connsiteX22" fmla="*/ 1188548 w 1611723"/>
              <a:gd name="connsiteY22" fmla="*/ 348292 h 1396652"/>
              <a:gd name="connsiteX23" fmla="*/ 1271268 w 1611723"/>
              <a:gd name="connsiteY23" fmla="*/ 409244 h 1396652"/>
              <a:gd name="connsiteX24" fmla="*/ 1277363 w 1611723"/>
              <a:gd name="connsiteY24" fmla="*/ 411856 h 1396652"/>
              <a:gd name="connsiteX25" fmla="*/ 1289553 w 1611723"/>
              <a:gd name="connsiteY25" fmla="*/ 412726 h 1396652"/>
              <a:gd name="connsiteX26" fmla="*/ 1306967 w 1611723"/>
              <a:gd name="connsiteY26" fmla="*/ 407502 h 1396652"/>
              <a:gd name="connsiteX27" fmla="*/ 1315675 w 1611723"/>
              <a:gd name="connsiteY27" fmla="*/ 404019 h 1396652"/>
              <a:gd name="connsiteX28" fmla="*/ 1323511 w 1611723"/>
              <a:gd name="connsiteY28" fmla="*/ 401407 h 1396652"/>
              <a:gd name="connsiteX29" fmla="*/ 1349633 w 1611723"/>
              <a:gd name="connsiteY29" fmla="*/ 399666 h 1396652"/>
              <a:gd name="connsiteX30" fmla="*/ 1387075 w 1611723"/>
              <a:gd name="connsiteY30" fmla="*/ 404890 h 1396652"/>
              <a:gd name="connsiteX31" fmla="*/ 1406231 w 1611723"/>
              <a:gd name="connsiteY31" fmla="*/ 410985 h 1396652"/>
              <a:gd name="connsiteX32" fmla="*/ 1416680 w 1611723"/>
              <a:gd name="connsiteY32" fmla="*/ 417080 h 1396652"/>
              <a:gd name="connsiteX33" fmla="*/ 1427999 w 1611723"/>
              <a:gd name="connsiteY33" fmla="*/ 426658 h 1396652"/>
              <a:gd name="connsiteX34" fmla="*/ 1434094 w 1611723"/>
              <a:gd name="connsiteY34" fmla="*/ 430141 h 1396652"/>
              <a:gd name="connsiteX35" fmla="*/ 1440189 w 1611723"/>
              <a:gd name="connsiteY35" fmla="*/ 431012 h 1396652"/>
              <a:gd name="connsiteX36" fmla="*/ 1450638 w 1611723"/>
              <a:gd name="connsiteY36" fmla="*/ 430141 h 1396652"/>
              <a:gd name="connsiteX37" fmla="*/ 1457604 w 1611723"/>
              <a:gd name="connsiteY37" fmla="*/ 428400 h 1396652"/>
              <a:gd name="connsiteX38" fmla="*/ 1472406 w 1611723"/>
              <a:gd name="connsiteY38" fmla="*/ 417951 h 1396652"/>
              <a:gd name="connsiteX39" fmla="*/ 1487209 w 1611723"/>
              <a:gd name="connsiteY39" fmla="*/ 397053 h 1396652"/>
              <a:gd name="connsiteX40" fmla="*/ 1500270 w 1611723"/>
              <a:gd name="connsiteY40" fmla="*/ 369190 h 1396652"/>
              <a:gd name="connsiteX41" fmla="*/ 1583860 w 1611723"/>
              <a:gd name="connsiteY41" fmla="*/ 360483 h 1396652"/>
              <a:gd name="connsiteX42" fmla="*/ 1589084 w 1611723"/>
              <a:gd name="connsiteY42" fmla="*/ 364836 h 1396652"/>
              <a:gd name="connsiteX43" fmla="*/ 1590826 w 1611723"/>
              <a:gd name="connsiteY43" fmla="*/ 370931 h 1396652"/>
              <a:gd name="connsiteX44" fmla="*/ 1593438 w 1611723"/>
              <a:gd name="connsiteY44" fmla="*/ 380509 h 1396652"/>
              <a:gd name="connsiteX45" fmla="*/ 1597792 w 1611723"/>
              <a:gd name="connsiteY45" fmla="*/ 430141 h 1396652"/>
              <a:gd name="connsiteX46" fmla="*/ 1602145 w 1611723"/>
              <a:gd name="connsiteY46" fmla="*/ 455392 h 1396652"/>
              <a:gd name="connsiteX47" fmla="*/ 1608240 w 1611723"/>
              <a:gd name="connsiteY47" fmla="*/ 476290 h 1396652"/>
              <a:gd name="connsiteX48" fmla="*/ 1611723 w 1611723"/>
              <a:gd name="connsiteY48" fmla="*/ 484126 h 1396652"/>
              <a:gd name="connsiteX49" fmla="*/ 1610853 w 1611723"/>
              <a:gd name="connsiteY49" fmla="*/ 489351 h 1396652"/>
              <a:gd name="connsiteX50" fmla="*/ 1606499 w 1611723"/>
              <a:gd name="connsiteY50" fmla="*/ 508507 h 1396652"/>
              <a:gd name="connsiteX51" fmla="*/ 1602145 w 1611723"/>
              <a:gd name="connsiteY51" fmla="*/ 519826 h 1396652"/>
              <a:gd name="connsiteX52" fmla="*/ 1596921 w 1611723"/>
              <a:gd name="connsiteY52" fmla="*/ 530275 h 1396652"/>
              <a:gd name="connsiteX53" fmla="*/ 1577765 w 1611723"/>
              <a:gd name="connsiteY53" fmla="*/ 562492 h 1396652"/>
              <a:gd name="connsiteX54" fmla="*/ 1574282 w 1611723"/>
              <a:gd name="connsiteY54" fmla="*/ 574683 h 1396652"/>
              <a:gd name="connsiteX55" fmla="*/ 1574282 w 1611723"/>
              <a:gd name="connsiteY55" fmla="*/ 583390 h 1396652"/>
              <a:gd name="connsiteX56" fmla="*/ 1575153 w 1611723"/>
              <a:gd name="connsiteY56" fmla="*/ 595580 h 1396652"/>
              <a:gd name="connsiteX57" fmla="*/ 1577765 w 1611723"/>
              <a:gd name="connsiteY57" fmla="*/ 610382 h 1396652"/>
              <a:gd name="connsiteX58" fmla="*/ 1593438 w 1611723"/>
              <a:gd name="connsiteY58" fmla="*/ 668722 h 1396652"/>
              <a:gd name="connsiteX59" fmla="*/ 1596050 w 1611723"/>
              <a:gd name="connsiteY59" fmla="*/ 695714 h 1396652"/>
              <a:gd name="connsiteX60" fmla="*/ 1511589 w 1611723"/>
              <a:gd name="connsiteY60" fmla="*/ 734897 h 1396652"/>
              <a:gd name="connsiteX61" fmla="*/ 1495916 w 1611723"/>
              <a:gd name="connsiteY61" fmla="*/ 736638 h 1396652"/>
              <a:gd name="connsiteX62" fmla="*/ 1488080 w 1611723"/>
              <a:gd name="connsiteY62" fmla="*/ 740121 h 1396652"/>
              <a:gd name="connsiteX63" fmla="*/ 1480243 w 1611723"/>
              <a:gd name="connsiteY63" fmla="*/ 748829 h 1396652"/>
              <a:gd name="connsiteX64" fmla="*/ 1470665 w 1611723"/>
              <a:gd name="connsiteY64" fmla="*/ 767985 h 1396652"/>
              <a:gd name="connsiteX65" fmla="*/ 1462828 w 1611723"/>
              <a:gd name="connsiteY65" fmla="*/ 777563 h 1396652"/>
              <a:gd name="connsiteX66" fmla="*/ 1450638 w 1611723"/>
              <a:gd name="connsiteY66" fmla="*/ 784529 h 1396652"/>
              <a:gd name="connsiteX67" fmla="*/ 1429741 w 1611723"/>
              <a:gd name="connsiteY67" fmla="*/ 791495 h 1396652"/>
              <a:gd name="connsiteX68" fmla="*/ 1373143 w 1611723"/>
              <a:gd name="connsiteY68" fmla="*/ 793236 h 1396652"/>
              <a:gd name="connsiteX69" fmla="*/ 1365306 w 1611723"/>
              <a:gd name="connsiteY69" fmla="*/ 795848 h 1396652"/>
              <a:gd name="connsiteX70" fmla="*/ 1359211 w 1611723"/>
              <a:gd name="connsiteY70" fmla="*/ 799331 h 1396652"/>
              <a:gd name="connsiteX71" fmla="*/ 1349633 w 1611723"/>
              <a:gd name="connsiteY71" fmla="*/ 810651 h 1396652"/>
              <a:gd name="connsiteX72" fmla="*/ 1342667 w 1611723"/>
              <a:gd name="connsiteY72" fmla="*/ 831548 h 1396652"/>
              <a:gd name="connsiteX73" fmla="*/ 1345280 w 1611723"/>
              <a:gd name="connsiteY73" fmla="*/ 841997 h 1396652"/>
              <a:gd name="connsiteX74" fmla="*/ 1354858 w 1611723"/>
              <a:gd name="connsiteY74" fmla="*/ 865507 h 1396652"/>
              <a:gd name="connsiteX75" fmla="*/ 1358341 w 1611723"/>
              <a:gd name="connsiteY75" fmla="*/ 879438 h 1396652"/>
              <a:gd name="connsiteX76" fmla="*/ 1359211 w 1611723"/>
              <a:gd name="connsiteY76" fmla="*/ 890758 h 1396652"/>
              <a:gd name="connsiteX77" fmla="*/ 1357470 w 1611723"/>
              <a:gd name="connsiteY77" fmla="*/ 899465 h 1396652"/>
              <a:gd name="connsiteX78" fmla="*/ 1346150 w 1611723"/>
              <a:gd name="connsiteY78" fmla="*/ 937777 h 1396652"/>
              <a:gd name="connsiteX79" fmla="*/ 1345280 w 1611723"/>
              <a:gd name="connsiteY79" fmla="*/ 947355 h 1396652"/>
              <a:gd name="connsiteX80" fmla="*/ 1346150 w 1611723"/>
              <a:gd name="connsiteY80" fmla="*/ 955192 h 1396652"/>
              <a:gd name="connsiteX81" fmla="*/ 1349633 w 1611723"/>
              <a:gd name="connsiteY81" fmla="*/ 961287 h 1396652"/>
              <a:gd name="connsiteX82" fmla="*/ 1358341 w 1611723"/>
              <a:gd name="connsiteY82" fmla="*/ 966512 h 1396652"/>
              <a:gd name="connsiteX83" fmla="*/ 1365306 w 1611723"/>
              <a:gd name="connsiteY83" fmla="*/ 969124 h 1396652"/>
              <a:gd name="connsiteX84" fmla="*/ 1405360 w 1611723"/>
              <a:gd name="connsiteY84" fmla="*/ 973477 h 1396652"/>
              <a:gd name="connsiteX85" fmla="*/ 1406231 w 1611723"/>
              <a:gd name="connsiteY85" fmla="*/ 983926 h 1396652"/>
              <a:gd name="connsiteX86" fmla="*/ 1404489 w 1611723"/>
              <a:gd name="connsiteY86" fmla="*/ 995246 h 1396652"/>
              <a:gd name="connsiteX87" fmla="*/ 1402748 w 1611723"/>
              <a:gd name="connsiteY87" fmla="*/ 1002211 h 1396652"/>
              <a:gd name="connsiteX88" fmla="*/ 1399265 w 1611723"/>
              <a:gd name="connsiteY88" fmla="*/ 1010048 h 1396652"/>
              <a:gd name="connsiteX89" fmla="*/ 1394911 w 1611723"/>
              <a:gd name="connsiteY89" fmla="*/ 1019626 h 1396652"/>
              <a:gd name="connsiteX90" fmla="*/ 1387075 w 1611723"/>
              <a:gd name="connsiteY90" fmla="*/ 1032687 h 1396652"/>
              <a:gd name="connsiteX91" fmla="*/ 1374885 w 1611723"/>
              <a:gd name="connsiteY91" fmla="*/ 1045748 h 1396652"/>
              <a:gd name="connsiteX92" fmla="*/ 1371402 w 1611723"/>
              <a:gd name="connsiteY92" fmla="*/ 1052714 h 1396652"/>
              <a:gd name="connsiteX93" fmla="*/ 1370531 w 1611723"/>
              <a:gd name="connsiteY93" fmla="*/ 1061421 h 1396652"/>
              <a:gd name="connsiteX94" fmla="*/ 1373143 w 1611723"/>
              <a:gd name="connsiteY94" fmla="*/ 1069258 h 1396652"/>
              <a:gd name="connsiteX95" fmla="*/ 1374885 w 1611723"/>
              <a:gd name="connsiteY95" fmla="*/ 1077094 h 1396652"/>
              <a:gd name="connsiteX96" fmla="*/ 1371402 w 1611723"/>
              <a:gd name="connsiteY96" fmla="*/ 1089285 h 1396652"/>
              <a:gd name="connsiteX97" fmla="*/ 1363565 w 1611723"/>
              <a:gd name="connsiteY97" fmla="*/ 1104958 h 1396652"/>
              <a:gd name="connsiteX98" fmla="*/ 1340926 w 1611723"/>
              <a:gd name="connsiteY98" fmla="*/ 1138046 h 1396652"/>
              <a:gd name="connsiteX99" fmla="*/ 1325253 w 1611723"/>
              <a:gd name="connsiteY99" fmla="*/ 1145011 h 1396652"/>
              <a:gd name="connsiteX100" fmla="*/ 1308709 w 1611723"/>
              <a:gd name="connsiteY100" fmla="*/ 1149365 h 1396652"/>
              <a:gd name="connsiteX101" fmla="*/ 1283458 w 1611723"/>
              <a:gd name="connsiteY101" fmla="*/ 1149365 h 1396652"/>
              <a:gd name="connsiteX102" fmla="*/ 1273880 w 1611723"/>
              <a:gd name="connsiteY102" fmla="*/ 1151106 h 1396652"/>
              <a:gd name="connsiteX103" fmla="*/ 1266043 w 1611723"/>
              <a:gd name="connsiteY103" fmla="*/ 1155460 h 1396652"/>
              <a:gd name="connsiteX104" fmla="*/ 1261690 w 1611723"/>
              <a:gd name="connsiteY104" fmla="*/ 1163297 h 1396652"/>
              <a:gd name="connsiteX105" fmla="*/ 1259948 w 1611723"/>
              <a:gd name="connsiteY105" fmla="*/ 1174616 h 1396652"/>
              <a:gd name="connsiteX106" fmla="*/ 1258207 w 1611723"/>
              <a:gd name="connsiteY106" fmla="*/ 1186807 h 1396652"/>
              <a:gd name="connsiteX107" fmla="*/ 1255594 w 1611723"/>
              <a:gd name="connsiteY107" fmla="*/ 1198997 h 1396652"/>
              <a:gd name="connsiteX108" fmla="*/ 1214670 w 1611723"/>
              <a:gd name="connsiteY108" fmla="*/ 1329606 h 1396652"/>
              <a:gd name="connsiteX109" fmla="*/ 1202480 w 1611723"/>
              <a:gd name="connsiteY109" fmla="*/ 1358340 h 1396652"/>
              <a:gd name="connsiteX110" fmla="*/ 1201609 w 1611723"/>
              <a:gd name="connsiteY110" fmla="*/ 1366177 h 1396652"/>
              <a:gd name="connsiteX111" fmla="*/ 1201609 w 1611723"/>
              <a:gd name="connsiteY111" fmla="*/ 1388816 h 1396652"/>
              <a:gd name="connsiteX112" fmla="*/ 1179841 w 1611723"/>
              <a:gd name="connsiteY112" fmla="*/ 1383592 h 1396652"/>
              <a:gd name="connsiteX113" fmla="*/ 1147624 w 1611723"/>
              <a:gd name="connsiteY113" fmla="*/ 1361824 h 1396652"/>
              <a:gd name="connsiteX114" fmla="*/ 1135433 w 1611723"/>
              <a:gd name="connsiteY114" fmla="*/ 1361824 h 1396652"/>
              <a:gd name="connsiteX115" fmla="*/ 1131080 w 1611723"/>
              <a:gd name="connsiteY115" fmla="*/ 1363565 h 1396652"/>
              <a:gd name="connsiteX116" fmla="*/ 1127597 w 1611723"/>
              <a:gd name="connsiteY116" fmla="*/ 1366177 h 1396652"/>
              <a:gd name="connsiteX117" fmla="*/ 1121502 w 1611723"/>
              <a:gd name="connsiteY117" fmla="*/ 1375755 h 1396652"/>
              <a:gd name="connsiteX118" fmla="*/ 1107570 w 1611723"/>
              <a:gd name="connsiteY118" fmla="*/ 1388816 h 1396652"/>
              <a:gd name="connsiteX119" fmla="*/ 1097992 w 1611723"/>
              <a:gd name="connsiteY119" fmla="*/ 1394040 h 1396652"/>
              <a:gd name="connsiteX120" fmla="*/ 1087543 w 1611723"/>
              <a:gd name="connsiteY120" fmla="*/ 1396653 h 1396652"/>
              <a:gd name="connsiteX121" fmla="*/ 1080577 w 1611723"/>
              <a:gd name="connsiteY121" fmla="*/ 1395782 h 1396652"/>
              <a:gd name="connsiteX122" fmla="*/ 1074482 w 1611723"/>
              <a:gd name="connsiteY122" fmla="*/ 1391428 h 1396652"/>
              <a:gd name="connsiteX123" fmla="*/ 1068387 w 1611723"/>
              <a:gd name="connsiteY123" fmla="*/ 1389687 h 1396652"/>
              <a:gd name="connsiteX124" fmla="*/ 1038782 w 1611723"/>
              <a:gd name="connsiteY124" fmla="*/ 1388816 h 1396652"/>
              <a:gd name="connsiteX125" fmla="*/ 1025721 w 1611723"/>
              <a:gd name="connsiteY125" fmla="*/ 1387075 h 1396652"/>
              <a:gd name="connsiteX126" fmla="*/ 1023109 w 1611723"/>
              <a:gd name="connsiteY126" fmla="*/ 1377497 h 1396652"/>
              <a:gd name="connsiteX127" fmla="*/ 1023980 w 1611723"/>
              <a:gd name="connsiteY127" fmla="*/ 1363565 h 1396652"/>
              <a:gd name="connsiteX128" fmla="*/ 1021368 w 1611723"/>
              <a:gd name="connsiteY128" fmla="*/ 1357470 h 1396652"/>
              <a:gd name="connsiteX129" fmla="*/ 1002211 w 1611723"/>
              <a:gd name="connsiteY129" fmla="*/ 1335702 h 1396652"/>
              <a:gd name="connsiteX130" fmla="*/ 994375 w 1611723"/>
              <a:gd name="connsiteY130" fmla="*/ 1323511 h 1396652"/>
              <a:gd name="connsiteX131" fmla="*/ 989150 w 1611723"/>
              <a:gd name="connsiteY131" fmla="*/ 1310450 h 1396652"/>
              <a:gd name="connsiteX132" fmla="*/ 987409 w 1611723"/>
              <a:gd name="connsiteY132" fmla="*/ 1300002 h 1396652"/>
              <a:gd name="connsiteX133" fmla="*/ 984797 w 1611723"/>
              <a:gd name="connsiteY133" fmla="*/ 1275621 h 1396652"/>
              <a:gd name="connsiteX134" fmla="*/ 961287 w 1611723"/>
              <a:gd name="connsiteY134" fmla="*/ 1264302 h 1396652"/>
              <a:gd name="connsiteX135" fmla="*/ 952580 w 1611723"/>
              <a:gd name="connsiteY135" fmla="*/ 1257336 h 1396652"/>
              <a:gd name="connsiteX136" fmla="*/ 943002 w 1611723"/>
              <a:gd name="connsiteY136" fmla="*/ 1256465 h 1396652"/>
              <a:gd name="connsiteX137" fmla="*/ 872473 w 1611723"/>
              <a:gd name="connsiteY137" fmla="*/ 1278233 h 1396652"/>
              <a:gd name="connsiteX138" fmla="*/ 862894 w 1611723"/>
              <a:gd name="connsiteY138" fmla="*/ 1277362 h 1396652"/>
              <a:gd name="connsiteX139" fmla="*/ 861153 w 1611723"/>
              <a:gd name="connsiteY139" fmla="*/ 1254723 h 1396652"/>
              <a:gd name="connsiteX140" fmla="*/ 856800 w 1611723"/>
              <a:gd name="connsiteY140" fmla="*/ 1245145 h 1396652"/>
              <a:gd name="connsiteX141" fmla="*/ 851575 w 1611723"/>
              <a:gd name="connsiteY141" fmla="*/ 1228602 h 1396652"/>
              <a:gd name="connsiteX142" fmla="*/ 845480 w 1611723"/>
              <a:gd name="connsiteY142" fmla="*/ 1201609 h 1396652"/>
              <a:gd name="connsiteX143" fmla="*/ 840256 w 1611723"/>
              <a:gd name="connsiteY143" fmla="*/ 1191160 h 1396652"/>
              <a:gd name="connsiteX144" fmla="*/ 823712 w 1611723"/>
              <a:gd name="connsiteY144" fmla="*/ 1171133 h 1396652"/>
              <a:gd name="connsiteX145" fmla="*/ 817617 w 1611723"/>
              <a:gd name="connsiteY145" fmla="*/ 1156331 h 1396652"/>
              <a:gd name="connsiteX146" fmla="*/ 811521 w 1611723"/>
              <a:gd name="connsiteY146" fmla="*/ 1136304 h 1396652"/>
              <a:gd name="connsiteX147" fmla="*/ 808039 w 1611723"/>
              <a:gd name="connsiteY147" fmla="*/ 1130209 h 1396652"/>
              <a:gd name="connsiteX148" fmla="*/ 801943 w 1611723"/>
              <a:gd name="connsiteY148" fmla="*/ 1124114 h 1396652"/>
              <a:gd name="connsiteX149" fmla="*/ 793236 w 1611723"/>
              <a:gd name="connsiteY149" fmla="*/ 1119760 h 1396652"/>
              <a:gd name="connsiteX150" fmla="*/ 788882 w 1611723"/>
              <a:gd name="connsiteY150" fmla="*/ 1118019 h 1396652"/>
              <a:gd name="connsiteX151" fmla="*/ 781917 w 1611723"/>
              <a:gd name="connsiteY151" fmla="*/ 1114536 h 1396652"/>
              <a:gd name="connsiteX152" fmla="*/ 682653 w 1611723"/>
              <a:gd name="connsiteY152" fmla="*/ 1051843 h 1396652"/>
              <a:gd name="connsiteX153" fmla="*/ 665239 w 1611723"/>
              <a:gd name="connsiteY153" fmla="*/ 1037911 h 1396652"/>
              <a:gd name="connsiteX154" fmla="*/ 647824 w 1611723"/>
              <a:gd name="connsiteY154" fmla="*/ 1022238 h 1396652"/>
              <a:gd name="connsiteX155" fmla="*/ 636505 w 1611723"/>
              <a:gd name="connsiteY155" fmla="*/ 1017885 h 1396652"/>
              <a:gd name="connsiteX156" fmla="*/ 626926 w 1611723"/>
              <a:gd name="connsiteY156" fmla="*/ 1012660 h 1396652"/>
              <a:gd name="connsiteX157" fmla="*/ 616478 w 1611723"/>
              <a:gd name="connsiteY157" fmla="*/ 1003953 h 1396652"/>
              <a:gd name="connsiteX158" fmla="*/ 547690 w 1611723"/>
              <a:gd name="connsiteY158" fmla="*/ 1000470 h 1396652"/>
              <a:gd name="connsiteX159" fmla="*/ 539853 w 1611723"/>
              <a:gd name="connsiteY159" fmla="*/ 1003082 h 1396652"/>
              <a:gd name="connsiteX160" fmla="*/ 528534 w 1611723"/>
              <a:gd name="connsiteY160" fmla="*/ 1010048 h 1396652"/>
              <a:gd name="connsiteX161" fmla="*/ 518956 w 1611723"/>
              <a:gd name="connsiteY161" fmla="*/ 1008307 h 1396652"/>
              <a:gd name="connsiteX162" fmla="*/ 513731 w 1611723"/>
              <a:gd name="connsiteY162" fmla="*/ 1004824 h 1396652"/>
              <a:gd name="connsiteX163" fmla="*/ 507636 w 1611723"/>
              <a:gd name="connsiteY163" fmla="*/ 996987 h 1396652"/>
              <a:gd name="connsiteX164" fmla="*/ 504153 w 1611723"/>
              <a:gd name="connsiteY164" fmla="*/ 989150 h 1396652"/>
              <a:gd name="connsiteX165" fmla="*/ 499800 w 1611723"/>
              <a:gd name="connsiteY165" fmla="*/ 981314 h 1396652"/>
              <a:gd name="connsiteX166" fmla="*/ 493705 w 1611723"/>
              <a:gd name="connsiteY166" fmla="*/ 972607 h 1396652"/>
              <a:gd name="connsiteX167" fmla="*/ 488480 w 1611723"/>
              <a:gd name="connsiteY167" fmla="*/ 967382 h 1396652"/>
              <a:gd name="connsiteX168" fmla="*/ 480644 w 1611723"/>
              <a:gd name="connsiteY168" fmla="*/ 963028 h 1396652"/>
              <a:gd name="connsiteX169" fmla="*/ 457134 w 1611723"/>
              <a:gd name="connsiteY169" fmla="*/ 956063 h 1396652"/>
              <a:gd name="connsiteX170" fmla="*/ 449297 w 1611723"/>
              <a:gd name="connsiteY170" fmla="*/ 956063 h 1396652"/>
              <a:gd name="connsiteX171" fmla="*/ 438849 w 1611723"/>
              <a:gd name="connsiteY171" fmla="*/ 956063 h 1396652"/>
              <a:gd name="connsiteX172" fmla="*/ 428400 w 1611723"/>
              <a:gd name="connsiteY172" fmla="*/ 960416 h 1396652"/>
              <a:gd name="connsiteX173" fmla="*/ 424046 w 1611723"/>
              <a:gd name="connsiteY173" fmla="*/ 961287 h 1396652"/>
              <a:gd name="connsiteX174" fmla="*/ 391829 w 1611723"/>
              <a:gd name="connsiteY174" fmla="*/ 962158 h 1396652"/>
              <a:gd name="connsiteX175" fmla="*/ 357000 w 1611723"/>
              <a:gd name="connsiteY175" fmla="*/ 958675 h 1396652"/>
              <a:gd name="connsiteX176" fmla="*/ 324783 w 1611723"/>
              <a:gd name="connsiteY176" fmla="*/ 947355 h 1396652"/>
              <a:gd name="connsiteX177" fmla="*/ 306497 w 1611723"/>
              <a:gd name="connsiteY177" fmla="*/ 944743 h 1396652"/>
              <a:gd name="connsiteX178" fmla="*/ 299532 w 1611723"/>
              <a:gd name="connsiteY178" fmla="*/ 942131 h 1396652"/>
              <a:gd name="connsiteX179" fmla="*/ 290824 w 1611723"/>
              <a:gd name="connsiteY179" fmla="*/ 934294 h 1396652"/>
              <a:gd name="connsiteX180" fmla="*/ 283858 w 1611723"/>
              <a:gd name="connsiteY180" fmla="*/ 929941 h 1396652"/>
              <a:gd name="connsiteX181" fmla="*/ 272539 w 1611723"/>
              <a:gd name="connsiteY181" fmla="*/ 924716 h 1396652"/>
              <a:gd name="connsiteX182" fmla="*/ 258607 w 1611723"/>
              <a:gd name="connsiteY182" fmla="*/ 922104 h 1396652"/>
              <a:gd name="connsiteX183" fmla="*/ 249029 w 1611723"/>
              <a:gd name="connsiteY183" fmla="*/ 922104 h 1396652"/>
              <a:gd name="connsiteX184" fmla="*/ 241192 w 1611723"/>
              <a:gd name="connsiteY184" fmla="*/ 923846 h 1396652"/>
              <a:gd name="connsiteX185" fmla="*/ 215941 w 1611723"/>
              <a:gd name="connsiteY185" fmla="*/ 941260 h 1396652"/>
              <a:gd name="connsiteX186" fmla="*/ 180241 w 1611723"/>
              <a:gd name="connsiteY186" fmla="*/ 960416 h 1396652"/>
              <a:gd name="connsiteX187" fmla="*/ 146283 w 1611723"/>
              <a:gd name="connsiteY187" fmla="*/ 973477 h 1396652"/>
              <a:gd name="connsiteX188" fmla="*/ 80978 w 1611723"/>
              <a:gd name="connsiteY188" fmla="*/ 981314 h 1396652"/>
              <a:gd name="connsiteX189" fmla="*/ 56598 w 1611723"/>
              <a:gd name="connsiteY189" fmla="*/ 938648 h 1396652"/>
              <a:gd name="connsiteX190" fmla="*/ 24380 w 1611723"/>
              <a:gd name="connsiteY190" fmla="*/ 893370 h 1396652"/>
              <a:gd name="connsiteX191" fmla="*/ 21768 w 1611723"/>
              <a:gd name="connsiteY191" fmla="*/ 886404 h 1396652"/>
              <a:gd name="connsiteX192" fmla="*/ 21768 w 1611723"/>
              <a:gd name="connsiteY192" fmla="*/ 875085 h 1396652"/>
              <a:gd name="connsiteX193" fmla="*/ 20898 w 1611723"/>
              <a:gd name="connsiteY193" fmla="*/ 863765 h 1396652"/>
              <a:gd name="connsiteX194" fmla="*/ 17415 w 1611723"/>
              <a:gd name="connsiteY194" fmla="*/ 848963 h 1396652"/>
              <a:gd name="connsiteX195" fmla="*/ 11320 w 1611723"/>
              <a:gd name="connsiteY195" fmla="*/ 834160 h 1396652"/>
              <a:gd name="connsiteX196" fmla="*/ 0 w 1611723"/>
              <a:gd name="connsiteY196" fmla="*/ 796719 h 1396652"/>
              <a:gd name="connsiteX197" fmla="*/ 20027 w 1611723"/>
              <a:gd name="connsiteY197" fmla="*/ 784529 h 1396652"/>
              <a:gd name="connsiteX198" fmla="*/ 33959 w 1611723"/>
              <a:gd name="connsiteY198" fmla="*/ 772338 h 1396652"/>
              <a:gd name="connsiteX199" fmla="*/ 66176 w 1611723"/>
              <a:gd name="connsiteY199" fmla="*/ 737509 h 1396652"/>
              <a:gd name="connsiteX200" fmla="*/ 74883 w 1611723"/>
              <a:gd name="connsiteY200" fmla="*/ 725319 h 1396652"/>
              <a:gd name="connsiteX201" fmla="*/ 79237 w 1611723"/>
              <a:gd name="connsiteY201" fmla="*/ 715741 h 1396652"/>
              <a:gd name="connsiteX202" fmla="*/ 80107 w 1611723"/>
              <a:gd name="connsiteY202" fmla="*/ 709646 h 1396652"/>
              <a:gd name="connsiteX203" fmla="*/ 80978 w 1611723"/>
              <a:gd name="connsiteY203" fmla="*/ 694843 h 1396652"/>
              <a:gd name="connsiteX204" fmla="*/ 84461 w 1611723"/>
              <a:gd name="connsiteY204" fmla="*/ 685265 h 1396652"/>
              <a:gd name="connsiteX205" fmla="*/ 83590 w 1611723"/>
              <a:gd name="connsiteY205" fmla="*/ 680912 h 1396652"/>
              <a:gd name="connsiteX206" fmla="*/ 80107 w 1611723"/>
              <a:gd name="connsiteY206" fmla="*/ 677429 h 1396652"/>
              <a:gd name="connsiteX207" fmla="*/ 72271 w 1611723"/>
              <a:gd name="connsiteY207" fmla="*/ 671334 h 1396652"/>
              <a:gd name="connsiteX208" fmla="*/ 87944 w 1611723"/>
              <a:gd name="connsiteY208" fmla="*/ 627797 h 1396652"/>
              <a:gd name="connsiteX209" fmla="*/ 102746 w 1611723"/>
              <a:gd name="connsiteY209" fmla="*/ 611253 h 1396652"/>
              <a:gd name="connsiteX210" fmla="*/ 113195 w 1611723"/>
              <a:gd name="connsiteY210" fmla="*/ 603417 h 1396652"/>
              <a:gd name="connsiteX211" fmla="*/ 122773 w 1611723"/>
              <a:gd name="connsiteY211" fmla="*/ 594709 h 1396652"/>
              <a:gd name="connsiteX212" fmla="*/ 134963 w 1611723"/>
              <a:gd name="connsiteY212" fmla="*/ 573812 h 1396652"/>
              <a:gd name="connsiteX213" fmla="*/ 141929 w 1611723"/>
              <a:gd name="connsiteY213" fmla="*/ 565104 h 1396652"/>
              <a:gd name="connsiteX214" fmla="*/ 254253 w 1611723"/>
              <a:gd name="connsiteY214" fmla="*/ 505895 h 1396652"/>
              <a:gd name="connsiteX215" fmla="*/ 265573 w 1611723"/>
              <a:gd name="connsiteY215" fmla="*/ 505895 h 1396652"/>
              <a:gd name="connsiteX216" fmla="*/ 342197 w 1611723"/>
              <a:gd name="connsiteY216" fmla="*/ 537241 h 1396652"/>
              <a:gd name="connsiteX217" fmla="*/ 354388 w 1611723"/>
              <a:gd name="connsiteY217" fmla="*/ 539853 h 1396652"/>
              <a:gd name="connsiteX218" fmla="*/ 386605 w 1611723"/>
              <a:gd name="connsiteY218" fmla="*/ 538983 h 1396652"/>
              <a:gd name="connsiteX219" fmla="*/ 394441 w 1611723"/>
              <a:gd name="connsiteY219" fmla="*/ 540724 h 1396652"/>
              <a:gd name="connsiteX220" fmla="*/ 408373 w 1611723"/>
              <a:gd name="connsiteY220" fmla="*/ 550302 h 1396652"/>
              <a:gd name="connsiteX221" fmla="*/ 433624 w 1611723"/>
              <a:gd name="connsiteY221" fmla="*/ 552914 h 1396652"/>
              <a:gd name="connsiteX222" fmla="*/ 478902 w 1611723"/>
              <a:gd name="connsiteY222" fmla="*/ 547690 h 1396652"/>
              <a:gd name="connsiteX223" fmla="*/ 514602 w 1611723"/>
              <a:gd name="connsiteY223" fmla="*/ 538112 h 1396652"/>
              <a:gd name="connsiteX224" fmla="*/ 566846 w 1611723"/>
              <a:gd name="connsiteY224" fmla="*/ 509378 h 1396652"/>
              <a:gd name="connsiteX225" fmla="*/ 587744 w 1611723"/>
              <a:gd name="connsiteY225" fmla="*/ 490222 h 1396652"/>
              <a:gd name="connsiteX226" fmla="*/ 599934 w 1611723"/>
              <a:gd name="connsiteY226" fmla="*/ 487609 h 1396652"/>
              <a:gd name="connsiteX227" fmla="*/ 621702 w 1611723"/>
              <a:gd name="connsiteY227" fmla="*/ 486739 h 1396652"/>
              <a:gd name="connsiteX228" fmla="*/ 630409 w 1611723"/>
              <a:gd name="connsiteY228" fmla="*/ 483256 h 1396652"/>
              <a:gd name="connsiteX229" fmla="*/ 639987 w 1611723"/>
              <a:gd name="connsiteY229" fmla="*/ 463229 h 1396652"/>
              <a:gd name="connsiteX230" fmla="*/ 643470 w 1611723"/>
              <a:gd name="connsiteY230" fmla="*/ 447556 h 1396652"/>
              <a:gd name="connsiteX231" fmla="*/ 643470 w 1611723"/>
              <a:gd name="connsiteY231" fmla="*/ 430141 h 1396652"/>
              <a:gd name="connsiteX232" fmla="*/ 644341 w 1611723"/>
              <a:gd name="connsiteY232" fmla="*/ 421434 h 1396652"/>
              <a:gd name="connsiteX233" fmla="*/ 646953 w 1611723"/>
              <a:gd name="connsiteY233" fmla="*/ 412726 h 1396652"/>
              <a:gd name="connsiteX234" fmla="*/ 650436 w 1611723"/>
              <a:gd name="connsiteY234" fmla="*/ 402278 h 1396652"/>
              <a:gd name="connsiteX235" fmla="*/ 652178 w 1611723"/>
              <a:gd name="connsiteY235" fmla="*/ 392700 h 1396652"/>
              <a:gd name="connsiteX236" fmla="*/ 650436 w 1611723"/>
              <a:gd name="connsiteY236" fmla="*/ 381380 h 1396652"/>
              <a:gd name="connsiteX237" fmla="*/ 648695 w 1611723"/>
              <a:gd name="connsiteY237" fmla="*/ 370061 h 1396652"/>
              <a:gd name="connsiteX238" fmla="*/ 647824 w 1611723"/>
              <a:gd name="connsiteY238" fmla="*/ 357000 h 1396652"/>
              <a:gd name="connsiteX239" fmla="*/ 650436 w 1611723"/>
              <a:gd name="connsiteY239" fmla="*/ 343939 h 1396652"/>
              <a:gd name="connsiteX240" fmla="*/ 674817 w 1611723"/>
              <a:gd name="connsiteY240" fmla="*/ 296919 h 1396652"/>
              <a:gd name="connsiteX241" fmla="*/ 675687 w 1611723"/>
              <a:gd name="connsiteY241" fmla="*/ 275151 h 1396652"/>
              <a:gd name="connsiteX242" fmla="*/ 673075 w 1611723"/>
              <a:gd name="connsiteY242" fmla="*/ 262961 h 1396652"/>
              <a:gd name="connsiteX243" fmla="*/ 669592 w 1611723"/>
              <a:gd name="connsiteY243" fmla="*/ 255995 h 1396652"/>
              <a:gd name="connsiteX244" fmla="*/ 665239 w 1611723"/>
              <a:gd name="connsiteY244" fmla="*/ 247288 h 1396652"/>
              <a:gd name="connsiteX245" fmla="*/ 658273 w 1611723"/>
              <a:gd name="connsiteY245" fmla="*/ 242063 h 1396652"/>
              <a:gd name="connsiteX246" fmla="*/ 641729 w 1611723"/>
              <a:gd name="connsiteY246" fmla="*/ 232485 h 1396652"/>
              <a:gd name="connsiteX247" fmla="*/ 633892 w 1611723"/>
              <a:gd name="connsiteY247" fmla="*/ 227261 h 1396652"/>
              <a:gd name="connsiteX248" fmla="*/ 628668 w 1611723"/>
              <a:gd name="connsiteY248" fmla="*/ 219424 h 1396652"/>
              <a:gd name="connsiteX249" fmla="*/ 626926 w 1611723"/>
              <a:gd name="connsiteY249" fmla="*/ 214200 h 1396652"/>
              <a:gd name="connsiteX250" fmla="*/ 623444 w 1611723"/>
              <a:gd name="connsiteY250" fmla="*/ 198527 h 1396652"/>
              <a:gd name="connsiteX251" fmla="*/ 620831 w 1611723"/>
              <a:gd name="connsiteY251" fmla="*/ 188949 h 1396652"/>
              <a:gd name="connsiteX252" fmla="*/ 613865 w 1611723"/>
              <a:gd name="connsiteY252" fmla="*/ 173275 h 1396652"/>
              <a:gd name="connsiteX253" fmla="*/ 611253 w 1611723"/>
              <a:gd name="connsiteY253" fmla="*/ 160214 h 1396652"/>
              <a:gd name="connsiteX254" fmla="*/ 610383 w 1611723"/>
              <a:gd name="connsiteY254" fmla="*/ 149766 h 1396652"/>
              <a:gd name="connsiteX255" fmla="*/ 612995 w 1611723"/>
              <a:gd name="connsiteY255" fmla="*/ 140188 h 1396652"/>
              <a:gd name="connsiteX256" fmla="*/ 618219 w 1611723"/>
              <a:gd name="connsiteY256" fmla="*/ 126256 h 1396652"/>
              <a:gd name="connsiteX257" fmla="*/ 619961 w 1611723"/>
              <a:gd name="connsiteY257" fmla="*/ 114066 h 1396652"/>
              <a:gd name="connsiteX258" fmla="*/ 617348 w 1611723"/>
              <a:gd name="connsiteY258" fmla="*/ 91427 h 1396652"/>
              <a:gd name="connsiteX259" fmla="*/ 613865 w 1611723"/>
              <a:gd name="connsiteY259" fmla="*/ 73141 h 1396652"/>
              <a:gd name="connsiteX260" fmla="*/ 612995 w 1611723"/>
              <a:gd name="connsiteY260" fmla="*/ 60080 h 1396652"/>
              <a:gd name="connsiteX261" fmla="*/ 618219 w 1611723"/>
              <a:gd name="connsiteY261" fmla="*/ 53115 h 1396652"/>
              <a:gd name="connsiteX262" fmla="*/ 624314 w 1611723"/>
              <a:gd name="connsiteY262" fmla="*/ 55727 h 1396652"/>
              <a:gd name="connsiteX263" fmla="*/ 629539 w 1611723"/>
              <a:gd name="connsiteY263" fmla="*/ 54856 h 1396652"/>
              <a:gd name="connsiteX264" fmla="*/ 633892 w 1611723"/>
              <a:gd name="connsiteY264" fmla="*/ 49632 h 1396652"/>
              <a:gd name="connsiteX265" fmla="*/ 640858 w 1611723"/>
              <a:gd name="connsiteY265" fmla="*/ 38312 h 1396652"/>
              <a:gd name="connsiteX266" fmla="*/ 646953 w 1611723"/>
              <a:gd name="connsiteY266" fmla="*/ 34829 h 1396652"/>
              <a:gd name="connsiteX267" fmla="*/ 673075 w 1611723"/>
              <a:gd name="connsiteY267" fmla="*/ 31346 h 1396652"/>
              <a:gd name="connsiteX268" fmla="*/ 684395 w 1611723"/>
              <a:gd name="connsiteY268" fmla="*/ 26122 h 1396652"/>
              <a:gd name="connsiteX269" fmla="*/ 693973 w 1611723"/>
              <a:gd name="connsiteY269" fmla="*/ 11319 h 1396652"/>
              <a:gd name="connsiteX270" fmla="*/ 701809 w 1611723"/>
              <a:gd name="connsiteY270" fmla="*/ 3483 h 1396652"/>
              <a:gd name="connsiteX271" fmla="*/ 713129 w 1611723"/>
              <a:gd name="connsiteY271" fmla="*/ 0 h 1396652"/>
              <a:gd name="connsiteX272" fmla="*/ 723578 w 1611723"/>
              <a:gd name="connsiteY272" fmla="*/ 1741 h 1396652"/>
              <a:gd name="connsiteX273" fmla="*/ 729673 w 1611723"/>
              <a:gd name="connsiteY273" fmla="*/ 11319 h 1396652"/>
              <a:gd name="connsiteX274" fmla="*/ 733156 w 1611723"/>
              <a:gd name="connsiteY274" fmla="*/ 22639 h 1396652"/>
              <a:gd name="connsiteX275" fmla="*/ 738380 w 1611723"/>
              <a:gd name="connsiteY275" fmla="*/ 31346 h 1396652"/>
              <a:gd name="connsiteX276" fmla="*/ 744475 w 1611723"/>
              <a:gd name="connsiteY276" fmla="*/ 33958 h 1396652"/>
              <a:gd name="connsiteX277" fmla="*/ 752312 w 1611723"/>
              <a:gd name="connsiteY277" fmla="*/ 27863 h 1396652"/>
              <a:gd name="connsiteX278" fmla="*/ 754924 w 1611723"/>
              <a:gd name="connsiteY278" fmla="*/ 22639 h 1396652"/>
              <a:gd name="connsiteX279" fmla="*/ 762760 w 1611723"/>
              <a:gd name="connsiteY279" fmla="*/ 14802 h 1396652"/>
              <a:gd name="connsiteX280" fmla="*/ 770597 w 1611723"/>
              <a:gd name="connsiteY280" fmla="*/ 8707 h 1396652"/>
              <a:gd name="connsiteX281" fmla="*/ 774080 w 1611723"/>
              <a:gd name="connsiteY281" fmla="*/ 8707 h 1396652"/>
              <a:gd name="connsiteX282" fmla="*/ 782787 w 1611723"/>
              <a:gd name="connsiteY282" fmla="*/ 11319 h 1396652"/>
              <a:gd name="connsiteX283" fmla="*/ 822841 w 1611723"/>
              <a:gd name="connsiteY283" fmla="*/ 29605 h 1396652"/>
              <a:gd name="connsiteX284" fmla="*/ 835031 w 1611723"/>
              <a:gd name="connsiteY284" fmla="*/ 39183 h 1396652"/>
              <a:gd name="connsiteX285" fmla="*/ 846351 w 1611723"/>
              <a:gd name="connsiteY285" fmla="*/ 51373 h 1396652"/>
              <a:gd name="connsiteX286" fmla="*/ 852446 w 1611723"/>
              <a:gd name="connsiteY286" fmla="*/ 54856 h 1396652"/>
              <a:gd name="connsiteX287" fmla="*/ 860282 w 1611723"/>
              <a:gd name="connsiteY287" fmla="*/ 55727 h 1396652"/>
              <a:gd name="connsiteX288" fmla="*/ 867248 w 1611723"/>
              <a:gd name="connsiteY288" fmla="*/ 53985 h 1396652"/>
              <a:gd name="connsiteX289" fmla="*/ 880309 w 1611723"/>
              <a:gd name="connsiteY289" fmla="*/ 44407 h 1396652"/>
              <a:gd name="connsiteX290" fmla="*/ 887275 w 1611723"/>
              <a:gd name="connsiteY290" fmla="*/ 40924 h 1396652"/>
              <a:gd name="connsiteX291" fmla="*/ 895112 w 1611723"/>
              <a:gd name="connsiteY291" fmla="*/ 40924 h 1396652"/>
              <a:gd name="connsiteX292" fmla="*/ 900336 w 1611723"/>
              <a:gd name="connsiteY292" fmla="*/ 43537 h 1396652"/>
              <a:gd name="connsiteX293" fmla="*/ 904690 w 1611723"/>
              <a:gd name="connsiteY293" fmla="*/ 49632 h 1396652"/>
              <a:gd name="connsiteX294" fmla="*/ 908173 w 1611723"/>
              <a:gd name="connsiteY294" fmla="*/ 58339 h 1396652"/>
              <a:gd name="connsiteX295" fmla="*/ 912526 w 1611723"/>
              <a:gd name="connsiteY295" fmla="*/ 66176 h 1396652"/>
              <a:gd name="connsiteX296" fmla="*/ 916880 w 1611723"/>
              <a:gd name="connsiteY296" fmla="*/ 67917 h 1396652"/>
              <a:gd name="connsiteX297" fmla="*/ 922104 w 1611723"/>
              <a:gd name="connsiteY297" fmla="*/ 66176 h 1396652"/>
              <a:gd name="connsiteX298" fmla="*/ 928199 w 1611723"/>
              <a:gd name="connsiteY298" fmla="*/ 61822 h 1396652"/>
              <a:gd name="connsiteX299" fmla="*/ 943002 w 1611723"/>
              <a:gd name="connsiteY299" fmla="*/ 46149 h 1396652"/>
              <a:gd name="connsiteX300" fmla="*/ 949097 w 1611723"/>
              <a:gd name="connsiteY300" fmla="*/ 44407 h 1396652"/>
              <a:gd name="connsiteX301" fmla="*/ 1021368 w 1611723"/>
              <a:gd name="connsiteY301" fmla="*/ 55727 h 1396652"/>
              <a:gd name="connsiteX302" fmla="*/ 1030946 w 1611723"/>
              <a:gd name="connsiteY302" fmla="*/ 64434 h 1396652"/>
              <a:gd name="connsiteX303" fmla="*/ 1040524 w 1611723"/>
              <a:gd name="connsiteY303" fmla="*/ 82719 h 1396652"/>
              <a:gd name="connsiteX304" fmla="*/ 1044877 w 1611723"/>
              <a:gd name="connsiteY304" fmla="*/ 87073 h 1396652"/>
              <a:gd name="connsiteX305" fmla="*/ 1052714 w 1611723"/>
              <a:gd name="connsiteY305" fmla="*/ 89685 h 1396652"/>
            </a:gdLst>
            <a:ahLst/>
            <a:cxnLst/>
            <a:rect l="l" t="t" r="r" b="b"/>
            <a:pathLst>
              <a:path w="1611723" h="1396652">
                <a:moveTo>
                  <a:pt x="1052714" y="89685"/>
                </a:moveTo>
                <a:lnTo>
                  <a:pt x="1053585" y="95780"/>
                </a:lnTo>
                <a:lnTo>
                  <a:pt x="1056197" y="104488"/>
                </a:lnTo>
                <a:lnTo>
                  <a:pt x="1057938" y="108841"/>
                </a:lnTo>
                <a:lnTo>
                  <a:pt x="1068387" y="123644"/>
                </a:lnTo>
                <a:lnTo>
                  <a:pt x="1070129" y="127997"/>
                </a:lnTo>
                <a:lnTo>
                  <a:pt x="1067516" y="133222"/>
                </a:lnTo>
                <a:lnTo>
                  <a:pt x="1061421" y="139317"/>
                </a:lnTo>
                <a:lnTo>
                  <a:pt x="1037041" y="155861"/>
                </a:lnTo>
                <a:lnTo>
                  <a:pt x="1016143" y="175888"/>
                </a:lnTo>
                <a:lnTo>
                  <a:pt x="1003082" y="192432"/>
                </a:lnTo>
                <a:lnTo>
                  <a:pt x="998729" y="198527"/>
                </a:lnTo>
                <a:lnTo>
                  <a:pt x="993504" y="214200"/>
                </a:lnTo>
                <a:lnTo>
                  <a:pt x="990892" y="227261"/>
                </a:lnTo>
                <a:lnTo>
                  <a:pt x="990892" y="243805"/>
                </a:lnTo>
                <a:lnTo>
                  <a:pt x="995246" y="259478"/>
                </a:lnTo>
                <a:lnTo>
                  <a:pt x="1002211" y="269056"/>
                </a:lnTo>
                <a:lnTo>
                  <a:pt x="1058809" y="322171"/>
                </a:lnTo>
                <a:lnTo>
                  <a:pt x="1071870" y="330878"/>
                </a:lnTo>
                <a:lnTo>
                  <a:pt x="1094509" y="336973"/>
                </a:lnTo>
                <a:lnTo>
                  <a:pt x="1145012" y="340456"/>
                </a:lnTo>
                <a:lnTo>
                  <a:pt x="1172875" y="341327"/>
                </a:lnTo>
                <a:lnTo>
                  <a:pt x="1188548" y="348292"/>
                </a:lnTo>
                <a:lnTo>
                  <a:pt x="1271268" y="409244"/>
                </a:lnTo>
                <a:lnTo>
                  <a:pt x="1277363" y="411856"/>
                </a:lnTo>
                <a:lnTo>
                  <a:pt x="1289553" y="412726"/>
                </a:lnTo>
                <a:lnTo>
                  <a:pt x="1306967" y="407502"/>
                </a:lnTo>
                <a:lnTo>
                  <a:pt x="1315675" y="404019"/>
                </a:lnTo>
                <a:lnTo>
                  <a:pt x="1323511" y="401407"/>
                </a:lnTo>
                <a:lnTo>
                  <a:pt x="1349633" y="399666"/>
                </a:lnTo>
                <a:lnTo>
                  <a:pt x="1387075" y="404890"/>
                </a:lnTo>
                <a:lnTo>
                  <a:pt x="1406231" y="410985"/>
                </a:lnTo>
                <a:lnTo>
                  <a:pt x="1416680" y="417080"/>
                </a:lnTo>
                <a:lnTo>
                  <a:pt x="1427999" y="426658"/>
                </a:lnTo>
                <a:lnTo>
                  <a:pt x="1434094" y="430141"/>
                </a:lnTo>
                <a:lnTo>
                  <a:pt x="1440189" y="431012"/>
                </a:lnTo>
                <a:lnTo>
                  <a:pt x="1450638" y="430141"/>
                </a:lnTo>
                <a:lnTo>
                  <a:pt x="1457604" y="428400"/>
                </a:lnTo>
                <a:lnTo>
                  <a:pt x="1472406" y="417951"/>
                </a:lnTo>
                <a:lnTo>
                  <a:pt x="1487209" y="397053"/>
                </a:lnTo>
                <a:lnTo>
                  <a:pt x="1500270" y="369190"/>
                </a:lnTo>
                <a:lnTo>
                  <a:pt x="1583860" y="360483"/>
                </a:lnTo>
                <a:lnTo>
                  <a:pt x="1589084" y="364836"/>
                </a:lnTo>
                <a:lnTo>
                  <a:pt x="1590826" y="370931"/>
                </a:lnTo>
                <a:lnTo>
                  <a:pt x="1593438" y="380509"/>
                </a:lnTo>
                <a:lnTo>
                  <a:pt x="1597792" y="430141"/>
                </a:lnTo>
                <a:lnTo>
                  <a:pt x="1602145" y="455392"/>
                </a:lnTo>
                <a:lnTo>
                  <a:pt x="1608240" y="476290"/>
                </a:lnTo>
                <a:lnTo>
                  <a:pt x="1611723" y="484126"/>
                </a:lnTo>
                <a:lnTo>
                  <a:pt x="1610853" y="489351"/>
                </a:lnTo>
                <a:lnTo>
                  <a:pt x="1606499" y="508507"/>
                </a:lnTo>
                <a:lnTo>
                  <a:pt x="1602145" y="519826"/>
                </a:lnTo>
                <a:lnTo>
                  <a:pt x="1596921" y="530275"/>
                </a:lnTo>
                <a:lnTo>
                  <a:pt x="1577765" y="562492"/>
                </a:lnTo>
                <a:lnTo>
                  <a:pt x="1574282" y="574683"/>
                </a:lnTo>
                <a:lnTo>
                  <a:pt x="1574282" y="583390"/>
                </a:lnTo>
                <a:lnTo>
                  <a:pt x="1575153" y="595580"/>
                </a:lnTo>
                <a:lnTo>
                  <a:pt x="1577765" y="610382"/>
                </a:lnTo>
                <a:lnTo>
                  <a:pt x="1593438" y="668722"/>
                </a:lnTo>
                <a:lnTo>
                  <a:pt x="1596050" y="695714"/>
                </a:lnTo>
                <a:lnTo>
                  <a:pt x="1511589" y="734897"/>
                </a:lnTo>
                <a:lnTo>
                  <a:pt x="1495916" y="736638"/>
                </a:lnTo>
                <a:lnTo>
                  <a:pt x="1488080" y="740121"/>
                </a:lnTo>
                <a:lnTo>
                  <a:pt x="1480243" y="748829"/>
                </a:lnTo>
                <a:lnTo>
                  <a:pt x="1470665" y="767985"/>
                </a:lnTo>
                <a:lnTo>
                  <a:pt x="1462828" y="777563"/>
                </a:lnTo>
                <a:lnTo>
                  <a:pt x="1450638" y="784529"/>
                </a:lnTo>
                <a:lnTo>
                  <a:pt x="1429741" y="791495"/>
                </a:lnTo>
                <a:lnTo>
                  <a:pt x="1373143" y="793236"/>
                </a:lnTo>
                <a:lnTo>
                  <a:pt x="1365306" y="795848"/>
                </a:lnTo>
                <a:lnTo>
                  <a:pt x="1359211" y="799331"/>
                </a:lnTo>
                <a:lnTo>
                  <a:pt x="1349633" y="810651"/>
                </a:lnTo>
                <a:lnTo>
                  <a:pt x="1342667" y="831548"/>
                </a:lnTo>
                <a:lnTo>
                  <a:pt x="1345280" y="841997"/>
                </a:lnTo>
                <a:lnTo>
                  <a:pt x="1354858" y="865507"/>
                </a:lnTo>
                <a:lnTo>
                  <a:pt x="1358341" y="879438"/>
                </a:lnTo>
                <a:lnTo>
                  <a:pt x="1359211" y="890758"/>
                </a:lnTo>
                <a:lnTo>
                  <a:pt x="1357470" y="899465"/>
                </a:lnTo>
                <a:lnTo>
                  <a:pt x="1346150" y="937777"/>
                </a:lnTo>
                <a:lnTo>
                  <a:pt x="1345280" y="947355"/>
                </a:lnTo>
                <a:lnTo>
                  <a:pt x="1346150" y="955192"/>
                </a:lnTo>
                <a:lnTo>
                  <a:pt x="1349633" y="961287"/>
                </a:lnTo>
                <a:lnTo>
                  <a:pt x="1358341" y="966512"/>
                </a:lnTo>
                <a:lnTo>
                  <a:pt x="1365306" y="969124"/>
                </a:lnTo>
                <a:lnTo>
                  <a:pt x="1405360" y="973477"/>
                </a:lnTo>
                <a:lnTo>
                  <a:pt x="1406231" y="983926"/>
                </a:lnTo>
                <a:lnTo>
                  <a:pt x="1404489" y="995246"/>
                </a:lnTo>
                <a:lnTo>
                  <a:pt x="1402748" y="1002211"/>
                </a:lnTo>
                <a:lnTo>
                  <a:pt x="1399265" y="1010048"/>
                </a:lnTo>
                <a:lnTo>
                  <a:pt x="1394911" y="1019626"/>
                </a:lnTo>
                <a:lnTo>
                  <a:pt x="1387075" y="1032687"/>
                </a:lnTo>
                <a:lnTo>
                  <a:pt x="1374885" y="1045748"/>
                </a:lnTo>
                <a:lnTo>
                  <a:pt x="1371402" y="1052714"/>
                </a:lnTo>
                <a:lnTo>
                  <a:pt x="1370531" y="1061421"/>
                </a:lnTo>
                <a:lnTo>
                  <a:pt x="1373143" y="1069258"/>
                </a:lnTo>
                <a:lnTo>
                  <a:pt x="1374885" y="1077094"/>
                </a:lnTo>
                <a:lnTo>
                  <a:pt x="1371402" y="1089285"/>
                </a:lnTo>
                <a:lnTo>
                  <a:pt x="1363565" y="1104958"/>
                </a:lnTo>
                <a:lnTo>
                  <a:pt x="1340926" y="1138046"/>
                </a:lnTo>
                <a:lnTo>
                  <a:pt x="1325253" y="1145011"/>
                </a:lnTo>
                <a:lnTo>
                  <a:pt x="1308709" y="1149365"/>
                </a:lnTo>
                <a:lnTo>
                  <a:pt x="1283458" y="1149365"/>
                </a:lnTo>
                <a:lnTo>
                  <a:pt x="1273880" y="1151106"/>
                </a:lnTo>
                <a:lnTo>
                  <a:pt x="1266043" y="1155460"/>
                </a:lnTo>
                <a:lnTo>
                  <a:pt x="1261690" y="1163297"/>
                </a:lnTo>
                <a:lnTo>
                  <a:pt x="1259948" y="1174616"/>
                </a:lnTo>
                <a:lnTo>
                  <a:pt x="1258207" y="1186807"/>
                </a:lnTo>
                <a:lnTo>
                  <a:pt x="1255594" y="1198997"/>
                </a:lnTo>
                <a:lnTo>
                  <a:pt x="1214670" y="1329606"/>
                </a:lnTo>
                <a:lnTo>
                  <a:pt x="1202480" y="1358340"/>
                </a:lnTo>
                <a:lnTo>
                  <a:pt x="1201609" y="1366177"/>
                </a:lnTo>
                <a:lnTo>
                  <a:pt x="1201609" y="1388816"/>
                </a:lnTo>
                <a:lnTo>
                  <a:pt x="1179841" y="1383592"/>
                </a:lnTo>
                <a:lnTo>
                  <a:pt x="1147624" y="1361824"/>
                </a:lnTo>
                <a:lnTo>
                  <a:pt x="1135433" y="1361824"/>
                </a:lnTo>
                <a:lnTo>
                  <a:pt x="1131080" y="1363565"/>
                </a:lnTo>
                <a:lnTo>
                  <a:pt x="1127597" y="1366177"/>
                </a:lnTo>
                <a:lnTo>
                  <a:pt x="1121502" y="1375755"/>
                </a:lnTo>
                <a:lnTo>
                  <a:pt x="1107570" y="1388816"/>
                </a:lnTo>
                <a:lnTo>
                  <a:pt x="1097992" y="1394040"/>
                </a:lnTo>
                <a:lnTo>
                  <a:pt x="1087543" y="1396653"/>
                </a:lnTo>
                <a:lnTo>
                  <a:pt x="1080577" y="1395782"/>
                </a:lnTo>
                <a:lnTo>
                  <a:pt x="1074482" y="1391428"/>
                </a:lnTo>
                <a:lnTo>
                  <a:pt x="1068387" y="1389687"/>
                </a:lnTo>
                <a:lnTo>
                  <a:pt x="1038782" y="1388816"/>
                </a:lnTo>
                <a:lnTo>
                  <a:pt x="1025721" y="1387075"/>
                </a:lnTo>
                <a:lnTo>
                  <a:pt x="1023109" y="1377497"/>
                </a:lnTo>
                <a:lnTo>
                  <a:pt x="1023980" y="1363565"/>
                </a:lnTo>
                <a:lnTo>
                  <a:pt x="1021368" y="1357470"/>
                </a:lnTo>
                <a:lnTo>
                  <a:pt x="1002211" y="1335702"/>
                </a:lnTo>
                <a:lnTo>
                  <a:pt x="994375" y="1323511"/>
                </a:lnTo>
                <a:lnTo>
                  <a:pt x="989150" y="1310450"/>
                </a:lnTo>
                <a:lnTo>
                  <a:pt x="987409" y="1300002"/>
                </a:lnTo>
                <a:lnTo>
                  <a:pt x="984797" y="1275621"/>
                </a:lnTo>
                <a:lnTo>
                  <a:pt x="961287" y="1264302"/>
                </a:lnTo>
                <a:lnTo>
                  <a:pt x="952580" y="1257336"/>
                </a:lnTo>
                <a:lnTo>
                  <a:pt x="943002" y="1256465"/>
                </a:lnTo>
                <a:lnTo>
                  <a:pt x="872473" y="1278233"/>
                </a:lnTo>
                <a:lnTo>
                  <a:pt x="862894" y="1277362"/>
                </a:lnTo>
                <a:lnTo>
                  <a:pt x="861153" y="1254723"/>
                </a:lnTo>
                <a:lnTo>
                  <a:pt x="856800" y="1245145"/>
                </a:lnTo>
                <a:lnTo>
                  <a:pt x="851575" y="1228602"/>
                </a:lnTo>
                <a:lnTo>
                  <a:pt x="845480" y="1201609"/>
                </a:lnTo>
                <a:lnTo>
                  <a:pt x="840256" y="1191160"/>
                </a:lnTo>
                <a:lnTo>
                  <a:pt x="823712" y="1171133"/>
                </a:lnTo>
                <a:lnTo>
                  <a:pt x="817617" y="1156331"/>
                </a:lnTo>
                <a:lnTo>
                  <a:pt x="811521" y="1136304"/>
                </a:lnTo>
                <a:lnTo>
                  <a:pt x="808039" y="1130209"/>
                </a:lnTo>
                <a:lnTo>
                  <a:pt x="801943" y="1124114"/>
                </a:lnTo>
                <a:lnTo>
                  <a:pt x="793236" y="1119760"/>
                </a:lnTo>
                <a:lnTo>
                  <a:pt x="788882" y="1118019"/>
                </a:lnTo>
                <a:lnTo>
                  <a:pt x="781917" y="1114536"/>
                </a:lnTo>
                <a:lnTo>
                  <a:pt x="682653" y="1051843"/>
                </a:lnTo>
                <a:lnTo>
                  <a:pt x="665239" y="1037911"/>
                </a:lnTo>
                <a:lnTo>
                  <a:pt x="647824" y="1022238"/>
                </a:lnTo>
                <a:lnTo>
                  <a:pt x="636505" y="1017885"/>
                </a:lnTo>
                <a:lnTo>
                  <a:pt x="626926" y="1012660"/>
                </a:lnTo>
                <a:lnTo>
                  <a:pt x="616478" y="1003953"/>
                </a:lnTo>
                <a:lnTo>
                  <a:pt x="547690" y="1000470"/>
                </a:lnTo>
                <a:lnTo>
                  <a:pt x="539853" y="1003082"/>
                </a:lnTo>
                <a:lnTo>
                  <a:pt x="528534" y="1010048"/>
                </a:lnTo>
                <a:lnTo>
                  <a:pt x="518956" y="1008307"/>
                </a:lnTo>
                <a:lnTo>
                  <a:pt x="513731" y="1004824"/>
                </a:lnTo>
                <a:lnTo>
                  <a:pt x="507636" y="996987"/>
                </a:lnTo>
                <a:lnTo>
                  <a:pt x="504153" y="989150"/>
                </a:lnTo>
                <a:lnTo>
                  <a:pt x="499800" y="981314"/>
                </a:lnTo>
                <a:lnTo>
                  <a:pt x="493705" y="972607"/>
                </a:lnTo>
                <a:lnTo>
                  <a:pt x="488480" y="967382"/>
                </a:lnTo>
                <a:lnTo>
                  <a:pt x="480644" y="963028"/>
                </a:lnTo>
                <a:lnTo>
                  <a:pt x="457134" y="956063"/>
                </a:lnTo>
                <a:lnTo>
                  <a:pt x="449297" y="956063"/>
                </a:lnTo>
                <a:lnTo>
                  <a:pt x="438849" y="956063"/>
                </a:lnTo>
                <a:lnTo>
                  <a:pt x="428400" y="960416"/>
                </a:lnTo>
                <a:lnTo>
                  <a:pt x="424046" y="961287"/>
                </a:lnTo>
                <a:lnTo>
                  <a:pt x="391829" y="962158"/>
                </a:lnTo>
                <a:lnTo>
                  <a:pt x="357000" y="958675"/>
                </a:lnTo>
                <a:lnTo>
                  <a:pt x="324783" y="947355"/>
                </a:lnTo>
                <a:lnTo>
                  <a:pt x="306497" y="944743"/>
                </a:lnTo>
                <a:lnTo>
                  <a:pt x="299532" y="942131"/>
                </a:lnTo>
                <a:lnTo>
                  <a:pt x="290824" y="934294"/>
                </a:lnTo>
                <a:lnTo>
                  <a:pt x="283858" y="929941"/>
                </a:lnTo>
                <a:lnTo>
                  <a:pt x="272539" y="924716"/>
                </a:lnTo>
                <a:lnTo>
                  <a:pt x="258607" y="922104"/>
                </a:lnTo>
                <a:lnTo>
                  <a:pt x="249029" y="922104"/>
                </a:lnTo>
                <a:lnTo>
                  <a:pt x="241192" y="923846"/>
                </a:lnTo>
                <a:lnTo>
                  <a:pt x="215941" y="941260"/>
                </a:lnTo>
                <a:lnTo>
                  <a:pt x="180241" y="960416"/>
                </a:lnTo>
                <a:lnTo>
                  <a:pt x="146283" y="973477"/>
                </a:lnTo>
                <a:lnTo>
                  <a:pt x="80978" y="981314"/>
                </a:lnTo>
                <a:lnTo>
                  <a:pt x="56598" y="938648"/>
                </a:lnTo>
                <a:lnTo>
                  <a:pt x="24380" y="893370"/>
                </a:lnTo>
                <a:lnTo>
                  <a:pt x="21768" y="886404"/>
                </a:lnTo>
                <a:lnTo>
                  <a:pt x="21768" y="875085"/>
                </a:lnTo>
                <a:lnTo>
                  <a:pt x="20898" y="863765"/>
                </a:lnTo>
                <a:lnTo>
                  <a:pt x="17415" y="848963"/>
                </a:lnTo>
                <a:lnTo>
                  <a:pt x="11320" y="834160"/>
                </a:lnTo>
                <a:lnTo>
                  <a:pt x="0" y="796719"/>
                </a:lnTo>
                <a:lnTo>
                  <a:pt x="20027" y="784529"/>
                </a:lnTo>
                <a:lnTo>
                  <a:pt x="33959" y="772338"/>
                </a:lnTo>
                <a:lnTo>
                  <a:pt x="66176" y="737509"/>
                </a:lnTo>
                <a:lnTo>
                  <a:pt x="74883" y="725319"/>
                </a:lnTo>
                <a:lnTo>
                  <a:pt x="79237" y="715741"/>
                </a:lnTo>
                <a:lnTo>
                  <a:pt x="80107" y="709646"/>
                </a:lnTo>
                <a:lnTo>
                  <a:pt x="80978" y="694843"/>
                </a:lnTo>
                <a:lnTo>
                  <a:pt x="84461" y="685265"/>
                </a:lnTo>
                <a:lnTo>
                  <a:pt x="83590" y="680912"/>
                </a:lnTo>
                <a:lnTo>
                  <a:pt x="80107" y="677429"/>
                </a:lnTo>
                <a:lnTo>
                  <a:pt x="72271" y="671334"/>
                </a:lnTo>
                <a:lnTo>
                  <a:pt x="87944" y="627797"/>
                </a:lnTo>
                <a:lnTo>
                  <a:pt x="102746" y="611253"/>
                </a:lnTo>
                <a:lnTo>
                  <a:pt x="113195" y="603417"/>
                </a:lnTo>
                <a:lnTo>
                  <a:pt x="122773" y="594709"/>
                </a:lnTo>
                <a:lnTo>
                  <a:pt x="134963" y="573812"/>
                </a:lnTo>
                <a:lnTo>
                  <a:pt x="141929" y="565104"/>
                </a:lnTo>
                <a:lnTo>
                  <a:pt x="254253" y="505895"/>
                </a:lnTo>
                <a:lnTo>
                  <a:pt x="265573" y="505895"/>
                </a:lnTo>
                <a:lnTo>
                  <a:pt x="342197" y="537241"/>
                </a:lnTo>
                <a:lnTo>
                  <a:pt x="354388" y="539853"/>
                </a:lnTo>
                <a:lnTo>
                  <a:pt x="386605" y="538983"/>
                </a:lnTo>
                <a:lnTo>
                  <a:pt x="394441" y="540724"/>
                </a:lnTo>
                <a:lnTo>
                  <a:pt x="408373" y="550302"/>
                </a:lnTo>
                <a:lnTo>
                  <a:pt x="433624" y="552914"/>
                </a:lnTo>
                <a:lnTo>
                  <a:pt x="478902" y="547690"/>
                </a:lnTo>
                <a:lnTo>
                  <a:pt x="514602" y="538112"/>
                </a:lnTo>
                <a:lnTo>
                  <a:pt x="566846" y="509378"/>
                </a:lnTo>
                <a:lnTo>
                  <a:pt x="587744" y="490222"/>
                </a:lnTo>
                <a:lnTo>
                  <a:pt x="599934" y="487609"/>
                </a:lnTo>
                <a:lnTo>
                  <a:pt x="621702" y="486739"/>
                </a:lnTo>
                <a:lnTo>
                  <a:pt x="630409" y="483256"/>
                </a:lnTo>
                <a:lnTo>
                  <a:pt x="639987" y="463229"/>
                </a:lnTo>
                <a:lnTo>
                  <a:pt x="643470" y="447556"/>
                </a:lnTo>
                <a:lnTo>
                  <a:pt x="643470" y="430141"/>
                </a:lnTo>
                <a:lnTo>
                  <a:pt x="644341" y="421434"/>
                </a:lnTo>
                <a:lnTo>
                  <a:pt x="646953" y="412726"/>
                </a:lnTo>
                <a:lnTo>
                  <a:pt x="650436" y="402278"/>
                </a:lnTo>
                <a:lnTo>
                  <a:pt x="652178" y="392700"/>
                </a:lnTo>
                <a:lnTo>
                  <a:pt x="650436" y="381380"/>
                </a:lnTo>
                <a:lnTo>
                  <a:pt x="648695" y="370061"/>
                </a:lnTo>
                <a:lnTo>
                  <a:pt x="647824" y="357000"/>
                </a:lnTo>
                <a:lnTo>
                  <a:pt x="650436" y="343939"/>
                </a:lnTo>
                <a:lnTo>
                  <a:pt x="674817" y="296919"/>
                </a:lnTo>
                <a:lnTo>
                  <a:pt x="675687" y="275151"/>
                </a:lnTo>
                <a:lnTo>
                  <a:pt x="673075" y="262961"/>
                </a:lnTo>
                <a:lnTo>
                  <a:pt x="669592" y="255995"/>
                </a:lnTo>
                <a:lnTo>
                  <a:pt x="665239" y="247288"/>
                </a:lnTo>
                <a:lnTo>
                  <a:pt x="658273" y="242063"/>
                </a:lnTo>
                <a:lnTo>
                  <a:pt x="641729" y="232485"/>
                </a:lnTo>
                <a:lnTo>
                  <a:pt x="633892" y="227261"/>
                </a:lnTo>
                <a:lnTo>
                  <a:pt x="628668" y="219424"/>
                </a:lnTo>
                <a:lnTo>
                  <a:pt x="626926" y="214200"/>
                </a:lnTo>
                <a:lnTo>
                  <a:pt x="623444" y="198527"/>
                </a:lnTo>
                <a:lnTo>
                  <a:pt x="620831" y="188949"/>
                </a:lnTo>
                <a:lnTo>
                  <a:pt x="613865" y="173275"/>
                </a:lnTo>
                <a:lnTo>
                  <a:pt x="611253" y="160214"/>
                </a:lnTo>
                <a:lnTo>
                  <a:pt x="610383" y="149766"/>
                </a:lnTo>
                <a:lnTo>
                  <a:pt x="612995" y="140188"/>
                </a:lnTo>
                <a:lnTo>
                  <a:pt x="618219" y="126256"/>
                </a:lnTo>
                <a:lnTo>
                  <a:pt x="619961" y="114066"/>
                </a:lnTo>
                <a:lnTo>
                  <a:pt x="617348" y="91427"/>
                </a:lnTo>
                <a:lnTo>
                  <a:pt x="613865" y="73141"/>
                </a:lnTo>
                <a:lnTo>
                  <a:pt x="612995" y="60080"/>
                </a:lnTo>
                <a:lnTo>
                  <a:pt x="618219" y="53115"/>
                </a:lnTo>
                <a:lnTo>
                  <a:pt x="624314" y="55727"/>
                </a:lnTo>
                <a:lnTo>
                  <a:pt x="629539" y="54856"/>
                </a:lnTo>
                <a:lnTo>
                  <a:pt x="633892" y="49632"/>
                </a:lnTo>
                <a:lnTo>
                  <a:pt x="640858" y="38312"/>
                </a:lnTo>
                <a:lnTo>
                  <a:pt x="646953" y="34829"/>
                </a:lnTo>
                <a:lnTo>
                  <a:pt x="673075" y="31346"/>
                </a:lnTo>
                <a:lnTo>
                  <a:pt x="684395" y="26122"/>
                </a:lnTo>
                <a:lnTo>
                  <a:pt x="693973" y="11319"/>
                </a:lnTo>
                <a:lnTo>
                  <a:pt x="701809" y="3483"/>
                </a:lnTo>
                <a:lnTo>
                  <a:pt x="713129" y="0"/>
                </a:lnTo>
                <a:lnTo>
                  <a:pt x="723578" y="1741"/>
                </a:lnTo>
                <a:lnTo>
                  <a:pt x="729673" y="11319"/>
                </a:lnTo>
                <a:lnTo>
                  <a:pt x="733156" y="22639"/>
                </a:lnTo>
                <a:lnTo>
                  <a:pt x="738380" y="31346"/>
                </a:lnTo>
                <a:lnTo>
                  <a:pt x="744475" y="33958"/>
                </a:lnTo>
                <a:lnTo>
                  <a:pt x="752312" y="27863"/>
                </a:lnTo>
                <a:lnTo>
                  <a:pt x="754924" y="22639"/>
                </a:lnTo>
                <a:lnTo>
                  <a:pt x="762760" y="14802"/>
                </a:lnTo>
                <a:lnTo>
                  <a:pt x="770597" y="8707"/>
                </a:lnTo>
                <a:lnTo>
                  <a:pt x="774080" y="8707"/>
                </a:lnTo>
                <a:lnTo>
                  <a:pt x="782787" y="11319"/>
                </a:lnTo>
                <a:lnTo>
                  <a:pt x="822841" y="29605"/>
                </a:lnTo>
                <a:lnTo>
                  <a:pt x="835031" y="39183"/>
                </a:lnTo>
                <a:lnTo>
                  <a:pt x="846351" y="51373"/>
                </a:lnTo>
                <a:lnTo>
                  <a:pt x="852446" y="54856"/>
                </a:lnTo>
                <a:lnTo>
                  <a:pt x="860282" y="55727"/>
                </a:lnTo>
                <a:lnTo>
                  <a:pt x="867248" y="53985"/>
                </a:lnTo>
                <a:lnTo>
                  <a:pt x="880309" y="44407"/>
                </a:lnTo>
                <a:lnTo>
                  <a:pt x="887275" y="40924"/>
                </a:lnTo>
                <a:lnTo>
                  <a:pt x="895112" y="40924"/>
                </a:lnTo>
                <a:lnTo>
                  <a:pt x="900336" y="43537"/>
                </a:lnTo>
                <a:lnTo>
                  <a:pt x="904690" y="49632"/>
                </a:lnTo>
                <a:lnTo>
                  <a:pt x="908173" y="58339"/>
                </a:lnTo>
                <a:lnTo>
                  <a:pt x="912526" y="66176"/>
                </a:lnTo>
                <a:lnTo>
                  <a:pt x="916880" y="67917"/>
                </a:lnTo>
                <a:lnTo>
                  <a:pt x="922104" y="66176"/>
                </a:lnTo>
                <a:lnTo>
                  <a:pt x="928199" y="61822"/>
                </a:lnTo>
                <a:lnTo>
                  <a:pt x="943002" y="46149"/>
                </a:lnTo>
                <a:lnTo>
                  <a:pt x="949097" y="44407"/>
                </a:lnTo>
                <a:lnTo>
                  <a:pt x="1021368" y="55727"/>
                </a:lnTo>
                <a:lnTo>
                  <a:pt x="1030946" y="64434"/>
                </a:lnTo>
                <a:lnTo>
                  <a:pt x="1040524" y="82719"/>
                </a:lnTo>
                <a:lnTo>
                  <a:pt x="1044877" y="87073"/>
                </a:lnTo>
                <a:lnTo>
                  <a:pt x="1052714" y="89685"/>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3" name="Freeform: Shape 42">
            <a:extLst>
              <a:ext uri="{FF2B5EF4-FFF2-40B4-BE49-F238E27FC236}">
                <a16:creationId xmlns:a16="http://schemas.microsoft.com/office/drawing/2014/main" id="{E472C466-229C-ECAC-CEEF-0879E6D920AD}"/>
              </a:ext>
            </a:extLst>
          </p:cNvPr>
          <p:cNvSpPr>
            <a:spLocks noGrp="1"/>
          </p:cNvSpPr>
          <p:nvPr/>
        </p:nvSpPr>
        <p:spPr>
          <a:xfrm>
            <a:off x="4254810" y="4044813"/>
            <a:ext cx="1455488" cy="1957233"/>
          </a:xfrm>
          <a:custGeom>
            <a:avLst/>
            <a:gdLst>
              <a:gd name="connsiteX0" fmla="*/ 1232085 w 1459345"/>
              <a:gd name="connsiteY0" fmla="*/ 466712 h 1944342"/>
              <a:gd name="connsiteX1" fmla="*/ 1235568 w 1459345"/>
              <a:gd name="connsiteY1" fmla="*/ 493704 h 1944342"/>
              <a:gd name="connsiteX2" fmla="*/ 1232955 w 1459345"/>
              <a:gd name="connsiteY2" fmla="*/ 525922 h 1944342"/>
              <a:gd name="connsiteX3" fmla="*/ 1233826 w 1459345"/>
              <a:gd name="connsiteY3" fmla="*/ 535500 h 1944342"/>
              <a:gd name="connsiteX4" fmla="*/ 1235568 w 1459345"/>
              <a:gd name="connsiteY4" fmla="*/ 544207 h 1944342"/>
              <a:gd name="connsiteX5" fmla="*/ 1238180 w 1459345"/>
              <a:gd name="connsiteY5" fmla="*/ 553785 h 1944342"/>
              <a:gd name="connsiteX6" fmla="*/ 1244275 w 1459345"/>
              <a:gd name="connsiteY6" fmla="*/ 571200 h 1944342"/>
              <a:gd name="connsiteX7" fmla="*/ 1246887 w 1459345"/>
              <a:gd name="connsiteY7" fmla="*/ 576424 h 1944342"/>
              <a:gd name="connsiteX8" fmla="*/ 1251241 w 1459345"/>
              <a:gd name="connsiteY8" fmla="*/ 580778 h 1944342"/>
              <a:gd name="connsiteX9" fmla="*/ 1262560 w 1459345"/>
              <a:gd name="connsiteY9" fmla="*/ 587744 h 1944342"/>
              <a:gd name="connsiteX10" fmla="*/ 1268655 w 1459345"/>
              <a:gd name="connsiteY10" fmla="*/ 592097 h 1944342"/>
              <a:gd name="connsiteX11" fmla="*/ 1273009 w 1459345"/>
              <a:gd name="connsiteY11" fmla="*/ 599934 h 1944342"/>
              <a:gd name="connsiteX12" fmla="*/ 1278233 w 1459345"/>
              <a:gd name="connsiteY12" fmla="*/ 617348 h 1944342"/>
              <a:gd name="connsiteX13" fmla="*/ 1283458 w 1459345"/>
              <a:gd name="connsiteY13" fmla="*/ 624314 h 1944342"/>
              <a:gd name="connsiteX14" fmla="*/ 1306967 w 1459345"/>
              <a:gd name="connsiteY14" fmla="*/ 641729 h 1944342"/>
              <a:gd name="connsiteX15" fmla="*/ 1314804 w 1459345"/>
              <a:gd name="connsiteY15" fmla="*/ 649565 h 1944342"/>
              <a:gd name="connsiteX16" fmla="*/ 1325253 w 1459345"/>
              <a:gd name="connsiteY16" fmla="*/ 664368 h 1944342"/>
              <a:gd name="connsiteX17" fmla="*/ 1330477 w 1459345"/>
              <a:gd name="connsiteY17" fmla="*/ 668722 h 1944342"/>
              <a:gd name="connsiteX18" fmla="*/ 1336572 w 1459345"/>
              <a:gd name="connsiteY18" fmla="*/ 672204 h 1944342"/>
              <a:gd name="connsiteX19" fmla="*/ 1350504 w 1459345"/>
              <a:gd name="connsiteY19" fmla="*/ 676558 h 1944342"/>
              <a:gd name="connsiteX20" fmla="*/ 1358341 w 1459345"/>
              <a:gd name="connsiteY20" fmla="*/ 678300 h 1944342"/>
              <a:gd name="connsiteX21" fmla="*/ 1370531 w 1459345"/>
              <a:gd name="connsiteY21" fmla="*/ 682653 h 1944342"/>
              <a:gd name="connsiteX22" fmla="*/ 1380109 w 1459345"/>
              <a:gd name="connsiteY22" fmla="*/ 693973 h 1944342"/>
              <a:gd name="connsiteX23" fmla="*/ 1431482 w 1459345"/>
              <a:gd name="connsiteY23" fmla="*/ 767114 h 1944342"/>
              <a:gd name="connsiteX24" fmla="*/ 1439319 w 1459345"/>
              <a:gd name="connsiteY24" fmla="*/ 783658 h 1944342"/>
              <a:gd name="connsiteX25" fmla="*/ 1444543 w 1459345"/>
              <a:gd name="connsiteY25" fmla="*/ 807168 h 1944342"/>
              <a:gd name="connsiteX26" fmla="*/ 1459345 w 1459345"/>
              <a:gd name="connsiteY26" fmla="*/ 916009 h 1944342"/>
              <a:gd name="connsiteX27" fmla="*/ 1458475 w 1459345"/>
              <a:gd name="connsiteY27" fmla="*/ 931682 h 1944342"/>
              <a:gd name="connsiteX28" fmla="*/ 1454992 w 1459345"/>
              <a:gd name="connsiteY28" fmla="*/ 951709 h 1944342"/>
              <a:gd name="connsiteX29" fmla="*/ 1423646 w 1459345"/>
              <a:gd name="connsiteY29" fmla="*/ 1058809 h 1944342"/>
              <a:gd name="connsiteX30" fmla="*/ 1414938 w 1459345"/>
              <a:gd name="connsiteY30" fmla="*/ 1076224 h 1944342"/>
              <a:gd name="connsiteX31" fmla="*/ 1411455 w 1459345"/>
              <a:gd name="connsiteY31" fmla="*/ 1080577 h 1944342"/>
              <a:gd name="connsiteX32" fmla="*/ 1401006 w 1459345"/>
              <a:gd name="connsiteY32" fmla="*/ 1089285 h 1944342"/>
              <a:gd name="connsiteX33" fmla="*/ 1397524 w 1459345"/>
              <a:gd name="connsiteY33" fmla="*/ 1093638 h 1944342"/>
              <a:gd name="connsiteX34" fmla="*/ 1393170 w 1459345"/>
              <a:gd name="connsiteY34" fmla="*/ 1100604 h 1944342"/>
              <a:gd name="connsiteX35" fmla="*/ 1390558 w 1459345"/>
              <a:gd name="connsiteY35" fmla="*/ 1109312 h 1944342"/>
              <a:gd name="connsiteX36" fmla="*/ 1389687 w 1459345"/>
              <a:gd name="connsiteY36" fmla="*/ 1123243 h 1944342"/>
              <a:gd name="connsiteX37" fmla="*/ 1389687 w 1459345"/>
              <a:gd name="connsiteY37" fmla="*/ 1135433 h 1944342"/>
              <a:gd name="connsiteX38" fmla="*/ 1394911 w 1459345"/>
              <a:gd name="connsiteY38" fmla="*/ 1185065 h 1944342"/>
              <a:gd name="connsiteX39" fmla="*/ 1394911 w 1459345"/>
              <a:gd name="connsiteY39" fmla="*/ 1225119 h 1944342"/>
              <a:gd name="connsiteX40" fmla="*/ 1393170 w 1459345"/>
              <a:gd name="connsiteY40" fmla="*/ 1235568 h 1944342"/>
              <a:gd name="connsiteX41" fmla="*/ 1388816 w 1459345"/>
              <a:gd name="connsiteY41" fmla="*/ 1253853 h 1944342"/>
              <a:gd name="connsiteX42" fmla="*/ 1384463 w 1459345"/>
              <a:gd name="connsiteY42" fmla="*/ 1265172 h 1944342"/>
              <a:gd name="connsiteX43" fmla="*/ 1378367 w 1459345"/>
              <a:gd name="connsiteY43" fmla="*/ 1275621 h 1944342"/>
              <a:gd name="connsiteX44" fmla="*/ 1367919 w 1459345"/>
              <a:gd name="connsiteY44" fmla="*/ 1286070 h 1944342"/>
              <a:gd name="connsiteX45" fmla="*/ 1354858 w 1459345"/>
              <a:gd name="connsiteY45" fmla="*/ 1296519 h 1944342"/>
              <a:gd name="connsiteX46" fmla="*/ 1320028 w 1459345"/>
              <a:gd name="connsiteY46" fmla="*/ 1314804 h 1944342"/>
              <a:gd name="connsiteX47" fmla="*/ 1316545 w 1459345"/>
              <a:gd name="connsiteY47" fmla="*/ 1320028 h 1944342"/>
              <a:gd name="connsiteX48" fmla="*/ 1314804 w 1459345"/>
              <a:gd name="connsiteY48" fmla="*/ 1327865 h 1944342"/>
              <a:gd name="connsiteX49" fmla="*/ 1314804 w 1459345"/>
              <a:gd name="connsiteY49" fmla="*/ 1361824 h 1944342"/>
              <a:gd name="connsiteX50" fmla="*/ 1324382 w 1459345"/>
              <a:gd name="connsiteY50" fmla="*/ 1458475 h 1944342"/>
              <a:gd name="connsiteX51" fmla="*/ 1324382 w 1459345"/>
              <a:gd name="connsiteY51" fmla="*/ 1469794 h 1944342"/>
              <a:gd name="connsiteX52" fmla="*/ 1311321 w 1459345"/>
              <a:gd name="connsiteY52" fmla="*/ 1572540 h 1944342"/>
              <a:gd name="connsiteX53" fmla="*/ 1313933 w 1459345"/>
              <a:gd name="connsiteY53" fmla="*/ 1606499 h 1944342"/>
              <a:gd name="connsiteX54" fmla="*/ 1313933 w 1459345"/>
              <a:gd name="connsiteY54" fmla="*/ 1617818 h 1944342"/>
              <a:gd name="connsiteX55" fmla="*/ 1311321 w 1459345"/>
              <a:gd name="connsiteY55" fmla="*/ 1630009 h 1944342"/>
              <a:gd name="connsiteX56" fmla="*/ 1291294 w 1459345"/>
              <a:gd name="connsiteY56" fmla="*/ 1698796 h 1944342"/>
              <a:gd name="connsiteX57" fmla="*/ 1277363 w 1459345"/>
              <a:gd name="connsiteY57" fmla="*/ 1727531 h 1944342"/>
              <a:gd name="connsiteX58" fmla="*/ 1275621 w 1459345"/>
              <a:gd name="connsiteY58" fmla="*/ 1737979 h 1944342"/>
              <a:gd name="connsiteX59" fmla="*/ 1275621 w 1459345"/>
              <a:gd name="connsiteY59" fmla="*/ 1749299 h 1944342"/>
              <a:gd name="connsiteX60" fmla="*/ 1289553 w 1459345"/>
              <a:gd name="connsiteY60" fmla="*/ 1943472 h 1944342"/>
              <a:gd name="connsiteX61" fmla="*/ 1111924 w 1459345"/>
              <a:gd name="connsiteY61" fmla="*/ 1919962 h 1944342"/>
              <a:gd name="connsiteX62" fmla="*/ 917751 w 1459345"/>
              <a:gd name="connsiteY62" fmla="*/ 1939989 h 1944342"/>
              <a:gd name="connsiteX63" fmla="*/ 892500 w 1459345"/>
              <a:gd name="connsiteY63" fmla="*/ 1944343 h 1944342"/>
              <a:gd name="connsiteX64" fmla="*/ 886404 w 1459345"/>
              <a:gd name="connsiteY64" fmla="*/ 1942601 h 1944342"/>
              <a:gd name="connsiteX65" fmla="*/ 884663 w 1459345"/>
              <a:gd name="connsiteY65" fmla="*/ 1936506 h 1944342"/>
              <a:gd name="connsiteX66" fmla="*/ 881180 w 1459345"/>
              <a:gd name="connsiteY66" fmla="*/ 1890357 h 1944342"/>
              <a:gd name="connsiteX67" fmla="*/ 879439 w 1459345"/>
              <a:gd name="connsiteY67" fmla="*/ 1881650 h 1944342"/>
              <a:gd name="connsiteX68" fmla="*/ 875955 w 1459345"/>
              <a:gd name="connsiteY68" fmla="*/ 1874684 h 1944342"/>
              <a:gd name="connsiteX69" fmla="*/ 868990 w 1459345"/>
              <a:gd name="connsiteY69" fmla="*/ 1865977 h 1944342"/>
              <a:gd name="connsiteX70" fmla="*/ 765373 w 1459345"/>
              <a:gd name="connsiteY70" fmla="*/ 1761489 h 1944342"/>
              <a:gd name="connsiteX71" fmla="*/ 755795 w 1459345"/>
              <a:gd name="connsiteY71" fmla="*/ 1749299 h 1944342"/>
              <a:gd name="connsiteX72" fmla="*/ 750570 w 1459345"/>
              <a:gd name="connsiteY72" fmla="*/ 1735367 h 1944342"/>
              <a:gd name="connsiteX73" fmla="*/ 747958 w 1459345"/>
              <a:gd name="connsiteY73" fmla="*/ 1719694 h 1944342"/>
              <a:gd name="connsiteX74" fmla="*/ 747087 w 1459345"/>
              <a:gd name="connsiteY74" fmla="*/ 1703150 h 1944342"/>
              <a:gd name="connsiteX75" fmla="*/ 744475 w 1459345"/>
              <a:gd name="connsiteY75" fmla="*/ 1689218 h 1944342"/>
              <a:gd name="connsiteX76" fmla="*/ 707034 w 1459345"/>
              <a:gd name="connsiteY76" fmla="*/ 1606499 h 1944342"/>
              <a:gd name="connsiteX77" fmla="*/ 678300 w 1459345"/>
              <a:gd name="connsiteY77" fmla="*/ 1517684 h 1944342"/>
              <a:gd name="connsiteX78" fmla="*/ 664368 w 1459345"/>
              <a:gd name="connsiteY78" fmla="*/ 1484597 h 1944342"/>
              <a:gd name="connsiteX79" fmla="*/ 657402 w 1459345"/>
              <a:gd name="connsiteY79" fmla="*/ 1475889 h 1944342"/>
              <a:gd name="connsiteX80" fmla="*/ 647824 w 1459345"/>
              <a:gd name="connsiteY80" fmla="*/ 1473277 h 1944342"/>
              <a:gd name="connsiteX81" fmla="*/ 633892 w 1459345"/>
              <a:gd name="connsiteY81" fmla="*/ 1472406 h 1944342"/>
              <a:gd name="connsiteX82" fmla="*/ 607770 w 1459345"/>
              <a:gd name="connsiteY82" fmla="*/ 1465440 h 1944342"/>
              <a:gd name="connsiteX83" fmla="*/ 606029 w 1459345"/>
              <a:gd name="connsiteY83" fmla="*/ 1461958 h 1944342"/>
              <a:gd name="connsiteX84" fmla="*/ 606029 w 1459345"/>
              <a:gd name="connsiteY84" fmla="*/ 1453250 h 1944342"/>
              <a:gd name="connsiteX85" fmla="*/ 608641 w 1459345"/>
              <a:gd name="connsiteY85" fmla="*/ 1431482 h 1944342"/>
              <a:gd name="connsiteX86" fmla="*/ 606029 w 1459345"/>
              <a:gd name="connsiteY86" fmla="*/ 1412326 h 1944342"/>
              <a:gd name="connsiteX87" fmla="*/ 607770 w 1459345"/>
              <a:gd name="connsiteY87" fmla="*/ 1405360 h 1944342"/>
              <a:gd name="connsiteX88" fmla="*/ 611253 w 1459345"/>
              <a:gd name="connsiteY88" fmla="*/ 1397524 h 1944342"/>
              <a:gd name="connsiteX89" fmla="*/ 612995 w 1459345"/>
              <a:gd name="connsiteY89" fmla="*/ 1387075 h 1944342"/>
              <a:gd name="connsiteX90" fmla="*/ 616478 w 1459345"/>
              <a:gd name="connsiteY90" fmla="*/ 1380979 h 1944342"/>
              <a:gd name="connsiteX91" fmla="*/ 624314 w 1459345"/>
              <a:gd name="connsiteY91" fmla="*/ 1370531 h 1944342"/>
              <a:gd name="connsiteX92" fmla="*/ 626926 w 1459345"/>
              <a:gd name="connsiteY92" fmla="*/ 1362694 h 1944342"/>
              <a:gd name="connsiteX93" fmla="*/ 621702 w 1459345"/>
              <a:gd name="connsiteY93" fmla="*/ 1360082 h 1944342"/>
              <a:gd name="connsiteX94" fmla="*/ 529405 w 1459345"/>
              <a:gd name="connsiteY94" fmla="*/ 1372272 h 1944342"/>
              <a:gd name="connsiteX95" fmla="*/ 518085 w 1459345"/>
              <a:gd name="connsiteY95" fmla="*/ 1370531 h 1944342"/>
              <a:gd name="connsiteX96" fmla="*/ 493705 w 1459345"/>
              <a:gd name="connsiteY96" fmla="*/ 1357470 h 1944342"/>
              <a:gd name="connsiteX97" fmla="*/ 444073 w 1459345"/>
              <a:gd name="connsiteY97" fmla="*/ 1341797 h 1944342"/>
              <a:gd name="connsiteX98" fmla="*/ 437978 w 1459345"/>
              <a:gd name="connsiteY98" fmla="*/ 1339184 h 1944342"/>
              <a:gd name="connsiteX99" fmla="*/ 434495 w 1459345"/>
              <a:gd name="connsiteY99" fmla="*/ 1333960 h 1944342"/>
              <a:gd name="connsiteX100" fmla="*/ 431012 w 1459345"/>
              <a:gd name="connsiteY100" fmla="*/ 1327865 h 1944342"/>
              <a:gd name="connsiteX101" fmla="*/ 426658 w 1459345"/>
              <a:gd name="connsiteY101" fmla="*/ 1321770 h 1944342"/>
              <a:gd name="connsiteX102" fmla="*/ 408373 w 1459345"/>
              <a:gd name="connsiteY102" fmla="*/ 1303484 h 1944342"/>
              <a:gd name="connsiteX103" fmla="*/ 373544 w 1459345"/>
              <a:gd name="connsiteY103" fmla="*/ 1282587 h 1944342"/>
              <a:gd name="connsiteX104" fmla="*/ 365707 w 1459345"/>
              <a:gd name="connsiteY104" fmla="*/ 1278233 h 1944342"/>
              <a:gd name="connsiteX105" fmla="*/ 348292 w 1459345"/>
              <a:gd name="connsiteY105" fmla="*/ 1278233 h 1944342"/>
              <a:gd name="connsiteX106" fmla="*/ 340456 w 1459345"/>
              <a:gd name="connsiteY106" fmla="*/ 1274750 h 1944342"/>
              <a:gd name="connsiteX107" fmla="*/ 336102 w 1459345"/>
              <a:gd name="connsiteY107" fmla="*/ 1268655 h 1944342"/>
              <a:gd name="connsiteX108" fmla="*/ 329136 w 1459345"/>
              <a:gd name="connsiteY108" fmla="*/ 1252982 h 1944342"/>
              <a:gd name="connsiteX109" fmla="*/ 324783 w 1459345"/>
              <a:gd name="connsiteY109" fmla="*/ 1246016 h 1944342"/>
              <a:gd name="connsiteX110" fmla="*/ 302144 w 1459345"/>
              <a:gd name="connsiteY110" fmla="*/ 1220765 h 1944342"/>
              <a:gd name="connsiteX111" fmla="*/ 294307 w 1459345"/>
              <a:gd name="connsiteY111" fmla="*/ 1216411 h 1944342"/>
              <a:gd name="connsiteX112" fmla="*/ 289953 w 1459345"/>
              <a:gd name="connsiteY112" fmla="*/ 1216411 h 1944342"/>
              <a:gd name="connsiteX113" fmla="*/ 277763 w 1459345"/>
              <a:gd name="connsiteY113" fmla="*/ 1222507 h 1944342"/>
              <a:gd name="connsiteX114" fmla="*/ 265573 w 1459345"/>
              <a:gd name="connsiteY114" fmla="*/ 1222507 h 1944342"/>
              <a:gd name="connsiteX115" fmla="*/ 242934 w 1459345"/>
              <a:gd name="connsiteY115" fmla="*/ 1219024 h 1944342"/>
              <a:gd name="connsiteX116" fmla="*/ 229873 w 1459345"/>
              <a:gd name="connsiteY116" fmla="*/ 1213799 h 1944342"/>
              <a:gd name="connsiteX117" fmla="*/ 215941 w 1459345"/>
              <a:gd name="connsiteY117" fmla="*/ 1198126 h 1944342"/>
              <a:gd name="connsiteX118" fmla="*/ 172405 w 1459345"/>
              <a:gd name="connsiteY118" fmla="*/ 1137175 h 1944342"/>
              <a:gd name="connsiteX119" fmla="*/ 165439 w 1459345"/>
              <a:gd name="connsiteY119" fmla="*/ 1131080 h 1944342"/>
              <a:gd name="connsiteX120" fmla="*/ 121032 w 1459345"/>
              <a:gd name="connsiteY120" fmla="*/ 1107570 h 1944342"/>
              <a:gd name="connsiteX121" fmla="*/ 93168 w 1459345"/>
              <a:gd name="connsiteY121" fmla="*/ 1106699 h 1944342"/>
              <a:gd name="connsiteX122" fmla="*/ 87073 w 1459345"/>
              <a:gd name="connsiteY122" fmla="*/ 1104087 h 1944342"/>
              <a:gd name="connsiteX123" fmla="*/ 76624 w 1459345"/>
              <a:gd name="connsiteY123" fmla="*/ 1097121 h 1944342"/>
              <a:gd name="connsiteX124" fmla="*/ 71400 w 1459345"/>
              <a:gd name="connsiteY124" fmla="*/ 1095380 h 1944342"/>
              <a:gd name="connsiteX125" fmla="*/ 65305 w 1459345"/>
              <a:gd name="connsiteY125" fmla="*/ 1094509 h 1944342"/>
              <a:gd name="connsiteX126" fmla="*/ 52244 w 1459345"/>
              <a:gd name="connsiteY126" fmla="*/ 1097121 h 1944342"/>
              <a:gd name="connsiteX127" fmla="*/ 45278 w 1459345"/>
              <a:gd name="connsiteY127" fmla="*/ 1096251 h 1944342"/>
              <a:gd name="connsiteX128" fmla="*/ 24380 w 1459345"/>
              <a:gd name="connsiteY128" fmla="*/ 1086672 h 1944342"/>
              <a:gd name="connsiteX129" fmla="*/ 16544 w 1459345"/>
              <a:gd name="connsiteY129" fmla="*/ 1085802 h 1944342"/>
              <a:gd name="connsiteX130" fmla="*/ 0 w 1459345"/>
              <a:gd name="connsiteY130" fmla="*/ 1087543 h 1944342"/>
              <a:gd name="connsiteX131" fmla="*/ 0 w 1459345"/>
              <a:gd name="connsiteY131" fmla="*/ 1085802 h 1944342"/>
              <a:gd name="connsiteX132" fmla="*/ 13932 w 1459345"/>
              <a:gd name="connsiteY132" fmla="*/ 963899 h 1944342"/>
              <a:gd name="connsiteX133" fmla="*/ 15673 w 1459345"/>
              <a:gd name="connsiteY133" fmla="*/ 917751 h 1944342"/>
              <a:gd name="connsiteX134" fmla="*/ 8707 w 1459345"/>
              <a:gd name="connsiteY134" fmla="*/ 832419 h 1944342"/>
              <a:gd name="connsiteX135" fmla="*/ 11320 w 1459345"/>
              <a:gd name="connsiteY135" fmla="*/ 819358 h 1944342"/>
              <a:gd name="connsiteX136" fmla="*/ 16544 w 1459345"/>
              <a:gd name="connsiteY136" fmla="*/ 809780 h 1944342"/>
              <a:gd name="connsiteX137" fmla="*/ 23510 w 1459345"/>
              <a:gd name="connsiteY137" fmla="*/ 802814 h 1944342"/>
              <a:gd name="connsiteX138" fmla="*/ 53985 w 1459345"/>
              <a:gd name="connsiteY138" fmla="*/ 784529 h 1944342"/>
              <a:gd name="connsiteX139" fmla="*/ 60081 w 1459345"/>
              <a:gd name="connsiteY139" fmla="*/ 778434 h 1944342"/>
              <a:gd name="connsiteX140" fmla="*/ 66176 w 1459345"/>
              <a:gd name="connsiteY140" fmla="*/ 771468 h 1944342"/>
              <a:gd name="connsiteX141" fmla="*/ 75754 w 1459345"/>
              <a:gd name="connsiteY141" fmla="*/ 749699 h 1944342"/>
              <a:gd name="connsiteX142" fmla="*/ 79237 w 1459345"/>
              <a:gd name="connsiteY142" fmla="*/ 743604 h 1944342"/>
              <a:gd name="connsiteX143" fmla="*/ 86202 w 1459345"/>
              <a:gd name="connsiteY143" fmla="*/ 740122 h 1944342"/>
              <a:gd name="connsiteX144" fmla="*/ 89685 w 1459345"/>
              <a:gd name="connsiteY144" fmla="*/ 733156 h 1944342"/>
              <a:gd name="connsiteX145" fmla="*/ 89685 w 1459345"/>
              <a:gd name="connsiteY145" fmla="*/ 726190 h 1944342"/>
              <a:gd name="connsiteX146" fmla="*/ 87073 w 1459345"/>
              <a:gd name="connsiteY146" fmla="*/ 706163 h 1944342"/>
              <a:gd name="connsiteX147" fmla="*/ 88815 w 1459345"/>
              <a:gd name="connsiteY147" fmla="*/ 699197 h 1944342"/>
              <a:gd name="connsiteX148" fmla="*/ 114066 w 1459345"/>
              <a:gd name="connsiteY148" fmla="*/ 633892 h 1944342"/>
              <a:gd name="connsiteX149" fmla="*/ 145412 w 1459345"/>
              <a:gd name="connsiteY149" fmla="*/ 578166 h 1944342"/>
              <a:gd name="connsiteX150" fmla="*/ 149766 w 1459345"/>
              <a:gd name="connsiteY150" fmla="*/ 566846 h 1944342"/>
              <a:gd name="connsiteX151" fmla="*/ 150637 w 1459345"/>
              <a:gd name="connsiteY151" fmla="*/ 554656 h 1944342"/>
              <a:gd name="connsiteX152" fmla="*/ 148895 w 1459345"/>
              <a:gd name="connsiteY152" fmla="*/ 541595 h 1944342"/>
              <a:gd name="connsiteX153" fmla="*/ 144541 w 1459345"/>
              <a:gd name="connsiteY153" fmla="*/ 529405 h 1944342"/>
              <a:gd name="connsiteX154" fmla="*/ 127127 w 1459345"/>
              <a:gd name="connsiteY154" fmla="*/ 495446 h 1944342"/>
              <a:gd name="connsiteX155" fmla="*/ 124515 w 1459345"/>
              <a:gd name="connsiteY155" fmla="*/ 488480 h 1944342"/>
              <a:gd name="connsiteX156" fmla="*/ 123644 w 1459345"/>
              <a:gd name="connsiteY156" fmla="*/ 479773 h 1944342"/>
              <a:gd name="connsiteX157" fmla="*/ 127127 w 1459345"/>
              <a:gd name="connsiteY157" fmla="*/ 476290 h 1944342"/>
              <a:gd name="connsiteX158" fmla="*/ 133222 w 1459345"/>
              <a:gd name="connsiteY158" fmla="*/ 476290 h 1944342"/>
              <a:gd name="connsiteX159" fmla="*/ 139317 w 1459345"/>
              <a:gd name="connsiteY159" fmla="*/ 478031 h 1944342"/>
              <a:gd name="connsiteX160" fmla="*/ 168051 w 1459345"/>
              <a:gd name="connsiteY160" fmla="*/ 480644 h 1944342"/>
              <a:gd name="connsiteX161" fmla="*/ 175888 w 1459345"/>
              <a:gd name="connsiteY161" fmla="*/ 479773 h 1944342"/>
              <a:gd name="connsiteX162" fmla="*/ 190690 w 1459345"/>
              <a:gd name="connsiteY162" fmla="*/ 474549 h 1944342"/>
              <a:gd name="connsiteX163" fmla="*/ 220295 w 1459345"/>
              <a:gd name="connsiteY163" fmla="*/ 445814 h 1944342"/>
              <a:gd name="connsiteX164" fmla="*/ 244676 w 1459345"/>
              <a:gd name="connsiteY164" fmla="*/ 431012 h 1944342"/>
              <a:gd name="connsiteX165" fmla="*/ 299532 w 1459345"/>
              <a:gd name="connsiteY165" fmla="*/ 405761 h 1944342"/>
              <a:gd name="connsiteX166" fmla="*/ 310851 w 1459345"/>
              <a:gd name="connsiteY166" fmla="*/ 397053 h 1944342"/>
              <a:gd name="connsiteX167" fmla="*/ 318688 w 1459345"/>
              <a:gd name="connsiteY167" fmla="*/ 385734 h 1944342"/>
              <a:gd name="connsiteX168" fmla="*/ 320429 w 1459345"/>
              <a:gd name="connsiteY168" fmla="*/ 378768 h 1944342"/>
              <a:gd name="connsiteX169" fmla="*/ 321300 w 1459345"/>
              <a:gd name="connsiteY169" fmla="*/ 363966 h 1944342"/>
              <a:gd name="connsiteX170" fmla="*/ 311722 w 1459345"/>
              <a:gd name="connsiteY170" fmla="*/ 344810 h 1944342"/>
              <a:gd name="connsiteX171" fmla="*/ 287341 w 1459345"/>
              <a:gd name="connsiteY171" fmla="*/ 308239 h 1944342"/>
              <a:gd name="connsiteX172" fmla="*/ 271668 w 1459345"/>
              <a:gd name="connsiteY172" fmla="*/ 279505 h 1944342"/>
              <a:gd name="connsiteX173" fmla="*/ 266444 w 1459345"/>
              <a:gd name="connsiteY173" fmla="*/ 264702 h 1944342"/>
              <a:gd name="connsiteX174" fmla="*/ 263832 w 1459345"/>
              <a:gd name="connsiteY174" fmla="*/ 250771 h 1944342"/>
              <a:gd name="connsiteX175" fmla="*/ 263832 w 1459345"/>
              <a:gd name="connsiteY175" fmla="*/ 239451 h 1944342"/>
              <a:gd name="connsiteX176" fmla="*/ 263832 w 1459345"/>
              <a:gd name="connsiteY176" fmla="*/ 229002 h 1944342"/>
              <a:gd name="connsiteX177" fmla="*/ 262090 w 1459345"/>
              <a:gd name="connsiteY177" fmla="*/ 221166 h 1944342"/>
              <a:gd name="connsiteX178" fmla="*/ 258607 w 1459345"/>
              <a:gd name="connsiteY178" fmla="*/ 214200 h 1944342"/>
              <a:gd name="connsiteX179" fmla="*/ 240322 w 1459345"/>
              <a:gd name="connsiteY179" fmla="*/ 205493 h 1944342"/>
              <a:gd name="connsiteX180" fmla="*/ 202010 w 1459345"/>
              <a:gd name="connsiteY180" fmla="*/ 181112 h 1944342"/>
              <a:gd name="connsiteX181" fmla="*/ 145412 w 1459345"/>
              <a:gd name="connsiteY181" fmla="*/ 128868 h 1944342"/>
              <a:gd name="connsiteX182" fmla="*/ 125385 w 1459345"/>
              <a:gd name="connsiteY182" fmla="*/ 109712 h 1944342"/>
              <a:gd name="connsiteX183" fmla="*/ 114066 w 1459345"/>
              <a:gd name="connsiteY183" fmla="*/ 94910 h 1944342"/>
              <a:gd name="connsiteX184" fmla="*/ 111454 w 1459345"/>
              <a:gd name="connsiteY184" fmla="*/ 80978 h 1944342"/>
              <a:gd name="connsiteX185" fmla="*/ 111454 w 1459345"/>
              <a:gd name="connsiteY185" fmla="*/ 59210 h 1944342"/>
              <a:gd name="connsiteX186" fmla="*/ 176758 w 1459345"/>
              <a:gd name="connsiteY186" fmla="*/ 51373 h 1944342"/>
              <a:gd name="connsiteX187" fmla="*/ 210717 w 1459345"/>
              <a:gd name="connsiteY187" fmla="*/ 38312 h 1944342"/>
              <a:gd name="connsiteX188" fmla="*/ 246417 w 1459345"/>
              <a:gd name="connsiteY188" fmla="*/ 19156 h 1944342"/>
              <a:gd name="connsiteX189" fmla="*/ 271668 w 1459345"/>
              <a:gd name="connsiteY189" fmla="*/ 1741 h 1944342"/>
              <a:gd name="connsiteX190" fmla="*/ 279505 w 1459345"/>
              <a:gd name="connsiteY190" fmla="*/ 0 h 1944342"/>
              <a:gd name="connsiteX191" fmla="*/ 289083 w 1459345"/>
              <a:gd name="connsiteY191" fmla="*/ 0 h 1944342"/>
              <a:gd name="connsiteX192" fmla="*/ 303014 w 1459345"/>
              <a:gd name="connsiteY192" fmla="*/ 2612 h 1944342"/>
              <a:gd name="connsiteX193" fmla="*/ 314334 w 1459345"/>
              <a:gd name="connsiteY193" fmla="*/ 7837 h 1944342"/>
              <a:gd name="connsiteX194" fmla="*/ 321300 w 1459345"/>
              <a:gd name="connsiteY194" fmla="*/ 12190 h 1944342"/>
              <a:gd name="connsiteX195" fmla="*/ 330007 w 1459345"/>
              <a:gd name="connsiteY195" fmla="*/ 20027 h 1944342"/>
              <a:gd name="connsiteX196" fmla="*/ 336973 w 1459345"/>
              <a:gd name="connsiteY196" fmla="*/ 22639 h 1944342"/>
              <a:gd name="connsiteX197" fmla="*/ 355258 w 1459345"/>
              <a:gd name="connsiteY197" fmla="*/ 25251 h 1944342"/>
              <a:gd name="connsiteX198" fmla="*/ 387475 w 1459345"/>
              <a:gd name="connsiteY198" fmla="*/ 36571 h 1944342"/>
              <a:gd name="connsiteX199" fmla="*/ 422305 w 1459345"/>
              <a:gd name="connsiteY199" fmla="*/ 40054 h 1944342"/>
              <a:gd name="connsiteX200" fmla="*/ 454522 w 1459345"/>
              <a:gd name="connsiteY200" fmla="*/ 39183 h 1944342"/>
              <a:gd name="connsiteX201" fmla="*/ 458875 w 1459345"/>
              <a:gd name="connsiteY201" fmla="*/ 38312 h 1944342"/>
              <a:gd name="connsiteX202" fmla="*/ 469324 w 1459345"/>
              <a:gd name="connsiteY202" fmla="*/ 33959 h 1944342"/>
              <a:gd name="connsiteX203" fmla="*/ 479773 w 1459345"/>
              <a:gd name="connsiteY203" fmla="*/ 33959 h 1944342"/>
              <a:gd name="connsiteX204" fmla="*/ 487609 w 1459345"/>
              <a:gd name="connsiteY204" fmla="*/ 33959 h 1944342"/>
              <a:gd name="connsiteX205" fmla="*/ 511119 w 1459345"/>
              <a:gd name="connsiteY205" fmla="*/ 40924 h 1944342"/>
              <a:gd name="connsiteX206" fmla="*/ 518956 w 1459345"/>
              <a:gd name="connsiteY206" fmla="*/ 45278 h 1944342"/>
              <a:gd name="connsiteX207" fmla="*/ 524180 w 1459345"/>
              <a:gd name="connsiteY207" fmla="*/ 50502 h 1944342"/>
              <a:gd name="connsiteX208" fmla="*/ 530275 w 1459345"/>
              <a:gd name="connsiteY208" fmla="*/ 59210 h 1944342"/>
              <a:gd name="connsiteX209" fmla="*/ 534629 w 1459345"/>
              <a:gd name="connsiteY209" fmla="*/ 67046 h 1944342"/>
              <a:gd name="connsiteX210" fmla="*/ 538112 w 1459345"/>
              <a:gd name="connsiteY210" fmla="*/ 74883 h 1944342"/>
              <a:gd name="connsiteX211" fmla="*/ 544207 w 1459345"/>
              <a:gd name="connsiteY211" fmla="*/ 82719 h 1944342"/>
              <a:gd name="connsiteX212" fmla="*/ 549431 w 1459345"/>
              <a:gd name="connsiteY212" fmla="*/ 86202 h 1944342"/>
              <a:gd name="connsiteX213" fmla="*/ 559009 w 1459345"/>
              <a:gd name="connsiteY213" fmla="*/ 87944 h 1944342"/>
              <a:gd name="connsiteX214" fmla="*/ 570329 w 1459345"/>
              <a:gd name="connsiteY214" fmla="*/ 80978 h 1944342"/>
              <a:gd name="connsiteX215" fmla="*/ 578166 w 1459345"/>
              <a:gd name="connsiteY215" fmla="*/ 78366 h 1944342"/>
              <a:gd name="connsiteX216" fmla="*/ 646953 w 1459345"/>
              <a:gd name="connsiteY216" fmla="*/ 81849 h 1944342"/>
              <a:gd name="connsiteX217" fmla="*/ 657402 w 1459345"/>
              <a:gd name="connsiteY217" fmla="*/ 90556 h 1944342"/>
              <a:gd name="connsiteX218" fmla="*/ 666980 w 1459345"/>
              <a:gd name="connsiteY218" fmla="*/ 95780 h 1944342"/>
              <a:gd name="connsiteX219" fmla="*/ 678300 w 1459345"/>
              <a:gd name="connsiteY219" fmla="*/ 100134 h 1944342"/>
              <a:gd name="connsiteX220" fmla="*/ 695714 w 1459345"/>
              <a:gd name="connsiteY220" fmla="*/ 115807 h 1944342"/>
              <a:gd name="connsiteX221" fmla="*/ 713129 w 1459345"/>
              <a:gd name="connsiteY221" fmla="*/ 129739 h 1944342"/>
              <a:gd name="connsiteX222" fmla="*/ 812392 w 1459345"/>
              <a:gd name="connsiteY222" fmla="*/ 192432 h 1944342"/>
              <a:gd name="connsiteX223" fmla="*/ 819358 w 1459345"/>
              <a:gd name="connsiteY223" fmla="*/ 195914 h 1944342"/>
              <a:gd name="connsiteX224" fmla="*/ 823712 w 1459345"/>
              <a:gd name="connsiteY224" fmla="*/ 197656 h 1944342"/>
              <a:gd name="connsiteX225" fmla="*/ 832419 w 1459345"/>
              <a:gd name="connsiteY225" fmla="*/ 202010 h 1944342"/>
              <a:gd name="connsiteX226" fmla="*/ 838514 w 1459345"/>
              <a:gd name="connsiteY226" fmla="*/ 208105 h 1944342"/>
              <a:gd name="connsiteX227" fmla="*/ 841997 w 1459345"/>
              <a:gd name="connsiteY227" fmla="*/ 214200 h 1944342"/>
              <a:gd name="connsiteX228" fmla="*/ 848092 w 1459345"/>
              <a:gd name="connsiteY228" fmla="*/ 234227 h 1944342"/>
              <a:gd name="connsiteX229" fmla="*/ 854187 w 1459345"/>
              <a:gd name="connsiteY229" fmla="*/ 249029 h 1944342"/>
              <a:gd name="connsiteX230" fmla="*/ 870731 w 1459345"/>
              <a:gd name="connsiteY230" fmla="*/ 269056 h 1944342"/>
              <a:gd name="connsiteX231" fmla="*/ 875955 w 1459345"/>
              <a:gd name="connsiteY231" fmla="*/ 279505 h 1944342"/>
              <a:gd name="connsiteX232" fmla="*/ 882051 w 1459345"/>
              <a:gd name="connsiteY232" fmla="*/ 306497 h 1944342"/>
              <a:gd name="connsiteX233" fmla="*/ 887275 w 1459345"/>
              <a:gd name="connsiteY233" fmla="*/ 323041 h 1944342"/>
              <a:gd name="connsiteX234" fmla="*/ 891629 w 1459345"/>
              <a:gd name="connsiteY234" fmla="*/ 332619 h 1944342"/>
              <a:gd name="connsiteX235" fmla="*/ 893370 w 1459345"/>
              <a:gd name="connsiteY235" fmla="*/ 355258 h 1944342"/>
              <a:gd name="connsiteX236" fmla="*/ 902948 w 1459345"/>
              <a:gd name="connsiteY236" fmla="*/ 356129 h 1944342"/>
              <a:gd name="connsiteX237" fmla="*/ 973477 w 1459345"/>
              <a:gd name="connsiteY237" fmla="*/ 334361 h 1944342"/>
              <a:gd name="connsiteX238" fmla="*/ 983056 w 1459345"/>
              <a:gd name="connsiteY238" fmla="*/ 335231 h 1944342"/>
              <a:gd name="connsiteX239" fmla="*/ 991763 w 1459345"/>
              <a:gd name="connsiteY239" fmla="*/ 342197 h 1944342"/>
              <a:gd name="connsiteX240" fmla="*/ 1015272 w 1459345"/>
              <a:gd name="connsiteY240" fmla="*/ 353517 h 1944342"/>
              <a:gd name="connsiteX241" fmla="*/ 1017885 w 1459345"/>
              <a:gd name="connsiteY241" fmla="*/ 377897 h 1944342"/>
              <a:gd name="connsiteX242" fmla="*/ 1019626 w 1459345"/>
              <a:gd name="connsiteY242" fmla="*/ 388346 h 1944342"/>
              <a:gd name="connsiteX243" fmla="*/ 1024851 w 1459345"/>
              <a:gd name="connsiteY243" fmla="*/ 401407 h 1944342"/>
              <a:gd name="connsiteX244" fmla="*/ 1032687 w 1459345"/>
              <a:gd name="connsiteY244" fmla="*/ 413597 h 1944342"/>
              <a:gd name="connsiteX245" fmla="*/ 1051843 w 1459345"/>
              <a:gd name="connsiteY245" fmla="*/ 435366 h 1944342"/>
              <a:gd name="connsiteX246" fmla="*/ 1054455 w 1459345"/>
              <a:gd name="connsiteY246" fmla="*/ 441461 h 1944342"/>
              <a:gd name="connsiteX247" fmla="*/ 1053585 w 1459345"/>
              <a:gd name="connsiteY247" fmla="*/ 455392 h 1944342"/>
              <a:gd name="connsiteX248" fmla="*/ 1056197 w 1459345"/>
              <a:gd name="connsiteY248" fmla="*/ 464970 h 1944342"/>
              <a:gd name="connsiteX249" fmla="*/ 1069258 w 1459345"/>
              <a:gd name="connsiteY249" fmla="*/ 466712 h 1944342"/>
              <a:gd name="connsiteX250" fmla="*/ 1098863 w 1459345"/>
              <a:gd name="connsiteY250" fmla="*/ 467583 h 1944342"/>
              <a:gd name="connsiteX251" fmla="*/ 1104958 w 1459345"/>
              <a:gd name="connsiteY251" fmla="*/ 469324 h 1944342"/>
              <a:gd name="connsiteX252" fmla="*/ 1111053 w 1459345"/>
              <a:gd name="connsiteY252" fmla="*/ 473678 h 1944342"/>
              <a:gd name="connsiteX253" fmla="*/ 1118019 w 1459345"/>
              <a:gd name="connsiteY253" fmla="*/ 474549 h 1944342"/>
              <a:gd name="connsiteX254" fmla="*/ 1128467 w 1459345"/>
              <a:gd name="connsiteY254" fmla="*/ 471936 h 1944342"/>
              <a:gd name="connsiteX255" fmla="*/ 1138046 w 1459345"/>
              <a:gd name="connsiteY255" fmla="*/ 466712 h 1944342"/>
              <a:gd name="connsiteX256" fmla="*/ 1151977 w 1459345"/>
              <a:gd name="connsiteY256" fmla="*/ 453651 h 1944342"/>
              <a:gd name="connsiteX257" fmla="*/ 1158073 w 1459345"/>
              <a:gd name="connsiteY257" fmla="*/ 444073 h 1944342"/>
              <a:gd name="connsiteX258" fmla="*/ 1161555 w 1459345"/>
              <a:gd name="connsiteY258" fmla="*/ 441461 h 1944342"/>
              <a:gd name="connsiteX259" fmla="*/ 1165909 w 1459345"/>
              <a:gd name="connsiteY259" fmla="*/ 439719 h 1944342"/>
              <a:gd name="connsiteX260" fmla="*/ 1178099 w 1459345"/>
              <a:gd name="connsiteY260" fmla="*/ 439719 h 1944342"/>
              <a:gd name="connsiteX261" fmla="*/ 1210316 w 1459345"/>
              <a:gd name="connsiteY261" fmla="*/ 461488 h 1944342"/>
              <a:gd name="connsiteX262" fmla="*/ 1232085 w 1459345"/>
              <a:gd name="connsiteY262" fmla="*/ 466712 h 1944342"/>
            </a:gdLst>
            <a:ahLst/>
            <a:cxnLst/>
            <a:rect l="l" t="t" r="r" b="b"/>
            <a:pathLst>
              <a:path w="1459345" h="1944342">
                <a:moveTo>
                  <a:pt x="1232085" y="466712"/>
                </a:moveTo>
                <a:lnTo>
                  <a:pt x="1235568" y="493704"/>
                </a:lnTo>
                <a:lnTo>
                  <a:pt x="1232955" y="525922"/>
                </a:lnTo>
                <a:lnTo>
                  <a:pt x="1233826" y="535500"/>
                </a:lnTo>
                <a:lnTo>
                  <a:pt x="1235568" y="544207"/>
                </a:lnTo>
                <a:lnTo>
                  <a:pt x="1238180" y="553785"/>
                </a:lnTo>
                <a:lnTo>
                  <a:pt x="1244275" y="571200"/>
                </a:lnTo>
                <a:lnTo>
                  <a:pt x="1246887" y="576424"/>
                </a:lnTo>
                <a:lnTo>
                  <a:pt x="1251241" y="580778"/>
                </a:lnTo>
                <a:lnTo>
                  <a:pt x="1262560" y="587744"/>
                </a:lnTo>
                <a:lnTo>
                  <a:pt x="1268655" y="592097"/>
                </a:lnTo>
                <a:lnTo>
                  <a:pt x="1273009" y="599934"/>
                </a:lnTo>
                <a:lnTo>
                  <a:pt x="1278233" y="617348"/>
                </a:lnTo>
                <a:lnTo>
                  <a:pt x="1283458" y="624314"/>
                </a:lnTo>
                <a:lnTo>
                  <a:pt x="1306967" y="641729"/>
                </a:lnTo>
                <a:lnTo>
                  <a:pt x="1314804" y="649565"/>
                </a:lnTo>
                <a:lnTo>
                  <a:pt x="1325253" y="664368"/>
                </a:lnTo>
                <a:lnTo>
                  <a:pt x="1330477" y="668722"/>
                </a:lnTo>
                <a:lnTo>
                  <a:pt x="1336572" y="672204"/>
                </a:lnTo>
                <a:lnTo>
                  <a:pt x="1350504" y="676558"/>
                </a:lnTo>
                <a:lnTo>
                  <a:pt x="1358341" y="678300"/>
                </a:lnTo>
                <a:lnTo>
                  <a:pt x="1370531" y="682653"/>
                </a:lnTo>
                <a:lnTo>
                  <a:pt x="1380109" y="693973"/>
                </a:lnTo>
                <a:lnTo>
                  <a:pt x="1431482" y="767114"/>
                </a:lnTo>
                <a:lnTo>
                  <a:pt x="1439319" y="783658"/>
                </a:lnTo>
                <a:lnTo>
                  <a:pt x="1444543" y="807168"/>
                </a:lnTo>
                <a:lnTo>
                  <a:pt x="1459345" y="916009"/>
                </a:lnTo>
                <a:lnTo>
                  <a:pt x="1458475" y="931682"/>
                </a:lnTo>
                <a:lnTo>
                  <a:pt x="1454992" y="951709"/>
                </a:lnTo>
                <a:lnTo>
                  <a:pt x="1423646" y="1058809"/>
                </a:lnTo>
                <a:lnTo>
                  <a:pt x="1414938" y="1076224"/>
                </a:lnTo>
                <a:lnTo>
                  <a:pt x="1411455" y="1080577"/>
                </a:lnTo>
                <a:lnTo>
                  <a:pt x="1401006" y="1089285"/>
                </a:lnTo>
                <a:lnTo>
                  <a:pt x="1397524" y="1093638"/>
                </a:lnTo>
                <a:lnTo>
                  <a:pt x="1393170" y="1100604"/>
                </a:lnTo>
                <a:lnTo>
                  <a:pt x="1390558" y="1109312"/>
                </a:lnTo>
                <a:lnTo>
                  <a:pt x="1389687" y="1123243"/>
                </a:lnTo>
                <a:lnTo>
                  <a:pt x="1389687" y="1135433"/>
                </a:lnTo>
                <a:lnTo>
                  <a:pt x="1394911" y="1185065"/>
                </a:lnTo>
                <a:lnTo>
                  <a:pt x="1394911" y="1225119"/>
                </a:lnTo>
                <a:lnTo>
                  <a:pt x="1393170" y="1235568"/>
                </a:lnTo>
                <a:lnTo>
                  <a:pt x="1388816" y="1253853"/>
                </a:lnTo>
                <a:lnTo>
                  <a:pt x="1384463" y="1265172"/>
                </a:lnTo>
                <a:lnTo>
                  <a:pt x="1378367" y="1275621"/>
                </a:lnTo>
                <a:lnTo>
                  <a:pt x="1367919" y="1286070"/>
                </a:lnTo>
                <a:lnTo>
                  <a:pt x="1354858" y="1296519"/>
                </a:lnTo>
                <a:lnTo>
                  <a:pt x="1320028" y="1314804"/>
                </a:lnTo>
                <a:lnTo>
                  <a:pt x="1316545" y="1320028"/>
                </a:lnTo>
                <a:lnTo>
                  <a:pt x="1314804" y="1327865"/>
                </a:lnTo>
                <a:lnTo>
                  <a:pt x="1314804" y="1361824"/>
                </a:lnTo>
                <a:lnTo>
                  <a:pt x="1324382" y="1458475"/>
                </a:lnTo>
                <a:lnTo>
                  <a:pt x="1324382" y="1469794"/>
                </a:lnTo>
                <a:lnTo>
                  <a:pt x="1311321" y="1572540"/>
                </a:lnTo>
                <a:lnTo>
                  <a:pt x="1313933" y="1606499"/>
                </a:lnTo>
                <a:lnTo>
                  <a:pt x="1313933" y="1617818"/>
                </a:lnTo>
                <a:lnTo>
                  <a:pt x="1311321" y="1630009"/>
                </a:lnTo>
                <a:lnTo>
                  <a:pt x="1291294" y="1698796"/>
                </a:lnTo>
                <a:lnTo>
                  <a:pt x="1277363" y="1727531"/>
                </a:lnTo>
                <a:lnTo>
                  <a:pt x="1275621" y="1737979"/>
                </a:lnTo>
                <a:lnTo>
                  <a:pt x="1275621" y="1749299"/>
                </a:lnTo>
                <a:lnTo>
                  <a:pt x="1289553" y="1943472"/>
                </a:lnTo>
                <a:lnTo>
                  <a:pt x="1111924" y="1919962"/>
                </a:lnTo>
                <a:lnTo>
                  <a:pt x="917751" y="1939989"/>
                </a:lnTo>
                <a:lnTo>
                  <a:pt x="892500" y="1944343"/>
                </a:lnTo>
                <a:lnTo>
                  <a:pt x="886404" y="1942601"/>
                </a:lnTo>
                <a:lnTo>
                  <a:pt x="884663" y="1936506"/>
                </a:lnTo>
                <a:lnTo>
                  <a:pt x="881180" y="1890357"/>
                </a:lnTo>
                <a:lnTo>
                  <a:pt x="879439" y="1881650"/>
                </a:lnTo>
                <a:lnTo>
                  <a:pt x="875955" y="1874684"/>
                </a:lnTo>
                <a:lnTo>
                  <a:pt x="868990" y="1865977"/>
                </a:lnTo>
                <a:lnTo>
                  <a:pt x="765373" y="1761489"/>
                </a:lnTo>
                <a:lnTo>
                  <a:pt x="755795" y="1749299"/>
                </a:lnTo>
                <a:lnTo>
                  <a:pt x="750570" y="1735367"/>
                </a:lnTo>
                <a:lnTo>
                  <a:pt x="747958" y="1719694"/>
                </a:lnTo>
                <a:lnTo>
                  <a:pt x="747087" y="1703150"/>
                </a:lnTo>
                <a:lnTo>
                  <a:pt x="744475" y="1689218"/>
                </a:lnTo>
                <a:lnTo>
                  <a:pt x="707034" y="1606499"/>
                </a:lnTo>
                <a:lnTo>
                  <a:pt x="678300" y="1517684"/>
                </a:lnTo>
                <a:lnTo>
                  <a:pt x="664368" y="1484597"/>
                </a:lnTo>
                <a:lnTo>
                  <a:pt x="657402" y="1475889"/>
                </a:lnTo>
                <a:lnTo>
                  <a:pt x="647824" y="1473277"/>
                </a:lnTo>
                <a:lnTo>
                  <a:pt x="633892" y="1472406"/>
                </a:lnTo>
                <a:lnTo>
                  <a:pt x="607770" y="1465440"/>
                </a:lnTo>
                <a:lnTo>
                  <a:pt x="606029" y="1461958"/>
                </a:lnTo>
                <a:lnTo>
                  <a:pt x="606029" y="1453250"/>
                </a:lnTo>
                <a:lnTo>
                  <a:pt x="608641" y="1431482"/>
                </a:lnTo>
                <a:lnTo>
                  <a:pt x="606029" y="1412326"/>
                </a:lnTo>
                <a:lnTo>
                  <a:pt x="607770" y="1405360"/>
                </a:lnTo>
                <a:lnTo>
                  <a:pt x="611253" y="1397524"/>
                </a:lnTo>
                <a:lnTo>
                  <a:pt x="612995" y="1387075"/>
                </a:lnTo>
                <a:lnTo>
                  <a:pt x="616478" y="1380979"/>
                </a:lnTo>
                <a:lnTo>
                  <a:pt x="624314" y="1370531"/>
                </a:lnTo>
                <a:lnTo>
                  <a:pt x="626926" y="1362694"/>
                </a:lnTo>
                <a:lnTo>
                  <a:pt x="621702" y="1360082"/>
                </a:lnTo>
                <a:lnTo>
                  <a:pt x="529405" y="1372272"/>
                </a:lnTo>
                <a:lnTo>
                  <a:pt x="518085" y="1370531"/>
                </a:lnTo>
                <a:lnTo>
                  <a:pt x="493705" y="1357470"/>
                </a:lnTo>
                <a:lnTo>
                  <a:pt x="444073" y="1341797"/>
                </a:lnTo>
                <a:lnTo>
                  <a:pt x="437978" y="1339184"/>
                </a:lnTo>
                <a:lnTo>
                  <a:pt x="434495" y="1333960"/>
                </a:lnTo>
                <a:lnTo>
                  <a:pt x="431012" y="1327865"/>
                </a:lnTo>
                <a:lnTo>
                  <a:pt x="426658" y="1321770"/>
                </a:lnTo>
                <a:lnTo>
                  <a:pt x="408373" y="1303484"/>
                </a:lnTo>
                <a:lnTo>
                  <a:pt x="373544" y="1282587"/>
                </a:lnTo>
                <a:lnTo>
                  <a:pt x="365707" y="1278233"/>
                </a:lnTo>
                <a:lnTo>
                  <a:pt x="348292" y="1278233"/>
                </a:lnTo>
                <a:lnTo>
                  <a:pt x="340456" y="1274750"/>
                </a:lnTo>
                <a:lnTo>
                  <a:pt x="336102" y="1268655"/>
                </a:lnTo>
                <a:lnTo>
                  <a:pt x="329136" y="1252982"/>
                </a:lnTo>
                <a:lnTo>
                  <a:pt x="324783" y="1246016"/>
                </a:lnTo>
                <a:lnTo>
                  <a:pt x="302144" y="1220765"/>
                </a:lnTo>
                <a:lnTo>
                  <a:pt x="294307" y="1216411"/>
                </a:lnTo>
                <a:lnTo>
                  <a:pt x="289953" y="1216411"/>
                </a:lnTo>
                <a:lnTo>
                  <a:pt x="277763" y="1222507"/>
                </a:lnTo>
                <a:lnTo>
                  <a:pt x="265573" y="1222507"/>
                </a:lnTo>
                <a:lnTo>
                  <a:pt x="242934" y="1219024"/>
                </a:lnTo>
                <a:lnTo>
                  <a:pt x="229873" y="1213799"/>
                </a:lnTo>
                <a:lnTo>
                  <a:pt x="215941" y="1198126"/>
                </a:lnTo>
                <a:lnTo>
                  <a:pt x="172405" y="1137175"/>
                </a:lnTo>
                <a:lnTo>
                  <a:pt x="165439" y="1131080"/>
                </a:lnTo>
                <a:lnTo>
                  <a:pt x="121032" y="1107570"/>
                </a:lnTo>
                <a:lnTo>
                  <a:pt x="93168" y="1106699"/>
                </a:lnTo>
                <a:lnTo>
                  <a:pt x="87073" y="1104087"/>
                </a:lnTo>
                <a:lnTo>
                  <a:pt x="76624" y="1097121"/>
                </a:lnTo>
                <a:lnTo>
                  <a:pt x="71400" y="1095380"/>
                </a:lnTo>
                <a:lnTo>
                  <a:pt x="65305" y="1094509"/>
                </a:lnTo>
                <a:lnTo>
                  <a:pt x="52244" y="1097121"/>
                </a:lnTo>
                <a:lnTo>
                  <a:pt x="45278" y="1096251"/>
                </a:lnTo>
                <a:lnTo>
                  <a:pt x="24380" y="1086672"/>
                </a:lnTo>
                <a:lnTo>
                  <a:pt x="16544" y="1085802"/>
                </a:lnTo>
                <a:lnTo>
                  <a:pt x="0" y="1087543"/>
                </a:lnTo>
                <a:lnTo>
                  <a:pt x="0" y="1085802"/>
                </a:lnTo>
                <a:lnTo>
                  <a:pt x="13932" y="963899"/>
                </a:lnTo>
                <a:lnTo>
                  <a:pt x="15673" y="917751"/>
                </a:lnTo>
                <a:lnTo>
                  <a:pt x="8707" y="832419"/>
                </a:lnTo>
                <a:lnTo>
                  <a:pt x="11320" y="819358"/>
                </a:lnTo>
                <a:lnTo>
                  <a:pt x="16544" y="809780"/>
                </a:lnTo>
                <a:lnTo>
                  <a:pt x="23510" y="802814"/>
                </a:lnTo>
                <a:lnTo>
                  <a:pt x="53985" y="784529"/>
                </a:lnTo>
                <a:lnTo>
                  <a:pt x="60081" y="778434"/>
                </a:lnTo>
                <a:lnTo>
                  <a:pt x="66176" y="771468"/>
                </a:lnTo>
                <a:lnTo>
                  <a:pt x="75754" y="749699"/>
                </a:lnTo>
                <a:lnTo>
                  <a:pt x="79237" y="743604"/>
                </a:lnTo>
                <a:lnTo>
                  <a:pt x="86202" y="740122"/>
                </a:lnTo>
                <a:lnTo>
                  <a:pt x="89685" y="733156"/>
                </a:lnTo>
                <a:lnTo>
                  <a:pt x="89685" y="726190"/>
                </a:lnTo>
                <a:lnTo>
                  <a:pt x="87073" y="706163"/>
                </a:lnTo>
                <a:lnTo>
                  <a:pt x="88815" y="699197"/>
                </a:lnTo>
                <a:lnTo>
                  <a:pt x="114066" y="633892"/>
                </a:lnTo>
                <a:lnTo>
                  <a:pt x="145412" y="578166"/>
                </a:lnTo>
                <a:lnTo>
                  <a:pt x="149766" y="566846"/>
                </a:lnTo>
                <a:lnTo>
                  <a:pt x="150637" y="554656"/>
                </a:lnTo>
                <a:lnTo>
                  <a:pt x="148895" y="541595"/>
                </a:lnTo>
                <a:lnTo>
                  <a:pt x="144541" y="529405"/>
                </a:lnTo>
                <a:lnTo>
                  <a:pt x="127127" y="495446"/>
                </a:lnTo>
                <a:lnTo>
                  <a:pt x="124515" y="488480"/>
                </a:lnTo>
                <a:lnTo>
                  <a:pt x="123644" y="479773"/>
                </a:lnTo>
                <a:lnTo>
                  <a:pt x="127127" y="476290"/>
                </a:lnTo>
                <a:lnTo>
                  <a:pt x="133222" y="476290"/>
                </a:lnTo>
                <a:lnTo>
                  <a:pt x="139317" y="478031"/>
                </a:lnTo>
                <a:lnTo>
                  <a:pt x="168051" y="480644"/>
                </a:lnTo>
                <a:lnTo>
                  <a:pt x="175888" y="479773"/>
                </a:lnTo>
                <a:lnTo>
                  <a:pt x="190690" y="474549"/>
                </a:lnTo>
                <a:lnTo>
                  <a:pt x="220295" y="445814"/>
                </a:lnTo>
                <a:lnTo>
                  <a:pt x="244676" y="431012"/>
                </a:lnTo>
                <a:lnTo>
                  <a:pt x="299532" y="405761"/>
                </a:lnTo>
                <a:lnTo>
                  <a:pt x="310851" y="397053"/>
                </a:lnTo>
                <a:lnTo>
                  <a:pt x="318688" y="385734"/>
                </a:lnTo>
                <a:lnTo>
                  <a:pt x="320429" y="378768"/>
                </a:lnTo>
                <a:lnTo>
                  <a:pt x="321300" y="363966"/>
                </a:lnTo>
                <a:lnTo>
                  <a:pt x="311722" y="344810"/>
                </a:lnTo>
                <a:lnTo>
                  <a:pt x="287341" y="308239"/>
                </a:lnTo>
                <a:lnTo>
                  <a:pt x="271668" y="279505"/>
                </a:lnTo>
                <a:lnTo>
                  <a:pt x="266444" y="264702"/>
                </a:lnTo>
                <a:lnTo>
                  <a:pt x="263832" y="250771"/>
                </a:lnTo>
                <a:lnTo>
                  <a:pt x="263832" y="239451"/>
                </a:lnTo>
                <a:lnTo>
                  <a:pt x="263832" y="229002"/>
                </a:lnTo>
                <a:lnTo>
                  <a:pt x="262090" y="221166"/>
                </a:lnTo>
                <a:lnTo>
                  <a:pt x="258607" y="214200"/>
                </a:lnTo>
                <a:lnTo>
                  <a:pt x="240322" y="205493"/>
                </a:lnTo>
                <a:lnTo>
                  <a:pt x="202010" y="181112"/>
                </a:lnTo>
                <a:lnTo>
                  <a:pt x="145412" y="128868"/>
                </a:lnTo>
                <a:lnTo>
                  <a:pt x="125385" y="109712"/>
                </a:lnTo>
                <a:lnTo>
                  <a:pt x="114066" y="94910"/>
                </a:lnTo>
                <a:lnTo>
                  <a:pt x="111454" y="80978"/>
                </a:lnTo>
                <a:lnTo>
                  <a:pt x="111454" y="59210"/>
                </a:lnTo>
                <a:lnTo>
                  <a:pt x="176758" y="51373"/>
                </a:lnTo>
                <a:lnTo>
                  <a:pt x="210717" y="38312"/>
                </a:lnTo>
                <a:lnTo>
                  <a:pt x="246417" y="19156"/>
                </a:lnTo>
                <a:lnTo>
                  <a:pt x="271668" y="1741"/>
                </a:lnTo>
                <a:lnTo>
                  <a:pt x="279505" y="0"/>
                </a:lnTo>
                <a:lnTo>
                  <a:pt x="289083" y="0"/>
                </a:lnTo>
                <a:lnTo>
                  <a:pt x="303014" y="2612"/>
                </a:lnTo>
                <a:lnTo>
                  <a:pt x="314334" y="7837"/>
                </a:lnTo>
                <a:lnTo>
                  <a:pt x="321300" y="12190"/>
                </a:lnTo>
                <a:lnTo>
                  <a:pt x="330007" y="20027"/>
                </a:lnTo>
                <a:lnTo>
                  <a:pt x="336973" y="22639"/>
                </a:lnTo>
                <a:lnTo>
                  <a:pt x="355258" y="25251"/>
                </a:lnTo>
                <a:lnTo>
                  <a:pt x="387475" y="36571"/>
                </a:lnTo>
                <a:lnTo>
                  <a:pt x="422305" y="40054"/>
                </a:lnTo>
                <a:lnTo>
                  <a:pt x="454522" y="39183"/>
                </a:lnTo>
                <a:lnTo>
                  <a:pt x="458875" y="38312"/>
                </a:lnTo>
                <a:lnTo>
                  <a:pt x="469324" y="33959"/>
                </a:lnTo>
                <a:lnTo>
                  <a:pt x="479773" y="33959"/>
                </a:lnTo>
                <a:lnTo>
                  <a:pt x="487609" y="33959"/>
                </a:lnTo>
                <a:lnTo>
                  <a:pt x="511119" y="40924"/>
                </a:lnTo>
                <a:lnTo>
                  <a:pt x="518956" y="45278"/>
                </a:lnTo>
                <a:lnTo>
                  <a:pt x="524180" y="50502"/>
                </a:lnTo>
                <a:lnTo>
                  <a:pt x="530275" y="59210"/>
                </a:lnTo>
                <a:lnTo>
                  <a:pt x="534629" y="67046"/>
                </a:lnTo>
                <a:lnTo>
                  <a:pt x="538112" y="74883"/>
                </a:lnTo>
                <a:lnTo>
                  <a:pt x="544207" y="82719"/>
                </a:lnTo>
                <a:lnTo>
                  <a:pt x="549431" y="86202"/>
                </a:lnTo>
                <a:lnTo>
                  <a:pt x="559009" y="87944"/>
                </a:lnTo>
                <a:lnTo>
                  <a:pt x="570329" y="80978"/>
                </a:lnTo>
                <a:lnTo>
                  <a:pt x="578166" y="78366"/>
                </a:lnTo>
                <a:lnTo>
                  <a:pt x="646953" y="81849"/>
                </a:lnTo>
                <a:lnTo>
                  <a:pt x="657402" y="90556"/>
                </a:lnTo>
                <a:lnTo>
                  <a:pt x="666980" y="95780"/>
                </a:lnTo>
                <a:lnTo>
                  <a:pt x="678300" y="100134"/>
                </a:lnTo>
                <a:lnTo>
                  <a:pt x="695714" y="115807"/>
                </a:lnTo>
                <a:lnTo>
                  <a:pt x="713129" y="129739"/>
                </a:lnTo>
                <a:lnTo>
                  <a:pt x="812392" y="192432"/>
                </a:lnTo>
                <a:lnTo>
                  <a:pt x="819358" y="195914"/>
                </a:lnTo>
                <a:lnTo>
                  <a:pt x="823712" y="197656"/>
                </a:lnTo>
                <a:lnTo>
                  <a:pt x="832419" y="202010"/>
                </a:lnTo>
                <a:lnTo>
                  <a:pt x="838514" y="208105"/>
                </a:lnTo>
                <a:lnTo>
                  <a:pt x="841997" y="214200"/>
                </a:lnTo>
                <a:lnTo>
                  <a:pt x="848092" y="234227"/>
                </a:lnTo>
                <a:lnTo>
                  <a:pt x="854187" y="249029"/>
                </a:lnTo>
                <a:lnTo>
                  <a:pt x="870731" y="269056"/>
                </a:lnTo>
                <a:lnTo>
                  <a:pt x="875955" y="279505"/>
                </a:lnTo>
                <a:lnTo>
                  <a:pt x="882051" y="306497"/>
                </a:lnTo>
                <a:lnTo>
                  <a:pt x="887275" y="323041"/>
                </a:lnTo>
                <a:lnTo>
                  <a:pt x="891629" y="332619"/>
                </a:lnTo>
                <a:lnTo>
                  <a:pt x="893370" y="355258"/>
                </a:lnTo>
                <a:lnTo>
                  <a:pt x="902948" y="356129"/>
                </a:lnTo>
                <a:lnTo>
                  <a:pt x="973477" y="334361"/>
                </a:lnTo>
                <a:lnTo>
                  <a:pt x="983056" y="335231"/>
                </a:lnTo>
                <a:lnTo>
                  <a:pt x="991763" y="342197"/>
                </a:lnTo>
                <a:lnTo>
                  <a:pt x="1015272" y="353517"/>
                </a:lnTo>
                <a:lnTo>
                  <a:pt x="1017885" y="377897"/>
                </a:lnTo>
                <a:lnTo>
                  <a:pt x="1019626" y="388346"/>
                </a:lnTo>
                <a:lnTo>
                  <a:pt x="1024851" y="401407"/>
                </a:lnTo>
                <a:lnTo>
                  <a:pt x="1032687" y="413597"/>
                </a:lnTo>
                <a:lnTo>
                  <a:pt x="1051843" y="435366"/>
                </a:lnTo>
                <a:lnTo>
                  <a:pt x="1054455" y="441461"/>
                </a:lnTo>
                <a:lnTo>
                  <a:pt x="1053585" y="455392"/>
                </a:lnTo>
                <a:lnTo>
                  <a:pt x="1056197" y="464970"/>
                </a:lnTo>
                <a:lnTo>
                  <a:pt x="1069258" y="466712"/>
                </a:lnTo>
                <a:lnTo>
                  <a:pt x="1098863" y="467583"/>
                </a:lnTo>
                <a:lnTo>
                  <a:pt x="1104958" y="469324"/>
                </a:lnTo>
                <a:lnTo>
                  <a:pt x="1111053" y="473678"/>
                </a:lnTo>
                <a:lnTo>
                  <a:pt x="1118019" y="474549"/>
                </a:lnTo>
                <a:lnTo>
                  <a:pt x="1128467" y="471936"/>
                </a:lnTo>
                <a:lnTo>
                  <a:pt x="1138046" y="466712"/>
                </a:lnTo>
                <a:lnTo>
                  <a:pt x="1151977" y="453651"/>
                </a:lnTo>
                <a:lnTo>
                  <a:pt x="1158073" y="444073"/>
                </a:lnTo>
                <a:lnTo>
                  <a:pt x="1161555" y="441461"/>
                </a:lnTo>
                <a:lnTo>
                  <a:pt x="1165909" y="439719"/>
                </a:lnTo>
                <a:lnTo>
                  <a:pt x="1178099" y="439719"/>
                </a:lnTo>
                <a:lnTo>
                  <a:pt x="1210316" y="461488"/>
                </a:lnTo>
                <a:lnTo>
                  <a:pt x="1232085" y="466712"/>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4" name="Freeform: Shape 43">
            <a:extLst>
              <a:ext uri="{FF2B5EF4-FFF2-40B4-BE49-F238E27FC236}">
                <a16:creationId xmlns:a16="http://schemas.microsoft.com/office/drawing/2014/main" id="{81C345C6-9E0B-B11A-EA89-93E9F21AB885}"/>
              </a:ext>
            </a:extLst>
          </p:cNvPr>
          <p:cNvSpPr>
            <a:spLocks noGrp="1"/>
          </p:cNvSpPr>
          <p:nvPr/>
        </p:nvSpPr>
        <p:spPr>
          <a:xfrm>
            <a:off x="3600883" y="3553095"/>
            <a:ext cx="974378" cy="1589101"/>
          </a:xfrm>
          <a:custGeom>
            <a:avLst/>
            <a:gdLst>
              <a:gd name="connsiteX0" fmla="*/ 758407 w 976960"/>
              <a:gd name="connsiteY0" fmla="*/ 237709 h 1578635"/>
              <a:gd name="connsiteX1" fmla="*/ 766243 w 976960"/>
              <a:gd name="connsiteY1" fmla="*/ 243805 h 1578635"/>
              <a:gd name="connsiteX2" fmla="*/ 769726 w 976960"/>
              <a:gd name="connsiteY2" fmla="*/ 247288 h 1578635"/>
              <a:gd name="connsiteX3" fmla="*/ 770597 w 976960"/>
              <a:gd name="connsiteY3" fmla="*/ 251641 h 1578635"/>
              <a:gd name="connsiteX4" fmla="*/ 767114 w 976960"/>
              <a:gd name="connsiteY4" fmla="*/ 261219 h 1578635"/>
              <a:gd name="connsiteX5" fmla="*/ 766243 w 976960"/>
              <a:gd name="connsiteY5" fmla="*/ 276022 h 1578635"/>
              <a:gd name="connsiteX6" fmla="*/ 765373 w 976960"/>
              <a:gd name="connsiteY6" fmla="*/ 282117 h 1578635"/>
              <a:gd name="connsiteX7" fmla="*/ 761019 w 976960"/>
              <a:gd name="connsiteY7" fmla="*/ 291695 h 1578635"/>
              <a:gd name="connsiteX8" fmla="*/ 752312 w 976960"/>
              <a:gd name="connsiteY8" fmla="*/ 303885 h 1578635"/>
              <a:gd name="connsiteX9" fmla="*/ 720095 w 976960"/>
              <a:gd name="connsiteY9" fmla="*/ 338714 h 1578635"/>
              <a:gd name="connsiteX10" fmla="*/ 706163 w 976960"/>
              <a:gd name="connsiteY10" fmla="*/ 350905 h 1578635"/>
              <a:gd name="connsiteX11" fmla="*/ 686136 w 976960"/>
              <a:gd name="connsiteY11" fmla="*/ 363095 h 1578635"/>
              <a:gd name="connsiteX12" fmla="*/ 697456 w 976960"/>
              <a:gd name="connsiteY12" fmla="*/ 400536 h 1578635"/>
              <a:gd name="connsiteX13" fmla="*/ 703551 w 976960"/>
              <a:gd name="connsiteY13" fmla="*/ 415339 h 1578635"/>
              <a:gd name="connsiteX14" fmla="*/ 707034 w 976960"/>
              <a:gd name="connsiteY14" fmla="*/ 430141 h 1578635"/>
              <a:gd name="connsiteX15" fmla="*/ 707904 w 976960"/>
              <a:gd name="connsiteY15" fmla="*/ 441461 h 1578635"/>
              <a:gd name="connsiteX16" fmla="*/ 707904 w 976960"/>
              <a:gd name="connsiteY16" fmla="*/ 452780 h 1578635"/>
              <a:gd name="connsiteX17" fmla="*/ 710517 w 976960"/>
              <a:gd name="connsiteY17" fmla="*/ 459746 h 1578635"/>
              <a:gd name="connsiteX18" fmla="*/ 742734 w 976960"/>
              <a:gd name="connsiteY18" fmla="*/ 505024 h 1578635"/>
              <a:gd name="connsiteX19" fmla="*/ 767114 w 976960"/>
              <a:gd name="connsiteY19" fmla="*/ 547690 h 1578635"/>
              <a:gd name="connsiteX20" fmla="*/ 767114 w 976960"/>
              <a:gd name="connsiteY20" fmla="*/ 569458 h 1578635"/>
              <a:gd name="connsiteX21" fmla="*/ 769726 w 976960"/>
              <a:gd name="connsiteY21" fmla="*/ 583390 h 1578635"/>
              <a:gd name="connsiteX22" fmla="*/ 781046 w 976960"/>
              <a:gd name="connsiteY22" fmla="*/ 598192 h 1578635"/>
              <a:gd name="connsiteX23" fmla="*/ 801073 w 976960"/>
              <a:gd name="connsiteY23" fmla="*/ 617348 h 1578635"/>
              <a:gd name="connsiteX24" fmla="*/ 857670 w 976960"/>
              <a:gd name="connsiteY24" fmla="*/ 669592 h 1578635"/>
              <a:gd name="connsiteX25" fmla="*/ 895982 w 976960"/>
              <a:gd name="connsiteY25" fmla="*/ 693973 h 1578635"/>
              <a:gd name="connsiteX26" fmla="*/ 914268 w 976960"/>
              <a:gd name="connsiteY26" fmla="*/ 702680 h 1578635"/>
              <a:gd name="connsiteX27" fmla="*/ 917751 w 976960"/>
              <a:gd name="connsiteY27" fmla="*/ 709646 h 1578635"/>
              <a:gd name="connsiteX28" fmla="*/ 919492 w 976960"/>
              <a:gd name="connsiteY28" fmla="*/ 717482 h 1578635"/>
              <a:gd name="connsiteX29" fmla="*/ 919492 w 976960"/>
              <a:gd name="connsiteY29" fmla="*/ 727931 h 1578635"/>
              <a:gd name="connsiteX30" fmla="*/ 919492 w 976960"/>
              <a:gd name="connsiteY30" fmla="*/ 739251 h 1578635"/>
              <a:gd name="connsiteX31" fmla="*/ 922104 w 976960"/>
              <a:gd name="connsiteY31" fmla="*/ 753182 h 1578635"/>
              <a:gd name="connsiteX32" fmla="*/ 927329 w 976960"/>
              <a:gd name="connsiteY32" fmla="*/ 767985 h 1578635"/>
              <a:gd name="connsiteX33" fmla="*/ 943002 w 976960"/>
              <a:gd name="connsiteY33" fmla="*/ 796719 h 1578635"/>
              <a:gd name="connsiteX34" fmla="*/ 967382 w 976960"/>
              <a:gd name="connsiteY34" fmla="*/ 833290 h 1578635"/>
              <a:gd name="connsiteX35" fmla="*/ 976960 w 976960"/>
              <a:gd name="connsiteY35" fmla="*/ 852446 h 1578635"/>
              <a:gd name="connsiteX36" fmla="*/ 976090 w 976960"/>
              <a:gd name="connsiteY36" fmla="*/ 867248 h 1578635"/>
              <a:gd name="connsiteX37" fmla="*/ 974348 w 976960"/>
              <a:gd name="connsiteY37" fmla="*/ 874214 h 1578635"/>
              <a:gd name="connsiteX38" fmla="*/ 966511 w 976960"/>
              <a:gd name="connsiteY38" fmla="*/ 885533 h 1578635"/>
              <a:gd name="connsiteX39" fmla="*/ 955192 w 976960"/>
              <a:gd name="connsiteY39" fmla="*/ 894241 h 1578635"/>
              <a:gd name="connsiteX40" fmla="*/ 900336 w 976960"/>
              <a:gd name="connsiteY40" fmla="*/ 919492 h 1578635"/>
              <a:gd name="connsiteX41" fmla="*/ 875956 w 976960"/>
              <a:gd name="connsiteY41" fmla="*/ 934294 h 1578635"/>
              <a:gd name="connsiteX42" fmla="*/ 846351 w 976960"/>
              <a:gd name="connsiteY42" fmla="*/ 963029 h 1578635"/>
              <a:gd name="connsiteX43" fmla="*/ 831548 w 976960"/>
              <a:gd name="connsiteY43" fmla="*/ 968253 h 1578635"/>
              <a:gd name="connsiteX44" fmla="*/ 823712 w 976960"/>
              <a:gd name="connsiteY44" fmla="*/ 969124 h 1578635"/>
              <a:gd name="connsiteX45" fmla="*/ 794977 w 976960"/>
              <a:gd name="connsiteY45" fmla="*/ 966512 h 1578635"/>
              <a:gd name="connsiteX46" fmla="*/ 788882 w 976960"/>
              <a:gd name="connsiteY46" fmla="*/ 964770 h 1578635"/>
              <a:gd name="connsiteX47" fmla="*/ 782787 w 976960"/>
              <a:gd name="connsiteY47" fmla="*/ 964770 h 1578635"/>
              <a:gd name="connsiteX48" fmla="*/ 779304 w 976960"/>
              <a:gd name="connsiteY48" fmla="*/ 968253 h 1578635"/>
              <a:gd name="connsiteX49" fmla="*/ 780175 w 976960"/>
              <a:gd name="connsiteY49" fmla="*/ 976960 h 1578635"/>
              <a:gd name="connsiteX50" fmla="*/ 782787 w 976960"/>
              <a:gd name="connsiteY50" fmla="*/ 983926 h 1578635"/>
              <a:gd name="connsiteX51" fmla="*/ 800202 w 976960"/>
              <a:gd name="connsiteY51" fmla="*/ 1017885 h 1578635"/>
              <a:gd name="connsiteX52" fmla="*/ 804556 w 976960"/>
              <a:gd name="connsiteY52" fmla="*/ 1030075 h 1578635"/>
              <a:gd name="connsiteX53" fmla="*/ 806297 w 976960"/>
              <a:gd name="connsiteY53" fmla="*/ 1043136 h 1578635"/>
              <a:gd name="connsiteX54" fmla="*/ 805426 w 976960"/>
              <a:gd name="connsiteY54" fmla="*/ 1055326 h 1578635"/>
              <a:gd name="connsiteX55" fmla="*/ 801073 w 976960"/>
              <a:gd name="connsiteY55" fmla="*/ 1066646 h 1578635"/>
              <a:gd name="connsiteX56" fmla="*/ 769726 w 976960"/>
              <a:gd name="connsiteY56" fmla="*/ 1122372 h 1578635"/>
              <a:gd name="connsiteX57" fmla="*/ 744475 w 976960"/>
              <a:gd name="connsiteY57" fmla="*/ 1187677 h 1578635"/>
              <a:gd name="connsiteX58" fmla="*/ 742734 w 976960"/>
              <a:gd name="connsiteY58" fmla="*/ 1194643 h 1578635"/>
              <a:gd name="connsiteX59" fmla="*/ 745346 w 976960"/>
              <a:gd name="connsiteY59" fmla="*/ 1214670 h 1578635"/>
              <a:gd name="connsiteX60" fmla="*/ 745346 w 976960"/>
              <a:gd name="connsiteY60" fmla="*/ 1221636 h 1578635"/>
              <a:gd name="connsiteX61" fmla="*/ 741863 w 976960"/>
              <a:gd name="connsiteY61" fmla="*/ 1228602 h 1578635"/>
              <a:gd name="connsiteX62" fmla="*/ 734897 w 976960"/>
              <a:gd name="connsiteY62" fmla="*/ 1232085 h 1578635"/>
              <a:gd name="connsiteX63" fmla="*/ 731414 w 976960"/>
              <a:gd name="connsiteY63" fmla="*/ 1238179 h 1578635"/>
              <a:gd name="connsiteX64" fmla="*/ 721836 w 976960"/>
              <a:gd name="connsiteY64" fmla="*/ 1259948 h 1578635"/>
              <a:gd name="connsiteX65" fmla="*/ 715741 w 976960"/>
              <a:gd name="connsiteY65" fmla="*/ 1266914 h 1578635"/>
              <a:gd name="connsiteX66" fmla="*/ 709646 w 976960"/>
              <a:gd name="connsiteY66" fmla="*/ 1273009 h 1578635"/>
              <a:gd name="connsiteX67" fmla="*/ 679170 w 976960"/>
              <a:gd name="connsiteY67" fmla="*/ 1291294 h 1578635"/>
              <a:gd name="connsiteX68" fmla="*/ 672204 w 976960"/>
              <a:gd name="connsiteY68" fmla="*/ 1298260 h 1578635"/>
              <a:gd name="connsiteX69" fmla="*/ 666980 w 976960"/>
              <a:gd name="connsiteY69" fmla="*/ 1307838 h 1578635"/>
              <a:gd name="connsiteX70" fmla="*/ 664368 w 976960"/>
              <a:gd name="connsiteY70" fmla="*/ 1320899 h 1578635"/>
              <a:gd name="connsiteX71" fmla="*/ 671334 w 976960"/>
              <a:gd name="connsiteY71" fmla="*/ 1406231 h 1578635"/>
              <a:gd name="connsiteX72" fmla="*/ 669592 w 976960"/>
              <a:gd name="connsiteY72" fmla="*/ 1452379 h 1578635"/>
              <a:gd name="connsiteX73" fmla="*/ 655661 w 976960"/>
              <a:gd name="connsiteY73" fmla="*/ 1574282 h 1578635"/>
              <a:gd name="connsiteX74" fmla="*/ 655661 w 976960"/>
              <a:gd name="connsiteY74" fmla="*/ 1576023 h 1578635"/>
              <a:gd name="connsiteX75" fmla="*/ 648695 w 976960"/>
              <a:gd name="connsiteY75" fmla="*/ 1576023 h 1578635"/>
              <a:gd name="connsiteX76" fmla="*/ 639117 w 976960"/>
              <a:gd name="connsiteY76" fmla="*/ 1574282 h 1578635"/>
              <a:gd name="connsiteX77" fmla="*/ 627797 w 976960"/>
              <a:gd name="connsiteY77" fmla="*/ 1576023 h 1578635"/>
              <a:gd name="connsiteX78" fmla="*/ 619961 w 976960"/>
              <a:gd name="connsiteY78" fmla="*/ 1575152 h 1578635"/>
              <a:gd name="connsiteX79" fmla="*/ 612124 w 976960"/>
              <a:gd name="connsiteY79" fmla="*/ 1572540 h 1578635"/>
              <a:gd name="connsiteX80" fmla="*/ 597322 w 976960"/>
              <a:gd name="connsiteY80" fmla="*/ 1562962 h 1578635"/>
              <a:gd name="connsiteX81" fmla="*/ 593839 w 976960"/>
              <a:gd name="connsiteY81" fmla="*/ 1562962 h 1578635"/>
              <a:gd name="connsiteX82" fmla="*/ 580778 w 976960"/>
              <a:gd name="connsiteY82" fmla="*/ 1564704 h 1578635"/>
              <a:gd name="connsiteX83" fmla="*/ 567717 w 976960"/>
              <a:gd name="connsiteY83" fmla="*/ 1562962 h 1578635"/>
              <a:gd name="connsiteX84" fmla="*/ 537241 w 976960"/>
              <a:gd name="connsiteY84" fmla="*/ 1571670 h 1578635"/>
              <a:gd name="connsiteX85" fmla="*/ 518956 w 976960"/>
              <a:gd name="connsiteY85" fmla="*/ 1572540 h 1578635"/>
              <a:gd name="connsiteX86" fmla="*/ 492834 w 976960"/>
              <a:gd name="connsiteY86" fmla="*/ 1578635 h 1578635"/>
              <a:gd name="connsiteX87" fmla="*/ 488480 w 976960"/>
              <a:gd name="connsiteY87" fmla="*/ 1578635 h 1578635"/>
              <a:gd name="connsiteX88" fmla="*/ 476290 w 976960"/>
              <a:gd name="connsiteY88" fmla="*/ 1573411 h 1578635"/>
              <a:gd name="connsiteX89" fmla="*/ 471936 w 976960"/>
              <a:gd name="connsiteY89" fmla="*/ 1572540 h 1578635"/>
              <a:gd name="connsiteX90" fmla="*/ 458875 w 976960"/>
              <a:gd name="connsiteY90" fmla="*/ 1575152 h 1578635"/>
              <a:gd name="connsiteX91" fmla="*/ 454522 w 976960"/>
              <a:gd name="connsiteY91" fmla="*/ 1575152 h 1578635"/>
              <a:gd name="connsiteX92" fmla="*/ 441461 w 976960"/>
              <a:gd name="connsiteY92" fmla="*/ 1569928 h 1578635"/>
              <a:gd name="connsiteX93" fmla="*/ 437107 w 976960"/>
              <a:gd name="connsiteY93" fmla="*/ 1569928 h 1578635"/>
              <a:gd name="connsiteX94" fmla="*/ 424046 w 976960"/>
              <a:gd name="connsiteY94" fmla="*/ 1574282 h 1578635"/>
              <a:gd name="connsiteX95" fmla="*/ 417080 w 976960"/>
              <a:gd name="connsiteY95" fmla="*/ 1572540 h 1578635"/>
              <a:gd name="connsiteX96" fmla="*/ 394441 w 976960"/>
              <a:gd name="connsiteY96" fmla="*/ 1555126 h 1578635"/>
              <a:gd name="connsiteX97" fmla="*/ 384863 w 976960"/>
              <a:gd name="connsiteY97" fmla="*/ 1551643 h 1578635"/>
              <a:gd name="connsiteX98" fmla="*/ 376156 w 976960"/>
              <a:gd name="connsiteY98" fmla="*/ 1549031 h 1578635"/>
              <a:gd name="connsiteX99" fmla="*/ 367449 w 976960"/>
              <a:gd name="connsiteY99" fmla="*/ 1549031 h 1578635"/>
              <a:gd name="connsiteX100" fmla="*/ 357870 w 976960"/>
              <a:gd name="connsiteY100" fmla="*/ 1549901 h 1578635"/>
              <a:gd name="connsiteX101" fmla="*/ 343068 w 976960"/>
              <a:gd name="connsiteY101" fmla="*/ 1552513 h 1578635"/>
              <a:gd name="connsiteX102" fmla="*/ 296049 w 976960"/>
              <a:gd name="connsiteY102" fmla="*/ 1549901 h 1578635"/>
              <a:gd name="connsiteX103" fmla="*/ 290824 w 976960"/>
              <a:gd name="connsiteY103" fmla="*/ 1550772 h 1578635"/>
              <a:gd name="connsiteX104" fmla="*/ 279505 w 976960"/>
              <a:gd name="connsiteY104" fmla="*/ 1554255 h 1578635"/>
              <a:gd name="connsiteX105" fmla="*/ 273410 w 976960"/>
              <a:gd name="connsiteY105" fmla="*/ 1555126 h 1578635"/>
              <a:gd name="connsiteX106" fmla="*/ 247288 w 976960"/>
              <a:gd name="connsiteY106" fmla="*/ 1548160 h 1578635"/>
              <a:gd name="connsiteX107" fmla="*/ 238580 w 976960"/>
              <a:gd name="connsiteY107" fmla="*/ 1550772 h 1578635"/>
              <a:gd name="connsiteX108" fmla="*/ 235968 w 976960"/>
              <a:gd name="connsiteY108" fmla="*/ 1548160 h 1578635"/>
              <a:gd name="connsiteX109" fmla="*/ 217683 w 976960"/>
              <a:gd name="connsiteY109" fmla="*/ 1525521 h 1578635"/>
              <a:gd name="connsiteX110" fmla="*/ 213329 w 976960"/>
              <a:gd name="connsiteY110" fmla="*/ 1522038 h 1578635"/>
              <a:gd name="connsiteX111" fmla="*/ 207234 w 976960"/>
              <a:gd name="connsiteY111" fmla="*/ 1522038 h 1578635"/>
              <a:gd name="connsiteX112" fmla="*/ 202880 w 976960"/>
              <a:gd name="connsiteY112" fmla="*/ 1525521 h 1578635"/>
              <a:gd name="connsiteX113" fmla="*/ 193302 w 976960"/>
              <a:gd name="connsiteY113" fmla="*/ 1534228 h 1578635"/>
              <a:gd name="connsiteX114" fmla="*/ 188078 w 976960"/>
              <a:gd name="connsiteY114" fmla="*/ 1534228 h 1578635"/>
              <a:gd name="connsiteX115" fmla="*/ 161956 w 976960"/>
              <a:gd name="connsiteY115" fmla="*/ 1528133 h 1578635"/>
              <a:gd name="connsiteX116" fmla="*/ 144541 w 976960"/>
              <a:gd name="connsiteY116" fmla="*/ 1518555 h 1578635"/>
              <a:gd name="connsiteX117" fmla="*/ 140188 w 976960"/>
              <a:gd name="connsiteY117" fmla="*/ 1515072 h 1578635"/>
              <a:gd name="connsiteX118" fmla="*/ 134963 w 976960"/>
              <a:gd name="connsiteY118" fmla="*/ 1506365 h 1578635"/>
              <a:gd name="connsiteX119" fmla="*/ 131480 w 976960"/>
              <a:gd name="connsiteY119" fmla="*/ 1502011 h 1578635"/>
              <a:gd name="connsiteX120" fmla="*/ 121902 w 976960"/>
              <a:gd name="connsiteY120" fmla="*/ 1496787 h 1578635"/>
              <a:gd name="connsiteX121" fmla="*/ 109712 w 976960"/>
              <a:gd name="connsiteY121" fmla="*/ 1494175 h 1578635"/>
              <a:gd name="connsiteX122" fmla="*/ 97522 w 976960"/>
              <a:gd name="connsiteY122" fmla="*/ 1494175 h 1578635"/>
              <a:gd name="connsiteX123" fmla="*/ 87944 w 976960"/>
              <a:gd name="connsiteY123" fmla="*/ 1495045 h 1578635"/>
              <a:gd name="connsiteX124" fmla="*/ 68788 w 976960"/>
              <a:gd name="connsiteY124" fmla="*/ 1506365 h 1578635"/>
              <a:gd name="connsiteX125" fmla="*/ 60080 w 976960"/>
              <a:gd name="connsiteY125" fmla="*/ 1506365 h 1578635"/>
              <a:gd name="connsiteX126" fmla="*/ 56598 w 976960"/>
              <a:gd name="connsiteY126" fmla="*/ 1495045 h 1578635"/>
              <a:gd name="connsiteX127" fmla="*/ 58339 w 976960"/>
              <a:gd name="connsiteY127" fmla="*/ 1480243 h 1578635"/>
              <a:gd name="connsiteX128" fmla="*/ 55727 w 976960"/>
              <a:gd name="connsiteY128" fmla="*/ 1474148 h 1578635"/>
              <a:gd name="connsiteX129" fmla="*/ 50502 w 976960"/>
              <a:gd name="connsiteY129" fmla="*/ 1470665 h 1578635"/>
              <a:gd name="connsiteX130" fmla="*/ 40054 w 976960"/>
              <a:gd name="connsiteY130" fmla="*/ 1465440 h 1578635"/>
              <a:gd name="connsiteX131" fmla="*/ 38312 w 976960"/>
              <a:gd name="connsiteY131" fmla="*/ 1461087 h 1578635"/>
              <a:gd name="connsiteX132" fmla="*/ 38312 w 976960"/>
              <a:gd name="connsiteY132" fmla="*/ 1448026 h 1578635"/>
              <a:gd name="connsiteX133" fmla="*/ 34829 w 976960"/>
              <a:gd name="connsiteY133" fmla="*/ 1437577 h 1578635"/>
              <a:gd name="connsiteX134" fmla="*/ 30476 w 976960"/>
              <a:gd name="connsiteY134" fmla="*/ 1427128 h 1578635"/>
              <a:gd name="connsiteX135" fmla="*/ 27863 w 976960"/>
              <a:gd name="connsiteY135" fmla="*/ 1415809 h 1578635"/>
              <a:gd name="connsiteX136" fmla="*/ 23510 w 976960"/>
              <a:gd name="connsiteY136" fmla="*/ 1407972 h 1578635"/>
              <a:gd name="connsiteX137" fmla="*/ 6095 w 976960"/>
              <a:gd name="connsiteY137" fmla="*/ 1394911 h 1578635"/>
              <a:gd name="connsiteX138" fmla="*/ 0 w 976960"/>
              <a:gd name="connsiteY138" fmla="*/ 1388816 h 1578635"/>
              <a:gd name="connsiteX139" fmla="*/ 13061 w 976960"/>
              <a:gd name="connsiteY139" fmla="*/ 1296519 h 1578635"/>
              <a:gd name="connsiteX140" fmla="*/ 16544 w 976960"/>
              <a:gd name="connsiteY140" fmla="*/ 1288682 h 1578635"/>
              <a:gd name="connsiteX141" fmla="*/ 73141 w 976960"/>
              <a:gd name="connsiteY141" fmla="*/ 1211187 h 1578635"/>
              <a:gd name="connsiteX142" fmla="*/ 87944 w 976960"/>
              <a:gd name="connsiteY142" fmla="*/ 1197255 h 1578635"/>
              <a:gd name="connsiteX143" fmla="*/ 90556 w 976960"/>
              <a:gd name="connsiteY143" fmla="*/ 1194643 h 1578635"/>
              <a:gd name="connsiteX144" fmla="*/ 94910 w 976960"/>
              <a:gd name="connsiteY144" fmla="*/ 1183324 h 1578635"/>
              <a:gd name="connsiteX145" fmla="*/ 95780 w 976960"/>
              <a:gd name="connsiteY145" fmla="*/ 1165909 h 1578635"/>
              <a:gd name="connsiteX146" fmla="*/ 93168 w 976960"/>
              <a:gd name="connsiteY146" fmla="*/ 1147623 h 1578635"/>
              <a:gd name="connsiteX147" fmla="*/ 87944 w 976960"/>
              <a:gd name="connsiteY147" fmla="*/ 1137175 h 1578635"/>
              <a:gd name="connsiteX148" fmla="*/ 80978 w 976960"/>
              <a:gd name="connsiteY148" fmla="*/ 1126726 h 1578635"/>
              <a:gd name="connsiteX149" fmla="*/ 67046 w 976960"/>
              <a:gd name="connsiteY149" fmla="*/ 1082319 h 1578635"/>
              <a:gd name="connsiteX150" fmla="*/ 67046 w 976960"/>
              <a:gd name="connsiteY150" fmla="*/ 1074482 h 1578635"/>
              <a:gd name="connsiteX151" fmla="*/ 69658 w 976960"/>
              <a:gd name="connsiteY151" fmla="*/ 1068387 h 1578635"/>
              <a:gd name="connsiteX152" fmla="*/ 77495 w 976960"/>
              <a:gd name="connsiteY152" fmla="*/ 1057938 h 1578635"/>
              <a:gd name="connsiteX153" fmla="*/ 90556 w 976960"/>
              <a:gd name="connsiteY153" fmla="*/ 1022238 h 1578635"/>
              <a:gd name="connsiteX154" fmla="*/ 94910 w 976960"/>
              <a:gd name="connsiteY154" fmla="*/ 1006565 h 1578635"/>
              <a:gd name="connsiteX155" fmla="*/ 98393 w 976960"/>
              <a:gd name="connsiteY155" fmla="*/ 999599 h 1578635"/>
              <a:gd name="connsiteX156" fmla="*/ 104488 w 976960"/>
              <a:gd name="connsiteY156" fmla="*/ 984797 h 1578635"/>
              <a:gd name="connsiteX157" fmla="*/ 107100 w 976960"/>
              <a:gd name="connsiteY157" fmla="*/ 976090 h 1578635"/>
              <a:gd name="connsiteX158" fmla="*/ 107100 w 976960"/>
              <a:gd name="connsiteY158" fmla="*/ 969994 h 1578635"/>
              <a:gd name="connsiteX159" fmla="*/ 103617 w 976960"/>
              <a:gd name="connsiteY159" fmla="*/ 964770 h 1578635"/>
              <a:gd name="connsiteX160" fmla="*/ 97522 w 976960"/>
              <a:gd name="connsiteY160" fmla="*/ 963029 h 1578635"/>
              <a:gd name="connsiteX161" fmla="*/ 93168 w 976960"/>
              <a:gd name="connsiteY161" fmla="*/ 959545 h 1578635"/>
              <a:gd name="connsiteX162" fmla="*/ 94039 w 976960"/>
              <a:gd name="connsiteY162" fmla="*/ 949097 h 1578635"/>
              <a:gd name="connsiteX163" fmla="*/ 97522 w 976960"/>
              <a:gd name="connsiteY163" fmla="*/ 932553 h 1578635"/>
              <a:gd name="connsiteX164" fmla="*/ 98393 w 976960"/>
              <a:gd name="connsiteY164" fmla="*/ 922104 h 1578635"/>
              <a:gd name="connsiteX165" fmla="*/ 105358 w 976960"/>
              <a:gd name="connsiteY165" fmla="*/ 922104 h 1578635"/>
              <a:gd name="connsiteX166" fmla="*/ 125385 w 976960"/>
              <a:gd name="connsiteY166" fmla="*/ 926458 h 1578635"/>
              <a:gd name="connsiteX167" fmla="*/ 142800 w 976960"/>
              <a:gd name="connsiteY167" fmla="*/ 934294 h 1578635"/>
              <a:gd name="connsiteX168" fmla="*/ 151507 w 976960"/>
              <a:gd name="connsiteY168" fmla="*/ 934294 h 1578635"/>
              <a:gd name="connsiteX169" fmla="*/ 159344 w 976960"/>
              <a:gd name="connsiteY169" fmla="*/ 933424 h 1578635"/>
              <a:gd name="connsiteX170" fmla="*/ 167180 w 976960"/>
              <a:gd name="connsiteY170" fmla="*/ 933424 h 1578635"/>
              <a:gd name="connsiteX171" fmla="*/ 173276 w 976960"/>
              <a:gd name="connsiteY171" fmla="*/ 939519 h 1578635"/>
              <a:gd name="connsiteX172" fmla="*/ 183724 w 976960"/>
              <a:gd name="connsiteY172" fmla="*/ 956933 h 1578635"/>
              <a:gd name="connsiteX173" fmla="*/ 189819 w 976960"/>
              <a:gd name="connsiteY173" fmla="*/ 964770 h 1578635"/>
              <a:gd name="connsiteX174" fmla="*/ 198527 w 976960"/>
              <a:gd name="connsiteY174" fmla="*/ 970865 h 1578635"/>
              <a:gd name="connsiteX175" fmla="*/ 207234 w 976960"/>
              <a:gd name="connsiteY175" fmla="*/ 972606 h 1578635"/>
              <a:gd name="connsiteX176" fmla="*/ 214200 w 976960"/>
              <a:gd name="connsiteY176" fmla="*/ 969994 h 1578635"/>
              <a:gd name="connsiteX177" fmla="*/ 218554 w 976960"/>
              <a:gd name="connsiteY177" fmla="*/ 964770 h 1578635"/>
              <a:gd name="connsiteX178" fmla="*/ 224649 w 976960"/>
              <a:gd name="connsiteY178" fmla="*/ 949968 h 1578635"/>
              <a:gd name="connsiteX179" fmla="*/ 227261 w 976960"/>
              <a:gd name="connsiteY179" fmla="*/ 943872 h 1578635"/>
              <a:gd name="connsiteX180" fmla="*/ 230744 w 976960"/>
              <a:gd name="connsiteY180" fmla="*/ 940390 h 1578635"/>
              <a:gd name="connsiteX181" fmla="*/ 235968 w 976960"/>
              <a:gd name="connsiteY181" fmla="*/ 939519 h 1578635"/>
              <a:gd name="connsiteX182" fmla="*/ 243805 w 976960"/>
              <a:gd name="connsiteY182" fmla="*/ 944743 h 1578635"/>
              <a:gd name="connsiteX183" fmla="*/ 248158 w 976960"/>
              <a:gd name="connsiteY183" fmla="*/ 947355 h 1578635"/>
              <a:gd name="connsiteX184" fmla="*/ 282117 w 976960"/>
              <a:gd name="connsiteY184" fmla="*/ 943002 h 1578635"/>
              <a:gd name="connsiteX185" fmla="*/ 321300 w 976960"/>
              <a:gd name="connsiteY185" fmla="*/ 948226 h 1578635"/>
              <a:gd name="connsiteX186" fmla="*/ 326524 w 976960"/>
              <a:gd name="connsiteY186" fmla="*/ 945614 h 1578635"/>
              <a:gd name="connsiteX187" fmla="*/ 332619 w 976960"/>
              <a:gd name="connsiteY187" fmla="*/ 939519 h 1578635"/>
              <a:gd name="connsiteX188" fmla="*/ 334361 w 976960"/>
              <a:gd name="connsiteY188" fmla="*/ 932553 h 1578635"/>
              <a:gd name="connsiteX189" fmla="*/ 335231 w 976960"/>
              <a:gd name="connsiteY189" fmla="*/ 922104 h 1578635"/>
              <a:gd name="connsiteX190" fmla="*/ 313463 w 976960"/>
              <a:gd name="connsiteY190" fmla="*/ 908172 h 1578635"/>
              <a:gd name="connsiteX191" fmla="*/ 293436 w 976960"/>
              <a:gd name="connsiteY191" fmla="*/ 880309 h 1578635"/>
              <a:gd name="connsiteX192" fmla="*/ 266444 w 976960"/>
              <a:gd name="connsiteY192" fmla="*/ 855058 h 1578635"/>
              <a:gd name="connsiteX193" fmla="*/ 243805 w 976960"/>
              <a:gd name="connsiteY193" fmla="*/ 839385 h 1578635"/>
              <a:gd name="connsiteX194" fmla="*/ 234227 w 976960"/>
              <a:gd name="connsiteY194" fmla="*/ 835031 h 1578635"/>
              <a:gd name="connsiteX195" fmla="*/ 225519 w 976960"/>
              <a:gd name="connsiteY195" fmla="*/ 829807 h 1578635"/>
              <a:gd name="connsiteX196" fmla="*/ 213329 w 976960"/>
              <a:gd name="connsiteY196" fmla="*/ 820229 h 1578635"/>
              <a:gd name="connsiteX197" fmla="*/ 207234 w 976960"/>
              <a:gd name="connsiteY197" fmla="*/ 808909 h 1578635"/>
              <a:gd name="connsiteX198" fmla="*/ 204622 w 976960"/>
              <a:gd name="connsiteY198" fmla="*/ 800202 h 1578635"/>
              <a:gd name="connsiteX199" fmla="*/ 204622 w 976960"/>
              <a:gd name="connsiteY199" fmla="*/ 791495 h 1578635"/>
              <a:gd name="connsiteX200" fmla="*/ 205493 w 976960"/>
              <a:gd name="connsiteY200" fmla="*/ 782787 h 1578635"/>
              <a:gd name="connsiteX201" fmla="*/ 208105 w 976960"/>
              <a:gd name="connsiteY201" fmla="*/ 774080 h 1578635"/>
              <a:gd name="connsiteX202" fmla="*/ 220295 w 976960"/>
              <a:gd name="connsiteY202" fmla="*/ 741863 h 1578635"/>
              <a:gd name="connsiteX203" fmla="*/ 221166 w 976960"/>
              <a:gd name="connsiteY203" fmla="*/ 728802 h 1578635"/>
              <a:gd name="connsiteX204" fmla="*/ 203751 w 976960"/>
              <a:gd name="connsiteY204" fmla="*/ 701809 h 1578635"/>
              <a:gd name="connsiteX205" fmla="*/ 167180 w 976960"/>
              <a:gd name="connsiteY205" fmla="*/ 656531 h 1578635"/>
              <a:gd name="connsiteX206" fmla="*/ 160215 w 976960"/>
              <a:gd name="connsiteY206" fmla="*/ 644341 h 1578635"/>
              <a:gd name="connsiteX207" fmla="*/ 159344 w 976960"/>
              <a:gd name="connsiteY207" fmla="*/ 637375 h 1578635"/>
              <a:gd name="connsiteX208" fmla="*/ 160215 w 976960"/>
              <a:gd name="connsiteY208" fmla="*/ 631280 h 1578635"/>
              <a:gd name="connsiteX209" fmla="*/ 164568 w 976960"/>
              <a:gd name="connsiteY209" fmla="*/ 619090 h 1578635"/>
              <a:gd name="connsiteX210" fmla="*/ 165439 w 976960"/>
              <a:gd name="connsiteY210" fmla="*/ 611253 h 1578635"/>
              <a:gd name="connsiteX211" fmla="*/ 164568 w 976960"/>
              <a:gd name="connsiteY211" fmla="*/ 601675 h 1578635"/>
              <a:gd name="connsiteX212" fmla="*/ 162827 w 976960"/>
              <a:gd name="connsiteY212" fmla="*/ 592968 h 1578635"/>
              <a:gd name="connsiteX213" fmla="*/ 144541 w 976960"/>
              <a:gd name="connsiteY213" fmla="*/ 537241 h 1578635"/>
              <a:gd name="connsiteX214" fmla="*/ 140188 w 976960"/>
              <a:gd name="connsiteY214" fmla="*/ 526792 h 1578635"/>
              <a:gd name="connsiteX215" fmla="*/ 134093 w 976960"/>
              <a:gd name="connsiteY215" fmla="*/ 518956 h 1578635"/>
              <a:gd name="connsiteX216" fmla="*/ 128868 w 976960"/>
              <a:gd name="connsiteY216" fmla="*/ 511990 h 1578635"/>
              <a:gd name="connsiteX217" fmla="*/ 121032 w 976960"/>
              <a:gd name="connsiteY217" fmla="*/ 498058 h 1578635"/>
              <a:gd name="connsiteX218" fmla="*/ 98393 w 976960"/>
              <a:gd name="connsiteY218" fmla="*/ 431012 h 1578635"/>
              <a:gd name="connsiteX219" fmla="*/ 87944 w 976960"/>
              <a:gd name="connsiteY219" fmla="*/ 392700 h 1578635"/>
              <a:gd name="connsiteX220" fmla="*/ 85332 w 976960"/>
              <a:gd name="connsiteY220" fmla="*/ 385734 h 1578635"/>
              <a:gd name="connsiteX221" fmla="*/ 81849 w 976960"/>
              <a:gd name="connsiteY221" fmla="*/ 382251 h 1578635"/>
              <a:gd name="connsiteX222" fmla="*/ 74012 w 976960"/>
              <a:gd name="connsiteY222" fmla="*/ 372673 h 1578635"/>
              <a:gd name="connsiteX223" fmla="*/ 69658 w 976960"/>
              <a:gd name="connsiteY223" fmla="*/ 368319 h 1578635"/>
              <a:gd name="connsiteX224" fmla="*/ 56598 w 976960"/>
              <a:gd name="connsiteY224" fmla="*/ 358741 h 1578635"/>
              <a:gd name="connsiteX225" fmla="*/ 52244 w 976960"/>
              <a:gd name="connsiteY225" fmla="*/ 353517 h 1578635"/>
              <a:gd name="connsiteX226" fmla="*/ 49632 w 976960"/>
              <a:gd name="connsiteY226" fmla="*/ 346551 h 1578635"/>
              <a:gd name="connsiteX227" fmla="*/ 47890 w 976960"/>
              <a:gd name="connsiteY227" fmla="*/ 331748 h 1578635"/>
              <a:gd name="connsiteX228" fmla="*/ 41795 w 976960"/>
              <a:gd name="connsiteY228" fmla="*/ 296049 h 1578635"/>
              <a:gd name="connsiteX229" fmla="*/ 39183 w 976960"/>
              <a:gd name="connsiteY229" fmla="*/ 284729 h 1578635"/>
              <a:gd name="connsiteX230" fmla="*/ 38312 w 976960"/>
              <a:gd name="connsiteY230" fmla="*/ 272539 h 1578635"/>
              <a:gd name="connsiteX231" fmla="*/ 39183 w 976960"/>
              <a:gd name="connsiteY231" fmla="*/ 262961 h 1578635"/>
              <a:gd name="connsiteX232" fmla="*/ 41795 w 976960"/>
              <a:gd name="connsiteY232" fmla="*/ 253383 h 1578635"/>
              <a:gd name="connsiteX233" fmla="*/ 53115 w 976960"/>
              <a:gd name="connsiteY233" fmla="*/ 237709 h 1578635"/>
              <a:gd name="connsiteX234" fmla="*/ 53985 w 976960"/>
              <a:gd name="connsiteY234" fmla="*/ 231614 h 1578635"/>
              <a:gd name="connsiteX235" fmla="*/ 53115 w 976960"/>
              <a:gd name="connsiteY235" fmla="*/ 223778 h 1578635"/>
              <a:gd name="connsiteX236" fmla="*/ 42666 w 976960"/>
              <a:gd name="connsiteY236" fmla="*/ 193302 h 1578635"/>
              <a:gd name="connsiteX237" fmla="*/ 39183 w 976960"/>
              <a:gd name="connsiteY237" fmla="*/ 185466 h 1578635"/>
              <a:gd name="connsiteX238" fmla="*/ 33959 w 976960"/>
              <a:gd name="connsiteY238" fmla="*/ 181112 h 1578635"/>
              <a:gd name="connsiteX239" fmla="*/ 15673 w 976960"/>
              <a:gd name="connsiteY239" fmla="*/ 173275 h 1578635"/>
              <a:gd name="connsiteX240" fmla="*/ 13061 w 976960"/>
              <a:gd name="connsiteY240" fmla="*/ 169793 h 1578635"/>
              <a:gd name="connsiteX241" fmla="*/ 9578 w 976960"/>
              <a:gd name="connsiteY241" fmla="*/ 161956 h 1578635"/>
              <a:gd name="connsiteX242" fmla="*/ 10449 w 976960"/>
              <a:gd name="connsiteY242" fmla="*/ 157602 h 1578635"/>
              <a:gd name="connsiteX243" fmla="*/ 40054 w 976960"/>
              <a:gd name="connsiteY243" fmla="*/ 151507 h 1578635"/>
              <a:gd name="connsiteX244" fmla="*/ 121032 w 976960"/>
              <a:gd name="connsiteY244" fmla="*/ 113195 h 1578635"/>
              <a:gd name="connsiteX245" fmla="*/ 148024 w 976960"/>
              <a:gd name="connsiteY245" fmla="*/ 107971 h 1578635"/>
              <a:gd name="connsiteX246" fmla="*/ 175017 w 976960"/>
              <a:gd name="connsiteY246" fmla="*/ 114066 h 1578635"/>
              <a:gd name="connsiteX247" fmla="*/ 188078 w 976960"/>
              <a:gd name="connsiteY247" fmla="*/ 114066 h 1578635"/>
              <a:gd name="connsiteX248" fmla="*/ 200268 w 976960"/>
              <a:gd name="connsiteY248" fmla="*/ 108841 h 1578635"/>
              <a:gd name="connsiteX249" fmla="*/ 215941 w 976960"/>
              <a:gd name="connsiteY249" fmla="*/ 95780 h 1578635"/>
              <a:gd name="connsiteX250" fmla="*/ 242934 w 976960"/>
              <a:gd name="connsiteY250" fmla="*/ 60080 h 1578635"/>
              <a:gd name="connsiteX251" fmla="*/ 259478 w 976960"/>
              <a:gd name="connsiteY251" fmla="*/ 31346 h 1578635"/>
              <a:gd name="connsiteX252" fmla="*/ 268185 w 976960"/>
              <a:gd name="connsiteY252" fmla="*/ 22639 h 1578635"/>
              <a:gd name="connsiteX253" fmla="*/ 294307 w 976960"/>
              <a:gd name="connsiteY253" fmla="*/ 6095 h 1578635"/>
              <a:gd name="connsiteX254" fmla="*/ 306497 w 976960"/>
              <a:gd name="connsiteY254" fmla="*/ 871 h 1578635"/>
              <a:gd name="connsiteX255" fmla="*/ 316946 w 976960"/>
              <a:gd name="connsiteY255" fmla="*/ 0 h 1578635"/>
              <a:gd name="connsiteX256" fmla="*/ 326524 w 976960"/>
              <a:gd name="connsiteY256" fmla="*/ 1741 h 1578635"/>
              <a:gd name="connsiteX257" fmla="*/ 332619 w 976960"/>
              <a:gd name="connsiteY257" fmla="*/ 6095 h 1578635"/>
              <a:gd name="connsiteX258" fmla="*/ 336973 w 976960"/>
              <a:gd name="connsiteY258" fmla="*/ 10449 h 1578635"/>
              <a:gd name="connsiteX259" fmla="*/ 340456 w 976960"/>
              <a:gd name="connsiteY259" fmla="*/ 17415 h 1578635"/>
              <a:gd name="connsiteX260" fmla="*/ 358741 w 976960"/>
              <a:gd name="connsiteY260" fmla="*/ 88815 h 1578635"/>
              <a:gd name="connsiteX261" fmla="*/ 363966 w 976960"/>
              <a:gd name="connsiteY261" fmla="*/ 92297 h 1578635"/>
              <a:gd name="connsiteX262" fmla="*/ 369190 w 976960"/>
              <a:gd name="connsiteY262" fmla="*/ 92297 h 1578635"/>
              <a:gd name="connsiteX263" fmla="*/ 376156 w 976960"/>
              <a:gd name="connsiteY263" fmla="*/ 88815 h 1578635"/>
              <a:gd name="connsiteX264" fmla="*/ 380510 w 976960"/>
              <a:gd name="connsiteY264" fmla="*/ 88815 h 1578635"/>
              <a:gd name="connsiteX265" fmla="*/ 387475 w 976960"/>
              <a:gd name="connsiteY265" fmla="*/ 89685 h 1578635"/>
              <a:gd name="connsiteX266" fmla="*/ 394441 w 976960"/>
              <a:gd name="connsiteY266" fmla="*/ 98393 h 1578635"/>
              <a:gd name="connsiteX267" fmla="*/ 400536 w 976960"/>
              <a:gd name="connsiteY267" fmla="*/ 109712 h 1578635"/>
              <a:gd name="connsiteX268" fmla="*/ 410114 w 976960"/>
              <a:gd name="connsiteY268" fmla="*/ 137575 h 1578635"/>
              <a:gd name="connsiteX269" fmla="*/ 415339 w 976960"/>
              <a:gd name="connsiteY269" fmla="*/ 148024 h 1578635"/>
              <a:gd name="connsiteX270" fmla="*/ 421434 w 976960"/>
              <a:gd name="connsiteY270" fmla="*/ 153249 h 1578635"/>
              <a:gd name="connsiteX271" fmla="*/ 427529 w 976960"/>
              <a:gd name="connsiteY271" fmla="*/ 152378 h 1578635"/>
              <a:gd name="connsiteX272" fmla="*/ 439719 w 976960"/>
              <a:gd name="connsiteY272" fmla="*/ 142800 h 1578635"/>
              <a:gd name="connsiteX273" fmla="*/ 444073 w 976960"/>
              <a:gd name="connsiteY273" fmla="*/ 140188 h 1578635"/>
              <a:gd name="connsiteX274" fmla="*/ 542465 w 976960"/>
              <a:gd name="connsiteY274" fmla="*/ 164568 h 1578635"/>
              <a:gd name="connsiteX275" fmla="*/ 572070 w 976960"/>
              <a:gd name="connsiteY275" fmla="*/ 171534 h 1578635"/>
              <a:gd name="connsiteX276" fmla="*/ 585131 w 976960"/>
              <a:gd name="connsiteY276" fmla="*/ 166310 h 1578635"/>
              <a:gd name="connsiteX277" fmla="*/ 598192 w 976960"/>
              <a:gd name="connsiteY277" fmla="*/ 154990 h 1578635"/>
              <a:gd name="connsiteX278" fmla="*/ 608641 w 976960"/>
              <a:gd name="connsiteY278" fmla="*/ 141929 h 1578635"/>
              <a:gd name="connsiteX279" fmla="*/ 622573 w 976960"/>
              <a:gd name="connsiteY279" fmla="*/ 131480 h 1578635"/>
              <a:gd name="connsiteX280" fmla="*/ 633022 w 976960"/>
              <a:gd name="connsiteY280" fmla="*/ 127997 h 1578635"/>
              <a:gd name="connsiteX281" fmla="*/ 641729 w 976960"/>
              <a:gd name="connsiteY281" fmla="*/ 127127 h 1578635"/>
              <a:gd name="connsiteX282" fmla="*/ 654790 w 976960"/>
              <a:gd name="connsiteY282" fmla="*/ 129739 h 1578635"/>
              <a:gd name="connsiteX283" fmla="*/ 658273 w 976960"/>
              <a:gd name="connsiteY283" fmla="*/ 130610 h 1578635"/>
              <a:gd name="connsiteX284" fmla="*/ 664368 w 976960"/>
              <a:gd name="connsiteY284" fmla="*/ 135834 h 1578635"/>
              <a:gd name="connsiteX285" fmla="*/ 687007 w 976960"/>
              <a:gd name="connsiteY285" fmla="*/ 148024 h 1578635"/>
              <a:gd name="connsiteX286" fmla="*/ 691361 w 976960"/>
              <a:gd name="connsiteY286" fmla="*/ 154119 h 1578635"/>
              <a:gd name="connsiteX287" fmla="*/ 695714 w 976960"/>
              <a:gd name="connsiteY287" fmla="*/ 163697 h 1578635"/>
              <a:gd name="connsiteX288" fmla="*/ 696585 w 976960"/>
              <a:gd name="connsiteY288" fmla="*/ 174146 h 1578635"/>
              <a:gd name="connsiteX289" fmla="*/ 698326 w 976960"/>
              <a:gd name="connsiteY289" fmla="*/ 183724 h 1578635"/>
              <a:gd name="connsiteX290" fmla="*/ 700939 w 976960"/>
              <a:gd name="connsiteY290" fmla="*/ 190690 h 1578635"/>
              <a:gd name="connsiteX291" fmla="*/ 704422 w 976960"/>
              <a:gd name="connsiteY291" fmla="*/ 195914 h 1578635"/>
              <a:gd name="connsiteX292" fmla="*/ 710517 w 976960"/>
              <a:gd name="connsiteY292" fmla="*/ 200268 h 1578635"/>
              <a:gd name="connsiteX293" fmla="*/ 727931 w 976960"/>
              <a:gd name="connsiteY293" fmla="*/ 219424 h 1578635"/>
              <a:gd name="connsiteX294" fmla="*/ 733156 w 976960"/>
              <a:gd name="connsiteY294" fmla="*/ 224649 h 1578635"/>
              <a:gd name="connsiteX295" fmla="*/ 758407 w 976960"/>
              <a:gd name="connsiteY295" fmla="*/ 237709 h 1578635"/>
            </a:gdLst>
            <a:ahLst/>
            <a:cxnLst/>
            <a:rect l="l" t="t" r="r" b="b"/>
            <a:pathLst>
              <a:path w="976960" h="1578635">
                <a:moveTo>
                  <a:pt x="758407" y="237709"/>
                </a:moveTo>
                <a:lnTo>
                  <a:pt x="766243" y="243805"/>
                </a:lnTo>
                <a:lnTo>
                  <a:pt x="769726" y="247288"/>
                </a:lnTo>
                <a:lnTo>
                  <a:pt x="770597" y="251641"/>
                </a:lnTo>
                <a:lnTo>
                  <a:pt x="767114" y="261219"/>
                </a:lnTo>
                <a:lnTo>
                  <a:pt x="766243" y="276022"/>
                </a:lnTo>
                <a:lnTo>
                  <a:pt x="765373" y="282117"/>
                </a:lnTo>
                <a:lnTo>
                  <a:pt x="761019" y="291695"/>
                </a:lnTo>
                <a:lnTo>
                  <a:pt x="752312" y="303885"/>
                </a:lnTo>
                <a:lnTo>
                  <a:pt x="720095" y="338714"/>
                </a:lnTo>
                <a:lnTo>
                  <a:pt x="706163" y="350905"/>
                </a:lnTo>
                <a:lnTo>
                  <a:pt x="686136" y="363095"/>
                </a:lnTo>
                <a:lnTo>
                  <a:pt x="697456" y="400536"/>
                </a:lnTo>
                <a:lnTo>
                  <a:pt x="703551" y="415339"/>
                </a:lnTo>
                <a:lnTo>
                  <a:pt x="707034" y="430141"/>
                </a:lnTo>
                <a:lnTo>
                  <a:pt x="707904" y="441461"/>
                </a:lnTo>
                <a:lnTo>
                  <a:pt x="707904" y="452780"/>
                </a:lnTo>
                <a:lnTo>
                  <a:pt x="710517" y="459746"/>
                </a:lnTo>
                <a:lnTo>
                  <a:pt x="742734" y="505024"/>
                </a:lnTo>
                <a:lnTo>
                  <a:pt x="767114" y="547690"/>
                </a:lnTo>
                <a:lnTo>
                  <a:pt x="767114" y="569458"/>
                </a:lnTo>
                <a:lnTo>
                  <a:pt x="769726" y="583390"/>
                </a:lnTo>
                <a:lnTo>
                  <a:pt x="781046" y="598192"/>
                </a:lnTo>
                <a:lnTo>
                  <a:pt x="801073" y="617348"/>
                </a:lnTo>
                <a:lnTo>
                  <a:pt x="857670" y="669592"/>
                </a:lnTo>
                <a:lnTo>
                  <a:pt x="895982" y="693973"/>
                </a:lnTo>
                <a:lnTo>
                  <a:pt x="914268" y="702680"/>
                </a:lnTo>
                <a:lnTo>
                  <a:pt x="917751" y="709646"/>
                </a:lnTo>
                <a:lnTo>
                  <a:pt x="919492" y="717482"/>
                </a:lnTo>
                <a:lnTo>
                  <a:pt x="919492" y="727931"/>
                </a:lnTo>
                <a:lnTo>
                  <a:pt x="919492" y="739251"/>
                </a:lnTo>
                <a:lnTo>
                  <a:pt x="922104" y="753182"/>
                </a:lnTo>
                <a:lnTo>
                  <a:pt x="927329" y="767985"/>
                </a:lnTo>
                <a:lnTo>
                  <a:pt x="943002" y="796719"/>
                </a:lnTo>
                <a:lnTo>
                  <a:pt x="967382" y="833290"/>
                </a:lnTo>
                <a:lnTo>
                  <a:pt x="976960" y="852446"/>
                </a:lnTo>
                <a:lnTo>
                  <a:pt x="976090" y="867248"/>
                </a:lnTo>
                <a:lnTo>
                  <a:pt x="974348" y="874214"/>
                </a:lnTo>
                <a:lnTo>
                  <a:pt x="966511" y="885533"/>
                </a:lnTo>
                <a:lnTo>
                  <a:pt x="955192" y="894241"/>
                </a:lnTo>
                <a:lnTo>
                  <a:pt x="900336" y="919492"/>
                </a:lnTo>
                <a:lnTo>
                  <a:pt x="875956" y="934294"/>
                </a:lnTo>
                <a:lnTo>
                  <a:pt x="846351" y="963029"/>
                </a:lnTo>
                <a:lnTo>
                  <a:pt x="831548" y="968253"/>
                </a:lnTo>
                <a:lnTo>
                  <a:pt x="823712" y="969124"/>
                </a:lnTo>
                <a:lnTo>
                  <a:pt x="794977" y="966512"/>
                </a:lnTo>
                <a:lnTo>
                  <a:pt x="788882" y="964770"/>
                </a:lnTo>
                <a:lnTo>
                  <a:pt x="782787" y="964770"/>
                </a:lnTo>
                <a:lnTo>
                  <a:pt x="779304" y="968253"/>
                </a:lnTo>
                <a:lnTo>
                  <a:pt x="780175" y="976960"/>
                </a:lnTo>
                <a:lnTo>
                  <a:pt x="782787" y="983926"/>
                </a:lnTo>
                <a:lnTo>
                  <a:pt x="800202" y="1017885"/>
                </a:lnTo>
                <a:lnTo>
                  <a:pt x="804556" y="1030075"/>
                </a:lnTo>
                <a:lnTo>
                  <a:pt x="806297" y="1043136"/>
                </a:lnTo>
                <a:lnTo>
                  <a:pt x="805426" y="1055326"/>
                </a:lnTo>
                <a:lnTo>
                  <a:pt x="801073" y="1066646"/>
                </a:lnTo>
                <a:lnTo>
                  <a:pt x="769726" y="1122372"/>
                </a:lnTo>
                <a:lnTo>
                  <a:pt x="744475" y="1187677"/>
                </a:lnTo>
                <a:lnTo>
                  <a:pt x="742734" y="1194643"/>
                </a:lnTo>
                <a:lnTo>
                  <a:pt x="745346" y="1214670"/>
                </a:lnTo>
                <a:lnTo>
                  <a:pt x="745346" y="1221636"/>
                </a:lnTo>
                <a:lnTo>
                  <a:pt x="741863" y="1228602"/>
                </a:lnTo>
                <a:lnTo>
                  <a:pt x="734897" y="1232085"/>
                </a:lnTo>
                <a:lnTo>
                  <a:pt x="731414" y="1238179"/>
                </a:lnTo>
                <a:lnTo>
                  <a:pt x="721836" y="1259948"/>
                </a:lnTo>
                <a:lnTo>
                  <a:pt x="715741" y="1266914"/>
                </a:lnTo>
                <a:lnTo>
                  <a:pt x="709646" y="1273009"/>
                </a:lnTo>
                <a:lnTo>
                  <a:pt x="679170" y="1291294"/>
                </a:lnTo>
                <a:lnTo>
                  <a:pt x="672204" y="1298260"/>
                </a:lnTo>
                <a:lnTo>
                  <a:pt x="666980" y="1307838"/>
                </a:lnTo>
                <a:lnTo>
                  <a:pt x="664368" y="1320899"/>
                </a:lnTo>
                <a:lnTo>
                  <a:pt x="671334" y="1406231"/>
                </a:lnTo>
                <a:lnTo>
                  <a:pt x="669592" y="1452379"/>
                </a:lnTo>
                <a:lnTo>
                  <a:pt x="655661" y="1574282"/>
                </a:lnTo>
                <a:lnTo>
                  <a:pt x="655661" y="1576023"/>
                </a:lnTo>
                <a:lnTo>
                  <a:pt x="648695" y="1576023"/>
                </a:lnTo>
                <a:lnTo>
                  <a:pt x="639117" y="1574282"/>
                </a:lnTo>
                <a:lnTo>
                  <a:pt x="627797" y="1576023"/>
                </a:lnTo>
                <a:lnTo>
                  <a:pt x="619961" y="1575152"/>
                </a:lnTo>
                <a:lnTo>
                  <a:pt x="612124" y="1572540"/>
                </a:lnTo>
                <a:lnTo>
                  <a:pt x="597322" y="1562962"/>
                </a:lnTo>
                <a:lnTo>
                  <a:pt x="593839" y="1562962"/>
                </a:lnTo>
                <a:lnTo>
                  <a:pt x="580778" y="1564704"/>
                </a:lnTo>
                <a:lnTo>
                  <a:pt x="567717" y="1562962"/>
                </a:lnTo>
                <a:lnTo>
                  <a:pt x="537241" y="1571670"/>
                </a:lnTo>
                <a:lnTo>
                  <a:pt x="518956" y="1572540"/>
                </a:lnTo>
                <a:lnTo>
                  <a:pt x="492834" y="1578635"/>
                </a:lnTo>
                <a:lnTo>
                  <a:pt x="488480" y="1578635"/>
                </a:lnTo>
                <a:lnTo>
                  <a:pt x="476290" y="1573411"/>
                </a:lnTo>
                <a:lnTo>
                  <a:pt x="471936" y="1572540"/>
                </a:lnTo>
                <a:lnTo>
                  <a:pt x="458875" y="1575152"/>
                </a:lnTo>
                <a:lnTo>
                  <a:pt x="454522" y="1575152"/>
                </a:lnTo>
                <a:lnTo>
                  <a:pt x="441461" y="1569928"/>
                </a:lnTo>
                <a:lnTo>
                  <a:pt x="437107" y="1569928"/>
                </a:lnTo>
                <a:lnTo>
                  <a:pt x="424046" y="1574282"/>
                </a:lnTo>
                <a:lnTo>
                  <a:pt x="417080" y="1572540"/>
                </a:lnTo>
                <a:lnTo>
                  <a:pt x="394441" y="1555126"/>
                </a:lnTo>
                <a:lnTo>
                  <a:pt x="384863" y="1551643"/>
                </a:lnTo>
                <a:lnTo>
                  <a:pt x="376156" y="1549031"/>
                </a:lnTo>
                <a:lnTo>
                  <a:pt x="367449" y="1549031"/>
                </a:lnTo>
                <a:lnTo>
                  <a:pt x="357870" y="1549901"/>
                </a:lnTo>
                <a:lnTo>
                  <a:pt x="343068" y="1552513"/>
                </a:lnTo>
                <a:lnTo>
                  <a:pt x="296049" y="1549901"/>
                </a:lnTo>
                <a:lnTo>
                  <a:pt x="290824" y="1550772"/>
                </a:lnTo>
                <a:lnTo>
                  <a:pt x="279505" y="1554255"/>
                </a:lnTo>
                <a:lnTo>
                  <a:pt x="273410" y="1555126"/>
                </a:lnTo>
                <a:lnTo>
                  <a:pt x="247288" y="1548160"/>
                </a:lnTo>
                <a:lnTo>
                  <a:pt x="238580" y="1550772"/>
                </a:lnTo>
                <a:lnTo>
                  <a:pt x="235968" y="1548160"/>
                </a:lnTo>
                <a:lnTo>
                  <a:pt x="217683" y="1525521"/>
                </a:lnTo>
                <a:lnTo>
                  <a:pt x="213329" y="1522038"/>
                </a:lnTo>
                <a:lnTo>
                  <a:pt x="207234" y="1522038"/>
                </a:lnTo>
                <a:lnTo>
                  <a:pt x="202880" y="1525521"/>
                </a:lnTo>
                <a:lnTo>
                  <a:pt x="193302" y="1534228"/>
                </a:lnTo>
                <a:lnTo>
                  <a:pt x="188078" y="1534228"/>
                </a:lnTo>
                <a:lnTo>
                  <a:pt x="161956" y="1528133"/>
                </a:lnTo>
                <a:lnTo>
                  <a:pt x="144541" y="1518555"/>
                </a:lnTo>
                <a:lnTo>
                  <a:pt x="140188" y="1515072"/>
                </a:lnTo>
                <a:lnTo>
                  <a:pt x="134963" y="1506365"/>
                </a:lnTo>
                <a:lnTo>
                  <a:pt x="131480" y="1502011"/>
                </a:lnTo>
                <a:lnTo>
                  <a:pt x="121902" y="1496787"/>
                </a:lnTo>
                <a:lnTo>
                  <a:pt x="109712" y="1494175"/>
                </a:lnTo>
                <a:lnTo>
                  <a:pt x="97522" y="1494175"/>
                </a:lnTo>
                <a:lnTo>
                  <a:pt x="87944" y="1495045"/>
                </a:lnTo>
                <a:lnTo>
                  <a:pt x="68788" y="1506365"/>
                </a:lnTo>
                <a:lnTo>
                  <a:pt x="60080" y="1506365"/>
                </a:lnTo>
                <a:lnTo>
                  <a:pt x="56598" y="1495045"/>
                </a:lnTo>
                <a:lnTo>
                  <a:pt x="58339" y="1480243"/>
                </a:lnTo>
                <a:lnTo>
                  <a:pt x="55727" y="1474148"/>
                </a:lnTo>
                <a:lnTo>
                  <a:pt x="50502" y="1470665"/>
                </a:lnTo>
                <a:lnTo>
                  <a:pt x="40054" y="1465440"/>
                </a:lnTo>
                <a:lnTo>
                  <a:pt x="38312" y="1461087"/>
                </a:lnTo>
                <a:lnTo>
                  <a:pt x="38312" y="1448026"/>
                </a:lnTo>
                <a:lnTo>
                  <a:pt x="34829" y="1437577"/>
                </a:lnTo>
                <a:lnTo>
                  <a:pt x="30476" y="1427128"/>
                </a:lnTo>
                <a:lnTo>
                  <a:pt x="27863" y="1415809"/>
                </a:lnTo>
                <a:lnTo>
                  <a:pt x="23510" y="1407972"/>
                </a:lnTo>
                <a:lnTo>
                  <a:pt x="6095" y="1394911"/>
                </a:lnTo>
                <a:lnTo>
                  <a:pt x="0" y="1388816"/>
                </a:lnTo>
                <a:lnTo>
                  <a:pt x="13061" y="1296519"/>
                </a:lnTo>
                <a:lnTo>
                  <a:pt x="16544" y="1288682"/>
                </a:lnTo>
                <a:lnTo>
                  <a:pt x="73141" y="1211187"/>
                </a:lnTo>
                <a:lnTo>
                  <a:pt x="87944" y="1197255"/>
                </a:lnTo>
                <a:lnTo>
                  <a:pt x="90556" y="1194643"/>
                </a:lnTo>
                <a:lnTo>
                  <a:pt x="94910" y="1183324"/>
                </a:lnTo>
                <a:lnTo>
                  <a:pt x="95780" y="1165909"/>
                </a:lnTo>
                <a:lnTo>
                  <a:pt x="93168" y="1147623"/>
                </a:lnTo>
                <a:lnTo>
                  <a:pt x="87944" y="1137175"/>
                </a:lnTo>
                <a:lnTo>
                  <a:pt x="80978" y="1126726"/>
                </a:lnTo>
                <a:lnTo>
                  <a:pt x="67046" y="1082319"/>
                </a:lnTo>
                <a:lnTo>
                  <a:pt x="67046" y="1074482"/>
                </a:lnTo>
                <a:lnTo>
                  <a:pt x="69658" y="1068387"/>
                </a:lnTo>
                <a:lnTo>
                  <a:pt x="77495" y="1057938"/>
                </a:lnTo>
                <a:lnTo>
                  <a:pt x="90556" y="1022238"/>
                </a:lnTo>
                <a:lnTo>
                  <a:pt x="94910" y="1006565"/>
                </a:lnTo>
                <a:lnTo>
                  <a:pt x="98393" y="999599"/>
                </a:lnTo>
                <a:lnTo>
                  <a:pt x="104488" y="984797"/>
                </a:lnTo>
                <a:lnTo>
                  <a:pt x="107100" y="976090"/>
                </a:lnTo>
                <a:lnTo>
                  <a:pt x="107100" y="969994"/>
                </a:lnTo>
                <a:lnTo>
                  <a:pt x="103617" y="964770"/>
                </a:lnTo>
                <a:lnTo>
                  <a:pt x="97522" y="963029"/>
                </a:lnTo>
                <a:lnTo>
                  <a:pt x="93168" y="959545"/>
                </a:lnTo>
                <a:lnTo>
                  <a:pt x="94039" y="949097"/>
                </a:lnTo>
                <a:lnTo>
                  <a:pt x="97522" y="932553"/>
                </a:lnTo>
                <a:lnTo>
                  <a:pt x="98393" y="922104"/>
                </a:lnTo>
                <a:lnTo>
                  <a:pt x="105358" y="922104"/>
                </a:lnTo>
                <a:lnTo>
                  <a:pt x="125385" y="926458"/>
                </a:lnTo>
                <a:lnTo>
                  <a:pt x="142800" y="934294"/>
                </a:lnTo>
                <a:lnTo>
                  <a:pt x="151507" y="934294"/>
                </a:lnTo>
                <a:lnTo>
                  <a:pt x="159344" y="933424"/>
                </a:lnTo>
                <a:lnTo>
                  <a:pt x="167180" y="933424"/>
                </a:lnTo>
                <a:lnTo>
                  <a:pt x="173276" y="939519"/>
                </a:lnTo>
                <a:lnTo>
                  <a:pt x="183724" y="956933"/>
                </a:lnTo>
                <a:lnTo>
                  <a:pt x="189819" y="964770"/>
                </a:lnTo>
                <a:lnTo>
                  <a:pt x="198527" y="970865"/>
                </a:lnTo>
                <a:lnTo>
                  <a:pt x="207234" y="972606"/>
                </a:lnTo>
                <a:lnTo>
                  <a:pt x="214200" y="969994"/>
                </a:lnTo>
                <a:lnTo>
                  <a:pt x="218554" y="964770"/>
                </a:lnTo>
                <a:lnTo>
                  <a:pt x="224649" y="949968"/>
                </a:lnTo>
                <a:lnTo>
                  <a:pt x="227261" y="943872"/>
                </a:lnTo>
                <a:lnTo>
                  <a:pt x="230744" y="940390"/>
                </a:lnTo>
                <a:lnTo>
                  <a:pt x="235968" y="939519"/>
                </a:lnTo>
                <a:lnTo>
                  <a:pt x="243805" y="944743"/>
                </a:lnTo>
                <a:lnTo>
                  <a:pt x="248158" y="947355"/>
                </a:lnTo>
                <a:lnTo>
                  <a:pt x="282117" y="943002"/>
                </a:lnTo>
                <a:lnTo>
                  <a:pt x="321300" y="948226"/>
                </a:lnTo>
                <a:lnTo>
                  <a:pt x="326524" y="945614"/>
                </a:lnTo>
                <a:lnTo>
                  <a:pt x="332619" y="939519"/>
                </a:lnTo>
                <a:lnTo>
                  <a:pt x="334361" y="932553"/>
                </a:lnTo>
                <a:lnTo>
                  <a:pt x="335231" y="922104"/>
                </a:lnTo>
                <a:lnTo>
                  <a:pt x="313463" y="908172"/>
                </a:lnTo>
                <a:lnTo>
                  <a:pt x="293436" y="880309"/>
                </a:lnTo>
                <a:lnTo>
                  <a:pt x="266444" y="855058"/>
                </a:lnTo>
                <a:lnTo>
                  <a:pt x="243805" y="839385"/>
                </a:lnTo>
                <a:lnTo>
                  <a:pt x="234227" y="835031"/>
                </a:lnTo>
                <a:lnTo>
                  <a:pt x="225519" y="829807"/>
                </a:lnTo>
                <a:lnTo>
                  <a:pt x="213329" y="820229"/>
                </a:lnTo>
                <a:lnTo>
                  <a:pt x="207234" y="808909"/>
                </a:lnTo>
                <a:lnTo>
                  <a:pt x="204622" y="800202"/>
                </a:lnTo>
                <a:lnTo>
                  <a:pt x="204622" y="791495"/>
                </a:lnTo>
                <a:lnTo>
                  <a:pt x="205493" y="782787"/>
                </a:lnTo>
                <a:lnTo>
                  <a:pt x="208105" y="774080"/>
                </a:lnTo>
                <a:lnTo>
                  <a:pt x="220295" y="741863"/>
                </a:lnTo>
                <a:lnTo>
                  <a:pt x="221166" y="728802"/>
                </a:lnTo>
                <a:lnTo>
                  <a:pt x="203751" y="701809"/>
                </a:lnTo>
                <a:lnTo>
                  <a:pt x="167180" y="656531"/>
                </a:lnTo>
                <a:lnTo>
                  <a:pt x="160215" y="644341"/>
                </a:lnTo>
                <a:lnTo>
                  <a:pt x="159344" y="637375"/>
                </a:lnTo>
                <a:lnTo>
                  <a:pt x="160215" y="631280"/>
                </a:lnTo>
                <a:lnTo>
                  <a:pt x="164568" y="619090"/>
                </a:lnTo>
                <a:lnTo>
                  <a:pt x="165439" y="611253"/>
                </a:lnTo>
                <a:lnTo>
                  <a:pt x="164568" y="601675"/>
                </a:lnTo>
                <a:lnTo>
                  <a:pt x="162827" y="592968"/>
                </a:lnTo>
                <a:lnTo>
                  <a:pt x="144541" y="537241"/>
                </a:lnTo>
                <a:lnTo>
                  <a:pt x="140188" y="526792"/>
                </a:lnTo>
                <a:lnTo>
                  <a:pt x="134093" y="518956"/>
                </a:lnTo>
                <a:lnTo>
                  <a:pt x="128868" y="511990"/>
                </a:lnTo>
                <a:lnTo>
                  <a:pt x="121032" y="498058"/>
                </a:lnTo>
                <a:lnTo>
                  <a:pt x="98393" y="431012"/>
                </a:lnTo>
                <a:lnTo>
                  <a:pt x="87944" y="392700"/>
                </a:lnTo>
                <a:lnTo>
                  <a:pt x="85332" y="385734"/>
                </a:lnTo>
                <a:lnTo>
                  <a:pt x="81849" y="382251"/>
                </a:lnTo>
                <a:lnTo>
                  <a:pt x="74012" y="372673"/>
                </a:lnTo>
                <a:lnTo>
                  <a:pt x="69658" y="368319"/>
                </a:lnTo>
                <a:lnTo>
                  <a:pt x="56598" y="358741"/>
                </a:lnTo>
                <a:lnTo>
                  <a:pt x="52244" y="353517"/>
                </a:lnTo>
                <a:lnTo>
                  <a:pt x="49632" y="346551"/>
                </a:lnTo>
                <a:lnTo>
                  <a:pt x="47890" y="331748"/>
                </a:lnTo>
                <a:lnTo>
                  <a:pt x="41795" y="296049"/>
                </a:lnTo>
                <a:lnTo>
                  <a:pt x="39183" y="284729"/>
                </a:lnTo>
                <a:lnTo>
                  <a:pt x="38312" y="272539"/>
                </a:lnTo>
                <a:lnTo>
                  <a:pt x="39183" y="262961"/>
                </a:lnTo>
                <a:lnTo>
                  <a:pt x="41795" y="253383"/>
                </a:lnTo>
                <a:lnTo>
                  <a:pt x="53115" y="237709"/>
                </a:lnTo>
                <a:lnTo>
                  <a:pt x="53985" y="231614"/>
                </a:lnTo>
                <a:lnTo>
                  <a:pt x="53115" y="223778"/>
                </a:lnTo>
                <a:lnTo>
                  <a:pt x="42666" y="193302"/>
                </a:lnTo>
                <a:lnTo>
                  <a:pt x="39183" y="185466"/>
                </a:lnTo>
                <a:lnTo>
                  <a:pt x="33959" y="181112"/>
                </a:lnTo>
                <a:lnTo>
                  <a:pt x="15673" y="173275"/>
                </a:lnTo>
                <a:lnTo>
                  <a:pt x="13061" y="169793"/>
                </a:lnTo>
                <a:lnTo>
                  <a:pt x="9578" y="161956"/>
                </a:lnTo>
                <a:lnTo>
                  <a:pt x="10449" y="157602"/>
                </a:lnTo>
                <a:lnTo>
                  <a:pt x="40054" y="151507"/>
                </a:lnTo>
                <a:lnTo>
                  <a:pt x="121032" y="113195"/>
                </a:lnTo>
                <a:lnTo>
                  <a:pt x="148024" y="107971"/>
                </a:lnTo>
                <a:lnTo>
                  <a:pt x="175017" y="114066"/>
                </a:lnTo>
                <a:lnTo>
                  <a:pt x="188078" y="114066"/>
                </a:lnTo>
                <a:lnTo>
                  <a:pt x="200268" y="108841"/>
                </a:lnTo>
                <a:lnTo>
                  <a:pt x="215941" y="95780"/>
                </a:lnTo>
                <a:lnTo>
                  <a:pt x="242934" y="60080"/>
                </a:lnTo>
                <a:lnTo>
                  <a:pt x="259478" y="31346"/>
                </a:lnTo>
                <a:lnTo>
                  <a:pt x="268185" y="22639"/>
                </a:lnTo>
                <a:lnTo>
                  <a:pt x="294307" y="6095"/>
                </a:lnTo>
                <a:lnTo>
                  <a:pt x="306497" y="871"/>
                </a:lnTo>
                <a:lnTo>
                  <a:pt x="316946" y="0"/>
                </a:lnTo>
                <a:lnTo>
                  <a:pt x="326524" y="1741"/>
                </a:lnTo>
                <a:lnTo>
                  <a:pt x="332619" y="6095"/>
                </a:lnTo>
                <a:lnTo>
                  <a:pt x="336973" y="10449"/>
                </a:lnTo>
                <a:lnTo>
                  <a:pt x="340456" y="17415"/>
                </a:lnTo>
                <a:lnTo>
                  <a:pt x="358741" y="88815"/>
                </a:lnTo>
                <a:lnTo>
                  <a:pt x="363966" y="92297"/>
                </a:lnTo>
                <a:lnTo>
                  <a:pt x="369190" y="92297"/>
                </a:lnTo>
                <a:lnTo>
                  <a:pt x="376156" y="88815"/>
                </a:lnTo>
                <a:lnTo>
                  <a:pt x="380510" y="88815"/>
                </a:lnTo>
                <a:lnTo>
                  <a:pt x="387475" y="89685"/>
                </a:lnTo>
                <a:lnTo>
                  <a:pt x="394441" y="98393"/>
                </a:lnTo>
                <a:lnTo>
                  <a:pt x="400536" y="109712"/>
                </a:lnTo>
                <a:lnTo>
                  <a:pt x="410114" y="137575"/>
                </a:lnTo>
                <a:lnTo>
                  <a:pt x="415339" y="148024"/>
                </a:lnTo>
                <a:lnTo>
                  <a:pt x="421434" y="153249"/>
                </a:lnTo>
                <a:lnTo>
                  <a:pt x="427529" y="152378"/>
                </a:lnTo>
                <a:lnTo>
                  <a:pt x="439719" y="142800"/>
                </a:lnTo>
                <a:lnTo>
                  <a:pt x="444073" y="140188"/>
                </a:lnTo>
                <a:lnTo>
                  <a:pt x="542465" y="164568"/>
                </a:lnTo>
                <a:lnTo>
                  <a:pt x="572070" y="171534"/>
                </a:lnTo>
                <a:lnTo>
                  <a:pt x="585131" y="166310"/>
                </a:lnTo>
                <a:lnTo>
                  <a:pt x="598192" y="154990"/>
                </a:lnTo>
                <a:lnTo>
                  <a:pt x="608641" y="141929"/>
                </a:lnTo>
                <a:lnTo>
                  <a:pt x="622573" y="131480"/>
                </a:lnTo>
                <a:lnTo>
                  <a:pt x="633022" y="127997"/>
                </a:lnTo>
                <a:lnTo>
                  <a:pt x="641729" y="127127"/>
                </a:lnTo>
                <a:lnTo>
                  <a:pt x="654790" y="129739"/>
                </a:lnTo>
                <a:lnTo>
                  <a:pt x="658273" y="130610"/>
                </a:lnTo>
                <a:lnTo>
                  <a:pt x="664368" y="135834"/>
                </a:lnTo>
                <a:lnTo>
                  <a:pt x="687007" y="148024"/>
                </a:lnTo>
                <a:lnTo>
                  <a:pt x="691361" y="154119"/>
                </a:lnTo>
                <a:lnTo>
                  <a:pt x="695714" y="163697"/>
                </a:lnTo>
                <a:lnTo>
                  <a:pt x="696585" y="174146"/>
                </a:lnTo>
                <a:lnTo>
                  <a:pt x="698326" y="183724"/>
                </a:lnTo>
                <a:lnTo>
                  <a:pt x="700939" y="190690"/>
                </a:lnTo>
                <a:lnTo>
                  <a:pt x="704422" y="195914"/>
                </a:lnTo>
                <a:lnTo>
                  <a:pt x="710517" y="200268"/>
                </a:lnTo>
                <a:lnTo>
                  <a:pt x="727931" y="219424"/>
                </a:lnTo>
                <a:lnTo>
                  <a:pt x="733156" y="224649"/>
                </a:lnTo>
                <a:lnTo>
                  <a:pt x="758407" y="237709"/>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5" name="Freeform: Shape 44">
            <a:extLst>
              <a:ext uri="{FF2B5EF4-FFF2-40B4-BE49-F238E27FC236}">
                <a16:creationId xmlns:a16="http://schemas.microsoft.com/office/drawing/2014/main" id="{07089B1C-65D9-9C16-686B-D3ACDFB9FD8F}"/>
              </a:ext>
            </a:extLst>
          </p:cNvPr>
          <p:cNvSpPr>
            <a:spLocks noGrp="1"/>
          </p:cNvSpPr>
          <p:nvPr/>
        </p:nvSpPr>
        <p:spPr>
          <a:xfrm>
            <a:off x="5273479" y="2202402"/>
            <a:ext cx="1597042" cy="1646074"/>
          </a:xfrm>
          <a:custGeom>
            <a:avLst/>
            <a:gdLst>
              <a:gd name="connsiteX0" fmla="*/ 1556867 w 1601274"/>
              <a:gd name="connsiteY0" fmla="*/ 747958 h 1635232"/>
              <a:gd name="connsiteX1" fmla="*/ 1541194 w 1601274"/>
              <a:gd name="connsiteY1" fmla="*/ 757536 h 1635232"/>
              <a:gd name="connsiteX2" fmla="*/ 1524650 w 1601274"/>
              <a:gd name="connsiteY2" fmla="*/ 767114 h 1635232"/>
              <a:gd name="connsiteX3" fmla="*/ 1512460 w 1601274"/>
              <a:gd name="connsiteY3" fmla="*/ 777563 h 1635232"/>
              <a:gd name="connsiteX4" fmla="*/ 1502011 w 1601274"/>
              <a:gd name="connsiteY4" fmla="*/ 789753 h 1635232"/>
              <a:gd name="connsiteX5" fmla="*/ 1499399 w 1601274"/>
              <a:gd name="connsiteY5" fmla="*/ 793236 h 1635232"/>
              <a:gd name="connsiteX6" fmla="*/ 1495045 w 1601274"/>
              <a:gd name="connsiteY6" fmla="*/ 807168 h 1635232"/>
              <a:gd name="connsiteX7" fmla="*/ 1491562 w 1601274"/>
              <a:gd name="connsiteY7" fmla="*/ 825453 h 1635232"/>
              <a:gd name="connsiteX8" fmla="*/ 1486338 w 1601274"/>
              <a:gd name="connsiteY8" fmla="*/ 838514 h 1635232"/>
              <a:gd name="connsiteX9" fmla="*/ 1474148 w 1601274"/>
              <a:gd name="connsiteY9" fmla="*/ 852446 h 1635232"/>
              <a:gd name="connsiteX10" fmla="*/ 1468924 w 1601274"/>
              <a:gd name="connsiteY10" fmla="*/ 857670 h 1635232"/>
              <a:gd name="connsiteX11" fmla="*/ 1456733 w 1601274"/>
              <a:gd name="connsiteY11" fmla="*/ 869860 h 1635232"/>
              <a:gd name="connsiteX12" fmla="*/ 1448897 w 1601274"/>
              <a:gd name="connsiteY12" fmla="*/ 880309 h 1635232"/>
              <a:gd name="connsiteX13" fmla="*/ 1448026 w 1601274"/>
              <a:gd name="connsiteY13" fmla="*/ 886404 h 1635232"/>
              <a:gd name="connsiteX14" fmla="*/ 1435836 w 1601274"/>
              <a:gd name="connsiteY14" fmla="*/ 902948 h 1635232"/>
              <a:gd name="connsiteX15" fmla="*/ 1424516 w 1601274"/>
              <a:gd name="connsiteY15" fmla="*/ 914268 h 1635232"/>
              <a:gd name="connsiteX16" fmla="*/ 1419292 w 1601274"/>
              <a:gd name="connsiteY16" fmla="*/ 924716 h 1635232"/>
              <a:gd name="connsiteX17" fmla="*/ 1417550 w 1601274"/>
              <a:gd name="connsiteY17" fmla="*/ 932553 h 1635232"/>
              <a:gd name="connsiteX18" fmla="*/ 1416680 w 1601274"/>
              <a:gd name="connsiteY18" fmla="*/ 939519 h 1635232"/>
              <a:gd name="connsiteX19" fmla="*/ 1418421 w 1601274"/>
              <a:gd name="connsiteY19" fmla="*/ 945614 h 1635232"/>
              <a:gd name="connsiteX20" fmla="*/ 1421904 w 1601274"/>
              <a:gd name="connsiteY20" fmla="*/ 952580 h 1635232"/>
              <a:gd name="connsiteX21" fmla="*/ 1426257 w 1601274"/>
              <a:gd name="connsiteY21" fmla="*/ 956063 h 1635232"/>
              <a:gd name="connsiteX22" fmla="*/ 1441060 w 1601274"/>
              <a:gd name="connsiteY22" fmla="*/ 965641 h 1635232"/>
              <a:gd name="connsiteX23" fmla="*/ 1463699 w 1601274"/>
              <a:gd name="connsiteY23" fmla="*/ 975219 h 1635232"/>
              <a:gd name="connsiteX24" fmla="*/ 1485467 w 1601274"/>
              <a:gd name="connsiteY24" fmla="*/ 982185 h 1635232"/>
              <a:gd name="connsiteX25" fmla="*/ 1520297 w 1601274"/>
              <a:gd name="connsiteY25" fmla="*/ 998729 h 1635232"/>
              <a:gd name="connsiteX26" fmla="*/ 1540323 w 1601274"/>
              <a:gd name="connsiteY26" fmla="*/ 1004824 h 1635232"/>
              <a:gd name="connsiteX27" fmla="*/ 1562092 w 1601274"/>
              <a:gd name="connsiteY27" fmla="*/ 1015272 h 1635232"/>
              <a:gd name="connsiteX28" fmla="*/ 1583860 w 1601274"/>
              <a:gd name="connsiteY28" fmla="*/ 1027463 h 1635232"/>
              <a:gd name="connsiteX29" fmla="*/ 1591696 w 1601274"/>
              <a:gd name="connsiteY29" fmla="*/ 1034429 h 1635232"/>
              <a:gd name="connsiteX30" fmla="*/ 1601275 w 1601274"/>
              <a:gd name="connsiteY30" fmla="*/ 1045748 h 1635232"/>
              <a:gd name="connsiteX31" fmla="*/ 1578635 w 1601274"/>
              <a:gd name="connsiteY31" fmla="*/ 1063163 h 1635232"/>
              <a:gd name="connsiteX32" fmla="*/ 1569928 w 1601274"/>
              <a:gd name="connsiteY32" fmla="*/ 1068387 h 1635232"/>
              <a:gd name="connsiteX33" fmla="*/ 1560350 w 1601274"/>
              <a:gd name="connsiteY33" fmla="*/ 1069258 h 1635232"/>
              <a:gd name="connsiteX34" fmla="*/ 1545548 w 1601274"/>
              <a:gd name="connsiteY34" fmla="*/ 1066646 h 1635232"/>
              <a:gd name="connsiteX35" fmla="*/ 1540323 w 1601274"/>
              <a:gd name="connsiteY35" fmla="*/ 1065775 h 1635232"/>
              <a:gd name="connsiteX36" fmla="*/ 1535099 w 1601274"/>
              <a:gd name="connsiteY36" fmla="*/ 1067516 h 1635232"/>
              <a:gd name="connsiteX37" fmla="*/ 1529875 w 1601274"/>
              <a:gd name="connsiteY37" fmla="*/ 1070129 h 1635232"/>
              <a:gd name="connsiteX38" fmla="*/ 1524650 w 1601274"/>
              <a:gd name="connsiteY38" fmla="*/ 1077965 h 1635232"/>
              <a:gd name="connsiteX39" fmla="*/ 1515943 w 1601274"/>
              <a:gd name="connsiteY39" fmla="*/ 1102346 h 1635232"/>
              <a:gd name="connsiteX40" fmla="*/ 1508106 w 1601274"/>
              <a:gd name="connsiteY40" fmla="*/ 1117148 h 1635232"/>
              <a:gd name="connsiteX41" fmla="*/ 1504623 w 1601274"/>
              <a:gd name="connsiteY41" fmla="*/ 1122372 h 1635232"/>
              <a:gd name="connsiteX42" fmla="*/ 1494175 w 1601274"/>
              <a:gd name="connsiteY42" fmla="*/ 1134563 h 1635232"/>
              <a:gd name="connsiteX43" fmla="*/ 1481985 w 1601274"/>
              <a:gd name="connsiteY43" fmla="*/ 1145011 h 1635232"/>
              <a:gd name="connsiteX44" fmla="*/ 1477631 w 1601274"/>
              <a:gd name="connsiteY44" fmla="*/ 1148494 h 1635232"/>
              <a:gd name="connsiteX45" fmla="*/ 1464570 w 1601274"/>
              <a:gd name="connsiteY45" fmla="*/ 1153719 h 1635232"/>
              <a:gd name="connsiteX46" fmla="*/ 1443672 w 1601274"/>
              <a:gd name="connsiteY46" fmla="*/ 1161555 h 1635232"/>
              <a:gd name="connsiteX47" fmla="*/ 1432353 w 1601274"/>
              <a:gd name="connsiteY47" fmla="*/ 1162426 h 1635232"/>
              <a:gd name="connsiteX48" fmla="*/ 1418421 w 1601274"/>
              <a:gd name="connsiteY48" fmla="*/ 1166780 h 1635232"/>
              <a:gd name="connsiteX49" fmla="*/ 1399265 w 1601274"/>
              <a:gd name="connsiteY49" fmla="*/ 1172004 h 1635232"/>
              <a:gd name="connsiteX50" fmla="*/ 1383592 w 1601274"/>
              <a:gd name="connsiteY50" fmla="*/ 1178099 h 1635232"/>
              <a:gd name="connsiteX51" fmla="*/ 1377497 w 1601274"/>
              <a:gd name="connsiteY51" fmla="*/ 1182453 h 1635232"/>
              <a:gd name="connsiteX52" fmla="*/ 1372272 w 1601274"/>
              <a:gd name="connsiteY52" fmla="*/ 1187677 h 1635232"/>
              <a:gd name="connsiteX53" fmla="*/ 1361823 w 1601274"/>
              <a:gd name="connsiteY53" fmla="*/ 1199867 h 1635232"/>
              <a:gd name="connsiteX54" fmla="*/ 1348762 w 1601274"/>
              <a:gd name="connsiteY54" fmla="*/ 1209445 h 1635232"/>
              <a:gd name="connsiteX55" fmla="*/ 1347021 w 1601274"/>
              <a:gd name="connsiteY55" fmla="*/ 1215541 h 1635232"/>
              <a:gd name="connsiteX56" fmla="*/ 1343538 w 1601274"/>
              <a:gd name="connsiteY56" fmla="*/ 1221636 h 1635232"/>
              <a:gd name="connsiteX57" fmla="*/ 1336572 w 1601274"/>
              <a:gd name="connsiteY57" fmla="*/ 1229472 h 1635232"/>
              <a:gd name="connsiteX58" fmla="*/ 1330477 w 1601274"/>
              <a:gd name="connsiteY58" fmla="*/ 1232955 h 1635232"/>
              <a:gd name="connsiteX59" fmla="*/ 1326123 w 1601274"/>
              <a:gd name="connsiteY59" fmla="*/ 1234697 h 1635232"/>
              <a:gd name="connsiteX60" fmla="*/ 1314804 w 1601274"/>
              <a:gd name="connsiteY60" fmla="*/ 1236438 h 1635232"/>
              <a:gd name="connsiteX61" fmla="*/ 1306097 w 1601274"/>
              <a:gd name="connsiteY61" fmla="*/ 1246887 h 1635232"/>
              <a:gd name="connsiteX62" fmla="*/ 1301743 w 1601274"/>
              <a:gd name="connsiteY62" fmla="*/ 1252982 h 1635232"/>
              <a:gd name="connsiteX63" fmla="*/ 1292165 w 1601274"/>
              <a:gd name="connsiteY63" fmla="*/ 1279104 h 1635232"/>
              <a:gd name="connsiteX64" fmla="*/ 1290424 w 1601274"/>
              <a:gd name="connsiteY64" fmla="*/ 1286070 h 1635232"/>
              <a:gd name="connsiteX65" fmla="*/ 1289553 w 1601274"/>
              <a:gd name="connsiteY65" fmla="*/ 1293036 h 1635232"/>
              <a:gd name="connsiteX66" fmla="*/ 1290424 w 1601274"/>
              <a:gd name="connsiteY66" fmla="*/ 1303484 h 1635232"/>
              <a:gd name="connsiteX67" fmla="*/ 1295648 w 1601274"/>
              <a:gd name="connsiteY67" fmla="*/ 1333089 h 1635232"/>
              <a:gd name="connsiteX68" fmla="*/ 1240792 w 1601274"/>
              <a:gd name="connsiteY68" fmla="*/ 1344409 h 1635232"/>
              <a:gd name="connsiteX69" fmla="*/ 1211187 w 1601274"/>
              <a:gd name="connsiteY69" fmla="*/ 1342667 h 1635232"/>
              <a:gd name="connsiteX70" fmla="*/ 1201609 w 1601274"/>
              <a:gd name="connsiteY70" fmla="*/ 1337443 h 1635232"/>
              <a:gd name="connsiteX71" fmla="*/ 1138916 w 1601274"/>
              <a:gd name="connsiteY71" fmla="*/ 1291294 h 1635232"/>
              <a:gd name="connsiteX72" fmla="*/ 1048360 w 1601274"/>
              <a:gd name="connsiteY72" fmla="*/ 1242533 h 1635232"/>
              <a:gd name="connsiteX73" fmla="*/ 1041394 w 1601274"/>
              <a:gd name="connsiteY73" fmla="*/ 1244275 h 1635232"/>
              <a:gd name="connsiteX74" fmla="*/ 1038782 w 1601274"/>
              <a:gd name="connsiteY74" fmla="*/ 1247758 h 1635232"/>
              <a:gd name="connsiteX75" fmla="*/ 1034428 w 1601274"/>
              <a:gd name="connsiteY75" fmla="*/ 1255594 h 1635232"/>
              <a:gd name="connsiteX76" fmla="*/ 1032687 w 1601274"/>
              <a:gd name="connsiteY76" fmla="*/ 1266914 h 1635232"/>
              <a:gd name="connsiteX77" fmla="*/ 1029204 w 1601274"/>
              <a:gd name="connsiteY77" fmla="*/ 1273009 h 1635232"/>
              <a:gd name="connsiteX78" fmla="*/ 1024851 w 1601274"/>
              <a:gd name="connsiteY78" fmla="*/ 1278233 h 1635232"/>
              <a:gd name="connsiteX79" fmla="*/ 1014402 w 1601274"/>
              <a:gd name="connsiteY79" fmla="*/ 1286070 h 1635232"/>
              <a:gd name="connsiteX80" fmla="*/ 1010048 w 1601274"/>
              <a:gd name="connsiteY80" fmla="*/ 1291294 h 1635232"/>
              <a:gd name="connsiteX81" fmla="*/ 1010048 w 1601274"/>
              <a:gd name="connsiteY81" fmla="*/ 1297389 h 1635232"/>
              <a:gd name="connsiteX82" fmla="*/ 1008307 w 1601274"/>
              <a:gd name="connsiteY82" fmla="*/ 1300872 h 1635232"/>
              <a:gd name="connsiteX83" fmla="*/ 976960 w 1601274"/>
              <a:gd name="connsiteY83" fmla="*/ 1307838 h 1635232"/>
              <a:gd name="connsiteX84" fmla="*/ 970865 w 1601274"/>
              <a:gd name="connsiteY84" fmla="*/ 1307838 h 1635232"/>
              <a:gd name="connsiteX85" fmla="*/ 965641 w 1601274"/>
              <a:gd name="connsiteY85" fmla="*/ 1301743 h 1635232"/>
              <a:gd name="connsiteX86" fmla="*/ 962158 w 1601274"/>
              <a:gd name="connsiteY86" fmla="*/ 1306097 h 1635232"/>
              <a:gd name="connsiteX87" fmla="*/ 959546 w 1601274"/>
              <a:gd name="connsiteY87" fmla="*/ 1319158 h 1635232"/>
              <a:gd name="connsiteX88" fmla="*/ 960416 w 1601274"/>
              <a:gd name="connsiteY88" fmla="*/ 1322640 h 1635232"/>
              <a:gd name="connsiteX89" fmla="*/ 965641 w 1601274"/>
              <a:gd name="connsiteY89" fmla="*/ 1327865 h 1635232"/>
              <a:gd name="connsiteX90" fmla="*/ 997858 w 1601274"/>
              <a:gd name="connsiteY90" fmla="*/ 1346150 h 1635232"/>
              <a:gd name="connsiteX91" fmla="*/ 1003082 w 1601274"/>
              <a:gd name="connsiteY91" fmla="*/ 1353987 h 1635232"/>
              <a:gd name="connsiteX92" fmla="*/ 1003082 w 1601274"/>
              <a:gd name="connsiteY92" fmla="*/ 1357470 h 1635232"/>
              <a:gd name="connsiteX93" fmla="*/ 999599 w 1601274"/>
              <a:gd name="connsiteY93" fmla="*/ 1364436 h 1635232"/>
              <a:gd name="connsiteX94" fmla="*/ 990892 w 1601274"/>
              <a:gd name="connsiteY94" fmla="*/ 1370531 h 1635232"/>
              <a:gd name="connsiteX95" fmla="*/ 981314 w 1601274"/>
              <a:gd name="connsiteY95" fmla="*/ 1374014 h 1635232"/>
              <a:gd name="connsiteX96" fmla="*/ 969994 w 1601274"/>
              <a:gd name="connsiteY96" fmla="*/ 1381850 h 1635232"/>
              <a:gd name="connsiteX97" fmla="*/ 960416 w 1601274"/>
              <a:gd name="connsiteY97" fmla="*/ 1386204 h 1635232"/>
              <a:gd name="connsiteX98" fmla="*/ 960416 w 1601274"/>
              <a:gd name="connsiteY98" fmla="*/ 1388816 h 1635232"/>
              <a:gd name="connsiteX99" fmla="*/ 961287 w 1601274"/>
              <a:gd name="connsiteY99" fmla="*/ 1394911 h 1635232"/>
              <a:gd name="connsiteX100" fmla="*/ 956063 w 1601274"/>
              <a:gd name="connsiteY100" fmla="*/ 1401877 h 1635232"/>
              <a:gd name="connsiteX101" fmla="*/ 950838 w 1601274"/>
              <a:gd name="connsiteY101" fmla="*/ 1407102 h 1635232"/>
              <a:gd name="connsiteX102" fmla="*/ 945614 w 1601274"/>
              <a:gd name="connsiteY102" fmla="*/ 1416679 h 1635232"/>
              <a:gd name="connsiteX103" fmla="*/ 949968 w 1601274"/>
              <a:gd name="connsiteY103" fmla="*/ 1421033 h 1635232"/>
              <a:gd name="connsiteX104" fmla="*/ 951709 w 1601274"/>
              <a:gd name="connsiteY104" fmla="*/ 1423645 h 1635232"/>
              <a:gd name="connsiteX105" fmla="*/ 944743 w 1601274"/>
              <a:gd name="connsiteY105" fmla="*/ 1430611 h 1635232"/>
              <a:gd name="connsiteX106" fmla="*/ 943872 w 1601274"/>
              <a:gd name="connsiteY106" fmla="*/ 1434094 h 1635232"/>
              <a:gd name="connsiteX107" fmla="*/ 944743 w 1601274"/>
              <a:gd name="connsiteY107" fmla="*/ 1441931 h 1635232"/>
              <a:gd name="connsiteX108" fmla="*/ 939519 w 1601274"/>
              <a:gd name="connsiteY108" fmla="*/ 1453250 h 1635232"/>
              <a:gd name="connsiteX109" fmla="*/ 937778 w 1601274"/>
              <a:gd name="connsiteY109" fmla="*/ 1462828 h 1635232"/>
              <a:gd name="connsiteX110" fmla="*/ 941260 w 1601274"/>
              <a:gd name="connsiteY110" fmla="*/ 1472406 h 1635232"/>
              <a:gd name="connsiteX111" fmla="*/ 943002 w 1601274"/>
              <a:gd name="connsiteY111" fmla="*/ 1482855 h 1635232"/>
              <a:gd name="connsiteX112" fmla="*/ 946485 w 1601274"/>
              <a:gd name="connsiteY112" fmla="*/ 1493304 h 1635232"/>
              <a:gd name="connsiteX113" fmla="*/ 951709 w 1601274"/>
              <a:gd name="connsiteY113" fmla="*/ 1498528 h 1635232"/>
              <a:gd name="connsiteX114" fmla="*/ 960416 w 1601274"/>
              <a:gd name="connsiteY114" fmla="*/ 1500270 h 1635232"/>
              <a:gd name="connsiteX115" fmla="*/ 966512 w 1601274"/>
              <a:gd name="connsiteY115" fmla="*/ 1505494 h 1635232"/>
              <a:gd name="connsiteX116" fmla="*/ 971736 w 1601274"/>
              <a:gd name="connsiteY116" fmla="*/ 1514201 h 1635232"/>
              <a:gd name="connsiteX117" fmla="*/ 960416 w 1601274"/>
              <a:gd name="connsiteY117" fmla="*/ 1522909 h 1635232"/>
              <a:gd name="connsiteX118" fmla="*/ 936907 w 1601274"/>
              <a:gd name="connsiteY118" fmla="*/ 1530745 h 1635232"/>
              <a:gd name="connsiteX119" fmla="*/ 911656 w 1601274"/>
              <a:gd name="connsiteY119" fmla="*/ 1535970 h 1635232"/>
              <a:gd name="connsiteX120" fmla="*/ 903819 w 1601274"/>
              <a:gd name="connsiteY120" fmla="*/ 1540323 h 1635232"/>
              <a:gd name="connsiteX121" fmla="*/ 901207 w 1601274"/>
              <a:gd name="connsiteY121" fmla="*/ 1548160 h 1635232"/>
              <a:gd name="connsiteX122" fmla="*/ 902948 w 1601274"/>
              <a:gd name="connsiteY122" fmla="*/ 1556867 h 1635232"/>
              <a:gd name="connsiteX123" fmla="*/ 903819 w 1601274"/>
              <a:gd name="connsiteY123" fmla="*/ 1563833 h 1635232"/>
              <a:gd name="connsiteX124" fmla="*/ 899465 w 1601274"/>
              <a:gd name="connsiteY124" fmla="*/ 1573411 h 1635232"/>
              <a:gd name="connsiteX125" fmla="*/ 891629 w 1601274"/>
              <a:gd name="connsiteY125" fmla="*/ 1577765 h 1635232"/>
              <a:gd name="connsiteX126" fmla="*/ 882051 w 1601274"/>
              <a:gd name="connsiteY126" fmla="*/ 1579506 h 1635232"/>
              <a:gd name="connsiteX127" fmla="*/ 874214 w 1601274"/>
              <a:gd name="connsiteY127" fmla="*/ 1577765 h 1635232"/>
              <a:gd name="connsiteX128" fmla="*/ 866377 w 1601274"/>
              <a:gd name="connsiteY128" fmla="*/ 1575152 h 1635232"/>
              <a:gd name="connsiteX129" fmla="*/ 825453 w 1601274"/>
              <a:gd name="connsiteY129" fmla="*/ 1550772 h 1635232"/>
              <a:gd name="connsiteX130" fmla="*/ 815875 w 1601274"/>
              <a:gd name="connsiteY130" fmla="*/ 1546418 h 1635232"/>
              <a:gd name="connsiteX131" fmla="*/ 790624 w 1601274"/>
              <a:gd name="connsiteY131" fmla="*/ 1544677 h 1635232"/>
              <a:gd name="connsiteX132" fmla="*/ 784529 w 1601274"/>
              <a:gd name="connsiteY132" fmla="*/ 1547289 h 1635232"/>
              <a:gd name="connsiteX133" fmla="*/ 778434 w 1601274"/>
              <a:gd name="connsiteY133" fmla="*/ 1551643 h 1635232"/>
              <a:gd name="connsiteX134" fmla="*/ 775821 w 1601274"/>
              <a:gd name="connsiteY134" fmla="*/ 1557738 h 1635232"/>
              <a:gd name="connsiteX135" fmla="*/ 773209 w 1601274"/>
              <a:gd name="connsiteY135" fmla="*/ 1565575 h 1635232"/>
              <a:gd name="connsiteX136" fmla="*/ 769726 w 1601274"/>
              <a:gd name="connsiteY136" fmla="*/ 1599533 h 1635232"/>
              <a:gd name="connsiteX137" fmla="*/ 767114 w 1601274"/>
              <a:gd name="connsiteY137" fmla="*/ 1608240 h 1635232"/>
              <a:gd name="connsiteX138" fmla="*/ 762761 w 1601274"/>
              <a:gd name="connsiteY138" fmla="*/ 1612594 h 1635232"/>
              <a:gd name="connsiteX139" fmla="*/ 757536 w 1601274"/>
              <a:gd name="connsiteY139" fmla="*/ 1614335 h 1635232"/>
              <a:gd name="connsiteX140" fmla="*/ 697456 w 1601274"/>
              <a:gd name="connsiteY140" fmla="*/ 1619560 h 1635232"/>
              <a:gd name="connsiteX141" fmla="*/ 690490 w 1601274"/>
              <a:gd name="connsiteY141" fmla="*/ 1618689 h 1635232"/>
              <a:gd name="connsiteX142" fmla="*/ 679170 w 1601274"/>
              <a:gd name="connsiteY142" fmla="*/ 1612594 h 1635232"/>
              <a:gd name="connsiteX143" fmla="*/ 673946 w 1601274"/>
              <a:gd name="connsiteY143" fmla="*/ 1609982 h 1635232"/>
              <a:gd name="connsiteX144" fmla="*/ 670463 w 1601274"/>
              <a:gd name="connsiteY144" fmla="*/ 1611723 h 1635232"/>
              <a:gd name="connsiteX145" fmla="*/ 666980 w 1601274"/>
              <a:gd name="connsiteY145" fmla="*/ 1615206 h 1635232"/>
              <a:gd name="connsiteX146" fmla="*/ 658273 w 1601274"/>
              <a:gd name="connsiteY146" fmla="*/ 1627396 h 1635232"/>
              <a:gd name="connsiteX147" fmla="*/ 650436 w 1601274"/>
              <a:gd name="connsiteY147" fmla="*/ 1633492 h 1635232"/>
              <a:gd name="connsiteX148" fmla="*/ 642599 w 1601274"/>
              <a:gd name="connsiteY148" fmla="*/ 1635233 h 1635232"/>
              <a:gd name="connsiteX149" fmla="*/ 636505 w 1601274"/>
              <a:gd name="connsiteY149" fmla="*/ 1634362 h 1635232"/>
              <a:gd name="connsiteX150" fmla="*/ 627797 w 1601274"/>
              <a:gd name="connsiteY150" fmla="*/ 1629138 h 1635232"/>
              <a:gd name="connsiteX151" fmla="*/ 605158 w 1601274"/>
              <a:gd name="connsiteY151" fmla="*/ 1603887 h 1635232"/>
              <a:gd name="connsiteX152" fmla="*/ 602546 w 1601274"/>
              <a:gd name="connsiteY152" fmla="*/ 1576894 h 1635232"/>
              <a:gd name="connsiteX153" fmla="*/ 586873 w 1601274"/>
              <a:gd name="connsiteY153" fmla="*/ 1518555 h 1635232"/>
              <a:gd name="connsiteX154" fmla="*/ 584261 w 1601274"/>
              <a:gd name="connsiteY154" fmla="*/ 1503753 h 1635232"/>
              <a:gd name="connsiteX155" fmla="*/ 583390 w 1601274"/>
              <a:gd name="connsiteY155" fmla="*/ 1491562 h 1635232"/>
              <a:gd name="connsiteX156" fmla="*/ 583390 w 1601274"/>
              <a:gd name="connsiteY156" fmla="*/ 1482855 h 1635232"/>
              <a:gd name="connsiteX157" fmla="*/ 586873 w 1601274"/>
              <a:gd name="connsiteY157" fmla="*/ 1470665 h 1635232"/>
              <a:gd name="connsiteX158" fmla="*/ 606029 w 1601274"/>
              <a:gd name="connsiteY158" fmla="*/ 1438448 h 1635232"/>
              <a:gd name="connsiteX159" fmla="*/ 611253 w 1601274"/>
              <a:gd name="connsiteY159" fmla="*/ 1427999 h 1635232"/>
              <a:gd name="connsiteX160" fmla="*/ 615607 w 1601274"/>
              <a:gd name="connsiteY160" fmla="*/ 1416679 h 1635232"/>
              <a:gd name="connsiteX161" fmla="*/ 619961 w 1601274"/>
              <a:gd name="connsiteY161" fmla="*/ 1397523 h 1635232"/>
              <a:gd name="connsiteX162" fmla="*/ 620831 w 1601274"/>
              <a:gd name="connsiteY162" fmla="*/ 1392299 h 1635232"/>
              <a:gd name="connsiteX163" fmla="*/ 617348 w 1601274"/>
              <a:gd name="connsiteY163" fmla="*/ 1384462 h 1635232"/>
              <a:gd name="connsiteX164" fmla="*/ 611253 w 1601274"/>
              <a:gd name="connsiteY164" fmla="*/ 1363565 h 1635232"/>
              <a:gd name="connsiteX165" fmla="*/ 606900 w 1601274"/>
              <a:gd name="connsiteY165" fmla="*/ 1338314 h 1635232"/>
              <a:gd name="connsiteX166" fmla="*/ 602546 w 1601274"/>
              <a:gd name="connsiteY166" fmla="*/ 1288682 h 1635232"/>
              <a:gd name="connsiteX167" fmla="*/ 599934 w 1601274"/>
              <a:gd name="connsiteY167" fmla="*/ 1279104 h 1635232"/>
              <a:gd name="connsiteX168" fmla="*/ 598192 w 1601274"/>
              <a:gd name="connsiteY168" fmla="*/ 1273009 h 1635232"/>
              <a:gd name="connsiteX169" fmla="*/ 592968 w 1601274"/>
              <a:gd name="connsiteY169" fmla="*/ 1268655 h 1635232"/>
              <a:gd name="connsiteX170" fmla="*/ 509378 w 1601274"/>
              <a:gd name="connsiteY170" fmla="*/ 1277362 h 1635232"/>
              <a:gd name="connsiteX171" fmla="*/ 496317 w 1601274"/>
              <a:gd name="connsiteY171" fmla="*/ 1305226 h 1635232"/>
              <a:gd name="connsiteX172" fmla="*/ 481514 w 1601274"/>
              <a:gd name="connsiteY172" fmla="*/ 1326123 h 1635232"/>
              <a:gd name="connsiteX173" fmla="*/ 466712 w 1601274"/>
              <a:gd name="connsiteY173" fmla="*/ 1336572 h 1635232"/>
              <a:gd name="connsiteX174" fmla="*/ 459746 w 1601274"/>
              <a:gd name="connsiteY174" fmla="*/ 1338314 h 1635232"/>
              <a:gd name="connsiteX175" fmla="*/ 449297 w 1601274"/>
              <a:gd name="connsiteY175" fmla="*/ 1339184 h 1635232"/>
              <a:gd name="connsiteX176" fmla="*/ 443202 w 1601274"/>
              <a:gd name="connsiteY176" fmla="*/ 1338314 h 1635232"/>
              <a:gd name="connsiteX177" fmla="*/ 437107 w 1601274"/>
              <a:gd name="connsiteY177" fmla="*/ 1334831 h 1635232"/>
              <a:gd name="connsiteX178" fmla="*/ 425787 w 1601274"/>
              <a:gd name="connsiteY178" fmla="*/ 1325253 h 1635232"/>
              <a:gd name="connsiteX179" fmla="*/ 415339 w 1601274"/>
              <a:gd name="connsiteY179" fmla="*/ 1319158 h 1635232"/>
              <a:gd name="connsiteX180" fmla="*/ 396183 w 1601274"/>
              <a:gd name="connsiteY180" fmla="*/ 1313063 h 1635232"/>
              <a:gd name="connsiteX181" fmla="*/ 358741 w 1601274"/>
              <a:gd name="connsiteY181" fmla="*/ 1307838 h 1635232"/>
              <a:gd name="connsiteX182" fmla="*/ 332619 w 1601274"/>
              <a:gd name="connsiteY182" fmla="*/ 1309580 h 1635232"/>
              <a:gd name="connsiteX183" fmla="*/ 324783 w 1601274"/>
              <a:gd name="connsiteY183" fmla="*/ 1312192 h 1635232"/>
              <a:gd name="connsiteX184" fmla="*/ 316075 w 1601274"/>
              <a:gd name="connsiteY184" fmla="*/ 1315675 h 1635232"/>
              <a:gd name="connsiteX185" fmla="*/ 298661 w 1601274"/>
              <a:gd name="connsiteY185" fmla="*/ 1320899 h 1635232"/>
              <a:gd name="connsiteX186" fmla="*/ 286470 w 1601274"/>
              <a:gd name="connsiteY186" fmla="*/ 1320028 h 1635232"/>
              <a:gd name="connsiteX187" fmla="*/ 280376 w 1601274"/>
              <a:gd name="connsiteY187" fmla="*/ 1317416 h 1635232"/>
              <a:gd name="connsiteX188" fmla="*/ 197656 w 1601274"/>
              <a:gd name="connsiteY188" fmla="*/ 1256465 h 1635232"/>
              <a:gd name="connsiteX189" fmla="*/ 181983 w 1601274"/>
              <a:gd name="connsiteY189" fmla="*/ 1249499 h 1635232"/>
              <a:gd name="connsiteX190" fmla="*/ 154120 w 1601274"/>
              <a:gd name="connsiteY190" fmla="*/ 1248628 h 1635232"/>
              <a:gd name="connsiteX191" fmla="*/ 103617 w 1601274"/>
              <a:gd name="connsiteY191" fmla="*/ 1245145 h 1635232"/>
              <a:gd name="connsiteX192" fmla="*/ 80978 w 1601274"/>
              <a:gd name="connsiteY192" fmla="*/ 1239050 h 1635232"/>
              <a:gd name="connsiteX193" fmla="*/ 67917 w 1601274"/>
              <a:gd name="connsiteY193" fmla="*/ 1230343 h 1635232"/>
              <a:gd name="connsiteX194" fmla="*/ 11319 w 1601274"/>
              <a:gd name="connsiteY194" fmla="*/ 1177228 h 1635232"/>
              <a:gd name="connsiteX195" fmla="*/ 4354 w 1601274"/>
              <a:gd name="connsiteY195" fmla="*/ 1167650 h 1635232"/>
              <a:gd name="connsiteX196" fmla="*/ 0 w 1601274"/>
              <a:gd name="connsiteY196" fmla="*/ 1151977 h 1635232"/>
              <a:gd name="connsiteX197" fmla="*/ 0 w 1601274"/>
              <a:gd name="connsiteY197" fmla="*/ 1135433 h 1635232"/>
              <a:gd name="connsiteX198" fmla="*/ 2612 w 1601274"/>
              <a:gd name="connsiteY198" fmla="*/ 1122372 h 1635232"/>
              <a:gd name="connsiteX199" fmla="*/ 7837 w 1601274"/>
              <a:gd name="connsiteY199" fmla="*/ 1106699 h 1635232"/>
              <a:gd name="connsiteX200" fmla="*/ 12190 w 1601274"/>
              <a:gd name="connsiteY200" fmla="*/ 1100604 h 1635232"/>
              <a:gd name="connsiteX201" fmla="*/ 25251 w 1601274"/>
              <a:gd name="connsiteY201" fmla="*/ 1084060 h 1635232"/>
              <a:gd name="connsiteX202" fmla="*/ 46149 w 1601274"/>
              <a:gd name="connsiteY202" fmla="*/ 1064033 h 1635232"/>
              <a:gd name="connsiteX203" fmla="*/ 70529 w 1601274"/>
              <a:gd name="connsiteY203" fmla="*/ 1047490 h 1635232"/>
              <a:gd name="connsiteX204" fmla="*/ 76624 w 1601274"/>
              <a:gd name="connsiteY204" fmla="*/ 1041394 h 1635232"/>
              <a:gd name="connsiteX205" fmla="*/ 79237 w 1601274"/>
              <a:gd name="connsiteY205" fmla="*/ 1036170 h 1635232"/>
              <a:gd name="connsiteX206" fmla="*/ 77495 w 1601274"/>
              <a:gd name="connsiteY206" fmla="*/ 1031816 h 1635232"/>
              <a:gd name="connsiteX207" fmla="*/ 67046 w 1601274"/>
              <a:gd name="connsiteY207" fmla="*/ 1017014 h 1635232"/>
              <a:gd name="connsiteX208" fmla="*/ 65305 w 1601274"/>
              <a:gd name="connsiteY208" fmla="*/ 1012660 h 1635232"/>
              <a:gd name="connsiteX209" fmla="*/ 62693 w 1601274"/>
              <a:gd name="connsiteY209" fmla="*/ 1003953 h 1635232"/>
              <a:gd name="connsiteX210" fmla="*/ 61822 w 1601274"/>
              <a:gd name="connsiteY210" fmla="*/ 997858 h 1635232"/>
              <a:gd name="connsiteX211" fmla="*/ 70529 w 1601274"/>
              <a:gd name="connsiteY211" fmla="*/ 1003082 h 1635232"/>
              <a:gd name="connsiteX212" fmla="*/ 73141 w 1601274"/>
              <a:gd name="connsiteY212" fmla="*/ 1010919 h 1635232"/>
              <a:gd name="connsiteX213" fmla="*/ 80107 w 1601274"/>
              <a:gd name="connsiteY213" fmla="*/ 1021368 h 1635232"/>
              <a:gd name="connsiteX214" fmla="*/ 94039 w 1601274"/>
              <a:gd name="connsiteY214" fmla="*/ 1028333 h 1635232"/>
              <a:gd name="connsiteX215" fmla="*/ 109712 w 1601274"/>
              <a:gd name="connsiteY215" fmla="*/ 1030946 h 1635232"/>
              <a:gd name="connsiteX216" fmla="*/ 120161 w 1601274"/>
              <a:gd name="connsiteY216" fmla="*/ 1031816 h 1635232"/>
              <a:gd name="connsiteX217" fmla="*/ 131480 w 1601274"/>
              <a:gd name="connsiteY217" fmla="*/ 1028333 h 1635232"/>
              <a:gd name="connsiteX218" fmla="*/ 143671 w 1601274"/>
              <a:gd name="connsiteY218" fmla="*/ 1021368 h 1635232"/>
              <a:gd name="connsiteX219" fmla="*/ 166310 w 1601274"/>
              <a:gd name="connsiteY219" fmla="*/ 1004824 h 1635232"/>
              <a:gd name="connsiteX220" fmla="*/ 185466 w 1601274"/>
              <a:gd name="connsiteY220" fmla="*/ 990892 h 1635232"/>
              <a:gd name="connsiteX221" fmla="*/ 193302 w 1601274"/>
              <a:gd name="connsiteY221" fmla="*/ 980443 h 1635232"/>
              <a:gd name="connsiteX222" fmla="*/ 195044 w 1601274"/>
              <a:gd name="connsiteY222" fmla="*/ 967382 h 1635232"/>
              <a:gd name="connsiteX223" fmla="*/ 190690 w 1601274"/>
              <a:gd name="connsiteY223" fmla="*/ 954321 h 1635232"/>
              <a:gd name="connsiteX224" fmla="*/ 191561 w 1601274"/>
              <a:gd name="connsiteY224" fmla="*/ 951709 h 1635232"/>
              <a:gd name="connsiteX225" fmla="*/ 211588 w 1601274"/>
              <a:gd name="connsiteY225" fmla="*/ 945614 h 1635232"/>
              <a:gd name="connsiteX226" fmla="*/ 236839 w 1601274"/>
              <a:gd name="connsiteY226" fmla="*/ 934294 h 1635232"/>
              <a:gd name="connsiteX227" fmla="*/ 242934 w 1601274"/>
              <a:gd name="connsiteY227" fmla="*/ 932553 h 1635232"/>
              <a:gd name="connsiteX228" fmla="*/ 248158 w 1601274"/>
              <a:gd name="connsiteY228" fmla="*/ 935165 h 1635232"/>
              <a:gd name="connsiteX229" fmla="*/ 257736 w 1601274"/>
              <a:gd name="connsiteY229" fmla="*/ 945614 h 1635232"/>
              <a:gd name="connsiteX230" fmla="*/ 262961 w 1601274"/>
              <a:gd name="connsiteY230" fmla="*/ 948226 h 1635232"/>
              <a:gd name="connsiteX231" fmla="*/ 267315 w 1601274"/>
              <a:gd name="connsiteY231" fmla="*/ 945614 h 1635232"/>
              <a:gd name="connsiteX232" fmla="*/ 274280 w 1601274"/>
              <a:gd name="connsiteY232" fmla="*/ 936036 h 1635232"/>
              <a:gd name="connsiteX233" fmla="*/ 282988 w 1601274"/>
              <a:gd name="connsiteY233" fmla="*/ 927329 h 1635232"/>
              <a:gd name="connsiteX234" fmla="*/ 321300 w 1601274"/>
              <a:gd name="connsiteY234" fmla="*/ 906431 h 1635232"/>
              <a:gd name="connsiteX235" fmla="*/ 336973 w 1601274"/>
              <a:gd name="connsiteY235" fmla="*/ 889887 h 1635232"/>
              <a:gd name="connsiteX236" fmla="*/ 379639 w 1601274"/>
              <a:gd name="connsiteY236" fmla="*/ 796719 h 1635232"/>
              <a:gd name="connsiteX237" fmla="*/ 381380 w 1601274"/>
              <a:gd name="connsiteY237" fmla="*/ 789753 h 1635232"/>
              <a:gd name="connsiteX238" fmla="*/ 382251 w 1601274"/>
              <a:gd name="connsiteY238" fmla="*/ 781917 h 1635232"/>
              <a:gd name="connsiteX239" fmla="*/ 381380 w 1601274"/>
              <a:gd name="connsiteY239" fmla="*/ 774951 h 1635232"/>
              <a:gd name="connsiteX240" fmla="*/ 379639 w 1601274"/>
              <a:gd name="connsiteY240" fmla="*/ 761019 h 1635232"/>
              <a:gd name="connsiteX241" fmla="*/ 380510 w 1601274"/>
              <a:gd name="connsiteY241" fmla="*/ 747087 h 1635232"/>
              <a:gd name="connsiteX242" fmla="*/ 389217 w 1601274"/>
              <a:gd name="connsiteY242" fmla="*/ 721836 h 1635232"/>
              <a:gd name="connsiteX243" fmla="*/ 390087 w 1601274"/>
              <a:gd name="connsiteY243" fmla="*/ 707904 h 1635232"/>
              <a:gd name="connsiteX244" fmla="*/ 387475 w 1601274"/>
              <a:gd name="connsiteY244" fmla="*/ 697456 h 1635232"/>
              <a:gd name="connsiteX245" fmla="*/ 383122 w 1601274"/>
              <a:gd name="connsiteY245" fmla="*/ 688748 h 1635232"/>
              <a:gd name="connsiteX246" fmla="*/ 376156 w 1601274"/>
              <a:gd name="connsiteY246" fmla="*/ 683524 h 1635232"/>
              <a:gd name="connsiteX247" fmla="*/ 369190 w 1601274"/>
              <a:gd name="connsiteY247" fmla="*/ 680912 h 1635232"/>
              <a:gd name="connsiteX248" fmla="*/ 352646 w 1601274"/>
              <a:gd name="connsiteY248" fmla="*/ 677429 h 1635232"/>
              <a:gd name="connsiteX249" fmla="*/ 345680 w 1601274"/>
              <a:gd name="connsiteY249" fmla="*/ 674817 h 1635232"/>
              <a:gd name="connsiteX250" fmla="*/ 324783 w 1601274"/>
              <a:gd name="connsiteY250" fmla="*/ 658273 h 1635232"/>
              <a:gd name="connsiteX251" fmla="*/ 318688 w 1601274"/>
              <a:gd name="connsiteY251" fmla="*/ 653048 h 1635232"/>
              <a:gd name="connsiteX252" fmla="*/ 315205 w 1601274"/>
              <a:gd name="connsiteY252" fmla="*/ 644341 h 1635232"/>
              <a:gd name="connsiteX253" fmla="*/ 293437 w 1601274"/>
              <a:gd name="connsiteY253" fmla="*/ 587743 h 1635232"/>
              <a:gd name="connsiteX254" fmla="*/ 294307 w 1601274"/>
              <a:gd name="connsiteY254" fmla="*/ 579036 h 1635232"/>
              <a:gd name="connsiteX255" fmla="*/ 305627 w 1601274"/>
              <a:gd name="connsiteY255" fmla="*/ 561622 h 1635232"/>
              <a:gd name="connsiteX256" fmla="*/ 304756 w 1601274"/>
              <a:gd name="connsiteY256" fmla="*/ 557268 h 1635232"/>
              <a:gd name="connsiteX257" fmla="*/ 296049 w 1601274"/>
              <a:gd name="connsiteY257" fmla="*/ 550302 h 1635232"/>
              <a:gd name="connsiteX258" fmla="*/ 291695 w 1601274"/>
              <a:gd name="connsiteY258" fmla="*/ 545078 h 1635232"/>
              <a:gd name="connsiteX259" fmla="*/ 286470 w 1601274"/>
              <a:gd name="connsiteY259" fmla="*/ 535500 h 1635232"/>
              <a:gd name="connsiteX260" fmla="*/ 274280 w 1601274"/>
              <a:gd name="connsiteY260" fmla="*/ 526792 h 1635232"/>
              <a:gd name="connsiteX261" fmla="*/ 263831 w 1601274"/>
              <a:gd name="connsiteY261" fmla="*/ 517214 h 1635232"/>
              <a:gd name="connsiteX262" fmla="*/ 256866 w 1601274"/>
              <a:gd name="connsiteY262" fmla="*/ 504153 h 1635232"/>
              <a:gd name="connsiteX263" fmla="*/ 255995 w 1601274"/>
              <a:gd name="connsiteY263" fmla="*/ 491092 h 1635232"/>
              <a:gd name="connsiteX264" fmla="*/ 273410 w 1601274"/>
              <a:gd name="connsiteY264" fmla="*/ 453651 h 1635232"/>
              <a:gd name="connsiteX265" fmla="*/ 277763 w 1601274"/>
              <a:gd name="connsiteY265" fmla="*/ 439719 h 1635232"/>
              <a:gd name="connsiteX266" fmla="*/ 280376 w 1601274"/>
              <a:gd name="connsiteY266" fmla="*/ 424917 h 1635232"/>
              <a:gd name="connsiteX267" fmla="*/ 281246 w 1601274"/>
              <a:gd name="connsiteY267" fmla="*/ 418822 h 1635232"/>
              <a:gd name="connsiteX268" fmla="*/ 289083 w 1601274"/>
              <a:gd name="connsiteY268" fmla="*/ 398795 h 1635232"/>
              <a:gd name="connsiteX269" fmla="*/ 289953 w 1601274"/>
              <a:gd name="connsiteY269" fmla="*/ 391829 h 1635232"/>
              <a:gd name="connsiteX270" fmla="*/ 289083 w 1601274"/>
              <a:gd name="connsiteY270" fmla="*/ 383122 h 1635232"/>
              <a:gd name="connsiteX271" fmla="*/ 285600 w 1601274"/>
              <a:gd name="connsiteY271" fmla="*/ 368319 h 1635232"/>
              <a:gd name="connsiteX272" fmla="*/ 285600 w 1601274"/>
              <a:gd name="connsiteY272" fmla="*/ 361353 h 1635232"/>
              <a:gd name="connsiteX273" fmla="*/ 287341 w 1601274"/>
              <a:gd name="connsiteY273" fmla="*/ 354388 h 1635232"/>
              <a:gd name="connsiteX274" fmla="*/ 290824 w 1601274"/>
              <a:gd name="connsiteY274" fmla="*/ 348292 h 1635232"/>
              <a:gd name="connsiteX275" fmla="*/ 298661 w 1601274"/>
              <a:gd name="connsiteY275" fmla="*/ 337844 h 1635232"/>
              <a:gd name="connsiteX276" fmla="*/ 302144 w 1601274"/>
              <a:gd name="connsiteY276" fmla="*/ 332619 h 1635232"/>
              <a:gd name="connsiteX277" fmla="*/ 314334 w 1601274"/>
              <a:gd name="connsiteY277" fmla="*/ 303885 h 1635232"/>
              <a:gd name="connsiteX278" fmla="*/ 319558 w 1601274"/>
              <a:gd name="connsiteY278" fmla="*/ 294307 h 1635232"/>
              <a:gd name="connsiteX279" fmla="*/ 322171 w 1601274"/>
              <a:gd name="connsiteY279" fmla="*/ 289953 h 1635232"/>
              <a:gd name="connsiteX280" fmla="*/ 326524 w 1601274"/>
              <a:gd name="connsiteY280" fmla="*/ 289083 h 1635232"/>
              <a:gd name="connsiteX281" fmla="*/ 338714 w 1601274"/>
              <a:gd name="connsiteY281" fmla="*/ 282117 h 1635232"/>
              <a:gd name="connsiteX282" fmla="*/ 345680 w 1601274"/>
              <a:gd name="connsiteY282" fmla="*/ 281246 h 1635232"/>
              <a:gd name="connsiteX283" fmla="*/ 368319 w 1601274"/>
              <a:gd name="connsiteY283" fmla="*/ 286471 h 1635232"/>
              <a:gd name="connsiteX284" fmla="*/ 370932 w 1601274"/>
              <a:gd name="connsiteY284" fmla="*/ 278634 h 1635232"/>
              <a:gd name="connsiteX285" fmla="*/ 371802 w 1601274"/>
              <a:gd name="connsiteY285" fmla="*/ 268185 h 1635232"/>
              <a:gd name="connsiteX286" fmla="*/ 369190 w 1601274"/>
              <a:gd name="connsiteY286" fmla="*/ 249029 h 1635232"/>
              <a:gd name="connsiteX287" fmla="*/ 370061 w 1601274"/>
              <a:gd name="connsiteY287" fmla="*/ 239451 h 1635232"/>
              <a:gd name="connsiteX288" fmla="*/ 372673 w 1601274"/>
              <a:gd name="connsiteY288" fmla="*/ 231614 h 1635232"/>
              <a:gd name="connsiteX289" fmla="*/ 379639 w 1601274"/>
              <a:gd name="connsiteY289" fmla="*/ 216812 h 1635232"/>
              <a:gd name="connsiteX290" fmla="*/ 382251 w 1601274"/>
              <a:gd name="connsiteY290" fmla="*/ 208105 h 1635232"/>
              <a:gd name="connsiteX291" fmla="*/ 397924 w 1601274"/>
              <a:gd name="connsiteY291" fmla="*/ 180241 h 1635232"/>
              <a:gd name="connsiteX292" fmla="*/ 423175 w 1601274"/>
              <a:gd name="connsiteY292" fmla="*/ 168051 h 1635232"/>
              <a:gd name="connsiteX293" fmla="*/ 475419 w 1601274"/>
              <a:gd name="connsiteY293" fmla="*/ 153249 h 1635232"/>
              <a:gd name="connsiteX294" fmla="*/ 484127 w 1601274"/>
              <a:gd name="connsiteY294" fmla="*/ 145412 h 1635232"/>
              <a:gd name="connsiteX295" fmla="*/ 492834 w 1601274"/>
              <a:gd name="connsiteY295" fmla="*/ 135834 h 1635232"/>
              <a:gd name="connsiteX296" fmla="*/ 500670 w 1601274"/>
              <a:gd name="connsiteY296" fmla="*/ 124515 h 1635232"/>
              <a:gd name="connsiteX297" fmla="*/ 518085 w 1601274"/>
              <a:gd name="connsiteY297" fmla="*/ 87944 h 1635232"/>
              <a:gd name="connsiteX298" fmla="*/ 522439 w 1601274"/>
              <a:gd name="connsiteY298" fmla="*/ 67046 h 1635232"/>
              <a:gd name="connsiteX299" fmla="*/ 525051 w 1601274"/>
              <a:gd name="connsiteY299" fmla="*/ 60080 h 1635232"/>
              <a:gd name="connsiteX300" fmla="*/ 535500 w 1601274"/>
              <a:gd name="connsiteY300" fmla="*/ 46149 h 1635232"/>
              <a:gd name="connsiteX301" fmla="*/ 537241 w 1601274"/>
              <a:gd name="connsiteY301" fmla="*/ 40054 h 1635232"/>
              <a:gd name="connsiteX302" fmla="*/ 538112 w 1601274"/>
              <a:gd name="connsiteY302" fmla="*/ 32217 h 1635232"/>
              <a:gd name="connsiteX303" fmla="*/ 538112 w 1601274"/>
              <a:gd name="connsiteY303" fmla="*/ 17415 h 1635232"/>
              <a:gd name="connsiteX304" fmla="*/ 539853 w 1601274"/>
              <a:gd name="connsiteY304" fmla="*/ 10449 h 1635232"/>
              <a:gd name="connsiteX305" fmla="*/ 547690 w 1601274"/>
              <a:gd name="connsiteY305" fmla="*/ 871 h 1635232"/>
              <a:gd name="connsiteX306" fmla="*/ 559010 w 1601274"/>
              <a:gd name="connsiteY306" fmla="*/ 0 h 1635232"/>
              <a:gd name="connsiteX307" fmla="*/ 568587 w 1601274"/>
              <a:gd name="connsiteY307" fmla="*/ 7837 h 1635232"/>
              <a:gd name="connsiteX308" fmla="*/ 572070 w 1601274"/>
              <a:gd name="connsiteY308" fmla="*/ 21768 h 1635232"/>
              <a:gd name="connsiteX309" fmla="*/ 577295 w 1601274"/>
              <a:gd name="connsiteY309" fmla="*/ 31346 h 1635232"/>
              <a:gd name="connsiteX310" fmla="*/ 585131 w 1601274"/>
              <a:gd name="connsiteY310" fmla="*/ 36571 h 1635232"/>
              <a:gd name="connsiteX311" fmla="*/ 632151 w 1601274"/>
              <a:gd name="connsiteY311" fmla="*/ 53985 h 1635232"/>
              <a:gd name="connsiteX312" fmla="*/ 641729 w 1601274"/>
              <a:gd name="connsiteY312" fmla="*/ 59210 h 1635232"/>
              <a:gd name="connsiteX313" fmla="*/ 647824 w 1601274"/>
              <a:gd name="connsiteY313" fmla="*/ 67046 h 1635232"/>
              <a:gd name="connsiteX314" fmla="*/ 653048 w 1601274"/>
              <a:gd name="connsiteY314" fmla="*/ 74883 h 1635232"/>
              <a:gd name="connsiteX315" fmla="*/ 658273 w 1601274"/>
              <a:gd name="connsiteY315" fmla="*/ 81849 h 1635232"/>
              <a:gd name="connsiteX316" fmla="*/ 666109 w 1601274"/>
              <a:gd name="connsiteY316" fmla="*/ 86202 h 1635232"/>
              <a:gd name="connsiteX317" fmla="*/ 728802 w 1601274"/>
              <a:gd name="connsiteY317" fmla="*/ 104488 h 1635232"/>
              <a:gd name="connsiteX318" fmla="*/ 761890 w 1601274"/>
              <a:gd name="connsiteY318" fmla="*/ 106229 h 1635232"/>
              <a:gd name="connsiteX319" fmla="*/ 770597 w 1601274"/>
              <a:gd name="connsiteY319" fmla="*/ 109712 h 1635232"/>
              <a:gd name="connsiteX320" fmla="*/ 790624 w 1601274"/>
              <a:gd name="connsiteY320" fmla="*/ 127997 h 1635232"/>
              <a:gd name="connsiteX321" fmla="*/ 808038 w 1601274"/>
              <a:gd name="connsiteY321" fmla="*/ 148895 h 1635232"/>
              <a:gd name="connsiteX322" fmla="*/ 826324 w 1601274"/>
              <a:gd name="connsiteY322" fmla="*/ 166310 h 1635232"/>
              <a:gd name="connsiteX323" fmla="*/ 850704 w 1601274"/>
              <a:gd name="connsiteY323" fmla="*/ 174146 h 1635232"/>
              <a:gd name="connsiteX324" fmla="*/ 875085 w 1601274"/>
              <a:gd name="connsiteY324" fmla="*/ 171534 h 1635232"/>
              <a:gd name="connsiteX325" fmla="*/ 905560 w 1601274"/>
              <a:gd name="connsiteY325" fmla="*/ 176758 h 1635232"/>
              <a:gd name="connsiteX326" fmla="*/ 986538 w 1601274"/>
              <a:gd name="connsiteY326" fmla="*/ 176758 h 1635232"/>
              <a:gd name="connsiteX327" fmla="*/ 1003082 w 1601274"/>
              <a:gd name="connsiteY327" fmla="*/ 186336 h 1635232"/>
              <a:gd name="connsiteX328" fmla="*/ 1021368 w 1601274"/>
              <a:gd name="connsiteY328" fmla="*/ 191561 h 1635232"/>
              <a:gd name="connsiteX329" fmla="*/ 1138046 w 1601274"/>
              <a:gd name="connsiteY329" fmla="*/ 252512 h 1635232"/>
              <a:gd name="connsiteX330" fmla="*/ 1150236 w 1601274"/>
              <a:gd name="connsiteY330" fmla="*/ 262961 h 1635232"/>
              <a:gd name="connsiteX331" fmla="*/ 1161555 w 1601274"/>
              <a:gd name="connsiteY331" fmla="*/ 266444 h 1635232"/>
              <a:gd name="connsiteX332" fmla="*/ 1172875 w 1601274"/>
              <a:gd name="connsiteY332" fmla="*/ 266444 h 1635232"/>
              <a:gd name="connsiteX333" fmla="*/ 1184194 w 1601274"/>
              <a:gd name="connsiteY333" fmla="*/ 269056 h 1635232"/>
              <a:gd name="connsiteX334" fmla="*/ 1194643 w 1601274"/>
              <a:gd name="connsiteY334" fmla="*/ 278634 h 1635232"/>
              <a:gd name="connsiteX335" fmla="*/ 1204221 w 1601274"/>
              <a:gd name="connsiteY335" fmla="*/ 290824 h 1635232"/>
              <a:gd name="connsiteX336" fmla="*/ 1213799 w 1601274"/>
              <a:gd name="connsiteY336" fmla="*/ 296919 h 1635232"/>
              <a:gd name="connsiteX337" fmla="*/ 1223377 w 1601274"/>
              <a:gd name="connsiteY337" fmla="*/ 296919 h 1635232"/>
              <a:gd name="connsiteX338" fmla="*/ 1249499 w 1601274"/>
              <a:gd name="connsiteY338" fmla="*/ 287341 h 1635232"/>
              <a:gd name="connsiteX339" fmla="*/ 1260819 w 1601274"/>
              <a:gd name="connsiteY339" fmla="*/ 285600 h 1635232"/>
              <a:gd name="connsiteX340" fmla="*/ 1273009 w 1601274"/>
              <a:gd name="connsiteY340" fmla="*/ 288212 h 1635232"/>
              <a:gd name="connsiteX341" fmla="*/ 1293036 w 1601274"/>
              <a:gd name="connsiteY341" fmla="*/ 296919 h 1635232"/>
              <a:gd name="connsiteX342" fmla="*/ 1306967 w 1601274"/>
              <a:gd name="connsiteY342" fmla="*/ 296049 h 1635232"/>
              <a:gd name="connsiteX343" fmla="*/ 1314804 w 1601274"/>
              <a:gd name="connsiteY343" fmla="*/ 296919 h 1635232"/>
              <a:gd name="connsiteX344" fmla="*/ 1319158 w 1601274"/>
              <a:gd name="connsiteY344" fmla="*/ 299532 h 1635232"/>
              <a:gd name="connsiteX345" fmla="*/ 1333960 w 1601274"/>
              <a:gd name="connsiteY345" fmla="*/ 309980 h 1635232"/>
              <a:gd name="connsiteX346" fmla="*/ 1340926 w 1601274"/>
              <a:gd name="connsiteY346" fmla="*/ 312592 h 1635232"/>
              <a:gd name="connsiteX347" fmla="*/ 1362694 w 1601274"/>
              <a:gd name="connsiteY347" fmla="*/ 311722 h 1635232"/>
              <a:gd name="connsiteX348" fmla="*/ 1367919 w 1601274"/>
              <a:gd name="connsiteY348" fmla="*/ 313463 h 1635232"/>
              <a:gd name="connsiteX349" fmla="*/ 1377497 w 1601274"/>
              <a:gd name="connsiteY349" fmla="*/ 321300 h 1635232"/>
              <a:gd name="connsiteX350" fmla="*/ 1381850 w 1601274"/>
              <a:gd name="connsiteY350" fmla="*/ 323912 h 1635232"/>
              <a:gd name="connsiteX351" fmla="*/ 1402748 w 1601274"/>
              <a:gd name="connsiteY351" fmla="*/ 325653 h 1635232"/>
              <a:gd name="connsiteX352" fmla="*/ 1409714 w 1601274"/>
              <a:gd name="connsiteY352" fmla="*/ 330007 h 1635232"/>
              <a:gd name="connsiteX353" fmla="*/ 1414067 w 1601274"/>
              <a:gd name="connsiteY353" fmla="*/ 334361 h 1635232"/>
              <a:gd name="connsiteX354" fmla="*/ 1438448 w 1601274"/>
              <a:gd name="connsiteY354" fmla="*/ 351775 h 1635232"/>
              <a:gd name="connsiteX355" fmla="*/ 1441060 w 1601274"/>
              <a:gd name="connsiteY355" fmla="*/ 358741 h 1635232"/>
              <a:gd name="connsiteX356" fmla="*/ 1437577 w 1601274"/>
              <a:gd name="connsiteY356" fmla="*/ 368319 h 1635232"/>
              <a:gd name="connsiteX357" fmla="*/ 1425387 w 1601274"/>
              <a:gd name="connsiteY357" fmla="*/ 387475 h 1635232"/>
              <a:gd name="connsiteX358" fmla="*/ 1425387 w 1601274"/>
              <a:gd name="connsiteY358" fmla="*/ 391829 h 1635232"/>
              <a:gd name="connsiteX359" fmla="*/ 1428870 w 1601274"/>
              <a:gd name="connsiteY359" fmla="*/ 404019 h 1635232"/>
              <a:gd name="connsiteX360" fmla="*/ 1429741 w 1601274"/>
              <a:gd name="connsiteY360" fmla="*/ 411856 h 1635232"/>
              <a:gd name="connsiteX361" fmla="*/ 1429741 w 1601274"/>
              <a:gd name="connsiteY361" fmla="*/ 418822 h 1635232"/>
              <a:gd name="connsiteX362" fmla="*/ 1427128 w 1601274"/>
              <a:gd name="connsiteY362" fmla="*/ 433624 h 1635232"/>
              <a:gd name="connsiteX363" fmla="*/ 1428870 w 1601274"/>
              <a:gd name="connsiteY363" fmla="*/ 449297 h 1635232"/>
              <a:gd name="connsiteX364" fmla="*/ 1434094 w 1601274"/>
              <a:gd name="connsiteY364" fmla="*/ 466712 h 1635232"/>
              <a:gd name="connsiteX365" fmla="*/ 1441060 w 1601274"/>
              <a:gd name="connsiteY365" fmla="*/ 482385 h 1635232"/>
              <a:gd name="connsiteX366" fmla="*/ 1448026 w 1601274"/>
              <a:gd name="connsiteY366" fmla="*/ 494575 h 1635232"/>
              <a:gd name="connsiteX367" fmla="*/ 1451509 w 1601274"/>
              <a:gd name="connsiteY367" fmla="*/ 500670 h 1635232"/>
              <a:gd name="connsiteX368" fmla="*/ 1451509 w 1601274"/>
              <a:gd name="connsiteY368" fmla="*/ 506765 h 1635232"/>
              <a:gd name="connsiteX369" fmla="*/ 1449767 w 1601274"/>
              <a:gd name="connsiteY369" fmla="*/ 512861 h 1635232"/>
              <a:gd name="connsiteX370" fmla="*/ 1447155 w 1601274"/>
              <a:gd name="connsiteY370" fmla="*/ 518085 h 1635232"/>
              <a:gd name="connsiteX371" fmla="*/ 1454121 w 1601274"/>
              <a:gd name="connsiteY371" fmla="*/ 529405 h 1635232"/>
              <a:gd name="connsiteX372" fmla="*/ 1451509 w 1601274"/>
              <a:gd name="connsiteY372" fmla="*/ 540724 h 1635232"/>
              <a:gd name="connsiteX373" fmla="*/ 1446284 w 1601274"/>
              <a:gd name="connsiteY373" fmla="*/ 552914 h 1635232"/>
              <a:gd name="connsiteX374" fmla="*/ 1443672 w 1601274"/>
              <a:gd name="connsiteY374" fmla="*/ 564234 h 1635232"/>
              <a:gd name="connsiteX375" fmla="*/ 1448026 w 1601274"/>
              <a:gd name="connsiteY375" fmla="*/ 577295 h 1635232"/>
              <a:gd name="connsiteX376" fmla="*/ 1455863 w 1601274"/>
              <a:gd name="connsiteY376" fmla="*/ 586002 h 1635232"/>
              <a:gd name="connsiteX377" fmla="*/ 1472406 w 1601274"/>
              <a:gd name="connsiteY377" fmla="*/ 599063 h 1635232"/>
              <a:gd name="connsiteX378" fmla="*/ 1478501 w 1601274"/>
              <a:gd name="connsiteY378" fmla="*/ 612124 h 1635232"/>
              <a:gd name="connsiteX379" fmla="*/ 1475889 w 1601274"/>
              <a:gd name="connsiteY379" fmla="*/ 621702 h 1635232"/>
              <a:gd name="connsiteX380" fmla="*/ 1468924 w 1601274"/>
              <a:gd name="connsiteY380" fmla="*/ 630409 h 1635232"/>
              <a:gd name="connsiteX381" fmla="*/ 1463699 w 1601274"/>
              <a:gd name="connsiteY381" fmla="*/ 640858 h 1635232"/>
              <a:gd name="connsiteX382" fmla="*/ 1462828 w 1601274"/>
              <a:gd name="connsiteY382" fmla="*/ 653919 h 1635232"/>
              <a:gd name="connsiteX383" fmla="*/ 1465440 w 1601274"/>
              <a:gd name="connsiteY383" fmla="*/ 666109 h 1635232"/>
              <a:gd name="connsiteX384" fmla="*/ 1470665 w 1601274"/>
              <a:gd name="connsiteY384" fmla="*/ 677429 h 1635232"/>
              <a:gd name="connsiteX385" fmla="*/ 1477631 w 1601274"/>
              <a:gd name="connsiteY385" fmla="*/ 685265 h 1635232"/>
              <a:gd name="connsiteX386" fmla="*/ 1489821 w 1601274"/>
              <a:gd name="connsiteY386" fmla="*/ 690490 h 1635232"/>
              <a:gd name="connsiteX387" fmla="*/ 1516814 w 1601274"/>
              <a:gd name="connsiteY387" fmla="*/ 693973 h 1635232"/>
              <a:gd name="connsiteX388" fmla="*/ 1528133 w 1601274"/>
              <a:gd name="connsiteY388" fmla="*/ 703551 h 1635232"/>
              <a:gd name="connsiteX389" fmla="*/ 1547289 w 1601274"/>
              <a:gd name="connsiteY389" fmla="*/ 740992 h 1635232"/>
              <a:gd name="connsiteX390" fmla="*/ 1556867 w 1601274"/>
              <a:gd name="connsiteY390" fmla="*/ 747958 h 1635232"/>
            </a:gdLst>
            <a:ahLst/>
            <a:cxnLst/>
            <a:rect l="l" t="t" r="r" b="b"/>
            <a:pathLst>
              <a:path w="1601274" h="1635232">
                <a:moveTo>
                  <a:pt x="1556867" y="747958"/>
                </a:moveTo>
                <a:lnTo>
                  <a:pt x="1541194" y="757536"/>
                </a:lnTo>
                <a:lnTo>
                  <a:pt x="1524650" y="767114"/>
                </a:lnTo>
                <a:lnTo>
                  <a:pt x="1512460" y="777563"/>
                </a:lnTo>
                <a:lnTo>
                  <a:pt x="1502011" y="789753"/>
                </a:lnTo>
                <a:lnTo>
                  <a:pt x="1499399" y="793236"/>
                </a:lnTo>
                <a:lnTo>
                  <a:pt x="1495045" y="807168"/>
                </a:lnTo>
                <a:lnTo>
                  <a:pt x="1491562" y="825453"/>
                </a:lnTo>
                <a:lnTo>
                  <a:pt x="1486338" y="838514"/>
                </a:lnTo>
                <a:lnTo>
                  <a:pt x="1474148" y="852446"/>
                </a:lnTo>
                <a:lnTo>
                  <a:pt x="1468924" y="857670"/>
                </a:lnTo>
                <a:lnTo>
                  <a:pt x="1456733" y="869860"/>
                </a:lnTo>
                <a:lnTo>
                  <a:pt x="1448897" y="880309"/>
                </a:lnTo>
                <a:lnTo>
                  <a:pt x="1448026" y="886404"/>
                </a:lnTo>
                <a:lnTo>
                  <a:pt x="1435836" y="902948"/>
                </a:lnTo>
                <a:lnTo>
                  <a:pt x="1424516" y="914268"/>
                </a:lnTo>
                <a:lnTo>
                  <a:pt x="1419292" y="924716"/>
                </a:lnTo>
                <a:lnTo>
                  <a:pt x="1417550" y="932553"/>
                </a:lnTo>
                <a:lnTo>
                  <a:pt x="1416680" y="939519"/>
                </a:lnTo>
                <a:lnTo>
                  <a:pt x="1418421" y="945614"/>
                </a:lnTo>
                <a:lnTo>
                  <a:pt x="1421904" y="952580"/>
                </a:lnTo>
                <a:lnTo>
                  <a:pt x="1426257" y="956063"/>
                </a:lnTo>
                <a:lnTo>
                  <a:pt x="1441060" y="965641"/>
                </a:lnTo>
                <a:lnTo>
                  <a:pt x="1463699" y="975219"/>
                </a:lnTo>
                <a:lnTo>
                  <a:pt x="1485467" y="982185"/>
                </a:lnTo>
                <a:lnTo>
                  <a:pt x="1520297" y="998729"/>
                </a:lnTo>
                <a:lnTo>
                  <a:pt x="1540323" y="1004824"/>
                </a:lnTo>
                <a:lnTo>
                  <a:pt x="1562092" y="1015272"/>
                </a:lnTo>
                <a:lnTo>
                  <a:pt x="1583860" y="1027463"/>
                </a:lnTo>
                <a:lnTo>
                  <a:pt x="1591696" y="1034429"/>
                </a:lnTo>
                <a:lnTo>
                  <a:pt x="1601275" y="1045748"/>
                </a:lnTo>
                <a:lnTo>
                  <a:pt x="1578635" y="1063163"/>
                </a:lnTo>
                <a:lnTo>
                  <a:pt x="1569928" y="1068387"/>
                </a:lnTo>
                <a:lnTo>
                  <a:pt x="1560350" y="1069258"/>
                </a:lnTo>
                <a:lnTo>
                  <a:pt x="1545548" y="1066646"/>
                </a:lnTo>
                <a:lnTo>
                  <a:pt x="1540323" y="1065775"/>
                </a:lnTo>
                <a:lnTo>
                  <a:pt x="1535099" y="1067516"/>
                </a:lnTo>
                <a:lnTo>
                  <a:pt x="1529875" y="1070129"/>
                </a:lnTo>
                <a:lnTo>
                  <a:pt x="1524650" y="1077965"/>
                </a:lnTo>
                <a:lnTo>
                  <a:pt x="1515943" y="1102346"/>
                </a:lnTo>
                <a:lnTo>
                  <a:pt x="1508106" y="1117148"/>
                </a:lnTo>
                <a:lnTo>
                  <a:pt x="1504623" y="1122372"/>
                </a:lnTo>
                <a:lnTo>
                  <a:pt x="1494175" y="1134563"/>
                </a:lnTo>
                <a:lnTo>
                  <a:pt x="1481985" y="1145011"/>
                </a:lnTo>
                <a:lnTo>
                  <a:pt x="1477631" y="1148494"/>
                </a:lnTo>
                <a:lnTo>
                  <a:pt x="1464570" y="1153719"/>
                </a:lnTo>
                <a:lnTo>
                  <a:pt x="1443672" y="1161555"/>
                </a:lnTo>
                <a:lnTo>
                  <a:pt x="1432353" y="1162426"/>
                </a:lnTo>
                <a:lnTo>
                  <a:pt x="1418421" y="1166780"/>
                </a:lnTo>
                <a:lnTo>
                  <a:pt x="1399265" y="1172004"/>
                </a:lnTo>
                <a:lnTo>
                  <a:pt x="1383592" y="1178099"/>
                </a:lnTo>
                <a:lnTo>
                  <a:pt x="1377497" y="1182453"/>
                </a:lnTo>
                <a:lnTo>
                  <a:pt x="1372272" y="1187677"/>
                </a:lnTo>
                <a:lnTo>
                  <a:pt x="1361823" y="1199867"/>
                </a:lnTo>
                <a:lnTo>
                  <a:pt x="1348762" y="1209445"/>
                </a:lnTo>
                <a:lnTo>
                  <a:pt x="1347021" y="1215541"/>
                </a:lnTo>
                <a:lnTo>
                  <a:pt x="1343538" y="1221636"/>
                </a:lnTo>
                <a:lnTo>
                  <a:pt x="1336572" y="1229472"/>
                </a:lnTo>
                <a:lnTo>
                  <a:pt x="1330477" y="1232955"/>
                </a:lnTo>
                <a:lnTo>
                  <a:pt x="1326123" y="1234697"/>
                </a:lnTo>
                <a:lnTo>
                  <a:pt x="1314804" y="1236438"/>
                </a:lnTo>
                <a:lnTo>
                  <a:pt x="1306097" y="1246887"/>
                </a:lnTo>
                <a:lnTo>
                  <a:pt x="1301743" y="1252982"/>
                </a:lnTo>
                <a:lnTo>
                  <a:pt x="1292165" y="1279104"/>
                </a:lnTo>
                <a:lnTo>
                  <a:pt x="1290424" y="1286070"/>
                </a:lnTo>
                <a:lnTo>
                  <a:pt x="1289553" y="1293036"/>
                </a:lnTo>
                <a:lnTo>
                  <a:pt x="1290424" y="1303484"/>
                </a:lnTo>
                <a:lnTo>
                  <a:pt x="1295648" y="1333089"/>
                </a:lnTo>
                <a:lnTo>
                  <a:pt x="1240792" y="1344409"/>
                </a:lnTo>
                <a:lnTo>
                  <a:pt x="1211187" y="1342667"/>
                </a:lnTo>
                <a:lnTo>
                  <a:pt x="1201609" y="1337443"/>
                </a:lnTo>
                <a:lnTo>
                  <a:pt x="1138916" y="1291294"/>
                </a:lnTo>
                <a:lnTo>
                  <a:pt x="1048360" y="1242533"/>
                </a:lnTo>
                <a:lnTo>
                  <a:pt x="1041394" y="1244275"/>
                </a:lnTo>
                <a:lnTo>
                  <a:pt x="1038782" y="1247758"/>
                </a:lnTo>
                <a:lnTo>
                  <a:pt x="1034428" y="1255594"/>
                </a:lnTo>
                <a:lnTo>
                  <a:pt x="1032687" y="1266914"/>
                </a:lnTo>
                <a:lnTo>
                  <a:pt x="1029204" y="1273009"/>
                </a:lnTo>
                <a:lnTo>
                  <a:pt x="1024851" y="1278233"/>
                </a:lnTo>
                <a:lnTo>
                  <a:pt x="1014402" y="1286070"/>
                </a:lnTo>
                <a:lnTo>
                  <a:pt x="1010048" y="1291294"/>
                </a:lnTo>
                <a:lnTo>
                  <a:pt x="1010048" y="1297389"/>
                </a:lnTo>
                <a:lnTo>
                  <a:pt x="1008307" y="1300872"/>
                </a:lnTo>
                <a:lnTo>
                  <a:pt x="976960" y="1307838"/>
                </a:lnTo>
                <a:lnTo>
                  <a:pt x="970865" y="1307838"/>
                </a:lnTo>
                <a:lnTo>
                  <a:pt x="965641" y="1301743"/>
                </a:lnTo>
                <a:lnTo>
                  <a:pt x="962158" y="1306097"/>
                </a:lnTo>
                <a:lnTo>
                  <a:pt x="959546" y="1319158"/>
                </a:lnTo>
                <a:lnTo>
                  <a:pt x="960416" y="1322640"/>
                </a:lnTo>
                <a:lnTo>
                  <a:pt x="965641" y="1327865"/>
                </a:lnTo>
                <a:lnTo>
                  <a:pt x="997858" y="1346150"/>
                </a:lnTo>
                <a:lnTo>
                  <a:pt x="1003082" y="1353987"/>
                </a:lnTo>
                <a:lnTo>
                  <a:pt x="1003082" y="1357470"/>
                </a:lnTo>
                <a:lnTo>
                  <a:pt x="999599" y="1364436"/>
                </a:lnTo>
                <a:lnTo>
                  <a:pt x="990892" y="1370531"/>
                </a:lnTo>
                <a:lnTo>
                  <a:pt x="981314" y="1374014"/>
                </a:lnTo>
                <a:lnTo>
                  <a:pt x="969994" y="1381850"/>
                </a:lnTo>
                <a:lnTo>
                  <a:pt x="960416" y="1386204"/>
                </a:lnTo>
                <a:lnTo>
                  <a:pt x="960416" y="1388816"/>
                </a:lnTo>
                <a:lnTo>
                  <a:pt x="961287" y="1394911"/>
                </a:lnTo>
                <a:lnTo>
                  <a:pt x="956063" y="1401877"/>
                </a:lnTo>
                <a:lnTo>
                  <a:pt x="950838" y="1407102"/>
                </a:lnTo>
                <a:lnTo>
                  <a:pt x="945614" y="1416679"/>
                </a:lnTo>
                <a:lnTo>
                  <a:pt x="949968" y="1421033"/>
                </a:lnTo>
                <a:lnTo>
                  <a:pt x="951709" y="1423645"/>
                </a:lnTo>
                <a:lnTo>
                  <a:pt x="944743" y="1430611"/>
                </a:lnTo>
                <a:lnTo>
                  <a:pt x="943872" y="1434094"/>
                </a:lnTo>
                <a:lnTo>
                  <a:pt x="944743" y="1441931"/>
                </a:lnTo>
                <a:lnTo>
                  <a:pt x="939519" y="1453250"/>
                </a:lnTo>
                <a:lnTo>
                  <a:pt x="937778" y="1462828"/>
                </a:lnTo>
                <a:lnTo>
                  <a:pt x="941260" y="1472406"/>
                </a:lnTo>
                <a:lnTo>
                  <a:pt x="943002" y="1482855"/>
                </a:lnTo>
                <a:lnTo>
                  <a:pt x="946485" y="1493304"/>
                </a:lnTo>
                <a:lnTo>
                  <a:pt x="951709" y="1498528"/>
                </a:lnTo>
                <a:lnTo>
                  <a:pt x="960416" y="1500270"/>
                </a:lnTo>
                <a:lnTo>
                  <a:pt x="966512" y="1505494"/>
                </a:lnTo>
                <a:lnTo>
                  <a:pt x="971736" y="1514201"/>
                </a:lnTo>
                <a:lnTo>
                  <a:pt x="960416" y="1522909"/>
                </a:lnTo>
                <a:lnTo>
                  <a:pt x="936907" y="1530745"/>
                </a:lnTo>
                <a:lnTo>
                  <a:pt x="911656" y="1535970"/>
                </a:lnTo>
                <a:lnTo>
                  <a:pt x="903819" y="1540323"/>
                </a:lnTo>
                <a:lnTo>
                  <a:pt x="901207" y="1548160"/>
                </a:lnTo>
                <a:lnTo>
                  <a:pt x="902948" y="1556867"/>
                </a:lnTo>
                <a:lnTo>
                  <a:pt x="903819" y="1563833"/>
                </a:lnTo>
                <a:lnTo>
                  <a:pt x="899465" y="1573411"/>
                </a:lnTo>
                <a:lnTo>
                  <a:pt x="891629" y="1577765"/>
                </a:lnTo>
                <a:lnTo>
                  <a:pt x="882051" y="1579506"/>
                </a:lnTo>
                <a:lnTo>
                  <a:pt x="874214" y="1577765"/>
                </a:lnTo>
                <a:lnTo>
                  <a:pt x="866377" y="1575152"/>
                </a:lnTo>
                <a:lnTo>
                  <a:pt x="825453" y="1550772"/>
                </a:lnTo>
                <a:lnTo>
                  <a:pt x="815875" y="1546418"/>
                </a:lnTo>
                <a:lnTo>
                  <a:pt x="790624" y="1544677"/>
                </a:lnTo>
                <a:lnTo>
                  <a:pt x="784529" y="1547289"/>
                </a:lnTo>
                <a:lnTo>
                  <a:pt x="778434" y="1551643"/>
                </a:lnTo>
                <a:lnTo>
                  <a:pt x="775821" y="1557738"/>
                </a:lnTo>
                <a:lnTo>
                  <a:pt x="773209" y="1565575"/>
                </a:lnTo>
                <a:lnTo>
                  <a:pt x="769726" y="1599533"/>
                </a:lnTo>
                <a:lnTo>
                  <a:pt x="767114" y="1608240"/>
                </a:lnTo>
                <a:lnTo>
                  <a:pt x="762761" y="1612594"/>
                </a:lnTo>
                <a:lnTo>
                  <a:pt x="757536" y="1614335"/>
                </a:lnTo>
                <a:lnTo>
                  <a:pt x="697456" y="1619560"/>
                </a:lnTo>
                <a:lnTo>
                  <a:pt x="690490" y="1618689"/>
                </a:lnTo>
                <a:lnTo>
                  <a:pt x="679170" y="1612594"/>
                </a:lnTo>
                <a:lnTo>
                  <a:pt x="673946" y="1609982"/>
                </a:lnTo>
                <a:lnTo>
                  <a:pt x="670463" y="1611723"/>
                </a:lnTo>
                <a:lnTo>
                  <a:pt x="666980" y="1615206"/>
                </a:lnTo>
                <a:lnTo>
                  <a:pt x="658273" y="1627396"/>
                </a:lnTo>
                <a:lnTo>
                  <a:pt x="650436" y="1633492"/>
                </a:lnTo>
                <a:lnTo>
                  <a:pt x="642599" y="1635233"/>
                </a:lnTo>
                <a:lnTo>
                  <a:pt x="636505" y="1634362"/>
                </a:lnTo>
                <a:lnTo>
                  <a:pt x="627797" y="1629138"/>
                </a:lnTo>
                <a:lnTo>
                  <a:pt x="605158" y="1603887"/>
                </a:lnTo>
                <a:lnTo>
                  <a:pt x="602546" y="1576894"/>
                </a:lnTo>
                <a:lnTo>
                  <a:pt x="586873" y="1518555"/>
                </a:lnTo>
                <a:lnTo>
                  <a:pt x="584261" y="1503753"/>
                </a:lnTo>
                <a:lnTo>
                  <a:pt x="583390" y="1491562"/>
                </a:lnTo>
                <a:lnTo>
                  <a:pt x="583390" y="1482855"/>
                </a:lnTo>
                <a:lnTo>
                  <a:pt x="586873" y="1470665"/>
                </a:lnTo>
                <a:lnTo>
                  <a:pt x="606029" y="1438448"/>
                </a:lnTo>
                <a:lnTo>
                  <a:pt x="611253" y="1427999"/>
                </a:lnTo>
                <a:lnTo>
                  <a:pt x="615607" y="1416679"/>
                </a:lnTo>
                <a:lnTo>
                  <a:pt x="619961" y="1397523"/>
                </a:lnTo>
                <a:lnTo>
                  <a:pt x="620831" y="1392299"/>
                </a:lnTo>
                <a:lnTo>
                  <a:pt x="617348" y="1384462"/>
                </a:lnTo>
                <a:lnTo>
                  <a:pt x="611253" y="1363565"/>
                </a:lnTo>
                <a:lnTo>
                  <a:pt x="606900" y="1338314"/>
                </a:lnTo>
                <a:lnTo>
                  <a:pt x="602546" y="1288682"/>
                </a:lnTo>
                <a:lnTo>
                  <a:pt x="599934" y="1279104"/>
                </a:lnTo>
                <a:lnTo>
                  <a:pt x="598192" y="1273009"/>
                </a:lnTo>
                <a:lnTo>
                  <a:pt x="592968" y="1268655"/>
                </a:lnTo>
                <a:lnTo>
                  <a:pt x="509378" y="1277362"/>
                </a:lnTo>
                <a:lnTo>
                  <a:pt x="496317" y="1305226"/>
                </a:lnTo>
                <a:lnTo>
                  <a:pt x="481514" y="1326123"/>
                </a:lnTo>
                <a:lnTo>
                  <a:pt x="466712" y="1336572"/>
                </a:lnTo>
                <a:lnTo>
                  <a:pt x="459746" y="1338314"/>
                </a:lnTo>
                <a:lnTo>
                  <a:pt x="449297" y="1339184"/>
                </a:lnTo>
                <a:lnTo>
                  <a:pt x="443202" y="1338314"/>
                </a:lnTo>
                <a:lnTo>
                  <a:pt x="437107" y="1334831"/>
                </a:lnTo>
                <a:lnTo>
                  <a:pt x="425787" y="1325253"/>
                </a:lnTo>
                <a:lnTo>
                  <a:pt x="415339" y="1319158"/>
                </a:lnTo>
                <a:lnTo>
                  <a:pt x="396183" y="1313063"/>
                </a:lnTo>
                <a:lnTo>
                  <a:pt x="358741" y="1307838"/>
                </a:lnTo>
                <a:lnTo>
                  <a:pt x="332619" y="1309580"/>
                </a:lnTo>
                <a:lnTo>
                  <a:pt x="324783" y="1312192"/>
                </a:lnTo>
                <a:lnTo>
                  <a:pt x="316075" y="1315675"/>
                </a:lnTo>
                <a:lnTo>
                  <a:pt x="298661" y="1320899"/>
                </a:lnTo>
                <a:lnTo>
                  <a:pt x="286470" y="1320028"/>
                </a:lnTo>
                <a:lnTo>
                  <a:pt x="280376" y="1317416"/>
                </a:lnTo>
                <a:lnTo>
                  <a:pt x="197656" y="1256465"/>
                </a:lnTo>
                <a:lnTo>
                  <a:pt x="181983" y="1249499"/>
                </a:lnTo>
                <a:lnTo>
                  <a:pt x="154120" y="1248628"/>
                </a:lnTo>
                <a:lnTo>
                  <a:pt x="103617" y="1245145"/>
                </a:lnTo>
                <a:lnTo>
                  <a:pt x="80978" y="1239050"/>
                </a:lnTo>
                <a:lnTo>
                  <a:pt x="67917" y="1230343"/>
                </a:lnTo>
                <a:lnTo>
                  <a:pt x="11319" y="1177228"/>
                </a:lnTo>
                <a:lnTo>
                  <a:pt x="4354" y="1167650"/>
                </a:lnTo>
                <a:lnTo>
                  <a:pt x="0" y="1151977"/>
                </a:lnTo>
                <a:lnTo>
                  <a:pt x="0" y="1135433"/>
                </a:lnTo>
                <a:lnTo>
                  <a:pt x="2612" y="1122372"/>
                </a:lnTo>
                <a:lnTo>
                  <a:pt x="7837" y="1106699"/>
                </a:lnTo>
                <a:lnTo>
                  <a:pt x="12190" y="1100604"/>
                </a:lnTo>
                <a:lnTo>
                  <a:pt x="25251" y="1084060"/>
                </a:lnTo>
                <a:lnTo>
                  <a:pt x="46149" y="1064033"/>
                </a:lnTo>
                <a:lnTo>
                  <a:pt x="70529" y="1047490"/>
                </a:lnTo>
                <a:lnTo>
                  <a:pt x="76624" y="1041394"/>
                </a:lnTo>
                <a:lnTo>
                  <a:pt x="79237" y="1036170"/>
                </a:lnTo>
                <a:lnTo>
                  <a:pt x="77495" y="1031816"/>
                </a:lnTo>
                <a:lnTo>
                  <a:pt x="67046" y="1017014"/>
                </a:lnTo>
                <a:lnTo>
                  <a:pt x="65305" y="1012660"/>
                </a:lnTo>
                <a:lnTo>
                  <a:pt x="62693" y="1003953"/>
                </a:lnTo>
                <a:lnTo>
                  <a:pt x="61822" y="997858"/>
                </a:lnTo>
                <a:lnTo>
                  <a:pt x="70529" y="1003082"/>
                </a:lnTo>
                <a:lnTo>
                  <a:pt x="73141" y="1010919"/>
                </a:lnTo>
                <a:lnTo>
                  <a:pt x="80107" y="1021368"/>
                </a:lnTo>
                <a:lnTo>
                  <a:pt x="94039" y="1028333"/>
                </a:lnTo>
                <a:lnTo>
                  <a:pt x="109712" y="1030946"/>
                </a:lnTo>
                <a:lnTo>
                  <a:pt x="120161" y="1031816"/>
                </a:lnTo>
                <a:lnTo>
                  <a:pt x="131480" y="1028333"/>
                </a:lnTo>
                <a:lnTo>
                  <a:pt x="143671" y="1021368"/>
                </a:lnTo>
                <a:lnTo>
                  <a:pt x="166310" y="1004824"/>
                </a:lnTo>
                <a:lnTo>
                  <a:pt x="185466" y="990892"/>
                </a:lnTo>
                <a:lnTo>
                  <a:pt x="193302" y="980443"/>
                </a:lnTo>
                <a:lnTo>
                  <a:pt x="195044" y="967382"/>
                </a:lnTo>
                <a:lnTo>
                  <a:pt x="190690" y="954321"/>
                </a:lnTo>
                <a:lnTo>
                  <a:pt x="191561" y="951709"/>
                </a:lnTo>
                <a:lnTo>
                  <a:pt x="211588" y="945614"/>
                </a:lnTo>
                <a:lnTo>
                  <a:pt x="236839" y="934294"/>
                </a:lnTo>
                <a:lnTo>
                  <a:pt x="242934" y="932553"/>
                </a:lnTo>
                <a:lnTo>
                  <a:pt x="248158" y="935165"/>
                </a:lnTo>
                <a:lnTo>
                  <a:pt x="257736" y="945614"/>
                </a:lnTo>
                <a:lnTo>
                  <a:pt x="262961" y="948226"/>
                </a:lnTo>
                <a:lnTo>
                  <a:pt x="267315" y="945614"/>
                </a:lnTo>
                <a:lnTo>
                  <a:pt x="274280" y="936036"/>
                </a:lnTo>
                <a:lnTo>
                  <a:pt x="282988" y="927329"/>
                </a:lnTo>
                <a:lnTo>
                  <a:pt x="321300" y="906431"/>
                </a:lnTo>
                <a:lnTo>
                  <a:pt x="336973" y="889887"/>
                </a:lnTo>
                <a:lnTo>
                  <a:pt x="379639" y="796719"/>
                </a:lnTo>
                <a:lnTo>
                  <a:pt x="381380" y="789753"/>
                </a:lnTo>
                <a:lnTo>
                  <a:pt x="382251" y="781917"/>
                </a:lnTo>
                <a:lnTo>
                  <a:pt x="381380" y="774951"/>
                </a:lnTo>
                <a:lnTo>
                  <a:pt x="379639" y="761019"/>
                </a:lnTo>
                <a:lnTo>
                  <a:pt x="380510" y="747087"/>
                </a:lnTo>
                <a:lnTo>
                  <a:pt x="389217" y="721836"/>
                </a:lnTo>
                <a:lnTo>
                  <a:pt x="390087" y="707904"/>
                </a:lnTo>
                <a:lnTo>
                  <a:pt x="387475" y="697456"/>
                </a:lnTo>
                <a:lnTo>
                  <a:pt x="383122" y="688748"/>
                </a:lnTo>
                <a:lnTo>
                  <a:pt x="376156" y="683524"/>
                </a:lnTo>
                <a:lnTo>
                  <a:pt x="369190" y="680912"/>
                </a:lnTo>
                <a:lnTo>
                  <a:pt x="352646" y="677429"/>
                </a:lnTo>
                <a:lnTo>
                  <a:pt x="345680" y="674817"/>
                </a:lnTo>
                <a:lnTo>
                  <a:pt x="324783" y="658273"/>
                </a:lnTo>
                <a:lnTo>
                  <a:pt x="318688" y="653048"/>
                </a:lnTo>
                <a:lnTo>
                  <a:pt x="315205" y="644341"/>
                </a:lnTo>
                <a:lnTo>
                  <a:pt x="293437" y="587743"/>
                </a:lnTo>
                <a:lnTo>
                  <a:pt x="294307" y="579036"/>
                </a:lnTo>
                <a:lnTo>
                  <a:pt x="305627" y="561622"/>
                </a:lnTo>
                <a:lnTo>
                  <a:pt x="304756" y="557268"/>
                </a:lnTo>
                <a:lnTo>
                  <a:pt x="296049" y="550302"/>
                </a:lnTo>
                <a:lnTo>
                  <a:pt x="291695" y="545078"/>
                </a:lnTo>
                <a:lnTo>
                  <a:pt x="286470" y="535500"/>
                </a:lnTo>
                <a:lnTo>
                  <a:pt x="274280" y="526792"/>
                </a:lnTo>
                <a:lnTo>
                  <a:pt x="263831" y="517214"/>
                </a:lnTo>
                <a:lnTo>
                  <a:pt x="256866" y="504153"/>
                </a:lnTo>
                <a:lnTo>
                  <a:pt x="255995" y="491092"/>
                </a:lnTo>
                <a:lnTo>
                  <a:pt x="273410" y="453651"/>
                </a:lnTo>
                <a:lnTo>
                  <a:pt x="277763" y="439719"/>
                </a:lnTo>
                <a:lnTo>
                  <a:pt x="280376" y="424917"/>
                </a:lnTo>
                <a:lnTo>
                  <a:pt x="281246" y="418822"/>
                </a:lnTo>
                <a:lnTo>
                  <a:pt x="289083" y="398795"/>
                </a:lnTo>
                <a:lnTo>
                  <a:pt x="289953" y="391829"/>
                </a:lnTo>
                <a:lnTo>
                  <a:pt x="289083" y="383122"/>
                </a:lnTo>
                <a:lnTo>
                  <a:pt x="285600" y="368319"/>
                </a:lnTo>
                <a:lnTo>
                  <a:pt x="285600" y="361353"/>
                </a:lnTo>
                <a:lnTo>
                  <a:pt x="287341" y="354388"/>
                </a:lnTo>
                <a:lnTo>
                  <a:pt x="290824" y="348292"/>
                </a:lnTo>
                <a:lnTo>
                  <a:pt x="298661" y="337844"/>
                </a:lnTo>
                <a:lnTo>
                  <a:pt x="302144" y="332619"/>
                </a:lnTo>
                <a:lnTo>
                  <a:pt x="314334" y="303885"/>
                </a:lnTo>
                <a:lnTo>
                  <a:pt x="319558" y="294307"/>
                </a:lnTo>
                <a:lnTo>
                  <a:pt x="322171" y="289953"/>
                </a:lnTo>
                <a:lnTo>
                  <a:pt x="326524" y="289083"/>
                </a:lnTo>
                <a:lnTo>
                  <a:pt x="338714" y="282117"/>
                </a:lnTo>
                <a:lnTo>
                  <a:pt x="345680" y="281246"/>
                </a:lnTo>
                <a:lnTo>
                  <a:pt x="368319" y="286471"/>
                </a:lnTo>
                <a:lnTo>
                  <a:pt x="370932" y="278634"/>
                </a:lnTo>
                <a:lnTo>
                  <a:pt x="371802" y="268185"/>
                </a:lnTo>
                <a:lnTo>
                  <a:pt x="369190" y="249029"/>
                </a:lnTo>
                <a:lnTo>
                  <a:pt x="370061" y="239451"/>
                </a:lnTo>
                <a:lnTo>
                  <a:pt x="372673" y="231614"/>
                </a:lnTo>
                <a:lnTo>
                  <a:pt x="379639" y="216812"/>
                </a:lnTo>
                <a:lnTo>
                  <a:pt x="382251" y="208105"/>
                </a:lnTo>
                <a:lnTo>
                  <a:pt x="397924" y="180241"/>
                </a:lnTo>
                <a:lnTo>
                  <a:pt x="423175" y="168051"/>
                </a:lnTo>
                <a:lnTo>
                  <a:pt x="475419" y="153249"/>
                </a:lnTo>
                <a:lnTo>
                  <a:pt x="484127" y="145412"/>
                </a:lnTo>
                <a:lnTo>
                  <a:pt x="492834" y="135834"/>
                </a:lnTo>
                <a:lnTo>
                  <a:pt x="500670" y="124515"/>
                </a:lnTo>
                <a:lnTo>
                  <a:pt x="518085" y="87944"/>
                </a:lnTo>
                <a:lnTo>
                  <a:pt x="522439" y="67046"/>
                </a:lnTo>
                <a:lnTo>
                  <a:pt x="525051" y="60080"/>
                </a:lnTo>
                <a:lnTo>
                  <a:pt x="535500" y="46149"/>
                </a:lnTo>
                <a:lnTo>
                  <a:pt x="537241" y="40054"/>
                </a:lnTo>
                <a:lnTo>
                  <a:pt x="538112" y="32217"/>
                </a:lnTo>
                <a:lnTo>
                  <a:pt x="538112" y="17415"/>
                </a:lnTo>
                <a:lnTo>
                  <a:pt x="539853" y="10449"/>
                </a:lnTo>
                <a:lnTo>
                  <a:pt x="547690" y="871"/>
                </a:lnTo>
                <a:lnTo>
                  <a:pt x="559010" y="0"/>
                </a:lnTo>
                <a:lnTo>
                  <a:pt x="568587" y="7837"/>
                </a:lnTo>
                <a:lnTo>
                  <a:pt x="572070" y="21768"/>
                </a:lnTo>
                <a:lnTo>
                  <a:pt x="577295" y="31346"/>
                </a:lnTo>
                <a:lnTo>
                  <a:pt x="585131" y="36571"/>
                </a:lnTo>
                <a:lnTo>
                  <a:pt x="632151" y="53985"/>
                </a:lnTo>
                <a:lnTo>
                  <a:pt x="641729" y="59210"/>
                </a:lnTo>
                <a:lnTo>
                  <a:pt x="647824" y="67046"/>
                </a:lnTo>
                <a:lnTo>
                  <a:pt x="653048" y="74883"/>
                </a:lnTo>
                <a:lnTo>
                  <a:pt x="658273" y="81849"/>
                </a:lnTo>
                <a:lnTo>
                  <a:pt x="666109" y="86202"/>
                </a:lnTo>
                <a:lnTo>
                  <a:pt x="728802" y="104488"/>
                </a:lnTo>
                <a:lnTo>
                  <a:pt x="761890" y="106229"/>
                </a:lnTo>
                <a:lnTo>
                  <a:pt x="770597" y="109712"/>
                </a:lnTo>
                <a:lnTo>
                  <a:pt x="790624" y="127997"/>
                </a:lnTo>
                <a:lnTo>
                  <a:pt x="808038" y="148895"/>
                </a:lnTo>
                <a:lnTo>
                  <a:pt x="826324" y="166310"/>
                </a:lnTo>
                <a:lnTo>
                  <a:pt x="850704" y="174146"/>
                </a:lnTo>
                <a:lnTo>
                  <a:pt x="875085" y="171534"/>
                </a:lnTo>
                <a:lnTo>
                  <a:pt x="905560" y="176758"/>
                </a:lnTo>
                <a:lnTo>
                  <a:pt x="986538" y="176758"/>
                </a:lnTo>
                <a:lnTo>
                  <a:pt x="1003082" y="186336"/>
                </a:lnTo>
                <a:lnTo>
                  <a:pt x="1021368" y="191561"/>
                </a:lnTo>
                <a:lnTo>
                  <a:pt x="1138046" y="252512"/>
                </a:lnTo>
                <a:lnTo>
                  <a:pt x="1150236" y="262961"/>
                </a:lnTo>
                <a:lnTo>
                  <a:pt x="1161555" y="266444"/>
                </a:lnTo>
                <a:lnTo>
                  <a:pt x="1172875" y="266444"/>
                </a:lnTo>
                <a:lnTo>
                  <a:pt x="1184194" y="269056"/>
                </a:lnTo>
                <a:lnTo>
                  <a:pt x="1194643" y="278634"/>
                </a:lnTo>
                <a:lnTo>
                  <a:pt x="1204221" y="290824"/>
                </a:lnTo>
                <a:lnTo>
                  <a:pt x="1213799" y="296919"/>
                </a:lnTo>
                <a:lnTo>
                  <a:pt x="1223377" y="296919"/>
                </a:lnTo>
                <a:lnTo>
                  <a:pt x="1249499" y="287341"/>
                </a:lnTo>
                <a:lnTo>
                  <a:pt x="1260819" y="285600"/>
                </a:lnTo>
                <a:lnTo>
                  <a:pt x="1273009" y="288212"/>
                </a:lnTo>
                <a:lnTo>
                  <a:pt x="1293036" y="296919"/>
                </a:lnTo>
                <a:lnTo>
                  <a:pt x="1306967" y="296049"/>
                </a:lnTo>
                <a:lnTo>
                  <a:pt x="1314804" y="296919"/>
                </a:lnTo>
                <a:lnTo>
                  <a:pt x="1319158" y="299532"/>
                </a:lnTo>
                <a:lnTo>
                  <a:pt x="1333960" y="309980"/>
                </a:lnTo>
                <a:lnTo>
                  <a:pt x="1340926" y="312592"/>
                </a:lnTo>
                <a:lnTo>
                  <a:pt x="1362694" y="311722"/>
                </a:lnTo>
                <a:lnTo>
                  <a:pt x="1367919" y="313463"/>
                </a:lnTo>
                <a:lnTo>
                  <a:pt x="1377497" y="321300"/>
                </a:lnTo>
                <a:lnTo>
                  <a:pt x="1381850" y="323912"/>
                </a:lnTo>
                <a:lnTo>
                  <a:pt x="1402748" y="325653"/>
                </a:lnTo>
                <a:lnTo>
                  <a:pt x="1409714" y="330007"/>
                </a:lnTo>
                <a:lnTo>
                  <a:pt x="1414067" y="334361"/>
                </a:lnTo>
                <a:lnTo>
                  <a:pt x="1438448" y="351775"/>
                </a:lnTo>
                <a:lnTo>
                  <a:pt x="1441060" y="358741"/>
                </a:lnTo>
                <a:lnTo>
                  <a:pt x="1437577" y="368319"/>
                </a:lnTo>
                <a:lnTo>
                  <a:pt x="1425387" y="387475"/>
                </a:lnTo>
                <a:lnTo>
                  <a:pt x="1425387" y="391829"/>
                </a:lnTo>
                <a:lnTo>
                  <a:pt x="1428870" y="404019"/>
                </a:lnTo>
                <a:lnTo>
                  <a:pt x="1429741" y="411856"/>
                </a:lnTo>
                <a:lnTo>
                  <a:pt x="1429741" y="418822"/>
                </a:lnTo>
                <a:lnTo>
                  <a:pt x="1427128" y="433624"/>
                </a:lnTo>
                <a:lnTo>
                  <a:pt x="1428870" y="449297"/>
                </a:lnTo>
                <a:lnTo>
                  <a:pt x="1434094" y="466712"/>
                </a:lnTo>
                <a:lnTo>
                  <a:pt x="1441060" y="482385"/>
                </a:lnTo>
                <a:lnTo>
                  <a:pt x="1448026" y="494575"/>
                </a:lnTo>
                <a:lnTo>
                  <a:pt x="1451509" y="500670"/>
                </a:lnTo>
                <a:lnTo>
                  <a:pt x="1451509" y="506765"/>
                </a:lnTo>
                <a:lnTo>
                  <a:pt x="1449767" y="512861"/>
                </a:lnTo>
                <a:lnTo>
                  <a:pt x="1447155" y="518085"/>
                </a:lnTo>
                <a:lnTo>
                  <a:pt x="1454121" y="529405"/>
                </a:lnTo>
                <a:lnTo>
                  <a:pt x="1451509" y="540724"/>
                </a:lnTo>
                <a:lnTo>
                  <a:pt x="1446284" y="552914"/>
                </a:lnTo>
                <a:lnTo>
                  <a:pt x="1443672" y="564234"/>
                </a:lnTo>
                <a:lnTo>
                  <a:pt x="1448026" y="577295"/>
                </a:lnTo>
                <a:lnTo>
                  <a:pt x="1455863" y="586002"/>
                </a:lnTo>
                <a:lnTo>
                  <a:pt x="1472406" y="599063"/>
                </a:lnTo>
                <a:lnTo>
                  <a:pt x="1478501" y="612124"/>
                </a:lnTo>
                <a:lnTo>
                  <a:pt x="1475889" y="621702"/>
                </a:lnTo>
                <a:lnTo>
                  <a:pt x="1468924" y="630409"/>
                </a:lnTo>
                <a:lnTo>
                  <a:pt x="1463699" y="640858"/>
                </a:lnTo>
                <a:lnTo>
                  <a:pt x="1462828" y="653919"/>
                </a:lnTo>
                <a:lnTo>
                  <a:pt x="1465440" y="666109"/>
                </a:lnTo>
                <a:lnTo>
                  <a:pt x="1470665" y="677429"/>
                </a:lnTo>
                <a:lnTo>
                  <a:pt x="1477631" y="685265"/>
                </a:lnTo>
                <a:lnTo>
                  <a:pt x="1489821" y="690490"/>
                </a:lnTo>
                <a:lnTo>
                  <a:pt x="1516814" y="693973"/>
                </a:lnTo>
                <a:lnTo>
                  <a:pt x="1528133" y="703551"/>
                </a:lnTo>
                <a:lnTo>
                  <a:pt x="1547289" y="740992"/>
                </a:lnTo>
                <a:lnTo>
                  <a:pt x="1556867" y="747958"/>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6" name="Freeform: Shape 45">
            <a:extLst>
              <a:ext uri="{FF2B5EF4-FFF2-40B4-BE49-F238E27FC236}">
                <a16:creationId xmlns:a16="http://schemas.microsoft.com/office/drawing/2014/main" id="{EAF8199A-F5AC-0FE6-A6FD-A7B10B4973E1}"/>
              </a:ext>
            </a:extLst>
          </p:cNvPr>
          <p:cNvSpPr>
            <a:spLocks noGrp="1"/>
          </p:cNvSpPr>
          <p:nvPr/>
        </p:nvSpPr>
        <p:spPr>
          <a:xfrm>
            <a:off x="3425459" y="2753723"/>
            <a:ext cx="1533647" cy="1038657"/>
          </a:xfrm>
          <a:custGeom>
            <a:avLst/>
            <a:gdLst>
              <a:gd name="connsiteX0" fmla="*/ 1480243 w 1537711"/>
              <a:gd name="connsiteY0" fmla="*/ 413597 h 1031816"/>
              <a:gd name="connsiteX1" fmla="*/ 1475019 w 1537711"/>
              <a:gd name="connsiteY1" fmla="*/ 420563 h 1031816"/>
              <a:gd name="connsiteX2" fmla="*/ 1475889 w 1537711"/>
              <a:gd name="connsiteY2" fmla="*/ 433624 h 1031816"/>
              <a:gd name="connsiteX3" fmla="*/ 1479372 w 1537711"/>
              <a:gd name="connsiteY3" fmla="*/ 451909 h 1031816"/>
              <a:gd name="connsiteX4" fmla="*/ 1481984 w 1537711"/>
              <a:gd name="connsiteY4" fmla="*/ 474548 h 1031816"/>
              <a:gd name="connsiteX5" fmla="*/ 1480243 w 1537711"/>
              <a:gd name="connsiteY5" fmla="*/ 486739 h 1031816"/>
              <a:gd name="connsiteX6" fmla="*/ 1475019 w 1537711"/>
              <a:gd name="connsiteY6" fmla="*/ 500670 h 1031816"/>
              <a:gd name="connsiteX7" fmla="*/ 1472406 w 1537711"/>
              <a:gd name="connsiteY7" fmla="*/ 510248 h 1031816"/>
              <a:gd name="connsiteX8" fmla="*/ 1473277 w 1537711"/>
              <a:gd name="connsiteY8" fmla="*/ 520697 h 1031816"/>
              <a:gd name="connsiteX9" fmla="*/ 1475889 w 1537711"/>
              <a:gd name="connsiteY9" fmla="*/ 533758 h 1031816"/>
              <a:gd name="connsiteX10" fmla="*/ 1482855 w 1537711"/>
              <a:gd name="connsiteY10" fmla="*/ 549431 h 1031816"/>
              <a:gd name="connsiteX11" fmla="*/ 1485467 w 1537711"/>
              <a:gd name="connsiteY11" fmla="*/ 559009 h 1031816"/>
              <a:gd name="connsiteX12" fmla="*/ 1488950 w 1537711"/>
              <a:gd name="connsiteY12" fmla="*/ 574682 h 1031816"/>
              <a:gd name="connsiteX13" fmla="*/ 1490692 w 1537711"/>
              <a:gd name="connsiteY13" fmla="*/ 579907 h 1031816"/>
              <a:gd name="connsiteX14" fmla="*/ 1495916 w 1537711"/>
              <a:gd name="connsiteY14" fmla="*/ 587743 h 1031816"/>
              <a:gd name="connsiteX15" fmla="*/ 1503753 w 1537711"/>
              <a:gd name="connsiteY15" fmla="*/ 592968 h 1031816"/>
              <a:gd name="connsiteX16" fmla="*/ 1520297 w 1537711"/>
              <a:gd name="connsiteY16" fmla="*/ 602546 h 1031816"/>
              <a:gd name="connsiteX17" fmla="*/ 1527262 w 1537711"/>
              <a:gd name="connsiteY17" fmla="*/ 607770 h 1031816"/>
              <a:gd name="connsiteX18" fmla="*/ 1531616 w 1537711"/>
              <a:gd name="connsiteY18" fmla="*/ 616478 h 1031816"/>
              <a:gd name="connsiteX19" fmla="*/ 1535099 w 1537711"/>
              <a:gd name="connsiteY19" fmla="*/ 623443 h 1031816"/>
              <a:gd name="connsiteX20" fmla="*/ 1537711 w 1537711"/>
              <a:gd name="connsiteY20" fmla="*/ 635634 h 1031816"/>
              <a:gd name="connsiteX21" fmla="*/ 1536840 w 1537711"/>
              <a:gd name="connsiteY21" fmla="*/ 657402 h 1031816"/>
              <a:gd name="connsiteX22" fmla="*/ 1512460 w 1537711"/>
              <a:gd name="connsiteY22" fmla="*/ 704421 h 1031816"/>
              <a:gd name="connsiteX23" fmla="*/ 1509848 w 1537711"/>
              <a:gd name="connsiteY23" fmla="*/ 717482 h 1031816"/>
              <a:gd name="connsiteX24" fmla="*/ 1510719 w 1537711"/>
              <a:gd name="connsiteY24" fmla="*/ 730543 h 1031816"/>
              <a:gd name="connsiteX25" fmla="*/ 1512460 w 1537711"/>
              <a:gd name="connsiteY25" fmla="*/ 741863 h 1031816"/>
              <a:gd name="connsiteX26" fmla="*/ 1514202 w 1537711"/>
              <a:gd name="connsiteY26" fmla="*/ 753182 h 1031816"/>
              <a:gd name="connsiteX27" fmla="*/ 1512460 w 1537711"/>
              <a:gd name="connsiteY27" fmla="*/ 762760 h 1031816"/>
              <a:gd name="connsiteX28" fmla="*/ 1508977 w 1537711"/>
              <a:gd name="connsiteY28" fmla="*/ 773209 h 1031816"/>
              <a:gd name="connsiteX29" fmla="*/ 1506365 w 1537711"/>
              <a:gd name="connsiteY29" fmla="*/ 781916 h 1031816"/>
              <a:gd name="connsiteX30" fmla="*/ 1505494 w 1537711"/>
              <a:gd name="connsiteY30" fmla="*/ 790624 h 1031816"/>
              <a:gd name="connsiteX31" fmla="*/ 1505494 w 1537711"/>
              <a:gd name="connsiteY31" fmla="*/ 808038 h 1031816"/>
              <a:gd name="connsiteX32" fmla="*/ 1502011 w 1537711"/>
              <a:gd name="connsiteY32" fmla="*/ 823712 h 1031816"/>
              <a:gd name="connsiteX33" fmla="*/ 1492433 w 1537711"/>
              <a:gd name="connsiteY33" fmla="*/ 843738 h 1031816"/>
              <a:gd name="connsiteX34" fmla="*/ 1483726 w 1537711"/>
              <a:gd name="connsiteY34" fmla="*/ 847221 h 1031816"/>
              <a:gd name="connsiteX35" fmla="*/ 1461958 w 1537711"/>
              <a:gd name="connsiteY35" fmla="*/ 848092 h 1031816"/>
              <a:gd name="connsiteX36" fmla="*/ 1449767 w 1537711"/>
              <a:gd name="connsiteY36" fmla="*/ 850704 h 1031816"/>
              <a:gd name="connsiteX37" fmla="*/ 1428870 w 1537711"/>
              <a:gd name="connsiteY37" fmla="*/ 869860 h 1031816"/>
              <a:gd name="connsiteX38" fmla="*/ 1376626 w 1537711"/>
              <a:gd name="connsiteY38" fmla="*/ 898595 h 1031816"/>
              <a:gd name="connsiteX39" fmla="*/ 1340926 w 1537711"/>
              <a:gd name="connsiteY39" fmla="*/ 908172 h 1031816"/>
              <a:gd name="connsiteX40" fmla="*/ 1295648 w 1537711"/>
              <a:gd name="connsiteY40" fmla="*/ 913397 h 1031816"/>
              <a:gd name="connsiteX41" fmla="*/ 1270397 w 1537711"/>
              <a:gd name="connsiteY41" fmla="*/ 910785 h 1031816"/>
              <a:gd name="connsiteX42" fmla="*/ 1256465 w 1537711"/>
              <a:gd name="connsiteY42" fmla="*/ 901207 h 1031816"/>
              <a:gd name="connsiteX43" fmla="*/ 1248629 w 1537711"/>
              <a:gd name="connsiteY43" fmla="*/ 899465 h 1031816"/>
              <a:gd name="connsiteX44" fmla="*/ 1216411 w 1537711"/>
              <a:gd name="connsiteY44" fmla="*/ 900336 h 1031816"/>
              <a:gd name="connsiteX45" fmla="*/ 1204221 w 1537711"/>
              <a:gd name="connsiteY45" fmla="*/ 897724 h 1031816"/>
              <a:gd name="connsiteX46" fmla="*/ 1127597 w 1537711"/>
              <a:gd name="connsiteY46" fmla="*/ 866377 h 1031816"/>
              <a:gd name="connsiteX47" fmla="*/ 1116277 w 1537711"/>
              <a:gd name="connsiteY47" fmla="*/ 866377 h 1031816"/>
              <a:gd name="connsiteX48" fmla="*/ 1003953 w 1537711"/>
              <a:gd name="connsiteY48" fmla="*/ 925587 h 1031816"/>
              <a:gd name="connsiteX49" fmla="*/ 996987 w 1537711"/>
              <a:gd name="connsiteY49" fmla="*/ 934294 h 1031816"/>
              <a:gd name="connsiteX50" fmla="*/ 984797 w 1537711"/>
              <a:gd name="connsiteY50" fmla="*/ 955192 h 1031816"/>
              <a:gd name="connsiteX51" fmla="*/ 975219 w 1537711"/>
              <a:gd name="connsiteY51" fmla="*/ 963899 h 1031816"/>
              <a:gd name="connsiteX52" fmla="*/ 964770 w 1537711"/>
              <a:gd name="connsiteY52" fmla="*/ 971736 h 1031816"/>
              <a:gd name="connsiteX53" fmla="*/ 949968 w 1537711"/>
              <a:gd name="connsiteY53" fmla="*/ 988280 h 1031816"/>
              <a:gd name="connsiteX54" fmla="*/ 934295 w 1537711"/>
              <a:gd name="connsiteY54" fmla="*/ 1031816 h 1031816"/>
              <a:gd name="connsiteX55" fmla="*/ 909043 w 1537711"/>
              <a:gd name="connsiteY55" fmla="*/ 1018755 h 1031816"/>
              <a:gd name="connsiteX56" fmla="*/ 903819 w 1537711"/>
              <a:gd name="connsiteY56" fmla="*/ 1013531 h 1031816"/>
              <a:gd name="connsiteX57" fmla="*/ 886404 w 1537711"/>
              <a:gd name="connsiteY57" fmla="*/ 994375 h 1031816"/>
              <a:gd name="connsiteX58" fmla="*/ 880309 w 1537711"/>
              <a:gd name="connsiteY58" fmla="*/ 990021 h 1031816"/>
              <a:gd name="connsiteX59" fmla="*/ 876826 w 1537711"/>
              <a:gd name="connsiteY59" fmla="*/ 984797 h 1031816"/>
              <a:gd name="connsiteX60" fmla="*/ 874214 w 1537711"/>
              <a:gd name="connsiteY60" fmla="*/ 977831 h 1031816"/>
              <a:gd name="connsiteX61" fmla="*/ 872473 w 1537711"/>
              <a:gd name="connsiteY61" fmla="*/ 968253 h 1031816"/>
              <a:gd name="connsiteX62" fmla="*/ 871602 w 1537711"/>
              <a:gd name="connsiteY62" fmla="*/ 957804 h 1031816"/>
              <a:gd name="connsiteX63" fmla="*/ 867248 w 1537711"/>
              <a:gd name="connsiteY63" fmla="*/ 948226 h 1031816"/>
              <a:gd name="connsiteX64" fmla="*/ 862895 w 1537711"/>
              <a:gd name="connsiteY64" fmla="*/ 942131 h 1031816"/>
              <a:gd name="connsiteX65" fmla="*/ 840256 w 1537711"/>
              <a:gd name="connsiteY65" fmla="*/ 929941 h 1031816"/>
              <a:gd name="connsiteX66" fmla="*/ 834160 w 1537711"/>
              <a:gd name="connsiteY66" fmla="*/ 924716 h 1031816"/>
              <a:gd name="connsiteX67" fmla="*/ 830678 w 1537711"/>
              <a:gd name="connsiteY67" fmla="*/ 923846 h 1031816"/>
              <a:gd name="connsiteX68" fmla="*/ 817617 w 1537711"/>
              <a:gd name="connsiteY68" fmla="*/ 921233 h 1031816"/>
              <a:gd name="connsiteX69" fmla="*/ 808909 w 1537711"/>
              <a:gd name="connsiteY69" fmla="*/ 922104 h 1031816"/>
              <a:gd name="connsiteX70" fmla="*/ 798460 w 1537711"/>
              <a:gd name="connsiteY70" fmla="*/ 925587 h 1031816"/>
              <a:gd name="connsiteX71" fmla="*/ 784529 w 1537711"/>
              <a:gd name="connsiteY71" fmla="*/ 936036 h 1031816"/>
              <a:gd name="connsiteX72" fmla="*/ 774080 w 1537711"/>
              <a:gd name="connsiteY72" fmla="*/ 949097 h 1031816"/>
              <a:gd name="connsiteX73" fmla="*/ 761019 w 1537711"/>
              <a:gd name="connsiteY73" fmla="*/ 960416 h 1031816"/>
              <a:gd name="connsiteX74" fmla="*/ 747958 w 1537711"/>
              <a:gd name="connsiteY74" fmla="*/ 965641 h 1031816"/>
              <a:gd name="connsiteX75" fmla="*/ 718353 w 1537711"/>
              <a:gd name="connsiteY75" fmla="*/ 958675 h 1031816"/>
              <a:gd name="connsiteX76" fmla="*/ 619961 w 1537711"/>
              <a:gd name="connsiteY76" fmla="*/ 934294 h 1031816"/>
              <a:gd name="connsiteX77" fmla="*/ 615607 w 1537711"/>
              <a:gd name="connsiteY77" fmla="*/ 936907 h 1031816"/>
              <a:gd name="connsiteX78" fmla="*/ 603417 w 1537711"/>
              <a:gd name="connsiteY78" fmla="*/ 946485 h 1031816"/>
              <a:gd name="connsiteX79" fmla="*/ 597322 w 1537711"/>
              <a:gd name="connsiteY79" fmla="*/ 947355 h 1031816"/>
              <a:gd name="connsiteX80" fmla="*/ 591227 w 1537711"/>
              <a:gd name="connsiteY80" fmla="*/ 942131 h 1031816"/>
              <a:gd name="connsiteX81" fmla="*/ 586002 w 1537711"/>
              <a:gd name="connsiteY81" fmla="*/ 931682 h 1031816"/>
              <a:gd name="connsiteX82" fmla="*/ 576424 w 1537711"/>
              <a:gd name="connsiteY82" fmla="*/ 903819 h 1031816"/>
              <a:gd name="connsiteX83" fmla="*/ 570329 w 1537711"/>
              <a:gd name="connsiteY83" fmla="*/ 892499 h 1031816"/>
              <a:gd name="connsiteX84" fmla="*/ 563363 w 1537711"/>
              <a:gd name="connsiteY84" fmla="*/ 883792 h 1031816"/>
              <a:gd name="connsiteX85" fmla="*/ 556397 w 1537711"/>
              <a:gd name="connsiteY85" fmla="*/ 882921 h 1031816"/>
              <a:gd name="connsiteX86" fmla="*/ 552044 w 1537711"/>
              <a:gd name="connsiteY86" fmla="*/ 882921 h 1031816"/>
              <a:gd name="connsiteX87" fmla="*/ 545078 w 1537711"/>
              <a:gd name="connsiteY87" fmla="*/ 886404 h 1031816"/>
              <a:gd name="connsiteX88" fmla="*/ 539853 w 1537711"/>
              <a:gd name="connsiteY88" fmla="*/ 886404 h 1031816"/>
              <a:gd name="connsiteX89" fmla="*/ 534629 w 1537711"/>
              <a:gd name="connsiteY89" fmla="*/ 882921 h 1031816"/>
              <a:gd name="connsiteX90" fmla="*/ 516344 w 1537711"/>
              <a:gd name="connsiteY90" fmla="*/ 811521 h 1031816"/>
              <a:gd name="connsiteX91" fmla="*/ 512861 w 1537711"/>
              <a:gd name="connsiteY91" fmla="*/ 804556 h 1031816"/>
              <a:gd name="connsiteX92" fmla="*/ 508507 w 1537711"/>
              <a:gd name="connsiteY92" fmla="*/ 800202 h 1031816"/>
              <a:gd name="connsiteX93" fmla="*/ 502412 w 1537711"/>
              <a:gd name="connsiteY93" fmla="*/ 795848 h 1031816"/>
              <a:gd name="connsiteX94" fmla="*/ 492834 w 1537711"/>
              <a:gd name="connsiteY94" fmla="*/ 794107 h 1031816"/>
              <a:gd name="connsiteX95" fmla="*/ 482385 w 1537711"/>
              <a:gd name="connsiteY95" fmla="*/ 794977 h 1031816"/>
              <a:gd name="connsiteX96" fmla="*/ 470195 w 1537711"/>
              <a:gd name="connsiteY96" fmla="*/ 800202 h 1031816"/>
              <a:gd name="connsiteX97" fmla="*/ 444073 w 1537711"/>
              <a:gd name="connsiteY97" fmla="*/ 816746 h 1031816"/>
              <a:gd name="connsiteX98" fmla="*/ 435366 w 1537711"/>
              <a:gd name="connsiteY98" fmla="*/ 825453 h 1031816"/>
              <a:gd name="connsiteX99" fmla="*/ 418822 w 1537711"/>
              <a:gd name="connsiteY99" fmla="*/ 854187 h 1031816"/>
              <a:gd name="connsiteX100" fmla="*/ 391829 w 1537711"/>
              <a:gd name="connsiteY100" fmla="*/ 889887 h 1031816"/>
              <a:gd name="connsiteX101" fmla="*/ 376156 w 1537711"/>
              <a:gd name="connsiteY101" fmla="*/ 902948 h 1031816"/>
              <a:gd name="connsiteX102" fmla="*/ 363966 w 1537711"/>
              <a:gd name="connsiteY102" fmla="*/ 908172 h 1031816"/>
              <a:gd name="connsiteX103" fmla="*/ 363966 w 1537711"/>
              <a:gd name="connsiteY103" fmla="*/ 899465 h 1031816"/>
              <a:gd name="connsiteX104" fmla="*/ 365707 w 1537711"/>
              <a:gd name="connsiteY104" fmla="*/ 889887 h 1031816"/>
              <a:gd name="connsiteX105" fmla="*/ 363095 w 1537711"/>
              <a:gd name="connsiteY105" fmla="*/ 880309 h 1031816"/>
              <a:gd name="connsiteX106" fmla="*/ 354388 w 1537711"/>
              <a:gd name="connsiteY106" fmla="*/ 846351 h 1031816"/>
              <a:gd name="connsiteX107" fmla="*/ 350034 w 1537711"/>
              <a:gd name="connsiteY107" fmla="*/ 836773 h 1031816"/>
              <a:gd name="connsiteX108" fmla="*/ 346551 w 1537711"/>
              <a:gd name="connsiteY108" fmla="*/ 831548 h 1031816"/>
              <a:gd name="connsiteX109" fmla="*/ 337844 w 1537711"/>
              <a:gd name="connsiteY109" fmla="*/ 822841 h 1031816"/>
              <a:gd name="connsiteX110" fmla="*/ 331749 w 1537711"/>
              <a:gd name="connsiteY110" fmla="*/ 812392 h 1031816"/>
              <a:gd name="connsiteX111" fmla="*/ 327395 w 1537711"/>
              <a:gd name="connsiteY111" fmla="*/ 807168 h 1031816"/>
              <a:gd name="connsiteX112" fmla="*/ 323912 w 1537711"/>
              <a:gd name="connsiteY112" fmla="*/ 805426 h 1031816"/>
              <a:gd name="connsiteX113" fmla="*/ 304756 w 1537711"/>
              <a:gd name="connsiteY113" fmla="*/ 798460 h 1031816"/>
              <a:gd name="connsiteX114" fmla="*/ 293436 w 1537711"/>
              <a:gd name="connsiteY114" fmla="*/ 790624 h 1031816"/>
              <a:gd name="connsiteX115" fmla="*/ 277763 w 1537711"/>
              <a:gd name="connsiteY115" fmla="*/ 754053 h 1031816"/>
              <a:gd name="connsiteX116" fmla="*/ 271668 w 1537711"/>
              <a:gd name="connsiteY116" fmla="*/ 735768 h 1031816"/>
              <a:gd name="connsiteX117" fmla="*/ 265573 w 1537711"/>
              <a:gd name="connsiteY117" fmla="*/ 729673 h 1031816"/>
              <a:gd name="connsiteX118" fmla="*/ 249029 w 1537711"/>
              <a:gd name="connsiteY118" fmla="*/ 702680 h 1031816"/>
              <a:gd name="connsiteX119" fmla="*/ 246417 w 1537711"/>
              <a:gd name="connsiteY119" fmla="*/ 696585 h 1031816"/>
              <a:gd name="connsiteX120" fmla="*/ 245546 w 1537711"/>
              <a:gd name="connsiteY120" fmla="*/ 691361 h 1031816"/>
              <a:gd name="connsiteX121" fmla="*/ 247288 w 1537711"/>
              <a:gd name="connsiteY121" fmla="*/ 680041 h 1031816"/>
              <a:gd name="connsiteX122" fmla="*/ 245546 w 1537711"/>
              <a:gd name="connsiteY122" fmla="*/ 668721 h 1031816"/>
              <a:gd name="connsiteX123" fmla="*/ 244676 w 1537711"/>
              <a:gd name="connsiteY123" fmla="*/ 664368 h 1031816"/>
              <a:gd name="connsiteX124" fmla="*/ 241193 w 1537711"/>
              <a:gd name="connsiteY124" fmla="*/ 660014 h 1031816"/>
              <a:gd name="connsiteX125" fmla="*/ 208105 w 1537711"/>
              <a:gd name="connsiteY125" fmla="*/ 655660 h 1031816"/>
              <a:gd name="connsiteX126" fmla="*/ 192432 w 1537711"/>
              <a:gd name="connsiteY126" fmla="*/ 654790 h 1031816"/>
              <a:gd name="connsiteX127" fmla="*/ 184595 w 1537711"/>
              <a:gd name="connsiteY127" fmla="*/ 651307 h 1031816"/>
              <a:gd name="connsiteX128" fmla="*/ 182854 w 1537711"/>
              <a:gd name="connsiteY128" fmla="*/ 647824 h 1031816"/>
              <a:gd name="connsiteX129" fmla="*/ 178500 w 1537711"/>
              <a:gd name="connsiteY129" fmla="*/ 637375 h 1031816"/>
              <a:gd name="connsiteX130" fmla="*/ 175888 w 1537711"/>
              <a:gd name="connsiteY130" fmla="*/ 628668 h 1031816"/>
              <a:gd name="connsiteX131" fmla="*/ 177629 w 1537711"/>
              <a:gd name="connsiteY131" fmla="*/ 621702 h 1031816"/>
              <a:gd name="connsiteX132" fmla="*/ 172405 w 1537711"/>
              <a:gd name="connsiteY132" fmla="*/ 608641 h 1031816"/>
              <a:gd name="connsiteX133" fmla="*/ 142800 w 1537711"/>
              <a:gd name="connsiteY133" fmla="*/ 584261 h 1031816"/>
              <a:gd name="connsiteX134" fmla="*/ 93168 w 1537711"/>
              <a:gd name="connsiteY134" fmla="*/ 559009 h 1031816"/>
              <a:gd name="connsiteX135" fmla="*/ 86202 w 1537711"/>
              <a:gd name="connsiteY135" fmla="*/ 552044 h 1031816"/>
              <a:gd name="connsiteX136" fmla="*/ 81849 w 1537711"/>
              <a:gd name="connsiteY136" fmla="*/ 546819 h 1031816"/>
              <a:gd name="connsiteX137" fmla="*/ 78366 w 1537711"/>
              <a:gd name="connsiteY137" fmla="*/ 537241 h 1031816"/>
              <a:gd name="connsiteX138" fmla="*/ 74012 w 1537711"/>
              <a:gd name="connsiteY138" fmla="*/ 526792 h 1031816"/>
              <a:gd name="connsiteX139" fmla="*/ 69658 w 1537711"/>
              <a:gd name="connsiteY139" fmla="*/ 506765 h 1031816"/>
              <a:gd name="connsiteX140" fmla="*/ 65305 w 1537711"/>
              <a:gd name="connsiteY140" fmla="*/ 497187 h 1031816"/>
              <a:gd name="connsiteX141" fmla="*/ 47890 w 1537711"/>
              <a:gd name="connsiteY141" fmla="*/ 468453 h 1031816"/>
              <a:gd name="connsiteX142" fmla="*/ 46149 w 1537711"/>
              <a:gd name="connsiteY142" fmla="*/ 464970 h 1031816"/>
              <a:gd name="connsiteX143" fmla="*/ 44407 w 1537711"/>
              <a:gd name="connsiteY143" fmla="*/ 457134 h 1031816"/>
              <a:gd name="connsiteX144" fmla="*/ 44407 w 1537711"/>
              <a:gd name="connsiteY144" fmla="*/ 446685 h 1031816"/>
              <a:gd name="connsiteX145" fmla="*/ 41795 w 1537711"/>
              <a:gd name="connsiteY145" fmla="*/ 431012 h 1031816"/>
              <a:gd name="connsiteX146" fmla="*/ 33959 w 1537711"/>
              <a:gd name="connsiteY146" fmla="*/ 404890 h 1031816"/>
              <a:gd name="connsiteX147" fmla="*/ 26993 w 1537711"/>
              <a:gd name="connsiteY147" fmla="*/ 386605 h 1031816"/>
              <a:gd name="connsiteX148" fmla="*/ 20898 w 1537711"/>
              <a:gd name="connsiteY148" fmla="*/ 379639 h 1031816"/>
              <a:gd name="connsiteX149" fmla="*/ 6095 w 1537711"/>
              <a:gd name="connsiteY149" fmla="*/ 370061 h 1031816"/>
              <a:gd name="connsiteX150" fmla="*/ 0 w 1537711"/>
              <a:gd name="connsiteY150" fmla="*/ 367448 h 1031816"/>
              <a:gd name="connsiteX151" fmla="*/ 0 w 1537711"/>
              <a:gd name="connsiteY151" fmla="*/ 358741 h 1031816"/>
              <a:gd name="connsiteX152" fmla="*/ 1742 w 1537711"/>
              <a:gd name="connsiteY152" fmla="*/ 347422 h 1031816"/>
              <a:gd name="connsiteX153" fmla="*/ 6095 w 1537711"/>
              <a:gd name="connsiteY153" fmla="*/ 338714 h 1031816"/>
              <a:gd name="connsiteX154" fmla="*/ 13932 w 1537711"/>
              <a:gd name="connsiteY154" fmla="*/ 333490 h 1031816"/>
              <a:gd name="connsiteX155" fmla="*/ 49632 w 1537711"/>
              <a:gd name="connsiteY155" fmla="*/ 325653 h 1031816"/>
              <a:gd name="connsiteX156" fmla="*/ 60951 w 1537711"/>
              <a:gd name="connsiteY156" fmla="*/ 320429 h 1031816"/>
              <a:gd name="connsiteX157" fmla="*/ 93168 w 1537711"/>
              <a:gd name="connsiteY157" fmla="*/ 295178 h 1031816"/>
              <a:gd name="connsiteX158" fmla="*/ 98393 w 1537711"/>
              <a:gd name="connsiteY158" fmla="*/ 292566 h 1031816"/>
              <a:gd name="connsiteX159" fmla="*/ 109712 w 1537711"/>
              <a:gd name="connsiteY159" fmla="*/ 291695 h 1031816"/>
              <a:gd name="connsiteX160" fmla="*/ 114937 w 1537711"/>
              <a:gd name="connsiteY160" fmla="*/ 289953 h 1031816"/>
              <a:gd name="connsiteX161" fmla="*/ 128868 w 1537711"/>
              <a:gd name="connsiteY161" fmla="*/ 278634 h 1031816"/>
              <a:gd name="connsiteX162" fmla="*/ 140188 w 1537711"/>
              <a:gd name="connsiteY162" fmla="*/ 276892 h 1031816"/>
              <a:gd name="connsiteX163" fmla="*/ 163697 w 1537711"/>
              <a:gd name="connsiteY163" fmla="*/ 282117 h 1031816"/>
              <a:gd name="connsiteX164" fmla="*/ 175888 w 1537711"/>
              <a:gd name="connsiteY164" fmla="*/ 281246 h 1031816"/>
              <a:gd name="connsiteX165" fmla="*/ 185466 w 1537711"/>
              <a:gd name="connsiteY165" fmla="*/ 277763 h 1031816"/>
              <a:gd name="connsiteX166" fmla="*/ 189819 w 1537711"/>
              <a:gd name="connsiteY166" fmla="*/ 273410 h 1031816"/>
              <a:gd name="connsiteX167" fmla="*/ 193302 w 1537711"/>
              <a:gd name="connsiteY167" fmla="*/ 268185 h 1031816"/>
              <a:gd name="connsiteX168" fmla="*/ 194173 w 1537711"/>
              <a:gd name="connsiteY168" fmla="*/ 262090 h 1031816"/>
              <a:gd name="connsiteX169" fmla="*/ 194173 w 1537711"/>
              <a:gd name="connsiteY169" fmla="*/ 249900 h 1031816"/>
              <a:gd name="connsiteX170" fmla="*/ 196785 w 1537711"/>
              <a:gd name="connsiteY170" fmla="*/ 245546 h 1031816"/>
              <a:gd name="connsiteX171" fmla="*/ 206363 w 1537711"/>
              <a:gd name="connsiteY171" fmla="*/ 239451 h 1031816"/>
              <a:gd name="connsiteX172" fmla="*/ 227261 w 1537711"/>
              <a:gd name="connsiteY172" fmla="*/ 233356 h 1031816"/>
              <a:gd name="connsiteX173" fmla="*/ 237710 w 1537711"/>
              <a:gd name="connsiteY173" fmla="*/ 225519 h 1031816"/>
              <a:gd name="connsiteX174" fmla="*/ 256866 w 1537711"/>
              <a:gd name="connsiteY174" fmla="*/ 201139 h 1031816"/>
              <a:gd name="connsiteX175" fmla="*/ 263832 w 1537711"/>
              <a:gd name="connsiteY175" fmla="*/ 194173 h 1031816"/>
              <a:gd name="connsiteX176" fmla="*/ 273410 w 1537711"/>
              <a:gd name="connsiteY176" fmla="*/ 188949 h 1031816"/>
              <a:gd name="connsiteX177" fmla="*/ 305627 w 1537711"/>
              <a:gd name="connsiteY177" fmla="*/ 188949 h 1031816"/>
              <a:gd name="connsiteX178" fmla="*/ 314334 w 1537711"/>
              <a:gd name="connsiteY178" fmla="*/ 185466 h 1031816"/>
              <a:gd name="connsiteX179" fmla="*/ 340456 w 1537711"/>
              <a:gd name="connsiteY179" fmla="*/ 171534 h 1031816"/>
              <a:gd name="connsiteX180" fmla="*/ 350905 w 1537711"/>
              <a:gd name="connsiteY180" fmla="*/ 171534 h 1031816"/>
              <a:gd name="connsiteX181" fmla="*/ 373544 w 1537711"/>
              <a:gd name="connsiteY181" fmla="*/ 176758 h 1031816"/>
              <a:gd name="connsiteX182" fmla="*/ 383122 w 1537711"/>
              <a:gd name="connsiteY182" fmla="*/ 174146 h 1031816"/>
              <a:gd name="connsiteX183" fmla="*/ 387475 w 1537711"/>
              <a:gd name="connsiteY183" fmla="*/ 166310 h 1031816"/>
              <a:gd name="connsiteX184" fmla="*/ 389217 w 1537711"/>
              <a:gd name="connsiteY184" fmla="*/ 157602 h 1031816"/>
              <a:gd name="connsiteX185" fmla="*/ 391829 w 1537711"/>
              <a:gd name="connsiteY185" fmla="*/ 148895 h 1031816"/>
              <a:gd name="connsiteX186" fmla="*/ 398795 w 1537711"/>
              <a:gd name="connsiteY186" fmla="*/ 141929 h 1031816"/>
              <a:gd name="connsiteX187" fmla="*/ 425788 w 1537711"/>
              <a:gd name="connsiteY187" fmla="*/ 130610 h 1031816"/>
              <a:gd name="connsiteX188" fmla="*/ 433624 w 1537711"/>
              <a:gd name="connsiteY188" fmla="*/ 123644 h 1031816"/>
              <a:gd name="connsiteX189" fmla="*/ 446685 w 1537711"/>
              <a:gd name="connsiteY189" fmla="*/ 97522 h 1031816"/>
              <a:gd name="connsiteX190" fmla="*/ 454522 w 1537711"/>
              <a:gd name="connsiteY190" fmla="*/ 90556 h 1031816"/>
              <a:gd name="connsiteX191" fmla="*/ 472807 w 1537711"/>
              <a:gd name="connsiteY191" fmla="*/ 79237 h 1031816"/>
              <a:gd name="connsiteX192" fmla="*/ 492834 w 1537711"/>
              <a:gd name="connsiteY192" fmla="*/ 71400 h 1031816"/>
              <a:gd name="connsiteX193" fmla="*/ 513731 w 1537711"/>
              <a:gd name="connsiteY193" fmla="*/ 68788 h 1031816"/>
              <a:gd name="connsiteX194" fmla="*/ 557268 w 1537711"/>
              <a:gd name="connsiteY194" fmla="*/ 78366 h 1031816"/>
              <a:gd name="connsiteX195" fmla="*/ 583390 w 1537711"/>
              <a:gd name="connsiteY195" fmla="*/ 76624 h 1031816"/>
              <a:gd name="connsiteX196" fmla="*/ 606029 w 1537711"/>
              <a:gd name="connsiteY196" fmla="*/ 63563 h 1031816"/>
              <a:gd name="connsiteX197" fmla="*/ 619961 w 1537711"/>
              <a:gd name="connsiteY197" fmla="*/ 33088 h 1031816"/>
              <a:gd name="connsiteX198" fmla="*/ 620831 w 1537711"/>
              <a:gd name="connsiteY198" fmla="*/ 17415 h 1031816"/>
              <a:gd name="connsiteX199" fmla="*/ 622573 w 1537711"/>
              <a:gd name="connsiteY199" fmla="*/ 10449 h 1031816"/>
              <a:gd name="connsiteX200" fmla="*/ 626056 w 1537711"/>
              <a:gd name="connsiteY200" fmla="*/ 5224 h 1031816"/>
              <a:gd name="connsiteX201" fmla="*/ 631280 w 1537711"/>
              <a:gd name="connsiteY201" fmla="*/ 1741 h 1031816"/>
              <a:gd name="connsiteX202" fmla="*/ 638246 w 1537711"/>
              <a:gd name="connsiteY202" fmla="*/ 0 h 1031816"/>
              <a:gd name="connsiteX203" fmla="*/ 644341 w 1537711"/>
              <a:gd name="connsiteY203" fmla="*/ 1741 h 1031816"/>
              <a:gd name="connsiteX204" fmla="*/ 648695 w 1537711"/>
              <a:gd name="connsiteY204" fmla="*/ 7837 h 1031816"/>
              <a:gd name="connsiteX205" fmla="*/ 653919 w 1537711"/>
              <a:gd name="connsiteY205" fmla="*/ 24380 h 1031816"/>
              <a:gd name="connsiteX206" fmla="*/ 660014 w 1537711"/>
              <a:gd name="connsiteY206" fmla="*/ 34829 h 1031816"/>
              <a:gd name="connsiteX207" fmla="*/ 668722 w 1537711"/>
              <a:gd name="connsiteY207" fmla="*/ 41795 h 1031816"/>
              <a:gd name="connsiteX208" fmla="*/ 680041 w 1537711"/>
              <a:gd name="connsiteY208" fmla="*/ 46149 h 1031816"/>
              <a:gd name="connsiteX209" fmla="*/ 690490 w 1537711"/>
              <a:gd name="connsiteY209" fmla="*/ 53985 h 1031816"/>
              <a:gd name="connsiteX210" fmla="*/ 706163 w 1537711"/>
              <a:gd name="connsiteY210" fmla="*/ 77495 h 1031816"/>
              <a:gd name="connsiteX211" fmla="*/ 716612 w 1537711"/>
              <a:gd name="connsiteY211" fmla="*/ 83590 h 1031816"/>
              <a:gd name="connsiteX212" fmla="*/ 721836 w 1537711"/>
              <a:gd name="connsiteY212" fmla="*/ 82719 h 1031816"/>
              <a:gd name="connsiteX213" fmla="*/ 728802 w 1537711"/>
              <a:gd name="connsiteY213" fmla="*/ 80107 h 1031816"/>
              <a:gd name="connsiteX214" fmla="*/ 734897 w 1537711"/>
              <a:gd name="connsiteY214" fmla="*/ 75754 h 1031816"/>
              <a:gd name="connsiteX215" fmla="*/ 739251 w 1537711"/>
              <a:gd name="connsiteY215" fmla="*/ 69658 h 1031816"/>
              <a:gd name="connsiteX216" fmla="*/ 742734 w 1537711"/>
              <a:gd name="connsiteY216" fmla="*/ 62693 h 1031816"/>
              <a:gd name="connsiteX217" fmla="*/ 744475 w 1537711"/>
              <a:gd name="connsiteY217" fmla="*/ 48761 h 1031816"/>
              <a:gd name="connsiteX218" fmla="*/ 746217 w 1537711"/>
              <a:gd name="connsiteY218" fmla="*/ 41795 h 1031816"/>
              <a:gd name="connsiteX219" fmla="*/ 755795 w 1537711"/>
              <a:gd name="connsiteY219" fmla="*/ 34829 h 1031816"/>
              <a:gd name="connsiteX220" fmla="*/ 772338 w 1537711"/>
              <a:gd name="connsiteY220" fmla="*/ 31346 h 1031816"/>
              <a:gd name="connsiteX221" fmla="*/ 789753 w 1537711"/>
              <a:gd name="connsiteY221" fmla="*/ 32217 h 1031816"/>
              <a:gd name="connsiteX222" fmla="*/ 800202 w 1537711"/>
              <a:gd name="connsiteY222" fmla="*/ 39183 h 1031816"/>
              <a:gd name="connsiteX223" fmla="*/ 803685 w 1537711"/>
              <a:gd name="connsiteY223" fmla="*/ 53985 h 1031816"/>
              <a:gd name="connsiteX224" fmla="*/ 803685 w 1537711"/>
              <a:gd name="connsiteY224" fmla="*/ 74883 h 1031816"/>
              <a:gd name="connsiteX225" fmla="*/ 808909 w 1537711"/>
              <a:gd name="connsiteY225" fmla="*/ 91427 h 1031816"/>
              <a:gd name="connsiteX226" fmla="*/ 814134 w 1537711"/>
              <a:gd name="connsiteY226" fmla="*/ 104488 h 1031816"/>
              <a:gd name="connsiteX227" fmla="*/ 816746 w 1537711"/>
              <a:gd name="connsiteY227" fmla="*/ 107971 h 1031816"/>
              <a:gd name="connsiteX228" fmla="*/ 821970 w 1537711"/>
              <a:gd name="connsiteY228" fmla="*/ 110583 h 1031816"/>
              <a:gd name="connsiteX229" fmla="*/ 839385 w 1537711"/>
              <a:gd name="connsiteY229" fmla="*/ 114936 h 1031816"/>
              <a:gd name="connsiteX230" fmla="*/ 862024 w 1537711"/>
              <a:gd name="connsiteY230" fmla="*/ 114936 h 1031816"/>
              <a:gd name="connsiteX231" fmla="*/ 924716 w 1537711"/>
              <a:gd name="connsiteY231" fmla="*/ 110583 h 1031816"/>
              <a:gd name="connsiteX232" fmla="*/ 956063 w 1537711"/>
              <a:gd name="connsiteY232" fmla="*/ 121032 h 1031816"/>
              <a:gd name="connsiteX233" fmla="*/ 1145011 w 1537711"/>
              <a:gd name="connsiteY233" fmla="*/ 129739 h 1031816"/>
              <a:gd name="connsiteX234" fmla="*/ 1151107 w 1537711"/>
              <a:gd name="connsiteY234" fmla="*/ 133222 h 1031816"/>
              <a:gd name="connsiteX235" fmla="*/ 1154590 w 1537711"/>
              <a:gd name="connsiteY235" fmla="*/ 138446 h 1031816"/>
              <a:gd name="connsiteX236" fmla="*/ 1156331 w 1537711"/>
              <a:gd name="connsiteY236" fmla="*/ 144541 h 1031816"/>
              <a:gd name="connsiteX237" fmla="*/ 1156331 w 1537711"/>
              <a:gd name="connsiteY237" fmla="*/ 160215 h 1031816"/>
              <a:gd name="connsiteX238" fmla="*/ 1167651 w 1537711"/>
              <a:gd name="connsiteY238" fmla="*/ 187207 h 1031816"/>
              <a:gd name="connsiteX239" fmla="*/ 1169392 w 1537711"/>
              <a:gd name="connsiteY239" fmla="*/ 197656 h 1031816"/>
              <a:gd name="connsiteX240" fmla="*/ 1171133 w 1537711"/>
              <a:gd name="connsiteY240" fmla="*/ 242063 h 1031816"/>
              <a:gd name="connsiteX241" fmla="*/ 1173746 w 1537711"/>
              <a:gd name="connsiteY241" fmla="*/ 263831 h 1031816"/>
              <a:gd name="connsiteX242" fmla="*/ 1176358 w 1537711"/>
              <a:gd name="connsiteY242" fmla="*/ 274280 h 1031816"/>
              <a:gd name="connsiteX243" fmla="*/ 1180711 w 1537711"/>
              <a:gd name="connsiteY243" fmla="*/ 282988 h 1031816"/>
              <a:gd name="connsiteX244" fmla="*/ 1186807 w 1537711"/>
              <a:gd name="connsiteY244" fmla="*/ 290824 h 1031816"/>
              <a:gd name="connsiteX245" fmla="*/ 1209446 w 1537711"/>
              <a:gd name="connsiteY245" fmla="*/ 300402 h 1031816"/>
              <a:gd name="connsiteX246" fmla="*/ 1213799 w 1537711"/>
              <a:gd name="connsiteY246" fmla="*/ 304756 h 1031816"/>
              <a:gd name="connsiteX247" fmla="*/ 1215541 w 1537711"/>
              <a:gd name="connsiteY247" fmla="*/ 309980 h 1031816"/>
              <a:gd name="connsiteX248" fmla="*/ 1218153 w 1537711"/>
              <a:gd name="connsiteY248" fmla="*/ 322171 h 1031816"/>
              <a:gd name="connsiteX249" fmla="*/ 1221636 w 1537711"/>
              <a:gd name="connsiteY249" fmla="*/ 327395 h 1031816"/>
              <a:gd name="connsiteX250" fmla="*/ 1232955 w 1537711"/>
              <a:gd name="connsiteY250" fmla="*/ 338714 h 1031816"/>
              <a:gd name="connsiteX251" fmla="*/ 1236438 w 1537711"/>
              <a:gd name="connsiteY251" fmla="*/ 343939 h 1031816"/>
              <a:gd name="connsiteX252" fmla="*/ 1240792 w 1537711"/>
              <a:gd name="connsiteY252" fmla="*/ 356129 h 1031816"/>
              <a:gd name="connsiteX253" fmla="*/ 1244275 w 1537711"/>
              <a:gd name="connsiteY253" fmla="*/ 360483 h 1031816"/>
              <a:gd name="connsiteX254" fmla="*/ 1249499 w 1537711"/>
              <a:gd name="connsiteY254" fmla="*/ 362224 h 1031816"/>
              <a:gd name="connsiteX255" fmla="*/ 1256465 w 1537711"/>
              <a:gd name="connsiteY255" fmla="*/ 361353 h 1031816"/>
              <a:gd name="connsiteX256" fmla="*/ 1282587 w 1537711"/>
              <a:gd name="connsiteY256" fmla="*/ 351775 h 1031816"/>
              <a:gd name="connsiteX257" fmla="*/ 1329606 w 1537711"/>
              <a:gd name="connsiteY257" fmla="*/ 349163 h 1031816"/>
              <a:gd name="connsiteX258" fmla="*/ 1338314 w 1537711"/>
              <a:gd name="connsiteY258" fmla="*/ 351775 h 1031816"/>
              <a:gd name="connsiteX259" fmla="*/ 1346150 w 1537711"/>
              <a:gd name="connsiteY259" fmla="*/ 358741 h 1031816"/>
              <a:gd name="connsiteX260" fmla="*/ 1356599 w 1537711"/>
              <a:gd name="connsiteY260" fmla="*/ 381380 h 1031816"/>
              <a:gd name="connsiteX261" fmla="*/ 1358341 w 1537711"/>
              <a:gd name="connsiteY261" fmla="*/ 383992 h 1031816"/>
              <a:gd name="connsiteX262" fmla="*/ 1371402 w 1537711"/>
              <a:gd name="connsiteY262" fmla="*/ 391829 h 1031816"/>
              <a:gd name="connsiteX263" fmla="*/ 1447155 w 1537711"/>
              <a:gd name="connsiteY263" fmla="*/ 390958 h 1031816"/>
              <a:gd name="connsiteX264" fmla="*/ 1459345 w 1537711"/>
              <a:gd name="connsiteY264" fmla="*/ 394441 h 1031816"/>
              <a:gd name="connsiteX265" fmla="*/ 1471536 w 1537711"/>
              <a:gd name="connsiteY265" fmla="*/ 404890 h 1031816"/>
              <a:gd name="connsiteX266" fmla="*/ 1480243 w 1537711"/>
              <a:gd name="connsiteY266" fmla="*/ 413597 h 1031816"/>
            </a:gdLst>
            <a:ahLst/>
            <a:cxnLst/>
            <a:rect l="l" t="t" r="r" b="b"/>
            <a:pathLst>
              <a:path w="1537711" h="1031816">
                <a:moveTo>
                  <a:pt x="1480243" y="413597"/>
                </a:moveTo>
                <a:lnTo>
                  <a:pt x="1475019" y="420563"/>
                </a:lnTo>
                <a:lnTo>
                  <a:pt x="1475889" y="433624"/>
                </a:lnTo>
                <a:lnTo>
                  <a:pt x="1479372" y="451909"/>
                </a:lnTo>
                <a:lnTo>
                  <a:pt x="1481984" y="474548"/>
                </a:lnTo>
                <a:lnTo>
                  <a:pt x="1480243" y="486739"/>
                </a:lnTo>
                <a:lnTo>
                  <a:pt x="1475019" y="500670"/>
                </a:lnTo>
                <a:lnTo>
                  <a:pt x="1472406" y="510248"/>
                </a:lnTo>
                <a:lnTo>
                  <a:pt x="1473277" y="520697"/>
                </a:lnTo>
                <a:lnTo>
                  <a:pt x="1475889" y="533758"/>
                </a:lnTo>
                <a:lnTo>
                  <a:pt x="1482855" y="549431"/>
                </a:lnTo>
                <a:lnTo>
                  <a:pt x="1485467" y="559009"/>
                </a:lnTo>
                <a:lnTo>
                  <a:pt x="1488950" y="574682"/>
                </a:lnTo>
                <a:lnTo>
                  <a:pt x="1490692" y="579907"/>
                </a:lnTo>
                <a:lnTo>
                  <a:pt x="1495916" y="587743"/>
                </a:lnTo>
                <a:lnTo>
                  <a:pt x="1503753" y="592968"/>
                </a:lnTo>
                <a:lnTo>
                  <a:pt x="1520297" y="602546"/>
                </a:lnTo>
                <a:lnTo>
                  <a:pt x="1527262" y="607770"/>
                </a:lnTo>
                <a:lnTo>
                  <a:pt x="1531616" y="616478"/>
                </a:lnTo>
                <a:lnTo>
                  <a:pt x="1535099" y="623443"/>
                </a:lnTo>
                <a:lnTo>
                  <a:pt x="1537711" y="635634"/>
                </a:lnTo>
                <a:lnTo>
                  <a:pt x="1536840" y="657402"/>
                </a:lnTo>
                <a:lnTo>
                  <a:pt x="1512460" y="704421"/>
                </a:lnTo>
                <a:lnTo>
                  <a:pt x="1509848" y="717482"/>
                </a:lnTo>
                <a:lnTo>
                  <a:pt x="1510719" y="730543"/>
                </a:lnTo>
                <a:lnTo>
                  <a:pt x="1512460" y="741863"/>
                </a:lnTo>
                <a:lnTo>
                  <a:pt x="1514202" y="753182"/>
                </a:lnTo>
                <a:lnTo>
                  <a:pt x="1512460" y="762760"/>
                </a:lnTo>
                <a:lnTo>
                  <a:pt x="1508977" y="773209"/>
                </a:lnTo>
                <a:lnTo>
                  <a:pt x="1506365" y="781916"/>
                </a:lnTo>
                <a:lnTo>
                  <a:pt x="1505494" y="790624"/>
                </a:lnTo>
                <a:lnTo>
                  <a:pt x="1505494" y="808038"/>
                </a:lnTo>
                <a:lnTo>
                  <a:pt x="1502011" y="823712"/>
                </a:lnTo>
                <a:lnTo>
                  <a:pt x="1492433" y="843738"/>
                </a:lnTo>
                <a:lnTo>
                  <a:pt x="1483726" y="847221"/>
                </a:lnTo>
                <a:lnTo>
                  <a:pt x="1461958" y="848092"/>
                </a:lnTo>
                <a:lnTo>
                  <a:pt x="1449767" y="850704"/>
                </a:lnTo>
                <a:lnTo>
                  <a:pt x="1428870" y="869860"/>
                </a:lnTo>
                <a:lnTo>
                  <a:pt x="1376626" y="898595"/>
                </a:lnTo>
                <a:lnTo>
                  <a:pt x="1340926" y="908172"/>
                </a:lnTo>
                <a:lnTo>
                  <a:pt x="1295648" y="913397"/>
                </a:lnTo>
                <a:lnTo>
                  <a:pt x="1270397" y="910785"/>
                </a:lnTo>
                <a:lnTo>
                  <a:pt x="1256465" y="901207"/>
                </a:lnTo>
                <a:lnTo>
                  <a:pt x="1248629" y="899465"/>
                </a:lnTo>
                <a:lnTo>
                  <a:pt x="1216411" y="900336"/>
                </a:lnTo>
                <a:lnTo>
                  <a:pt x="1204221" y="897724"/>
                </a:lnTo>
                <a:lnTo>
                  <a:pt x="1127597" y="866377"/>
                </a:lnTo>
                <a:lnTo>
                  <a:pt x="1116277" y="866377"/>
                </a:lnTo>
                <a:lnTo>
                  <a:pt x="1003953" y="925587"/>
                </a:lnTo>
                <a:lnTo>
                  <a:pt x="996987" y="934294"/>
                </a:lnTo>
                <a:lnTo>
                  <a:pt x="984797" y="955192"/>
                </a:lnTo>
                <a:lnTo>
                  <a:pt x="975219" y="963899"/>
                </a:lnTo>
                <a:lnTo>
                  <a:pt x="964770" y="971736"/>
                </a:lnTo>
                <a:lnTo>
                  <a:pt x="949968" y="988280"/>
                </a:lnTo>
                <a:lnTo>
                  <a:pt x="934295" y="1031816"/>
                </a:lnTo>
                <a:lnTo>
                  <a:pt x="909043" y="1018755"/>
                </a:lnTo>
                <a:lnTo>
                  <a:pt x="903819" y="1013531"/>
                </a:lnTo>
                <a:lnTo>
                  <a:pt x="886404" y="994375"/>
                </a:lnTo>
                <a:lnTo>
                  <a:pt x="880309" y="990021"/>
                </a:lnTo>
                <a:lnTo>
                  <a:pt x="876826" y="984797"/>
                </a:lnTo>
                <a:lnTo>
                  <a:pt x="874214" y="977831"/>
                </a:lnTo>
                <a:lnTo>
                  <a:pt x="872473" y="968253"/>
                </a:lnTo>
                <a:lnTo>
                  <a:pt x="871602" y="957804"/>
                </a:lnTo>
                <a:lnTo>
                  <a:pt x="867248" y="948226"/>
                </a:lnTo>
                <a:lnTo>
                  <a:pt x="862895" y="942131"/>
                </a:lnTo>
                <a:lnTo>
                  <a:pt x="840256" y="929941"/>
                </a:lnTo>
                <a:lnTo>
                  <a:pt x="834160" y="924716"/>
                </a:lnTo>
                <a:lnTo>
                  <a:pt x="830678" y="923846"/>
                </a:lnTo>
                <a:lnTo>
                  <a:pt x="817617" y="921233"/>
                </a:lnTo>
                <a:lnTo>
                  <a:pt x="808909" y="922104"/>
                </a:lnTo>
                <a:lnTo>
                  <a:pt x="798460" y="925587"/>
                </a:lnTo>
                <a:lnTo>
                  <a:pt x="784529" y="936036"/>
                </a:lnTo>
                <a:lnTo>
                  <a:pt x="774080" y="949097"/>
                </a:lnTo>
                <a:lnTo>
                  <a:pt x="761019" y="960416"/>
                </a:lnTo>
                <a:lnTo>
                  <a:pt x="747958" y="965641"/>
                </a:lnTo>
                <a:lnTo>
                  <a:pt x="718353" y="958675"/>
                </a:lnTo>
                <a:lnTo>
                  <a:pt x="619961" y="934294"/>
                </a:lnTo>
                <a:lnTo>
                  <a:pt x="615607" y="936907"/>
                </a:lnTo>
                <a:lnTo>
                  <a:pt x="603417" y="946485"/>
                </a:lnTo>
                <a:lnTo>
                  <a:pt x="597322" y="947355"/>
                </a:lnTo>
                <a:lnTo>
                  <a:pt x="591227" y="942131"/>
                </a:lnTo>
                <a:lnTo>
                  <a:pt x="586002" y="931682"/>
                </a:lnTo>
                <a:lnTo>
                  <a:pt x="576424" y="903819"/>
                </a:lnTo>
                <a:lnTo>
                  <a:pt x="570329" y="892499"/>
                </a:lnTo>
                <a:lnTo>
                  <a:pt x="563363" y="883792"/>
                </a:lnTo>
                <a:lnTo>
                  <a:pt x="556397" y="882921"/>
                </a:lnTo>
                <a:lnTo>
                  <a:pt x="552044" y="882921"/>
                </a:lnTo>
                <a:lnTo>
                  <a:pt x="545078" y="886404"/>
                </a:lnTo>
                <a:lnTo>
                  <a:pt x="539853" y="886404"/>
                </a:lnTo>
                <a:lnTo>
                  <a:pt x="534629" y="882921"/>
                </a:lnTo>
                <a:lnTo>
                  <a:pt x="516344" y="811521"/>
                </a:lnTo>
                <a:lnTo>
                  <a:pt x="512861" y="804556"/>
                </a:lnTo>
                <a:lnTo>
                  <a:pt x="508507" y="800202"/>
                </a:lnTo>
                <a:lnTo>
                  <a:pt x="502412" y="795848"/>
                </a:lnTo>
                <a:lnTo>
                  <a:pt x="492834" y="794107"/>
                </a:lnTo>
                <a:lnTo>
                  <a:pt x="482385" y="794977"/>
                </a:lnTo>
                <a:lnTo>
                  <a:pt x="470195" y="800202"/>
                </a:lnTo>
                <a:lnTo>
                  <a:pt x="444073" y="816746"/>
                </a:lnTo>
                <a:lnTo>
                  <a:pt x="435366" y="825453"/>
                </a:lnTo>
                <a:lnTo>
                  <a:pt x="418822" y="854187"/>
                </a:lnTo>
                <a:lnTo>
                  <a:pt x="391829" y="889887"/>
                </a:lnTo>
                <a:lnTo>
                  <a:pt x="376156" y="902948"/>
                </a:lnTo>
                <a:lnTo>
                  <a:pt x="363966" y="908172"/>
                </a:lnTo>
                <a:lnTo>
                  <a:pt x="363966" y="899465"/>
                </a:lnTo>
                <a:lnTo>
                  <a:pt x="365707" y="889887"/>
                </a:lnTo>
                <a:lnTo>
                  <a:pt x="363095" y="880309"/>
                </a:lnTo>
                <a:lnTo>
                  <a:pt x="354388" y="846351"/>
                </a:lnTo>
                <a:lnTo>
                  <a:pt x="350034" y="836773"/>
                </a:lnTo>
                <a:lnTo>
                  <a:pt x="346551" y="831548"/>
                </a:lnTo>
                <a:lnTo>
                  <a:pt x="337844" y="822841"/>
                </a:lnTo>
                <a:lnTo>
                  <a:pt x="331749" y="812392"/>
                </a:lnTo>
                <a:lnTo>
                  <a:pt x="327395" y="807168"/>
                </a:lnTo>
                <a:lnTo>
                  <a:pt x="323912" y="805426"/>
                </a:lnTo>
                <a:lnTo>
                  <a:pt x="304756" y="798460"/>
                </a:lnTo>
                <a:lnTo>
                  <a:pt x="293436" y="790624"/>
                </a:lnTo>
                <a:lnTo>
                  <a:pt x="277763" y="754053"/>
                </a:lnTo>
                <a:lnTo>
                  <a:pt x="271668" y="735768"/>
                </a:lnTo>
                <a:lnTo>
                  <a:pt x="265573" y="729673"/>
                </a:lnTo>
                <a:lnTo>
                  <a:pt x="249029" y="702680"/>
                </a:lnTo>
                <a:lnTo>
                  <a:pt x="246417" y="696585"/>
                </a:lnTo>
                <a:lnTo>
                  <a:pt x="245546" y="691361"/>
                </a:lnTo>
                <a:lnTo>
                  <a:pt x="247288" y="680041"/>
                </a:lnTo>
                <a:lnTo>
                  <a:pt x="245546" y="668721"/>
                </a:lnTo>
                <a:lnTo>
                  <a:pt x="244676" y="664368"/>
                </a:lnTo>
                <a:lnTo>
                  <a:pt x="241193" y="660014"/>
                </a:lnTo>
                <a:lnTo>
                  <a:pt x="208105" y="655660"/>
                </a:lnTo>
                <a:lnTo>
                  <a:pt x="192432" y="654790"/>
                </a:lnTo>
                <a:lnTo>
                  <a:pt x="184595" y="651307"/>
                </a:lnTo>
                <a:lnTo>
                  <a:pt x="182854" y="647824"/>
                </a:lnTo>
                <a:lnTo>
                  <a:pt x="178500" y="637375"/>
                </a:lnTo>
                <a:lnTo>
                  <a:pt x="175888" y="628668"/>
                </a:lnTo>
                <a:lnTo>
                  <a:pt x="177629" y="621702"/>
                </a:lnTo>
                <a:lnTo>
                  <a:pt x="172405" y="608641"/>
                </a:lnTo>
                <a:lnTo>
                  <a:pt x="142800" y="584261"/>
                </a:lnTo>
                <a:lnTo>
                  <a:pt x="93168" y="559009"/>
                </a:lnTo>
                <a:lnTo>
                  <a:pt x="86202" y="552044"/>
                </a:lnTo>
                <a:lnTo>
                  <a:pt x="81849" y="546819"/>
                </a:lnTo>
                <a:lnTo>
                  <a:pt x="78366" y="537241"/>
                </a:lnTo>
                <a:lnTo>
                  <a:pt x="74012" y="526792"/>
                </a:lnTo>
                <a:lnTo>
                  <a:pt x="69658" y="506765"/>
                </a:lnTo>
                <a:lnTo>
                  <a:pt x="65305" y="497187"/>
                </a:lnTo>
                <a:lnTo>
                  <a:pt x="47890" y="468453"/>
                </a:lnTo>
                <a:lnTo>
                  <a:pt x="46149" y="464970"/>
                </a:lnTo>
                <a:lnTo>
                  <a:pt x="44407" y="457134"/>
                </a:lnTo>
                <a:lnTo>
                  <a:pt x="44407" y="446685"/>
                </a:lnTo>
                <a:lnTo>
                  <a:pt x="41795" y="431012"/>
                </a:lnTo>
                <a:lnTo>
                  <a:pt x="33959" y="404890"/>
                </a:lnTo>
                <a:lnTo>
                  <a:pt x="26993" y="386605"/>
                </a:lnTo>
                <a:lnTo>
                  <a:pt x="20898" y="379639"/>
                </a:lnTo>
                <a:lnTo>
                  <a:pt x="6095" y="370061"/>
                </a:lnTo>
                <a:lnTo>
                  <a:pt x="0" y="367448"/>
                </a:lnTo>
                <a:lnTo>
                  <a:pt x="0" y="358741"/>
                </a:lnTo>
                <a:lnTo>
                  <a:pt x="1742" y="347422"/>
                </a:lnTo>
                <a:lnTo>
                  <a:pt x="6095" y="338714"/>
                </a:lnTo>
                <a:lnTo>
                  <a:pt x="13932" y="333490"/>
                </a:lnTo>
                <a:lnTo>
                  <a:pt x="49632" y="325653"/>
                </a:lnTo>
                <a:lnTo>
                  <a:pt x="60951" y="320429"/>
                </a:lnTo>
                <a:lnTo>
                  <a:pt x="93168" y="295178"/>
                </a:lnTo>
                <a:lnTo>
                  <a:pt x="98393" y="292566"/>
                </a:lnTo>
                <a:lnTo>
                  <a:pt x="109712" y="291695"/>
                </a:lnTo>
                <a:lnTo>
                  <a:pt x="114937" y="289953"/>
                </a:lnTo>
                <a:lnTo>
                  <a:pt x="128868" y="278634"/>
                </a:lnTo>
                <a:lnTo>
                  <a:pt x="140188" y="276892"/>
                </a:lnTo>
                <a:lnTo>
                  <a:pt x="163697" y="282117"/>
                </a:lnTo>
                <a:lnTo>
                  <a:pt x="175888" y="281246"/>
                </a:lnTo>
                <a:lnTo>
                  <a:pt x="185466" y="277763"/>
                </a:lnTo>
                <a:lnTo>
                  <a:pt x="189819" y="273410"/>
                </a:lnTo>
                <a:lnTo>
                  <a:pt x="193302" y="268185"/>
                </a:lnTo>
                <a:lnTo>
                  <a:pt x="194173" y="262090"/>
                </a:lnTo>
                <a:lnTo>
                  <a:pt x="194173" y="249900"/>
                </a:lnTo>
                <a:lnTo>
                  <a:pt x="196785" y="245546"/>
                </a:lnTo>
                <a:lnTo>
                  <a:pt x="206363" y="239451"/>
                </a:lnTo>
                <a:lnTo>
                  <a:pt x="227261" y="233356"/>
                </a:lnTo>
                <a:lnTo>
                  <a:pt x="237710" y="225519"/>
                </a:lnTo>
                <a:lnTo>
                  <a:pt x="256866" y="201139"/>
                </a:lnTo>
                <a:lnTo>
                  <a:pt x="263832" y="194173"/>
                </a:lnTo>
                <a:lnTo>
                  <a:pt x="273410" y="188949"/>
                </a:lnTo>
                <a:lnTo>
                  <a:pt x="305627" y="188949"/>
                </a:lnTo>
                <a:lnTo>
                  <a:pt x="314334" y="185466"/>
                </a:lnTo>
                <a:lnTo>
                  <a:pt x="340456" y="171534"/>
                </a:lnTo>
                <a:lnTo>
                  <a:pt x="350905" y="171534"/>
                </a:lnTo>
                <a:lnTo>
                  <a:pt x="373544" y="176758"/>
                </a:lnTo>
                <a:lnTo>
                  <a:pt x="383122" y="174146"/>
                </a:lnTo>
                <a:lnTo>
                  <a:pt x="387475" y="166310"/>
                </a:lnTo>
                <a:lnTo>
                  <a:pt x="389217" y="157602"/>
                </a:lnTo>
                <a:lnTo>
                  <a:pt x="391829" y="148895"/>
                </a:lnTo>
                <a:lnTo>
                  <a:pt x="398795" y="141929"/>
                </a:lnTo>
                <a:lnTo>
                  <a:pt x="425788" y="130610"/>
                </a:lnTo>
                <a:lnTo>
                  <a:pt x="433624" y="123644"/>
                </a:lnTo>
                <a:lnTo>
                  <a:pt x="446685" y="97522"/>
                </a:lnTo>
                <a:lnTo>
                  <a:pt x="454522" y="90556"/>
                </a:lnTo>
                <a:lnTo>
                  <a:pt x="472807" y="79237"/>
                </a:lnTo>
                <a:lnTo>
                  <a:pt x="492834" y="71400"/>
                </a:lnTo>
                <a:lnTo>
                  <a:pt x="513731" y="68788"/>
                </a:lnTo>
                <a:lnTo>
                  <a:pt x="557268" y="78366"/>
                </a:lnTo>
                <a:lnTo>
                  <a:pt x="583390" y="76624"/>
                </a:lnTo>
                <a:lnTo>
                  <a:pt x="606029" y="63563"/>
                </a:lnTo>
                <a:lnTo>
                  <a:pt x="619961" y="33088"/>
                </a:lnTo>
                <a:lnTo>
                  <a:pt x="620831" y="17415"/>
                </a:lnTo>
                <a:lnTo>
                  <a:pt x="622573" y="10449"/>
                </a:lnTo>
                <a:lnTo>
                  <a:pt x="626056" y="5224"/>
                </a:lnTo>
                <a:lnTo>
                  <a:pt x="631280" y="1741"/>
                </a:lnTo>
                <a:lnTo>
                  <a:pt x="638246" y="0"/>
                </a:lnTo>
                <a:lnTo>
                  <a:pt x="644341" y="1741"/>
                </a:lnTo>
                <a:lnTo>
                  <a:pt x="648695" y="7837"/>
                </a:lnTo>
                <a:lnTo>
                  <a:pt x="653919" y="24380"/>
                </a:lnTo>
                <a:lnTo>
                  <a:pt x="660014" y="34829"/>
                </a:lnTo>
                <a:lnTo>
                  <a:pt x="668722" y="41795"/>
                </a:lnTo>
                <a:lnTo>
                  <a:pt x="680041" y="46149"/>
                </a:lnTo>
                <a:lnTo>
                  <a:pt x="690490" y="53985"/>
                </a:lnTo>
                <a:lnTo>
                  <a:pt x="706163" y="77495"/>
                </a:lnTo>
                <a:lnTo>
                  <a:pt x="716612" y="83590"/>
                </a:lnTo>
                <a:lnTo>
                  <a:pt x="721836" y="82719"/>
                </a:lnTo>
                <a:lnTo>
                  <a:pt x="728802" y="80107"/>
                </a:lnTo>
                <a:lnTo>
                  <a:pt x="734897" y="75754"/>
                </a:lnTo>
                <a:lnTo>
                  <a:pt x="739251" y="69658"/>
                </a:lnTo>
                <a:lnTo>
                  <a:pt x="742734" y="62693"/>
                </a:lnTo>
                <a:lnTo>
                  <a:pt x="744475" y="48761"/>
                </a:lnTo>
                <a:lnTo>
                  <a:pt x="746217" y="41795"/>
                </a:lnTo>
                <a:lnTo>
                  <a:pt x="755795" y="34829"/>
                </a:lnTo>
                <a:lnTo>
                  <a:pt x="772338" y="31346"/>
                </a:lnTo>
                <a:lnTo>
                  <a:pt x="789753" y="32217"/>
                </a:lnTo>
                <a:lnTo>
                  <a:pt x="800202" y="39183"/>
                </a:lnTo>
                <a:lnTo>
                  <a:pt x="803685" y="53985"/>
                </a:lnTo>
                <a:lnTo>
                  <a:pt x="803685" y="74883"/>
                </a:lnTo>
                <a:lnTo>
                  <a:pt x="808909" y="91427"/>
                </a:lnTo>
                <a:lnTo>
                  <a:pt x="814134" y="104488"/>
                </a:lnTo>
                <a:lnTo>
                  <a:pt x="816746" y="107971"/>
                </a:lnTo>
                <a:lnTo>
                  <a:pt x="821970" y="110583"/>
                </a:lnTo>
                <a:lnTo>
                  <a:pt x="839385" y="114936"/>
                </a:lnTo>
                <a:lnTo>
                  <a:pt x="862024" y="114936"/>
                </a:lnTo>
                <a:lnTo>
                  <a:pt x="924716" y="110583"/>
                </a:lnTo>
                <a:lnTo>
                  <a:pt x="956063" y="121032"/>
                </a:lnTo>
                <a:lnTo>
                  <a:pt x="1145011" y="129739"/>
                </a:lnTo>
                <a:lnTo>
                  <a:pt x="1151107" y="133222"/>
                </a:lnTo>
                <a:lnTo>
                  <a:pt x="1154590" y="138446"/>
                </a:lnTo>
                <a:lnTo>
                  <a:pt x="1156331" y="144541"/>
                </a:lnTo>
                <a:lnTo>
                  <a:pt x="1156331" y="160215"/>
                </a:lnTo>
                <a:lnTo>
                  <a:pt x="1167651" y="187207"/>
                </a:lnTo>
                <a:lnTo>
                  <a:pt x="1169392" y="197656"/>
                </a:lnTo>
                <a:lnTo>
                  <a:pt x="1171133" y="242063"/>
                </a:lnTo>
                <a:lnTo>
                  <a:pt x="1173746" y="263831"/>
                </a:lnTo>
                <a:lnTo>
                  <a:pt x="1176358" y="274280"/>
                </a:lnTo>
                <a:lnTo>
                  <a:pt x="1180711" y="282988"/>
                </a:lnTo>
                <a:lnTo>
                  <a:pt x="1186807" y="290824"/>
                </a:lnTo>
                <a:lnTo>
                  <a:pt x="1209446" y="300402"/>
                </a:lnTo>
                <a:lnTo>
                  <a:pt x="1213799" y="304756"/>
                </a:lnTo>
                <a:lnTo>
                  <a:pt x="1215541" y="309980"/>
                </a:lnTo>
                <a:lnTo>
                  <a:pt x="1218153" y="322171"/>
                </a:lnTo>
                <a:lnTo>
                  <a:pt x="1221636" y="327395"/>
                </a:lnTo>
                <a:lnTo>
                  <a:pt x="1232955" y="338714"/>
                </a:lnTo>
                <a:lnTo>
                  <a:pt x="1236438" y="343939"/>
                </a:lnTo>
                <a:lnTo>
                  <a:pt x="1240792" y="356129"/>
                </a:lnTo>
                <a:lnTo>
                  <a:pt x="1244275" y="360483"/>
                </a:lnTo>
                <a:lnTo>
                  <a:pt x="1249499" y="362224"/>
                </a:lnTo>
                <a:lnTo>
                  <a:pt x="1256465" y="361353"/>
                </a:lnTo>
                <a:lnTo>
                  <a:pt x="1282587" y="351775"/>
                </a:lnTo>
                <a:lnTo>
                  <a:pt x="1329606" y="349163"/>
                </a:lnTo>
                <a:lnTo>
                  <a:pt x="1338314" y="351775"/>
                </a:lnTo>
                <a:lnTo>
                  <a:pt x="1346150" y="358741"/>
                </a:lnTo>
                <a:lnTo>
                  <a:pt x="1356599" y="381380"/>
                </a:lnTo>
                <a:lnTo>
                  <a:pt x="1358341" y="383992"/>
                </a:lnTo>
                <a:lnTo>
                  <a:pt x="1371402" y="391829"/>
                </a:lnTo>
                <a:lnTo>
                  <a:pt x="1447155" y="390958"/>
                </a:lnTo>
                <a:lnTo>
                  <a:pt x="1459345" y="394441"/>
                </a:lnTo>
                <a:lnTo>
                  <a:pt x="1471536" y="404890"/>
                </a:lnTo>
                <a:lnTo>
                  <a:pt x="1480243" y="413597"/>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7" name="Freeform: Shape 46">
            <a:extLst>
              <a:ext uri="{FF2B5EF4-FFF2-40B4-BE49-F238E27FC236}">
                <a16:creationId xmlns:a16="http://schemas.microsoft.com/office/drawing/2014/main" id="{3094BAFF-4F84-8B95-6155-1314B87029A7}"/>
              </a:ext>
            </a:extLst>
          </p:cNvPr>
          <p:cNvSpPr>
            <a:spLocks noGrp="1"/>
          </p:cNvSpPr>
          <p:nvPr/>
        </p:nvSpPr>
        <p:spPr>
          <a:xfrm>
            <a:off x="6559625" y="2955319"/>
            <a:ext cx="843244" cy="1302484"/>
          </a:xfrm>
          <a:custGeom>
            <a:avLst/>
            <a:gdLst>
              <a:gd name="connsiteX0" fmla="*/ 734027 w 845479"/>
              <a:gd name="connsiteY0" fmla="*/ 53985 h 1293906"/>
              <a:gd name="connsiteX1" fmla="*/ 761019 w 845479"/>
              <a:gd name="connsiteY1" fmla="*/ 77495 h 1293906"/>
              <a:gd name="connsiteX2" fmla="*/ 781046 w 845479"/>
              <a:gd name="connsiteY2" fmla="*/ 105358 h 1293906"/>
              <a:gd name="connsiteX3" fmla="*/ 784529 w 845479"/>
              <a:gd name="connsiteY3" fmla="*/ 112324 h 1293906"/>
              <a:gd name="connsiteX4" fmla="*/ 788011 w 845479"/>
              <a:gd name="connsiteY4" fmla="*/ 125385 h 1293906"/>
              <a:gd name="connsiteX5" fmla="*/ 789753 w 845479"/>
              <a:gd name="connsiteY5" fmla="*/ 133222 h 1293906"/>
              <a:gd name="connsiteX6" fmla="*/ 790624 w 845479"/>
              <a:gd name="connsiteY6" fmla="*/ 147154 h 1293906"/>
              <a:gd name="connsiteX7" fmla="*/ 806297 w 845479"/>
              <a:gd name="connsiteY7" fmla="*/ 164568 h 1293906"/>
              <a:gd name="connsiteX8" fmla="*/ 801943 w 845479"/>
              <a:gd name="connsiteY8" fmla="*/ 171534 h 1293906"/>
              <a:gd name="connsiteX9" fmla="*/ 797590 w 845479"/>
              <a:gd name="connsiteY9" fmla="*/ 174146 h 1293906"/>
              <a:gd name="connsiteX10" fmla="*/ 791495 w 845479"/>
              <a:gd name="connsiteY10" fmla="*/ 175017 h 1293906"/>
              <a:gd name="connsiteX11" fmla="*/ 779304 w 845479"/>
              <a:gd name="connsiteY11" fmla="*/ 175888 h 1293906"/>
              <a:gd name="connsiteX12" fmla="*/ 778434 w 845479"/>
              <a:gd name="connsiteY12" fmla="*/ 198527 h 1293906"/>
              <a:gd name="connsiteX13" fmla="*/ 779304 w 845479"/>
              <a:gd name="connsiteY13" fmla="*/ 212458 h 1293906"/>
              <a:gd name="connsiteX14" fmla="*/ 781046 w 845479"/>
              <a:gd name="connsiteY14" fmla="*/ 221166 h 1293906"/>
              <a:gd name="connsiteX15" fmla="*/ 784529 w 845479"/>
              <a:gd name="connsiteY15" fmla="*/ 229002 h 1293906"/>
              <a:gd name="connsiteX16" fmla="*/ 794978 w 845479"/>
              <a:gd name="connsiteY16" fmla="*/ 243805 h 1293906"/>
              <a:gd name="connsiteX17" fmla="*/ 825453 w 845479"/>
              <a:gd name="connsiteY17" fmla="*/ 276892 h 1293906"/>
              <a:gd name="connsiteX18" fmla="*/ 831548 w 845479"/>
              <a:gd name="connsiteY18" fmla="*/ 286471 h 1293906"/>
              <a:gd name="connsiteX19" fmla="*/ 837643 w 845479"/>
              <a:gd name="connsiteY19" fmla="*/ 300402 h 1293906"/>
              <a:gd name="connsiteX20" fmla="*/ 821970 w 845479"/>
              <a:gd name="connsiteY20" fmla="*/ 316946 h 1293906"/>
              <a:gd name="connsiteX21" fmla="*/ 821100 w 845479"/>
              <a:gd name="connsiteY21" fmla="*/ 360483 h 1293906"/>
              <a:gd name="connsiteX22" fmla="*/ 820229 w 845479"/>
              <a:gd name="connsiteY22" fmla="*/ 374414 h 1293906"/>
              <a:gd name="connsiteX23" fmla="*/ 819358 w 845479"/>
              <a:gd name="connsiteY23" fmla="*/ 383122 h 1293906"/>
              <a:gd name="connsiteX24" fmla="*/ 813263 w 845479"/>
              <a:gd name="connsiteY24" fmla="*/ 405761 h 1293906"/>
              <a:gd name="connsiteX25" fmla="*/ 806297 w 845479"/>
              <a:gd name="connsiteY25" fmla="*/ 418822 h 1293906"/>
              <a:gd name="connsiteX26" fmla="*/ 800202 w 845479"/>
              <a:gd name="connsiteY26" fmla="*/ 434495 h 1293906"/>
              <a:gd name="connsiteX27" fmla="*/ 795848 w 845479"/>
              <a:gd name="connsiteY27" fmla="*/ 461487 h 1293906"/>
              <a:gd name="connsiteX28" fmla="*/ 788882 w 845479"/>
              <a:gd name="connsiteY28" fmla="*/ 489351 h 1293906"/>
              <a:gd name="connsiteX29" fmla="*/ 785399 w 845479"/>
              <a:gd name="connsiteY29" fmla="*/ 520697 h 1293906"/>
              <a:gd name="connsiteX30" fmla="*/ 780175 w 845479"/>
              <a:gd name="connsiteY30" fmla="*/ 541595 h 1293906"/>
              <a:gd name="connsiteX31" fmla="*/ 767114 w 845479"/>
              <a:gd name="connsiteY31" fmla="*/ 534629 h 1293906"/>
              <a:gd name="connsiteX32" fmla="*/ 760148 w 845479"/>
              <a:gd name="connsiteY32" fmla="*/ 532017 h 1293906"/>
              <a:gd name="connsiteX33" fmla="*/ 748829 w 845479"/>
              <a:gd name="connsiteY33" fmla="*/ 530275 h 1293906"/>
              <a:gd name="connsiteX34" fmla="*/ 741863 w 845479"/>
              <a:gd name="connsiteY34" fmla="*/ 531146 h 1293906"/>
              <a:gd name="connsiteX35" fmla="*/ 732285 w 845479"/>
              <a:gd name="connsiteY35" fmla="*/ 535500 h 1293906"/>
              <a:gd name="connsiteX36" fmla="*/ 716612 w 845479"/>
              <a:gd name="connsiteY36" fmla="*/ 551173 h 1293906"/>
              <a:gd name="connsiteX37" fmla="*/ 677429 w 845479"/>
              <a:gd name="connsiteY37" fmla="*/ 538983 h 1293906"/>
              <a:gd name="connsiteX38" fmla="*/ 667851 w 845479"/>
              <a:gd name="connsiteY38" fmla="*/ 534629 h 1293906"/>
              <a:gd name="connsiteX39" fmla="*/ 656531 w 845479"/>
              <a:gd name="connsiteY39" fmla="*/ 545078 h 1293906"/>
              <a:gd name="connsiteX40" fmla="*/ 639987 w 845479"/>
              <a:gd name="connsiteY40" fmla="*/ 567717 h 1293906"/>
              <a:gd name="connsiteX41" fmla="*/ 639987 w 845479"/>
              <a:gd name="connsiteY41" fmla="*/ 590356 h 1293906"/>
              <a:gd name="connsiteX42" fmla="*/ 689619 w 845479"/>
              <a:gd name="connsiteY42" fmla="*/ 604287 h 1293906"/>
              <a:gd name="connsiteX43" fmla="*/ 705292 w 845479"/>
              <a:gd name="connsiteY43" fmla="*/ 606900 h 1293906"/>
              <a:gd name="connsiteX44" fmla="*/ 720966 w 845479"/>
              <a:gd name="connsiteY44" fmla="*/ 613865 h 1293906"/>
              <a:gd name="connsiteX45" fmla="*/ 730543 w 845479"/>
              <a:gd name="connsiteY45" fmla="*/ 620831 h 1293906"/>
              <a:gd name="connsiteX46" fmla="*/ 741863 w 845479"/>
              <a:gd name="connsiteY46" fmla="*/ 626056 h 1293906"/>
              <a:gd name="connsiteX47" fmla="*/ 754053 w 845479"/>
              <a:gd name="connsiteY47" fmla="*/ 638246 h 1293906"/>
              <a:gd name="connsiteX48" fmla="*/ 767114 w 845479"/>
              <a:gd name="connsiteY48" fmla="*/ 649565 h 1293906"/>
              <a:gd name="connsiteX49" fmla="*/ 775821 w 845479"/>
              <a:gd name="connsiteY49" fmla="*/ 660885 h 1293906"/>
              <a:gd name="connsiteX50" fmla="*/ 786270 w 845479"/>
              <a:gd name="connsiteY50" fmla="*/ 671334 h 1293906"/>
              <a:gd name="connsiteX51" fmla="*/ 782787 w 845479"/>
              <a:gd name="connsiteY51" fmla="*/ 679170 h 1293906"/>
              <a:gd name="connsiteX52" fmla="*/ 779304 w 845479"/>
              <a:gd name="connsiteY52" fmla="*/ 683524 h 1293906"/>
              <a:gd name="connsiteX53" fmla="*/ 781917 w 845479"/>
              <a:gd name="connsiteY53" fmla="*/ 686136 h 1293906"/>
              <a:gd name="connsiteX54" fmla="*/ 777563 w 845479"/>
              <a:gd name="connsiteY54" fmla="*/ 693102 h 1293906"/>
              <a:gd name="connsiteX55" fmla="*/ 780175 w 845479"/>
              <a:gd name="connsiteY55" fmla="*/ 721836 h 1293906"/>
              <a:gd name="connsiteX56" fmla="*/ 782787 w 845479"/>
              <a:gd name="connsiteY56" fmla="*/ 738380 h 1293906"/>
              <a:gd name="connsiteX57" fmla="*/ 785399 w 845479"/>
              <a:gd name="connsiteY57" fmla="*/ 774080 h 1293906"/>
              <a:gd name="connsiteX58" fmla="*/ 785399 w 845479"/>
              <a:gd name="connsiteY58" fmla="*/ 805426 h 1293906"/>
              <a:gd name="connsiteX59" fmla="*/ 784529 w 845479"/>
              <a:gd name="connsiteY59" fmla="*/ 822841 h 1293906"/>
              <a:gd name="connsiteX60" fmla="*/ 779304 w 845479"/>
              <a:gd name="connsiteY60" fmla="*/ 841126 h 1293906"/>
              <a:gd name="connsiteX61" fmla="*/ 774080 w 845479"/>
              <a:gd name="connsiteY61" fmla="*/ 849834 h 1293906"/>
              <a:gd name="connsiteX62" fmla="*/ 759277 w 845479"/>
              <a:gd name="connsiteY62" fmla="*/ 860282 h 1293906"/>
              <a:gd name="connsiteX63" fmla="*/ 747958 w 845479"/>
              <a:gd name="connsiteY63" fmla="*/ 871602 h 1293906"/>
              <a:gd name="connsiteX64" fmla="*/ 738380 w 845479"/>
              <a:gd name="connsiteY64" fmla="*/ 889016 h 1293906"/>
              <a:gd name="connsiteX65" fmla="*/ 732285 w 845479"/>
              <a:gd name="connsiteY65" fmla="*/ 908172 h 1293906"/>
              <a:gd name="connsiteX66" fmla="*/ 728802 w 845479"/>
              <a:gd name="connsiteY66" fmla="*/ 916009 h 1293906"/>
              <a:gd name="connsiteX67" fmla="*/ 717482 w 845479"/>
              <a:gd name="connsiteY67" fmla="*/ 934294 h 1293906"/>
              <a:gd name="connsiteX68" fmla="*/ 729673 w 845479"/>
              <a:gd name="connsiteY68" fmla="*/ 947355 h 1293906"/>
              <a:gd name="connsiteX69" fmla="*/ 741863 w 845479"/>
              <a:gd name="connsiteY69" fmla="*/ 967382 h 1293906"/>
              <a:gd name="connsiteX70" fmla="*/ 744475 w 845479"/>
              <a:gd name="connsiteY70" fmla="*/ 976090 h 1293906"/>
              <a:gd name="connsiteX71" fmla="*/ 746216 w 845479"/>
              <a:gd name="connsiteY71" fmla="*/ 997858 h 1293906"/>
              <a:gd name="connsiteX72" fmla="*/ 757536 w 845479"/>
              <a:gd name="connsiteY72" fmla="*/ 1004824 h 1293906"/>
              <a:gd name="connsiteX73" fmla="*/ 773209 w 845479"/>
              <a:gd name="connsiteY73" fmla="*/ 1010919 h 1293906"/>
              <a:gd name="connsiteX74" fmla="*/ 788882 w 845479"/>
              <a:gd name="connsiteY74" fmla="*/ 1013531 h 1293906"/>
              <a:gd name="connsiteX75" fmla="*/ 817616 w 845479"/>
              <a:gd name="connsiteY75" fmla="*/ 1014402 h 1293906"/>
              <a:gd name="connsiteX76" fmla="*/ 822841 w 845479"/>
              <a:gd name="connsiteY76" fmla="*/ 1011790 h 1293906"/>
              <a:gd name="connsiteX77" fmla="*/ 826324 w 845479"/>
              <a:gd name="connsiteY77" fmla="*/ 1012660 h 1293906"/>
              <a:gd name="connsiteX78" fmla="*/ 829807 w 845479"/>
              <a:gd name="connsiteY78" fmla="*/ 1015272 h 1293906"/>
              <a:gd name="connsiteX79" fmla="*/ 831548 w 845479"/>
              <a:gd name="connsiteY79" fmla="*/ 1019626 h 1293906"/>
              <a:gd name="connsiteX80" fmla="*/ 832419 w 845479"/>
              <a:gd name="connsiteY80" fmla="*/ 1029204 h 1293906"/>
              <a:gd name="connsiteX81" fmla="*/ 826324 w 845479"/>
              <a:gd name="connsiteY81" fmla="*/ 1035299 h 1293906"/>
              <a:gd name="connsiteX82" fmla="*/ 827194 w 845479"/>
              <a:gd name="connsiteY82" fmla="*/ 1055326 h 1293906"/>
              <a:gd name="connsiteX83" fmla="*/ 828936 w 845479"/>
              <a:gd name="connsiteY83" fmla="*/ 1066646 h 1293906"/>
              <a:gd name="connsiteX84" fmla="*/ 839385 w 845479"/>
              <a:gd name="connsiteY84" fmla="*/ 1111053 h 1293906"/>
              <a:gd name="connsiteX85" fmla="*/ 845480 w 845479"/>
              <a:gd name="connsiteY85" fmla="*/ 1129338 h 1293906"/>
              <a:gd name="connsiteX86" fmla="*/ 817616 w 845479"/>
              <a:gd name="connsiteY86" fmla="*/ 1131950 h 1293906"/>
              <a:gd name="connsiteX87" fmla="*/ 782787 w 845479"/>
              <a:gd name="connsiteY87" fmla="*/ 1132821 h 1293906"/>
              <a:gd name="connsiteX88" fmla="*/ 778434 w 845479"/>
              <a:gd name="connsiteY88" fmla="*/ 1141528 h 1293906"/>
              <a:gd name="connsiteX89" fmla="*/ 771468 w 845479"/>
              <a:gd name="connsiteY89" fmla="*/ 1153719 h 1293906"/>
              <a:gd name="connsiteX90" fmla="*/ 749700 w 845479"/>
              <a:gd name="connsiteY90" fmla="*/ 1153719 h 1293906"/>
              <a:gd name="connsiteX91" fmla="*/ 735768 w 845479"/>
              <a:gd name="connsiteY91" fmla="*/ 1154589 h 1293906"/>
              <a:gd name="connsiteX92" fmla="*/ 728802 w 845479"/>
              <a:gd name="connsiteY92" fmla="*/ 1156331 h 1293906"/>
              <a:gd name="connsiteX93" fmla="*/ 716612 w 845479"/>
              <a:gd name="connsiteY93" fmla="*/ 1160685 h 1293906"/>
              <a:gd name="connsiteX94" fmla="*/ 681782 w 845479"/>
              <a:gd name="connsiteY94" fmla="*/ 1184194 h 1293906"/>
              <a:gd name="connsiteX95" fmla="*/ 671334 w 845479"/>
              <a:gd name="connsiteY95" fmla="*/ 1195514 h 1293906"/>
              <a:gd name="connsiteX96" fmla="*/ 658273 w 845479"/>
              <a:gd name="connsiteY96" fmla="*/ 1206833 h 1293906"/>
              <a:gd name="connsiteX97" fmla="*/ 663497 w 845479"/>
              <a:gd name="connsiteY97" fmla="*/ 1221636 h 1293906"/>
              <a:gd name="connsiteX98" fmla="*/ 666109 w 845479"/>
              <a:gd name="connsiteY98" fmla="*/ 1226860 h 1293906"/>
              <a:gd name="connsiteX99" fmla="*/ 669592 w 845479"/>
              <a:gd name="connsiteY99" fmla="*/ 1232084 h 1293906"/>
              <a:gd name="connsiteX100" fmla="*/ 675687 w 845479"/>
              <a:gd name="connsiteY100" fmla="*/ 1237309 h 1293906"/>
              <a:gd name="connsiteX101" fmla="*/ 683524 w 845479"/>
              <a:gd name="connsiteY101" fmla="*/ 1246887 h 1293906"/>
              <a:gd name="connsiteX102" fmla="*/ 686136 w 845479"/>
              <a:gd name="connsiteY102" fmla="*/ 1251241 h 1293906"/>
              <a:gd name="connsiteX103" fmla="*/ 687007 w 845479"/>
              <a:gd name="connsiteY103" fmla="*/ 1256465 h 1293906"/>
              <a:gd name="connsiteX104" fmla="*/ 686136 w 845479"/>
              <a:gd name="connsiteY104" fmla="*/ 1261689 h 1293906"/>
              <a:gd name="connsiteX105" fmla="*/ 680041 w 845479"/>
              <a:gd name="connsiteY105" fmla="*/ 1274750 h 1293906"/>
              <a:gd name="connsiteX106" fmla="*/ 660014 w 845479"/>
              <a:gd name="connsiteY106" fmla="*/ 1280845 h 1293906"/>
              <a:gd name="connsiteX107" fmla="*/ 626926 w 845479"/>
              <a:gd name="connsiteY107" fmla="*/ 1287811 h 1293906"/>
              <a:gd name="connsiteX108" fmla="*/ 603417 w 845479"/>
              <a:gd name="connsiteY108" fmla="*/ 1290424 h 1293906"/>
              <a:gd name="connsiteX109" fmla="*/ 597322 w 845479"/>
              <a:gd name="connsiteY109" fmla="*/ 1290424 h 1293906"/>
              <a:gd name="connsiteX110" fmla="*/ 588614 w 845479"/>
              <a:gd name="connsiteY110" fmla="*/ 1288682 h 1293906"/>
              <a:gd name="connsiteX111" fmla="*/ 581648 w 845479"/>
              <a:gd name="connsiteY111" fmla="*/ 1287811 h 1293906"/>
              <a:gd name="connsiteX112" fmla="*/ 572941 w 845479"/>
              <a:gd name="connsiteY112" fmla="*/ 1289553 h 1293906"/>
              <a:gd name="connsiteX113" fmla="*/ 552914 w 845479"/>
              <a:gd name="connsiteY113" fmla="*/ 1293906 h 1293906"/>
              <a:gd name="connsiteX114" fmla="*/ 551173 w 845479"/>
              <a:gd name="connsiteY114" fmla="*/ 1277363 h 1293906"/>
              <a:gd name="connsiteX115" fmla="*/ 548561 w 845479"/>
              <a:gd name="connsiteY115" fmla="*/ 1258206 h 1293906"/>
              <a:gd name="connsiteX116" fmla="*/ 530275 w 845479"/>
              <a:gd name="connsiteY116" fmla="*/ 1239921 h 1293906"/>
              <a:gd name="connsiteX117" fmla="*/ 518085 w 845479"/>
              <a:gd name="connsiteY117" fmla="*/ 1231214 h 1293906"/>
              <a:gd name="connsiteX118" fmla="*/ 501541 w 845479"/>
              <a:gd name="connsiteY118" fmla="*/ 1215541 h 1293906"/>
              <a:gd name="connsiteX119" fmla="*/ 489351 w 845479"/>
              <a:gd name="connsiteY119" fmla="*/ 1206833 h 1293906"/>
              <a:gd name="connsiteX120" fmla="*/ 478031 w 845479"/>
              <a:gd name="connsiteY120" fmla="*/ 1196385 h 1293906"/>
              <a:gd name="connsiteX121" fmla="*/ 469324 w 845479"/>
              <a:gd name="connsiteY121" fmla="*/ 1183324 h 1293906"/>
              <a:gd name="connsiteX122" fmla="*/ 462358 w 845479"/>
              <a:gd name="connsiteY122" fmla="*/ 1175487 h 1293906"/>
              <a:gd name="connsiteX123" fmla="*/ 453651 w 845479"/>
              <a:gd name="connsiteY123" fmla="*/ 1160685 h 1293906"/>
              <a:gd name="connsiteX124" fmla="*/ 447556 w 845479"/>
              <a:gd name="connsiteY124" fmla="*/ 1146753 h 1293906"/>
              <a:gd name="connsiteX125" fmla="*/ 439719 w 845479"/>
              <a:gd name="connsiteY125" fmla="*/ 1131950 h 1293906"/>
              <a:gd name="connsiteX126" fmla="*/ 425787 w 845479"/>
              <a:gd name="connsiteY126" fmla="*/ 1114536 h 1293906"/>
              <a:gd name="connsiteX127" fmla="*/ 419692 w 845479"/>
              <a:gd name="connsiteY127" fmla="*/ 1109311 h 1293906"/>
              <a:gd name="connsiteX128" fmla="*/ 413597 w 845479"/>
              <a:gd name="connsiteY128" fmla="*/ 1106699 h 1293906"/>
              <a:gd name="connsiteX129" fmla="*/ 407502 w 845479"/>
              <a:gd name="connsiteY129" fmla="*/ 1104958 h 1293906"/>
              <a:gd name="connsiteX130" fmla="*/ 394441 w 845479"/>
              <a:gd name="connsiteY130" fmla="*/ 1104958 h 1293906"/>
              <a:gd name="connsiteX131" fmla="*/ 388346 w 845479"/>
              <a:gd name="connsiteY131" fmla="*/ 1093638 h 1293906"/>
              <a:gd name="connsiteX132" fmla="*/ 378768 w 845479"/>
              <a:gd name="connsiteY132" fmla="*/ 1073611 h 1293906"/>
              <a:gd name="connsiteX133" fmla="*/ 377026 w 845479"/>
              <a:gd name="connsiteY133" fmla="*/ 1067516 h 1293906"/>
              <a:gd name="connsiteX134" fmla="*/ 373544 w 845479"/>
              <a:gd name="connsiteY134" fmla="*/ 1056197 h 1293906"/>
              <a:gd name="connsiteX135" fmla="*/ 339585 w 845479"/>
              <a:gd name="connsiteY135" fmla="*/ 1040524 h 1293906"/>
              <a:gd name="connsiteX136" fmla="*/ 334361 w 845479"/>
              <a:gd name="connsiteY136" fmla="*/ 1037041 h 1293906"/>
              <a:gd name="connsiteX137" fmla="*/ 330007 w 845479"/>
              <a:gd name="connsiteY137" fmla="*/ 1031816 h 1293906"/>
              <a:gd name="connsiteX138" fmla="*/ 327395 w 845479"/>
              <a:gd name="connsiteY138" fmla="*/ 1021368 h 1293906"/>
              <a:gd name="connsiteX139" fmla="*/ 324783 w 845479"/>
              <a:gd name="connsiteY139" fmla="*/ 991763 h 1293906"/>
              <a:gd name="connsiteX140" fmla="*/ 321300 w 845479"/>
              <a:gd name="connsiteY140" fmla="*/ 970865 h 1293906"/>
              <a:gd name="connsiteX141" fmla="*/ 317817 w 845479"/>
              <a:gd name="connsiteY141" fmla="*/ 961287 h 1293906"/>
              <a:gd name="connsiteX142" fmla="*/ 309980 w 845479"/>
              <a:gd name="connsiteY142" fmla="*/ 947355 h 1293906"/>
              <a:gd name="connsiteX143" fmla="*/ 303014 w 845479"/>
              <a:gd name="connsiteY143" fmla="*/ 936036 h 1293906"/>
              <a:gd name="connsiteX144" fmla="*/ 296919 w 845479"/>
              <a:gd name="connsiteY144" fmla="*/ 922975 h 1293906"/>
              <a:gd name="connsiteX145" fmla="*/ 282988 w 845479"/>
              <a:gd name="connsiteY145" fmla="*/ 903819 h 1293906"/>
              <a:gd name="connsiteX146" fmla="*/ 270797 w 845479"/>
              <a:gd name="connsiteY146" fmla="*/ 890758 h 1293906"/>
              <a:gd name="connsiteX147" fmla="*/ 254253 w 845479"/>
              <a:gd name="connsiteY147" fmla="*/ 889016 h 1293906"/>
              <a:gd name="connsiteX148" fmla="*/ 241192 w 845479"/>
              <a:gd name="connsiteY148" fmla="*/ 889016 h 1293906"/>
              <a:gd name="connsiteX149" fmla="*/ 229002 w 845479"/>
              <a:gd name="connsiteY149" fmla="*/ 884663 h 1293906"/>
              <a:gd name="connsiteX150" fmla="*/ 211588 w 845479"/>
              <a:gd name="connsiteY150" fmla="*/ 871602 h 1293906"/>
              <a:gd name="connsiteX151" fmla="*/ 199397 w 845479"/>
              <a:gd name="connsiteY151" fmla="*/ 858541 h 1293906"/>
              <a:gd name="connsiteX152" fmla="*/ 195915 w 845479"/>
              <a:gd name="connsiteY152" fmla="*/ 835031 h 1293906"/>
              <a:gd name="connsiteX153" fmla="*/ 192432 w 845479"/>
              <a:gd name="connsiteY153" fmla="*/ 825453 h 1293906"/>
              <a:gd name="connsiteX154" fmla="*/ 185466 w 845479"/>
              <a:gd name="connsiteY154" fmla="*/ 816746 h 1293906"/>
              <a:gd name="connsiteX155" fmla="*/ 172405 w 845479"/>
              <a:gd name="connsiteY155" fmla="*/ 807168 h 1293906"/>
              <a:gd name="connsiteX156" fmla="*/ 168051 w 845479"/>
              <a:gd name="connsiteY156" fmla="*/ 802814 h 1293906"/>
              <a:gd name="connsiteX157" fmla="*/ 163697 w 845479"/>
              <a:gd name="connsiteY157" fmla="*/ 797590 h 1293906"/>
              <a:gd name="connsiteX158" fmla="*/ 161956 w 845479"/>
              <a:gd name="connsiteY158" fmla="*/ 791495 h 1293906"/>
              <a:gd name="connsiteX159" fmla="*/ 159344 w 845479"/>
              <a:gd name="connsiteY159" fmla="*/ 782787 h 1293906"/>
              <a:gd name="connsiteX160" fmla="*/ 160214 w 845479"/>
              <a:gd name="connsiteY160" fmla="*/ 771468 h 1293906"/>
              <a:gd name="connsiteX161" fmla="*/ 160214 w 845479"/>
              <a:gd name="connsiteY161" fmla="*/ 764502 h 1293906"/>
              <a:gd name="connsiteX162" fmla="*/ 153249 w 845479"/>
              <a:gd name="connsiteY162" fmla="*/ 717482 h 1293906"/>
              <a:gd name="connsiteX163" fmla="*/ 142800 w 845479"/>
              <a:gd name="connsiteY163" fmla="*/ 680912 h 1293906"/>
              <a:gd name="connsiteX164" fmla="*/ 134963 w 845479"/>
              <a:gd name="connsiteY164" fmla="*/ 662626 h 1293906"/>
              <a:gd name="connsiteX165" fmla="*/ 123644 w 845479"/>
              <a:gd name="connsiteY165" fmla="*/ 668721 h 1293906"/>
              <a:gd name="connsiteX166" fmla="*/ 113195 w 845479"/>
              <a:gd name="connsiteY166" fmla="*/ 676558 h 1293906"/>
              <a:gd name="connsiteX167" fmla="*/ 104488 w 845479"/>
              <a:gd name="connsiteY167" fmla="*/ 679170 h 1293906"/>
              <a:gd name="connsiteX168" fmla="*/ 98393 w 845479"/>
              <a:gd name="connsiteY168" fmla="*/ 678300 h 1293906"/>
              <a:gd name="connsiteX169" fmla="*/ 93168 w 845479"/>
              <a:gd name="connsiteY169" fmla="*/ 676558 h 1293906"/>
              <a:gd name="connsiteX170" fmla="*/ 88814 w 845479"/>
              <a:gd name="connsiteY170" fmla="*/ 673075 h 1293906"/>
              <a:gd name="connsiteX171" fmla="*/ 86202 w 845479"/>
              <a:gd name="connsiteY171" fmla="*/ 668721 h 1293906"/>
              <a:gd name="connsiteX172" fmla="*/ 83590 w 845479"/>
              <a:gd name="connsiteY172" fmla="*/ 660014 h 1293906"/>
              <a:gd name="connsiteX173" fmla="*/ 80107 w 845479"/>
              <a:gd name="connsiteY173" fmla="*/ 654790 h 1293906"/>
              <a:gd name="connsiteX174" fmla="*/ 73141 w 845479"/>
              <a:gd name="connsiteY174" fmla="*/ 646953 h 1293906"/>
              <a:gd name="connsiteX175" fmla="*/ 67046 w 845479"/>
              <a:gd name="connsiteY175" fmla="*/ 642600 h 1293906"/>
              <a:gd name="connsiteX176" fmla="*/ 57468 w 845479"/>
              <a:gd name="connsiteY176" fmla="*/ 639987 h 1293906"/>
              <a:gd name="connsiteX177" fmla="*/ 47019 w 845479"/>
              <a:gd name="connsiteY177" fmla="*/ 639117 h 1293906"/>
              <a:gd name="connsiteX178" fmla="*/ 33958 w 845479"/>
              <a:gd name="connsiteY178" fmla="*/ 630409 h 1293906"/>
              <a:gd name="connsiteX179" fmla="*/ 22639 w 845479"/>
              <a:gd name="connsiteY179" fmla="*/ 619961 h 1293906"/>
              <a:gd name="connsiteX180" fmla="*/ 13061 w 845479"/>
              <a:gd name="connsiteY180" fmla="*/ 607770 h 1293906"/>
              <a:gd name="connsiteX181" fmla="*/ 9578 w 845479"/>
              <a:gd name="connsiteY181" fmla="*/ 599934 h 1293906"/>
              <a:gd name="connsiteX182" fmla="*/ 6095 w 845479"/>
              <a:gd name="connsiteY182" fmla="*/ 585131 h 1293906"/>
              <a:gd name="connsiteX183" fmla="*/ 871 w 845479"/>
              <a:gd name="connsiteY183" fmla="*/ 555526 h 1293906"/>
              <a:gd name="connsiteX184" fmla="*/ 0 w 845479"/>
              <a:gd name="connsiteY184" fmla="*/ 545078 h 1293906"/>
              <a:gd name="connsiteX185" fmla="*/ 871 w 845479"/>
              <a:gd name="connsiteY185" fmla="*/ 538112 h 1293906"/>
              <a:gd name="connsiteX186" fmla="*/ 2612 w 845479"/>
              <a:gd name="connsiteY186" fmla="*/ 531146 h 1293906"/>
              <a:gd name="connsiteX187" fmla="*/ 12190 w 845479"/>
              <a:gd name="connsiteY187" fmla="*/ 505024 h 1293906"/>
              <a:gd name="connsiteX188" fmla="*/ 16544 w 845479"/>
              <a:gd name="connsiteY188" fmla="*/ 498929 h 1293906"/>
              <a:gd name="connsiteX189" fmla="*/ 25251 w 845479"/>
              <a:gd name="connsiteY189" fmla="*/ 488480 h 1293906"/>
              <a:gd name="connsiteX190" fmla="*/ 36571 w 845479"/>
              <a:gd name="connsiteY190" fmla="*/ 486739 h 1293906"/>
              <a:gd name="connsiteX191" fmla="*/ 40924 w 845479"/>
              <a:gd name="connsiteY191" fmla="*/ 484997 h 1293906"/>
              <a:gd name="connsiteX192" fmla="*/ 47019 w 845479"/>
              <a:gd name="connsiteY192" fmla="*/ 481514 h 1293906"/>
              <a:gd name="connsiteX193" fmla="*/ 53985 w 845479"/>
              <a:gd name="connsiteY193" fmla="*/ 473678 h 1293906"/>
              <a:gd name="connsiteX194" fmla="*/ 57468 w 845479"/>
              <a:gd name="connsiteY194" fmla="*/ 467583 h 1293906"/>
              <a:gd name="connsiteX195" fmla="*/ 59210 w 845479"/>
              <a:gd name="connsiteY195" fmla="*/ 461487 h 1293906"/>
              <a:gd name="connsiteX196" fmla="*/ 72271 w 845479"/>
              <a:gd name="connsiteY196" fmla="*/ 451909 h 1293906"/>
              <a:gd name="connsiteX197" fmla="*/ 82719 w 845479"/>
              <a:gd name="connsiteY197" fmla="*/ 439719 h 1293906"/>
              <a:gd name="connsiteX198" fmla="*/ 87944 w 845479"/>
              <a:gd name="connsiteY198" fmla="*/ 434495 h 1293906"/>
              <a:gd name="connsiteX199" fmla="*/ 94039 w 845479"/>
              <a:gd name="connsiteY199" fmla="*/ 430141 h 1293906"/>
              <a:gd name="connsiteX200" fmla="*/ 109712 w 845479"/>
              <a:gd name="connsiteY200" fmla="*/ 424046 h 1293906"/>
              <a:gd name="connsiteX201" fmla="*/ 128868 w 845479"/>
              <a:gd name="connsiteY201" fmla="*/ 418822 h 1293906"/>
              <a:gd name="connsiteX202" fmla="*/ 142800 w 845479"/>
              <a:gd name="connsiteY202" fmla="*/ 414468 h 1293906"/>
              <a:gd name="connsiteX203" fmla="*/ 154119 w 845479"/>
              <a:gd name="connsiteY203" fmla="*/ 413597 h 1293906"/>
              <a:gd name="connsiteX204" fmla="*/ 175017 w 845479"/>
              <a:gd name="connsiteY204" fmla="*/ 405761 h 1293906"/>
              <a:gd name="connsiteX205" fmla="*/ 188078 w 845479"/>
              <a:gd name="connsiteY205" fmla="*/ 400536 h 1293906"/>
              <a:gd name="connsiteX206" fmla="*/ 192432 w 845479"/>
              <a:gd name="connsiteY206" fmla="*/ 397053 h 1293906"/>
              <a:gd name="connsiteX207" fmla="*/ 204622 w 845479"/>
              <a:gd name="connsiteY207" fmla="*/ 386605 h 1293906"/>
              <a:gd name="connsiteX208" fmla="*/ 215070 w 845479"/>
              <a:gd name="connsiteY208" fmla="*/ 374414 h 1293906"/>
              <a:gd name="connsiteX209" fmla="*/ 218554 w 845479"/>
              <a:gd name="connsiteY209" fmla="*/ 369190 h 1293906"/>
              <a:gd name="connsiteX210" fmla="*/ 226390 w 845479"/>
              <a:gd name="connsiteY210" fmla="*/ 354388 h 1293906"/>
              <a:gd name="connsiteX211" fmla="*/ 235097 w 845479"/>
              <a:gd name="connsiteY211" fmla="*/ 330007 h 1293906"/>
              <a:gd name="connsiteX212" fmla="*/ 240322 w 845479"/>
              <a:gd name="connsiteY212" fmla="*/ 322171 h 1293906"/>
              <a:gd name="connsiteX213" fmla="*/ 245546 w 845479"/>
              <a:gd name="connsiteY213" fmla="*/ 319558 h 1293906"/>
              <a:gd name="connsiteX214" fmla="*/ 250770 w 845479"/>
              <a:gd name="connsiteY214" fmla="*/ 317817 h 1293906"/>
              <a:gd name="connsiteX215" fmla="*/ 255995 w 845479"/>
              <a:gd name="connsiteY215" fmla="*/ 318688 h 1293906"/>
              <a:gd name="connsiteX216" fmla="*/ 270797 w 845479"/>
              <a:gd name="connsiteY216" fmla="*/ 321300 h 1293906"/>
              <a:gd name="connsiteX217" fmla="*/ 280375 w 845479"/>
              <a:gd name="connsiteY217" fmla="*/ 320429 h 1293906"/>
              <a:gd name="connsiteX218" fmla="*/ 289083 w 845479"/>
              <a:gd name="connsiteY218" fmla="*/ 315205 h 1293906"/>
              <a:gd name="connsiteX219" fmla="*/ 311722 w 845479"/>
              <a:gd name="connsiteY219" fmla="*/ 297790 h 1293906"/>
              <a:gd name="connsiteX220" fmla="*/ 302144 w 845479"/>
              <a:gd name="connsiteY220" fmla="*/ 286471 h 1293906"/>
              <a:gd name="connsiteX221" fmla="*/ 294307 w 845479"/>
              <a:gd name="connsiteY221" fmla="*/ 279505 h 1293906"/>
              <a:gd name="connsiteX222" fmla="*/ 272539 w 845479"/>
              <a:gd name="connsiteY222" fmla="*/ 267314 h 1293906"/>
              <a:gd name="connsiteX223" fmla="*/ 250770 w 845479"/>
              <a:gd name="connsiteY223" fmla="*/ 256866 h 1293906"/>
              <a:gd name="connsiteX224" fmla="*/ 230744 w 845479"/>
              <a:gd name="connsiteY224" fmla="*/ 250771 h 1293906"/>
              <a:gd name="connsiteX225" fmla="*/ 195915 w 845479"/>
              <a:gd name="connsiteY225" fmla="*/ 234227 h 1293906"/>
              <a:gd name="connsiteX226" fmla="*/ 174146 w 845479"/>
              <a:gd name="connsiteY226" fmla="*/ 227261 h 1293906"/>
              <a:gd name="connsiteX227" fmla="*/ 151507 w 845479"/>
              <a:gd name="connsiteY227" fmla="*/ 217683 h 1293906"/>
              <a:gd name="connsiteX228" fmla="*/ 136705 w 845479"/>
              <a:gd name="connsiteY228" fmla="*/ 208105 h 1293906"/>
              <a:gd name="connsiteX229" fmla="*/ 132351 w 845479"/>
              <a:gd name="connsiteY229" fmla="*/ 204622 h 1293906"/>
              <a:gd name="connsiteX230" fmla="*/ 128868 w 845479"/>
              <a:gd name="connsiteY230" fmla="*/ 197656 h 1293906"/>
              <a:gd name="connsiteX231" fmla="*/ 127127 w 845479"/>
              <a:gd name="connsiteY231" fmla="*/ 191561 h 1293906"/>
              <a:gd name="connsiteX232" fmla="*/ 127997 w 845479"/>
              <a:gd name="connsiteY232" fmla="*/ 184595 h 1293906"/>
              <a:gd name="connsiteX233" fmla="*/ 129739 w 845479"/>
              <a:gd name="connsiteY233" fmla="*/ 176758 h 1293906"/>
              <a:gd name="connsiteX234" fmla="*/ 134963 w 845479"/>
              <a:gd name="connsiteY234" fmla="*/ 166310 h 1293906"/>
              <a:gd name="connsiteX235" fmla="*/ 146283 w 845479"/>
              <a:gd name="connsiteY235" fmla="*/ 154990 h 1293906"/>
              <a:gd name="connsiteX236" fmla="*/ 158473 w 845479"/>
              <a:gd name="connsiteY236" fmla="*/ 138446 h 1293906"/>
              <a:gd name="connsiteX237" fmla="*/ 159344 w 845479"/>
              <a:gd name="connsiteY237" fmla="*/ 132351 h 1293906"/>
              <a:gd name="connsiteX238" fmla="*/ 167180 w 845479"/>
              <a:gd name="connsiteY238" fmla="*/ 121902 h 1293906"/>
              <a:gd name="connsiteX239" fmla="*/ 179371 w 845479"/>
              <a:gd name="connsiteY239" fmla="*/ 109712 h 1293906"/>
              <a:gd name="connsiteX240" fmla="*/ 184595 w 845479"/>
              <a:gd name="connsiteY240" fmla="*/ 104488 h 1293906"/>
              <a:gd name="connsiteX241" fmla="*/ 196785 w 845479"/>
              <a:gd name="connsiteY241" fmla="*/ 90556 h 1293906"/>
              <a:gd name="connsiteX242" fmla="*/ 202009 w 845479"/>
              <a:gd name="connsiteY242" fmla="*/ 77495 h 1293906"/>
              <a:gd name="connsiteX243" fmla="*/ 205493 w 845479"/>
              <a:gd name="connsiteY243" fmla="*/ 59210 h 1293906"/>
              <a:gd name="connsiteX244" fmla="*/ 209846 w 845479"/>
              <a:gd name="connsiteY244" fmla="*/ 45278 h 1293906"/>
              <a:gd name="connsiteX245" fmla="*/ 212458 w 845479"/>
              <a:gd name="connsiteY245" fmla="*/ 41795 h 1293906"/>
              <a:gd name="connsiteX246" fmla="*/ 222907 w 845479"/>
              <a:gd name="connsiteY246" fmla="*/ 29605 h 1293906"/>
              <a:gd name="connsiteX247" fmla="*/ 235097 w 845479"/>
              <a:gd name="connsiteY247" fmla="*/ 19156 h 1293906"/>
              <a:gd name="connsiteX248" fmla="*/ 251641 w 845479"/>
              <a:gd name="connsiteY248" fmla="*/ 9578 h 1293906"/>
              <a:gd name="connsiteX249" fmla="*/ 267314 w 845479"/>
              <a:gd name="connsiteY249" fmla="*/ 0 h 1293906"/>
              <a:gd name="connsiteX250" fmla="*/ 305627 w 845479"/>
              <a:gd name="connsiteY250" fmla="*/ 10449 h 1293906"/>
              <a:gd name="connsiteX251" fmla="*/ 339585 w 845479"/>
              <a:gd name="connsiteY251" fmla="*/ 35700 h 1293906"/>
              <a:gd name="connsiteX252" fmla="*/ 350034 w 845479"/>
              <a:gd name="connsiteY252" fmla="*/ 40924 h 1293906"/>
              <a:gd name="connsiteX253" fmla="*/ 363095 w 845479"/>
              <a:gd name="connsiteY253" fmla="*/ 43537 h 1293906"/>
              <a:gd name="connsiteX254" fmla="*/ 404890 w 845479"/>
              <a:gd name="connsiteY254" fmla="*/ 38312 h 1293906"/>
              <a:gd name="connsiteX255" fmla="*/ 424046 w 845479"/>
              <a:gd name="connsiteY255" fmla="*/ 43537 h 1293906"/>
              <a:gd name="connsiteX256" fmla="*/ 434495 w 845479"/>
              <a:gd name="connsiteY256" fmla="*/ 65305 h 1293906"/>
              <a:gd name="connsiteX257" fmla="*/ 437978 w 845479"/>
              <a:gd name="connsiteY257" fmla="*/ 77495 h 1293906"/>
              <a:gd name="connsiteX258" fmla="*/ 444073 w 845479"/>
              <a:gd name="connsiteY258" fmla="*/ 85332 h 1293906"/>
              <a:gd name="connsiteX259" fmla="*/ 452780 w 845479"/>
              <a:gd name="connsiteY259" fmla="*/ 87944 h 1293906"/>
              <a:gd name="connsiteX260" fmla="*/ 479773 w 845479"/>
              <a:gd name="connsiteY260" fmla="*/ 85332 h 1293906"/>
              <a:gd name="connsiteX261" fmla="*/ 488480 w 845479"/>
              <a:gd name="connsiteY261" fmla="*/ 87073 h 1293906"/>
              <a:gd name="connsiteX262" fmla="*/ 498058 w 845479"/>
              <a:gd name="connsiteY262" fmla="*/ 91427 h 1293906"/>
              <a:gd name="connsiteX263" fmla="*/ 513731 w 845479"/>
              <a:gd name="connsiteY263" fmla="*/ 103617 h 1293906"/>
              <a:gd name="connsiteX264" fmla="*/ 532017 w 845479"/>
              <a:gd name="connsiteY264" fmla="*/ 112324 h 1293906"/>
              <a:gd name="connsiteX265" fmla="*/ 550302 w 845479"/>
              <a:gd name="connsiteY265" fmla="*/ 113195 h 1293906"/>
              <a:gd name="connsiteX266" fmla="*/ 581648 w 845479"/>
              <a:gd name="connsiteY266" fmla="*/ 89685 h 1293906"/>
              <a:gd name="connsiteX267" fmla="*/ 598192 w 845479"/>
              <a:gd name="connsiteY267" fmla="*/ 90556 h 1293906"/>
              <a:gd name="connsiteX268" fmla="*/ 633021 w 845479"/>
              <a:gd name="connsiteY268" fmla="*/ 106229 h 1293906"/>
              <a:gd name="connsiteX269" fmla="*/ 650436 w 845479"/>
              <a:gd name="connsiteY269" fmla="*/ 108841 h 1293906"/>
              <a:gd name="connsiteX270" fmla="*/ 673075 w 845479"/>
              <a:gd name="connsiteY270" fmla="*/ 106229 h 1293906"/>
              <a:gd name="connsiteX271" fmla="*/ 693102 w 845479"/>
              <a:gd name="connsiteY271" fmla="*/ 96651 h 1293906"/>
              <a:gd name="connsiteX272" fmla="*/ 707034 w 845479"/>
              <a:gd name="connsiteY272" fmla="*/ 80978 h 1293906"/>
              <a:gd name="connsiteX273" fmla="*/ 712258 w 845479"/>
              <a:gd name="connsiteY273" fmla="*/ 72271 h 1293906"/>
              <a:gd name="connsiteX274" fmla="*/ 727060 w 845479"/>
              <a:gd name="connsiteY274" fmla="*/ 60951 h 1293906"/>
              <a:gd name="connsiteX275" fmla="*/ 734027 w 845479"/>
              <a:gd name="connsiteY275" fmla="*/ 53985 h 1293906"/>
            </a:gdLst>
            <a:ahLst/>
            <a:cxnLst/>
            <a:rect l="l" t="t" r="r" b="b"/>
            <a:pathLst>
              <a:path w="845479" h="1293906">
                <a:moveTo>
                  <a:pt x="734027" y="53985"/>
                </a:moveTo>
                <a:lnTo>
                  <a:pt x="761019" y="77495"/>
                </a:lnTo>
                <a:lnTo>
                  <a:pt x="781046" y="105358"/>
                </a:lnTo>
                <a:lnTo>
                  <a:pt x="784529" y="112324"/>
                </a:lnTo>
                <a:lnTo>
                  <a:pt x="788011" y="125385"/>
                </a:lnTo>
                <a:lnTo>
                  <a:pt x="789753" y="133222"/>
                </a:lnTo>
                <a:lnTo>
                  <a:pt x="790624" y="147154"/>
                </a:lnTo>
                <a:lnTo>
                  <a:pt x="806297" y="164568"/>
                </a:lnTo>
                <a:lnTo>
                  <a:pt x="801943" y="171534"/>
                </a:lnTo>
                <a:lnTo>
                  <a:pt x="797590" y="174146"/>
                </a:lnTo>
                <a:lnTo>
                  <a:pt x="791495" y="175017"/>
                </a:lnTo>
                <a:lnTo>
                  <a:pt x="779304" y="175888"/>
                </a:lnTo>
                <a:lnTo>
                  <a:pt x="778434" y="198527"/>
                </a:lnTo>
                <a:lnTo>
                  <a:pt x="779304" y="212458"/>
                </a:lnTo>
                <a:lnTo>
                  <a:pt x="781046" y="221166"/>
                </a:lnTo>
                <a:lnTo>
                  <a:pt x="784529" y="229002"/>
                </a:lnTo>
                <a:lnTo>
                  <a:pt x="794978" y="243805"/>
                </a:lnTo>
                <a:lnTo>
                  <a:pt x="825453" y="276892"/>
                </a:lnTo>
                <a:lnTo>
                  <a:pt x="831548" y="286471"/>
                </a:lnTo>
                <a:lnTo>
                  <a:pt x="837643" y="300402"/>
                </a:lnTo>
                <a:lnTo>
                  <a:pt x="821970" y="316946"/>
                </a:lnTo>
                <a:lnTo>
                  <a:pt x="821100" y="360483"/>
                </a:lnTo>
                <a:lnTo>
                  <a:pt x="820229" y="374414"/>
                </a:lnTo>
                <a:lnTo>
                  <a:pt x="819358" y="383122"/>
                </a:lnTo>
                <a:lnTo>
                  <a:pt x="813263" y="405761"/>
                </a:lnTo>
                <a:lnTo>
                  <a:pt x="806297" y="418822"/>
                </a:lnTo>
                <a:lnTo>
                  <a:pt x="800202" y="434495"/>
                </a:lnTo>
                <a:lnTo>
                  <a:pt x="795848" y="461487"/>
                </a:lnTo>
                <a:lnTo>
                  <a:pt x="788882" y="489351"/>
                </a:lnTo>
                <a:lnTo>
                  <a:pt x="785399" y="520697"/>
                </a:lnTo>
                <a:lnTo>
                  <a:pt x="780175" y="541595"/>
                </a:lnTo>
                <a:lnTo>
                  <a:pt x="767114" y="534629"/>
                </a:lnTo>
                <a:lnTo>
                  <a:pt x="760148" y="532017"/>
                </a:lnTo>
                <a:lnTo>
                  <a:pt x="748829" y="530275"/>
                </a:lnTo>
                <a:lnTo>
                  <a:pt x="741863" y="531146"/>
                </a:lnTo>
                <a:lnTo>
                  <a:pt x="732285" y="535500"/>
                </a:lnTo>
                <a:lnTo>
                  <a:pt x="716612" y="551173"/>
                </a:lnTo>
                <a:lnTo>
                  <a:pt x="677429" y="538983"/>
                </a:lnTo>
                <a:lnTo>
                  <a:pt x="667851" y="534629"/>
                </a:lnTo>
                <a:lnTo>
                  <a:pt x="656531" y="545078"/>
                </a:lnTo>
                <a:lnTo>
                  <a:pt x="639987" y="567717"/>
                </a:lnTo>
                <a:lnTo>
                  <a:pt x="639987" y="590356"/>
                </a:lnTo>
                <a:lnTo>
                  <a:pt x="689619" y="604287"/>
                </a:lnTo>
                <a:lnTo>
                  <a:pt x="705292" y="606900"/>
                </a:lnTo>
                <a:lnTo>
                  <a:pt x="720966" y="613865"/>
                </a:lnTo>
                <a:lnTo>
                  <a:pt x="730543" y="620831"/>
                </a:lnTo>
                <a:lnTo>
                  <a:pt x="741863" y="626056"/>
                </a:lnTo>
                <a:lnTo>
                  <a:pt x="754053" y="638246"/>
                </a:lnTo>
                <a:lnTo>
                  <a:pt x="767114" y="649565"/>
                </a:lnTo>
                <a:lnTo>
                  <a:pt x="775821" y="660885"/>
                </a:lnTo>
                <a:lnTo>
                  <a:pt x="786270" y="671334"/>
                </a:lnTo>
                <a:lnTo>
                  <a:pt x="782787" y="679170"/>
                </a:lnTo>
                <a:lnTo>
                  <a:pt x="779304" y="683524"/>
                </a:lnTo>
                <a:lnTo>
                  <a:pt x="781917" y="686136"/>
                </a:lnTo>
                <a:lnTo>
                  <a:pt x="777563" y="693102"/>
                </a:lnTo>
                <a:lnTo>
                  <a:pt x="780175" y="721836"/>
                </a:lnTo>
                <a:lnTo>
                  <a:pt x="782787" y="738380"/>
                </a:lnTo>
                <a:lnTo>
                  <a:pt x="785399" y="774080"/>
                </a:lnTo>
                <a:lnTo>
                  <a:pt x="785399" y="805426"/>
                </a:lnTo>
                <a:lnTo>
                  <a:pt x="784529" y="822841"/>
                </a:lnTo>
                <a:lnTo>
                  <a:pt x="779304" y="841126"/>
                </a:lnTo>
                <a:lnTo>
                  <a:pt x="774080" y="849834"/>
                </a:lnTo>
                <a:lnTo>
                  <a:pt x="759277" y="860282"/>
                </a:lnTo>
                <a:lnTo>
                  <a:pt x="747958" y="871602"/>
                </a:lnTo>
                <a:lnTo>
                  <a:pt x="738380" y="889016"/>
                </a:lnTo>
                <a:lnTo>
                  <a:pt x="732285" y="908172"/>
                </a:lnTo>
                <a:lnTo>
                  <a:pt x="728802" y="916009"/>
                </a:lnTo>
                <a:lnTo>
                  <a:pt x="717482" y="934294"/>
                </a:lnTo>
                <a:lnTo>
                  <a:pt x="729673" y="947355"/>
                </a:lnTo>
                <a:lnTo>
                  <a:pt x="741863" y="967382"/>
                </a:lnTo>
                <a:lnTo>
                  <a:pt x="744475" y="976090"/>
                </a:lnTo>
                <a:lnTo>
                  <a:pt x="746216" y="997858"/>
                </a:lnTo>
                <a:lnTo>
                  <a:pt x="757536" y="1004824"/>
                </a:lnTo>
                <a:lnTo>
                  <a:pt x="773209" y="1010919"/>
                </a:lnTo>
                <a:lnTo>
                  <a:pt x="788882" y="1013531"/>
                </a:lnTo>
                <a:lnTo>
                  <a:pt x="817616" y="1014402"/>
                </a:lnTo>
                <a:lnTo>
                  <a:pt x="822841" y="1011790"/>
                </a:lnTo>
                <a:lnTo>
                  <a:pt x="826324" y="1012660"/>
                </a:lnTo>
                <a:lnTo>
                  <a:pt x="829807" y="1015272"/>
                </a:lnTo>
                <a:lnTo>
                  <a:pt x="831548" y="1019626"/>
                </a:lnTo>
                <a:lnTo>
                  <a:pt x="832419" y="1029204"/>
                </a:lnTo>
                <a:lnTo>
                  <a:pt x="826324" y="1035299"/>
                </a:lnTo>
                <a:lnTo>
                  <a:pt x="827194" y="1055326"/>
                </a:lnTo>
                <a:lnTo>
                  <a:pt x="828936" y="1066646"/>
                </a:lnTo>
                <a:lnTo>
                  <a:pt x="839385" y="1111053"/>
                </a:lnTo>
                <a:lnTo>
                  <a:pt x="845480" y="1129338"/>
                </a:lnTo>
                <a:lnTo>
                  <a:pt x="817616" y="1131950"/>
                </a:lnTo>
                <a:lnTo>
                  <a:pt x="782787" y="1132821"/>
                </a:lnTo>
                <a:lnTo>
                  <a:pt x="778434" y="1141528"/>
                </a:lnTo>
                <a:lnTo>
                  <a:pt x="771468" y="1153719"/>
                </a:lnTo>
                <a:lnTo>
                  <a:pt x="749700" y="1153719"/>
                </a:lnTo>
                <a:lnTo>
                  <a:pt x="735768" y="1154589"/>
                </a:lnTo>
                <a:lnTo>
                  <a:pt x="728802" y="1156331"/>
                </a:lnTo>
                <a:lnTo>
                  <a:pt x="716612" y="1160685"/>
                </a:lnTo>
                <a:lnTo>
                  <a:pt x="681782" y="1184194"/>
                </a:lnTo>
                <a:lnTo>
                  <a:pt x="671334" y="1195514"/>
                </a:lnTo>
                <a:lnTo>
                  <a:pt x="658273" y="1206833"/>
                </a:lnTo>
                <a:lnTo>
                  <a:pt x="663497" y="1221636"/>
                </a:lnTo>
                <a:lnTo>
                  <a:pt x="666109" y="1226860"/>
                </a:lnTo>
                <a:lnTo>
                  <a:pt x="669592" y="1232084"/>
                </a:lnTo>
                <a:lnTo>
                  <a:pt x="675687" y="1237309"/>
                </a:lnTo>
                <a:lnTo>
                  <a:pt x="683524" y="1246887"/>
                </a:lnTo>
                <a:lnTo>
                  <a:pt x="686136" y="1251241"/>
                </a:lnTo>
                <a:lnTo>
                  <a:pt x="687007" y="1256465"/>
                </a:lnTo>
                <a:lnTo>
                  <a:pt x="686136" y="1261689"/>
                </a:lnTo>
                <a:lnTo>
                  <a:pt x="680041" y="1274750"/>
                </a:lnTo>
                <a:lnTo>
                  <a:pt x="660014" y="1280845"/>
                </a:lnTo>
                <a:lnTo>
                  <a:pt x="626926" y="1287811"/>
                </a:lnTo>
                <a:lnTo>
                  <a:pt x="603417" y="1290424"/>
                </a:lnTo>
                <a:lnTo>
                  <a:pt x="597322" y="1290424"/>
                </a:lnTo>
                <a:lnTo>
                  <a:pt x="588614" y="1288682"/>
                </a:lnTo>
                <a:lnTo>
                  <a:pt x="581648" y="1287811"/>
                </a:lnTo>
                <a:lnTo>
                  <a:pt x="572941" y="1289553"/>
                </a:lnTo>
                <a:lnTo>
                  <a:pt x="552914" y="1293906"/>
                </a:lnTo>
                <a:lnTo>
                  <a:pt x="551173" y="1277363"/>
                </a:lnTo>
                <a:lnTo>
                  <a:pt x="548561" y="1258206"/>
                </a:lnTo>
                <a:lnTo>
                  <a:pt x="530275" y="1239921"/>
                </a:lnTo>
                <a:lnTo>
                  <a:pt x="518085" y="1231214"/>
                </a:lnTo>
                <a:lnTo>
                  <a:pt x="501541" y="1215541"/>
                </a:lnTo>
                <a:lnTo>
                  <a:pt x="489351" y="1206833"/>
                </a:lnTo>
                <a:lnTo>
                  <a:pt x="478031" y="1196385"/>
                </a:lnTo>
                <a:lnTo>
                  <a:pt x="469324" y="1183324"/>
                </a:lnTo>
                <a:lnTo>
                  <a:pt x="462358" y="1175487"/>
                </a:lnTo>
                <a:lnTo>
                  <a:pt x="453651" y="1160685"/>
                </a:lnTo>
                <a:lnTo>
                  <a:pt x="447556" y="1146753"/>
                </a:lnTo>
                <a:lnTo>
                  <a:pt x="439719" y="1131950"/>
                </a:lnTo>
                <a:lnTo>
                  <a:pt x="425787" y="1114536"/>
                </a:lnTo>
                <a:lnTo>
                  <a:pt x="419692" y="1109311"/>
                </a:lnTo>
                <a:lnTo>
                  <a:pt x="413597" y="1106699"/>
                </a:lnTo>
                <a:lnTo>
                  <a:pt x="407502" y="1104958"/>
                </a:lnTo>
                <a:lnTo>
                  <a:pt x="394441" y="1104958"/>
                </a:lnTo>
                <a:lnTo>
                  <a:pt x="388346" y="1093638"/>
                </a:lnTo>
                <a:lnTo>
                  <a:pt x="378768" y="1073611"/>
                </a:lnTo>
                <a:lnTo>
                  <a:pt x="377026" y="1067516"/>
                </a:lnTo>
                <a:lnTo>
                  <a:pt x="373544" y="1056197"/>
                </a:lnTo>
                <a:lnTo>
                  <a:pt x="339585" y="1040524"/>
                </a:lnTo>
                <a:lnTo>
                  <a:pt x="334361" y="1037041"/>
                </a:lnTo>
                <a:lnTo>
                  <a:pt x="330007" y="1031816"/>
                </a:lnTo>
                <a:lnTo>
                  <a:pt x="327395" y="1021368"/>
                </a:lnTo>
                <a:lnTo>
                  <a:pt x="324783" y="991763"/>
                </a:lnTo>
                <a:lnTo>
                  <a:pt x="321300" y="970865"/>
                </a:lnTo>
                <a:lnTo>
                  <a:pt x="317817" y="961287"/>
                </a:lnTo>
                <a:lnTo>
                  <a:pt x="309980" y="947355"/>
                </a:lnTo>
                <a:lnTo>
                  <a:pt x="303014" y="936036"/>
                </a:lnTo>
                <a:lnTo>
                  <a:pt x="296919" y="922975"/>
                </a:lnTo>
                <a:lnTo>
                  <a:pt x="282988" y="903819"/>
                </a:lnTo>
                <a:lnTo>
                  <a:pt x="270797" y="890758"/>
                </a:lnTo>
                <a:lnTo>
                  <a:pt x="254253" y="889016"/>
                </a:lnTo>
                <a:lnTo>
                  <a:pt x="241192" y="889016"/>
                </a:lnTo>
                <a:lnTo>
                  <a:pt x="229002" y="884663"/>
                </a:lnTo>
                <a:lnTo>
                  <a:pt x="211588" y="871602"/>
                </a:lnTo>
                <a:lnTo>
                  <a:pt x="199397" y="858541"/>
                </a:lnTo>
                <a:lnTo>
                  <a:pt x="195915" y="835031"/>
                </a:lnTo>
                <a:lnTo>
                  <a:pt x="192432" y="825453"/>
                </a:lnTo>
                <a:lnTo>
                  <a:pt x="185466" y="816746"/>
                </a:lnTo>
                <a:lnTo>
                  <a:pt x="172405" y="807168"/>
                </a:lnTo>
                <a:lnTo>
                  <a:pt x="168051" y="802814"/>
                </a:lnTo>
                <a:lnTo>
                  <a:pt x="163697" y="797590"/>
                </a:lnTo>
                <a:lnTo>
                  <a:pt x="161956" y="791495"/>
                </a:lnTo>
                <a:lnTo>
                  <a:pt x="159344" y="782787"/>
                </a:lnTo>
                <a:lnTo>
                  <a:pt x="160214" y="771468"/>
                </a:lnTo>
                <a:lnTo>
                  <a:pt x="160214" y="764502"/>
                </a:lnTo>
                <a:lnTo>
                  <a:pt x="153249" y="717482"/>
                </a:lnTo>
                <a:lnTo>
                  <a:pt x="142800" y="680912"/>
                </a:lnTo>
                <a:lnTo>
                  <a:pt x="134963" y="662626"/>
                </a:lnTo>
                <a:lnTo>
                  <a:pt x="123644" y="668721"/>
                </a:lnTo>
                <a:lnTo>
                  <a:pt x="113195" y="676558"/>
                </a:lnTo>
                <a:lnTo>
                  <a:pt x="104488" y="679170"/>
                </a:lnTo>
                <a:lnTo>
                  <a:pt x="98393" y="678300"/>
                </a:lnTo>
                <a:lnTo>
                  <a:pt x="93168" y="676558"/>
                </a:lnTo>
                <a:lnTo>
                  <a:pt x="88814" y="673075"/>
                </a:lnTo>
                <a:lnTo>
                  <a:pt x="86202" y="668721"/>
                </a:lnTo>
                <a:lnTo>
                  <a:pt x="83590" y="660014"/>
                </a:lnTo>
                <a:lnTo>
                  <a:pt x="80107" y="654790"/>
                </a:lnTo>
                <a:lnTo>
                  <a:pt x="73141" y="646953"/>
                </a:lnTo>
                <a:lnTo>
                  <a:pt x="67046" y="642600"/>
                </a:lnTo>
                <a:lnTo>
                  <a:pt x="57468" y="639987"/>
                </a:lnTo>
                <a:lnTo>
                  <a:pt x="47019" y="639117"/>
                </a:lnTo>
                <a:lnTo>
                  <a:pt x="33958" y="630409"/>
                </a:lnTo>
                <a:lnTo>
                  <a:pt x="22639" y="619961"/>
                </a:lnTo>
                <a:lnTo>
                  <a:pt x="13061" y="607770"/>
                </a:lnTo>
                <a:lnTo>
                  <a:pt x="9578" y="599934"/>
                </a:lnTo>
                <a:lnTo>
                  <a:pt x="6095" y="585131"/>
                </a:lnTo>
                <a:lnTo>
                  <a:pt x="871" y="555526"/>
                </a:lnTo>
                <a:lnTo>
                  <a:pt x="0" y="545078"/>
                </a:lnTo>
                <a:lnTo>
                  <a:pt x="871" y="538112"/>
                </a:lnTo>
                <a:lnTo>
                  <a:pt x="2612" y="531146"/>
                </a:lnTo>
                <a:lnTo>
                  <a:pt x="12190" y="505024"/>
                </a:lnTo>
                <a:lnTo>
                  <a:pt x="16544" y="498929"/>
                </a:lnTo>
                <a:lnTo>
                  <a:pt x="25251" y="488480"/>
                </a:lnTo>
                <a:lnTo>
                  <a:pt x="36571" y="486739"/>
                </a:lnTo>
                <a:lnTo>
                  <a:pt x="40924" y="484997"/>
                </a:lnTo>
                <a:lnTo>
                  <a:pt x="47019" y="481514"/>
                </a:lnTo>
                <a:lnTo>
                  <a:pt x="53985" y="473678"/>
                </a:lnTo>
                <a:lnTo>
                  <a:pt x="57468" y="467583"/>
                </a:lnTo>
                <a:lnTo>
                  <a:pt x="59210" y="461487"/>
                </a:lnTo>
                <a:lnTo>
                  <a:pt x="72271" y="451909"/>
                </a:lnTo>
                <a:lnTo>
                  <a:pt x="82719" y="439719"/>
                </a:lnTo>
                <a:lnTo>
                  <a:pt x="87944" y="434495"/>
                </a:lnTo>
                <a:lnTo>
                  <a:pt x="94039" y="430141"/>
                </a:lnTo>
                <a:lnTo>
                  <a:pt x="109712" y="424046"/>
                </a:lnTo>
                <a:lnTo>
                  <a:pt x="128868" y="418822"/>
                </a:lnTo>
                <a:lnTo>
                  <a:pt x="142800" y="414468"/>
                </a:lnTo>
                <a:lnTo>
                  <a:pt x="154119" y="413597"/>
                </a:lnTo>
                <a:lnTo>
                  <a:pt x="175017" y="405761"/>
                </a:lnTo>
                <a:lnTo>
                  <a:pt x="188078" y="400536"/>
                </a:lnTo>
                <a:lnTo>
                  <a:pt x="192432" y="397053"/>
                </a:lnTo>
                <a:lnTo>
                  <a:pt x="204622" y="386605"/>
                </a:lnTo>
                <a:lnTo>
                  <a:pt x="215070" y="374414"/>
                </a:lnTo>
                <a:lnTo>
                  <a:pt x="218554" y="369190"/>
                </a:lnTo>
                <a:lnTo>
                  <a:pt x="226390" y="354388"/>
                </a:lnTo>
                <a:lnTo>
                  <a:pt x="235097" y="330007"/>
                </a:lnTo>
                <a:lnTo>
                  <a:pt x="240322" y="322171"/>
                </a:lnTo>
                <a:lnTo>
                  <a:pt x="245546" y="319558"/>
                </a:lnTo>
                <a:lnTo>
                  <a:pt x="250770" y="317817"/>
                </a:lnTo>
                <a:lnTo>
                  <a:pt x="255995" y="318688"/>
                </a:lnTo>
                <a:lnTo>
                  <a:pt x="270797" y="321300"/>
                </a:lnTo>
                <a:lnTo>
                  <a:pt x="280375" y="320429"/>
                </a:lnTo>
                <a:lnTo>
                  <a:pt x="289083" y="315205"/>
                </a:lnTo>
                <a:lnTo>
                  <a:pt x="311722" y="297790"/>
                </a:lnTo>
                <a:lnTo>
                  <a:pt x="302144" y="286471"/>
                </a:lnTo>
                <a:lnTo>
                  <a:pt x="294307" y="279505"/>
                </a:lnTo>
                <a:lnTo>
                  <a:pt x="272539" y="267314"/>
                </a:lnTo>
                <a:lnTo>
                  <a:pt x="250770" y="256866"/>
                </a:lnTo>
                <a:lnTo>
                  <a:pt x="230744" y="250771"/>
                </a:lnTo>
                <a:lnTo>
                  <a:pt x="195915" y="234227"/>
                </a:lnTo>
                <a:lnTo>
                  <a:pt x="174146" y="227261"/>
                </a:lnTo>
                <a:lnTo>
                  <a:pt x="151507" y="217683"/>
                </a:lnTo>
                <a:lnTo>
                  <a:pt x="136705" y="208105"/>
                </a:lnTo>
                <a:lnTo>
                  <a:pt x="132351" y="204622"/>
                </a:lnTo>
                <a:lnTo>
                  <a:pt x="128868" y="197656"/>
                </a:lnTo>
                <a:lnTo>
                  <a:pt x="127127" y="191561"/>
                </a:lnTo>
                <a:lnTo>
                  <a:pt x="127997" y="184595"/>
                </a:lnTo>
                <a:lnTo>
                  <a:pt x="129739" y="176758"/>
                </a:lnTo>
                <a:lnTo>
                  <a:pt x="134963" y="166310"/>
                </a:lnTo>
                <a:lnTo>
                  <a:pt x="146283" y="154990"/>
                </a:lnTo>
                <a:lnTo>
                  <a:pt x="158473" y="138446"/>
                </a:lnTo>
                <a:lnTo>
                  <a:pt x="159344" y="132351"/>
                </a:lnTo>
                <a:lnTo>
                  <a:pt x="167180" y="121902"/>
                </a:lnTo>
                <a:lnTo>
                  <a:pt x="179371" y="109712"/>
                </a:lnTo>
                <a:lnTo>
                  <a:pt x="184595" y="104488"/>
                </a:lnTo>
                <a:lnTo>
                  <a:pt x="196785" y="90556"/>
                </a:lnTo>
                <a:lnTo>
                  <a:pt x="202009" y="77495"/>
                </a:lnTo>
                <a:lnTo>
                  <a:pt x="205493" y="59210"/>
                </a:lnTo>
                <a:lnTo>
                  <a:pt x="209846" y="45278"/>
                </a:lnTo>
                <a:lnTo>
                  <a:pt x="212458" y="41795"/>
                </a:lnTo>
                <a:lnTo>
                  <a:pt x="222907" y="29605"/>
                </a:lnTo>
                <a:lnTo>
                  <a:pt x="235097" y="19156"/>
                </a:lnTo>
                <a:lnTo>
                  <a:pt x="251641" y="9578"/>
                </a:lnTo>
                <a:lnTo>
                  <a:pt x="267314" y="0"/>
                </a:lnTo>
                <a:lnTo>
                  <a:pt x="305627" y="10449"/>
                </a:lnTo>
                <a:lnTo>
                  <a:pt x="339585" y="35700"/>
                </a:lnTo>
                <a:lnTo>
                  <a:pt x="350034" y="40924"/>
                </a:lnTo>
                <a:lnTo>
                  <a:pt x="363095" y="43537"/>
                </a:lnTo>
                <a:lnTo>
                  <a:pt x="404890" y="38312"/>
                </a:lnTo>
                <a:lnTo>
                  <a:pt x="424046" y="43537"/>
                </a:lnTo>
                <a:lnTo>
                  <a:pt x="434495" y="65305"/>
                </a:lnTo>
                <a:lnTo>
                  <a:pt x="437978" y="77495"/>
                </a:lnTo>
                <a:lnTo>
                  <a:pt x="444073" y="85332"/>
                </a:lnTo>
                <a:lnTo>
                  <a:pt x="452780" y="87944"/>
                </a:lnTo>
                <a:lnTo>
                  <a:pt x="479773" y="85332"/>
                </a:lnTo>
                <a:lnTo>
                  <a:pt x="488480" y="87073"/>
                </a:lnTo>
                <a:lnTo>
                  <a:pt x="498058" y="91427"/>
                </a:lnTo>
                <a:lnTo>
                  <a:pt x="513731" y="103617"/>
                </a:lnTo>
                <a:lnTo>
                  <a:pt x="532017" y="112324"/>
                </a:lnTo>
                <a:lnTo>
                  <a:pt x="550302" y="113195"/>
                </a:lnTo>
                <a:lnTo>
                  <a:pt x="581648" y="89685"/>
                </a:lnTo>
                <a:lnTo>
                  <a:pt x="598192" y="90556"/>
                </a:lnTo>
                <a:lnTo>
                  <a:pt x="633021" y="106229"/>
                </a:lnTo>
                <a:lnTo>
                  <a:pt x="650436" y="108841"/>
                </a:lnTo>
                <a:lnTo>
                  <a:pt x="673075" y="106229"/>
                </a:lnTo>
                <a:lnTo>
                  <a:pt x="693102" y="96651"/>
                </a:lnTo>
                <a:lnTo>
                  <a:pt x="707034" y="80978"/>
                </a:lnTo>
                <a:lnTo>
                  <a:pt x="712258" y="72271"/>
                </a:lnTo>
                <a:lnTo>
                  <a:pt x="727060" y="60951"/>
                </a:lnTo>
                <a:lnTo>
                  <a:pt x="734027" y="53985"/>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8" name="Freeform: Shape 47">
            <a:extLst>
              <a:ext uri="{FF2B5EF4-FFF2-40B4-BE49-F238E27FC236}">
                <a16:creationId xmlns:a16="http://schemas.microsoft.com/office/drawing/2014/main" id="{5A9906F9-8E50-1DAC-0A49-FA8997DFB751}"/>
              </a:ext>
            </a:extLst>
          </p:cNvPr>
          <p:cNvSpPr>
            <a:spLocks noGrp="1"/>
          </p:cNvSpPr>
          <p:nvPr/>
        </p:nvSpPr>
        <p:spPr>
          <a:xfrm>
            <a:off x="7197921" y="3489110"/>
            <a:ext cx="153711" cy="96415"/>
          </a:xfrm>
          <a:custGeom>
            <a:avLst/>
            <a:gdLst>
              <a:gd name="connsiteX0" fmla="*/ 140188 w 154119"/>
              <a:gd name="connsiteY0" fmla="*/ 11320 h 95780"/>
              <a:gd name="connsiteX1" fmla="*/ 142800 w 154119"/>
              <a:gd name="connsiteY1" fmla="*/ 21768 h 95780"/>
              <a:gd name="connsiteX2" fmla="*/ 151507 w 154119"/>
              <a:gd name="connsiteY2" fmla="*/ 37441 h 95780"/>
              <a:gd name="connsiteX3" fmla="*/ 154119 w 154119"/>
              <a:gd name="connsiteY3" fmla="*/ 43537 h 95780"/>
              <a:gd name="connsiteX4" fmla="*/ 154119 w 154119"/>
              <a:gd name="connsiteY4" fmla="*/ 49632 h 95780"/>
              <a:gd name="connsiteX5" fmla="*/ 152378 w 154119"/>
              <a:gd name="connsiteY5" fmla="*/ 55727 h 95780"/>
              <a:gd name="connsiteX6" fmla="*/ 148024 w 154119"/>
              <a:gd name="connsiteY6" fmla="*/ 60080 h 95780"/>
              <a:gd name="connsiteX7" fmla="*/ 139317 w 154119"/>
              <a:gd name="connsiteY7" fmla="*/ 69658 h 95780"/>
              <a:gd name="connsiteX8" fmla="*/ 127127 w 154119"/>
              <a:gd name="connsiteY8" fmla="*/ 80107 h 95780"/>
              <a:gd name="connsiteX9" fmla="*/ 101875 w 154119"/>
              <a:gd name="connsiteY9" fmla="*/ 95780 h 95780"/>
              <a:gd name="connsiteX10" fmla="*/ 90556 w 154119"/>
              <a:gd name="connsiteY10" fmla="*/ 90556 h 95780"/>
              <a:gd name="connsiteX11" fmla="*/ 80978 w 154119"/>
              <a:gd name="connsiteY11" fmla="*/ 83590 h 95780"/>
              <a:gd name="connsiteX12" fmla="*/ 65305 w 154119"/>
              <a:gd name="connsiteY12" fmla="*/ 76624 h 95780"/>
              <a:gd name="connsiteX13" fmla="*/ 49632 w 154119"/>
              <a:gd name="connsiteY13" fmla="*/ 74012 h 95780"/>
              <a:gd name="connsiteX14" fmla="*/ 0 w 154119"/>
              <a:gd name="connsiteY14" fmla="*/ 60080 h 95780"/>
              <a:gd name="connsiteX15" fmla="*/ 0 w 154119"/>
              <a:gd name="connsiteY15" fmla="*/ 37441 h 95780"/>
              <a:gd name="connsiteX16" fmla="*/ 16544 w 154119"/>
              <a:gd name="connsiteY16" fmla="*/ 14802 h 95780"/>
              <a:gd name="connsiteX17" fmla="*/ 27863 w 154119"/>
              <a:gd name="connsiteY17" fmla="*/ 4354 h 95780"/>
              <a:gd name="connsiteX18" fmla="*/ 37441 w 154119"/>
              <a:gd name="connsiteY18" fmla="*/ 8707 h 95780"/>
              <a:gd name="connsiteX19" fmla="*/ 76625 w 154119"/>
              <a:gd name="connsiteY19" fmla="*/ 20897 h 95780"/>
              <a:gd name="connsiteX20" fmla="*/ 92298 w 154119"/>
              <a:gd name="connsiteY20" fmla="*/ 5224 h 95780"/>
              <a:gd name="connsiteX21" fmla="*/ 101875 w 154119"/>
              <a:gd name="connsiteY21" fmla="*/ 871 h 95780"/>
              <a:gd name="connsiteX22" fmla="*/ 108841 w 154119"/>
              <a:gd name="connsiteY22" fmla="*/ 0 h 95780"/>
              <a:gd name="connsiteX23" fmla="*/ 120161 w 154119"/>
              <a:gd name="connsiteY23" fmla="*/ 1741 h 95780"/>
              <a:gd name="connsiteX24" fmla="*/ 127127 w 154119"/>
              <a:gd name="connsiteY24" fmla="*/ 4354 h 95780"/>
              <a:gd name="connsiteX25" fmla="*/ 140188 w 154119"/>
              <a:gd name="connsiteY25" fmla="*/ 11320 h 95780"/>
            </a:gdLst>
            <a:ahLst/>
            <a:cxnLst/>
            <a:rect l="l" t="t" r="r" b="b"/>
            <a:pathLst>
              <a:path w="154119" h="95780">
                <a:moveTo>
                  <a:pt x="140188" y="11320"/>
                </a:moveTo>
                <a:lnTo>
                  <a:pt x="142800" y="21768"/>
                </a:lnTo>
                <a:lnTo>
                  <a:pt x="151507" y="37441"/>
                </a:lnTo>
                <a:lnTo>
                  <a:pt x="154119" y="43537"/>
                </a:lnTo>
                <a:lnTo>
                  <a:pt x="154119" y="49632"/>
                </a:lnTo>
                <a:lnTo>
                  <a:pt x="152378" y="55727"/>
                </a:lnTo>
                <a:lnTo>
                  <a:pt x="148024" y="60080"/>
                </a:lnTo>
                <a:lnTo>
                  <a:pt x="139317" y="69658"/>
                </a:lnTo>
                <a:lnTo>
                  <a:pt x="127127" y="80107"/>
                </a:lnTo>
                <a:lnTo>
                  <a:pt x="101875" y="95780"/>
                </a:lnTo>
                <a:lnTo>
                  <a:pt x="90556" y="90556"/>
                </a:lnTo>
                <a:lnTo>
                  <a:pt x="80978" y="83590"/>
                </a:lnTo>
                <a:lnTo>
                  <a:pt x="65305" y="76624"/>
                </a:lnTo>
                <a:lnTo>
                  <a:pt x="49632" y="74012"/>
                </a:lnTo>
                <a:lnTo>
                  <a:pt x="0" y="60080"/>
                </a:lnTo>
                <a:lnTo>
                  <a:pt x="0" y="37441"/>
                </a:lnTo>
                <a:lnTo>
                  <a:pt x="16544" y="14802"/>
                </a:lnTo>
                <a:lnTo>
                  <a:pt x="27863" y="4354"/>
                </a:lnTo>
                <a:lnTo>
                  <a:pt x="37441" y="8707"/>
                </a:lnTo>
                <a:lnTo>
                  <a:pt x="76625" y="20897"/>
                </a:lnTo>
                <a:lnTo>
                  <a:pt x="92298" y="5224"/>
                </a:lnTo>
                <a:lnTo>
                  <a:pt x="101875" y="871"/>
                </a:lnTo>
                <a:lnTo>
                  <a:pt x="108841" y="0"/>
                </a:lnTo>
                <a:lnTo>
                  <a:pt x="120161" y="1741"/>
                </a:lnTo>
                <a:lnTo>
                  <a:pt x="127127" y="4354"/>
                </a:lnTo>
                <a:lnTo>
                  <a:pt x="140188" y="11320"/>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49" name="Freeform: Shape 48">
            <a:extLst>
              <a:ext uri="{FF2B5EF4-FFF2-40B4-BE49-F238E27FC236}">
                <a16:creationId xmlns:a16="http://schemas.microsoft.com/office/drawing/2014/main" id="{992246A2-1F91-F458-D9FF-BAD687CD3052}"/>
              </a:ext>
            </a:extLst>
          </p:cNvPr>
          <p:cNvSpPr>
            <a:spLocks noGrp="1"/>
          </p:cNvSpPr>
          <p:nvPr/>
        </p:nvSpPr>
        <p:spPr>
          <a:xfrm>
            <a:off x="7092840" y="4447129"/>
            <a:ext cx="1350408" cy="1000966"/>
          </a:xfrm>
          <a:custGeom>
            <a:avLst/>
            <a:gdLst>
              <a:gd name="connsiteX0" fmla="*/ 1106699 w 1353986"/>
              <a:gd name="connsiteY0" fmla="*/ 875956 h 994374"/>
              <a:gd name="connsiteX1" fmla="*/ 1063163 w 1353986"/>
              <a:gd name="connsiteY1" fmla="*/ 889887 h 994374"/>
              <a:gd name="connsiteX2" fmla="*/ 1036170 w 1353986"/>
              <a:gd name="connsiteY2" fmla="*/ 893370 h 994374"/>
              <a:gd name="connsiteX3" fmla="*/ 1030946 w 1353986"/>
              <a:gd name="connsiteY3" fmla="*/ 893370 h 994374"/>
              <a:gd name="connsiteX4" fmla="*/ 1011790 w 1353986"/>
              <a:gd name="connsiteY4" fmla="*/ 882921 h 994374"/>
              <a:gd name="connsiteX5" fmla="*/ 998729 w 1353986"/>
              <a:gd name="connsiteY5" fmla="*/ 881180 h 994374"/>
              <a:gd name="connsiteX6" fmla="*/ 990892 w 1353986"/>
              <a:gd name="connsiteY6" fmla="*/ 882050 h 994374"/>
              <a:gd name="connsiteX7" fmla="*/ 836772 w 1353986"/>
              <a:gd name="connsiteY7" fmla="*/ 935165 h 994374"/>
              <a:gd name="connsiteX8" fmla="*/ 817617 w 1353986"/>
              <a:gd name="connsiteY8" fmla="*/ 945614 h 994374"/>
              <a:gd name="connsiteX9" fmla="*/ 793236 w 1353986"/>
              <a:gd name="connsiteY9" fmla="*/ 964770 h 994374"/>
              <a:gd name="connsiteX10" fmla="*/ 774080 w 1353986"/>
              <a:gd name="connsiteY10" fmla="*/ 973477 h 994374"/>
              <a:gd name="connsiteX11" fmla="*/ 761019 w 1353986"/>
              <a:gd name="connsiteY11" fmla="*/ 976960 h 994374"/>
              <a:gd name="connsiteX12" fmla="*/ 737509 w 1353986"/>
              <a:gd name="connsiteY12" fmla="*/ 981314 h 994374"/>
              <a:gd name="connsiteX13" fmla="*/ 653048 w 1353986"/>
              <a:gd name="connsiteY13" fmla="*/ 994375 h 994374"/>
              <a:gd name="connsiteX14" fmla="*/ 644341 w 1353986"/>
              <a:gd name="connsiteY14" fmla="*/ 992633 h 994374"/>
              <a:gd name="connsiteX15" fmla="*/ 624314 w 1353986"/>
              <a:gd name="connsiteY15" fmla="*/ 983055 h 994374"/>
              <a:gd name="connsiteX16" fmla="*/ 603417 w 1353986"/>
              <a:gd name="connsiteY16" fmla="*/ 970865 h 994374"/>
              <a:gd name="connsiteX17" fmla="*/ 581648 w 1353986"/>
              <a:gd name="connsiteY17" fmla="*/ 953451 h 994374"/>
              <a:gd name="connsiteX18" fmla="*/ 576424 w 1353986"/>
              <a:gd name="connsiteY18" fmla="*/ 945614 h 994374"/>
              <a:gd name="connsiteX19" fmla="*/ 572941 w 1353986"/>
              <a:gd name="connsiteY19" fmla="*/ 936036 h 994374"/>
              <a:gd name="connsiteX20" fmla="*/ 572941 w 1353986"/>
              <a:gd name="connsiteY20" fmla="*/ 920363 h 994374"/>
              <a:gd name="connsiteX21" fmla="*/ 569458 w 1353986"/>
              <a:gd name="connsiteY21" fmla="*/ 910785 h 994374"/>
              <a:gd name="connsiteX22" fmla="*/ 561622 w 1353986"/>
              <a:gd name="connsiteY22" fmla="*/ 895982 h 994374"/>
              <a:gd name="connsiteX23" fmla="*/ 544207 w 1353986"/>
              <a:gd name="connsiteY23" fmla="*/ 870731 h 994374"/>
              <a:gd name="connsiteX24" fmla="*/ 509378 w 1353986"/>
              <a:gd name="connsiteY24" fmla="*/ 807168 h 994374"/>
              <a:gd name="connsiteX25" fmla="*/ 504154 w 1353986"/>
              <a:gd name="connsiteY25" fmla="*/ 803685 h 994374"/>
              <a:gd name="connsiteX26" fmla="*/ 488480 w 1353986"/>
              <a:gd name="connsiteY26" fmla="*/ 799331 h 994374"/>
              <a:gd name="connsiteX27" fmla="*/ 410985 w 1353986"/>
              <a:gd name="connsiteY27" fmla="*/ 792365 h 994374"/>
              <a:gd name="connsiteX28" fmla="*/ 299532 w 1353986"/>
              <a:gd name="connsiteY28" fmla="*/ 780175 h 994374"/>
              <a:gd name="connsiteX29" fmla="*/ 180241 w 1353986"/>
              <a:gd name="connsiteY29" fmla="*/ 761019 h 994374"/>
              <a:gd name="connsiteX30" fmla="*/ 160214 w 1353986"/>
              <a:gd name="connsiteY30" fmla="*/ 754053 h 994374"/>
              <a:gd name="connsiteX31" fmla="*/ 153249 w 1353986"/>
              <a:gd name="connsiteY31" fmla="*/ 748829 h 994374"/>
              <a:gd name="connsiteX32" fmla="*/ 146283 w 1353986"/>
              <a:gd name="connsiteY32" fmla="*/ 740121 h 994374"/>
              <a:gd name="connsiteX33" fmla="*/ 135834 w 1353986"/>
              <a:gd name="connsiteY33" fmla="*/ 717482 h 994374"/>
              <a:gd name="connsiteX34" fmla="*/ 135834 w 1353986"/>
              <a:gd name="connsiteY34" fmla="*/ 710517 h 994374"/>
              <a:gd name="connsiteX35" fmla="*/ 138446 w 1353986"/>
              <a:gd name="connsiteY35" fmla="*/ 697456 h 994374"/>
              <a:gd name="connsiteX36" fmla="*/ 138446 w 1353986"/>
              <a:gd name="connsiteY36" fmla="*/ 693102 h 994374"/>
              <a:gd name="connsiteX37" fmla="*/ 135834 w 1353986"/>
              <a:gd name="connsiteY37" fmla="*/ 682653 h 994374"/>
              <a:gd name="connsiteX38" fmla="*/ 136705 w 1353986"/>
              <a:gd name="connsiteY38" fmla="*/ 673075 h 994374"/>
              <a:gd name="connsiteX39" fmla="*/ 140188 w 1353986"/>
              <a:gd name="connsiteY39" fmla="*/ 663497 h 994374"/>
              <a:gd name="connsiteX40" fmla="*/ 138446 w 1353986"/>
              <a:gd name="connsiteY40" fmla="*/ 646082 h 994374"/>
              <a:gd name="connsiteX41" fmla="*/ 139317 w 1353986"/>
              <a:gd name="connsiteY41" fmla="*/ 630409 h 994374"/>
              <a:gd name="connsiteX42" fmla="*/ 132351 w 1353986"/>
              <a:gd name="connsiteY42" fmla="*/ 619090 h 994374"/>
              <a:gd name="connsiteX43" fmla="*/ 43537 w 1353986"/>
              <a:gd name="connsiteY43" fmla="*/ 617348 h 994374"/>
              <a:gd name="connsiteX44" fmla="*/ 42666 w 1353986"/>
              <a:gd name="connsiteY44" fmla="*/ 592097 h 994374"/>
              <a:gd name="connsiteX45" fmla="*/ 47890 w 1353986"/>
              <a:gd name="connsiteY45" fmla="*/ 576424 h 994374"/>
              <a:gd name="connsiteX46" fmla="*/ 54856 w 1353986"/>
              <a:gd name="connsiteY46" fmla="*/ 562492 h 994374"/>
              <a:gd name="connsiteX47" fmla="*/ 51373 w 1353986"/>
              <a:gd name="connsiteY47" fmla="*/ 551173 h 994374"/>
              <a:gd name="connsiteX48" fmla="*/ 21768 w 1353986"/>
              <a:gd name="connsiteY48" fmla="*/ 523309 h 994374"/>
              <a:gd name="connsiteX49" fmla="*/ 11319 w 1353986"/>
              <a:gd name="connsiteY49" fmla="*/ 508507 h 994374"/>
              <a:gd name="connsiteX50" fmla="*/ 5224 w 1353986"/>
              <a:gd name="connsiteY50" fmla="*/ 498929 h 994374"/>
              <a:gd name="connsiteX51" fmla="*/ 2612 w 1353986"/>
              <a:gd name="connsiteY51" fmla="*/ 490221 h 994374"/>
              <a:gd name="connsiteX52" fmla="*/ 871 w 1353986"/>
              <a:gd name="connsiteY52" fmla="*/ 481514 h 994374"/>
              <a:gd name="connsiteX53" fmla="*/ 0 w 1353986"/>
              <a:gd name="connsiteY53" fmla="*/ 471936 h 994374"/>
              <a:gd name="connsiteX54" fmla="*/ 0 w 1353986"/>
              <a:gd name="connsiteY54" fmla="*/ 464970 h 994374"/>
              <a:gd name="connsiteX55" fmla="*/ 871 w 1353986"/>
              <a:gd name="connsiteY55" fmla="*/ 457134 h 994374"/>
              <a:gd name="connsiteX56" fmla="*/ 4354 w 1353986"/>
              <a:gd name="connsiteY56" fmla="*/ 450168 h 994374"/>
              <a:gd name="connsiteX57" fmla="*/ 13932 w 1353986"/>
              <a:gd name="connsiteY57" fmla="*/ 436236 h 994374"/>
              <a:gd name="connsiteX58" fmla="*/ 29605 w 1353986"/>
              <a:gd name="connsiteY58" fmla="*/ 420563 h 994374"/>
              <a:gd name="connsiteX59" fmla="*/ 35700 w 1353986"/>
              <a:gd name="connsiteY59" fmla="*/ 416209 h 994374"/>
              <a:gd name="connsiteX60" fmla="*/ 42666 w 1353986"/>
              <a:gd name="connsiteY60" fmla="*/ 413597 h 994374"/>
              <a:gd name="connsiteX61" fmla="*/ 60951 w 1353986"/>
              <a:gd name="connsiteY61" fmla="*/ 410114 h 994374"/>
              <a:gd name="connsiteX62" fmla="*/ 121032 w 1353986"/>
              <a:gd name="connsiteY62" fmla="*/ 403148 h 994374"/>
              <a:gd name="connsiteX63" fmla="*/ 134093 w 1353986"/>
              <a:gd name="connsiteY63" fmla="*/ 381380 h 994374"/>
              <a:gd name="connsiteX64" fmla="*/ 135834 w 1353986"/>
              <a:gd name="connsiteY64" fmla="*/ 354387 h 994374"/>
              <a:gd name="connsiteX65" fmla="*/ 148024 w 1353986"/>
              <a:gd name="connsiteY65" fmla="*/ 296919 h 994374"/>
              <a:gd name="connsiteX66" fmla="*/ 149766 w 1353986"/>
              <a:gd name="connsiteY66" fmla="*/ 264702 h 994374"/>
              <a:gd name="connsiteX67" fmla="*/ 154120 w 1353986"/>
              <a:gd name="connsiteY67" fmla="*/ 255995 h 994374"/>
              <a:gd name="connsiteX68" fmla="*/ 158473 w 1353986"/>
              <a:gd name="connsiteY68" fmla="*/ 253383 h 994374"/>
              <a:gd name="connsiteX69" fmla="*/ 166309 w 1353986"/>
              <a:gd name="connsiteY69" fmla="*/ 250770 h 994374"/>
              <a:gd name="connsiteX70" fmla="*/ 201139 w 1353986"/>
              <a:gd name="connsiteY70" fmla="*/ 248158 h 994374"/>
              <a:gd name="connsiteX71" fmla="*/ 218553 w 1353986"/>
              <a:gd name="connsiteY71" fmla="*/ 241192 h 994374"/>
              <a:gd name="connsiteX72" fmla="*/ 224649 w 1353986"/>
              <a:gd name="connsiteY72" fmla="*/ 234227 h 994374"/>
              <a:gd name="connsiteX73" fmla="*/ 228132 w 1353986"/>
              <a:gd name="connsiteY73" fmla="*/ 227261 h 994374"/>
              <a:gd name="connsiteX74" fmla="*/ 231614 w 1353986"/>
              <a:gd name="connsiteY74" fmla="*/ 218554 h 994374"/>
              <a:gd name="connsiteX75" fmla="*/ 248158 w 1353986"/>
              <a:gd name="connsiteY75" fmla="*/ 197656 h 994374"/>
              <a:gd name="connsiteX76" fmla="*/ 249900 w 1353986"/>
              <a:gd name="connsiteY76" fmla="*/ 188948 h 994374"/>
              <a:gd name="connsiteX77" fmla="*/ 250770 w 1353986"/>
              <a:gd name="connsiteY77" fmla="*/ 169793 h 994374"/>
              <a:gd name="connsiteX78" fmla="*/ 252512 w 1353986"/>
              <a:gd name="connsiteY78" fmla="*/ 161085 h 994374"/>
              <a:gd name="connsiteX79" fmla="*/ 254254 w 1353986"/>
              <a:gd name="connsiteY79" fmla="*/ 154990 h 994374"/>
              <a:gd name="connsiteX80" fmla="*/ 268185 w 1353986"/>
              <a:gd name="connsiteY80" fmla="*/ 139317 h 994374"/>
              <a:gd name="connsiteX81" fmla="*/ 276022 w 1353986"/>
              <a:gd name="connsiteY81" fmla="*/ 148895 h 994374"/>
              <a:gd name="connsiteX82" fmla="*/ 282117 w 1353986"/>
              <a:gd name="connsiteY82" fmla="*/ 154990 h 994374"/>
              <a:gd name="connsiteX83" fmla="*/ 317817 w 1353986"/>
              <a:gd name="connsiteY83" fmla="*/ 123644 h 994374"/>
              <a:gd name="connsiteX84" fmla="*/ 332619 w 1353986"/>
              <a:gd name="connsiteY84" fmla="*/ 113195 h 994374"/>
              <a:gd name="connsiteX85" fmla="*/ 342197 w 1353986"/>
              <a:gd name="connsiteY85" fmla="*/ 103617 h 994374"/>
              <a:gd name="connsiteX86" fmla="*/ 366578 w 1353986"/>
              <a:gd name="connsiteY86" fmla="*/ 73141 h 994374"/>
              <a:gd name="connsiteX87" fmla="*/ 391829 w 1353986"/>
              <a:gd name="connsiteY87" fmla="*/ 81849 h 994374"/>
              <a:gd name="connsiteX88" fmla="*/ 417080 w 1353986"/>
              <a:gd name="connsiteY88" fmla="*/ 90556 h 994374"/>
              <a:gd name="connsiteX89" fmla="*/ 436236 w 1353986"/>
              <a:gd name="connsiteY89" fmla="*/ 98393 h 994374"/>
              <a:gd name="connsiteX90" fmla="*/ 452780 w 1353986"/>
              <a:gd name="connsiteY90" fmla="*/ 107971 h 994374"/>
              <a:gd name="connsiteX91" fmla="*/ 458875 w 1353986"/>
              <a:gd name="connsiteY91" fmla="*/ 113195 h 994374"/>
              <a:gd name="connsiteX92" fmla="*/ 469324 w 1353986"/>
              <a:gd name="connsiteY92" fmla="*/ 120161 h 994374"/>
              <a:gd name="connsiteX93" fmla="*/ 482385 w 1353986"/>
              <a:gd name="connsiteY93" fmla="*/ 132351 h 994374"/>
              <a:gd name="connsiteX94" fmla="*/ 504154 w 1353986"/>
              <a:gd name="connsiteY94" fmla="*/ 92298 h 994374"/>
              <a:gd name="connsiteX95" fmla="*/ 524180 w 1353986"/>
              <a:gd name="connsiteY95" fmla="*/ 66176 h 994374"/>
              <a:gd name="connsiteX96" fmla="*/ 529404 w 1353986"/>
              <a:gd name="connsiteY96" fmla="*/ 60080 h 994374"/>
              <a:gd name="connsiteX97" fmla="*/ 553785 w 1353986"/>
              <a:gd name="connsiteY97" fmla="*/ 26122 h 994374"/>
              <a:gd name="connsiteX98" fmla="*/ 564234 w 1353986"/>
              <a:gd name="connsiteY98" fmla="*/ 21768 h 994374"/>
              <a:gd name="connsiteX99" fmla="*/ 582519 w 1353986"/>
              <a:gd name="connsiteY99" fmla="*/ 16544 h 994374"/>
              <a:gd name="connsiteX100" fmla="*/ 592097 w 1353986"/>
              <a:gd name="connsiteY100" fmla="*/ 16544 h 994374"/>
              <a:gd name="connsiteX101" fmla="*/ 601675 w 1353986"/>
              <a:gd name="connsiteY101" fmla="*/ 19156 h 994374"/>
              <a:gd name="connsiteX102" fmla="*/ 606029 w 1353986"/>
              <a:gd name="connsiteY102" fmla="*/ 22639 h 994374"/>
              <a:gd name="connsiteX103" fmla="*/ 622573 w 1353986"/>
              <a:gd name="connsiteY103" fmla="*/ 39183 h 994374"/>
              <a:gd name="connsiteX104" fmla="*/ 635634 w 1353986"/>
              <a:gd name="connsiteY104" fmla="*/ 47019 h 994374"/>
              <a:gd name="connsiteX105" fmla="*/ 645212 w 1353986"/>
              <a:gd name="connsiteY105" fmla="*/ 51373 h 994374"/>
              <a:gd name="connsiteX106" fmla="*/ 673946 w 1353986"/>
              <a:gd name="connsiteY106" fmla="*/ 60080 h 994374"/>
              <a:gd name="connsiteX107" fmla="*/ 680041 w 1353986"/>
              <a:gd name="connsiteY107" fmla="*/ 63563 h 994374"/>
              <a:gd name="connsiteX108" fmla="*/ 686136 w 1353986"/>
              <a:gd name="connsiteY108" fmla="*/ 70529 h 994374"/>
              <a:gd name="connsiteX109" fmla="*/ 689619 w 1353986"/>
              <a:gd name="connsiteY109" fmla="*/ 79237 h 994374"/>
              <a:gd name="connsiteX110" fmla="*/ 740992 w 1353986"/>
              <a:gd name="connsiteY110" fmla="*/ 79237 h 994374"/>
              <a:gd name="connsiteX111" fmla="*/ 793236 w 1353986"/>
              <a:gd name="connsiteY111" fmla="*/ 80107 h 994374"/>
              <a:gd name="connsiteX112" fmla="*/ 816746 w 1353986"/>
              <a:gd name="connsiteY112" fmla="*/ 79237 h 994374"/>
              <a:gd name="connsiteX113" fmla="*/ 834160 w 1353986"/>
              <a:gd name="connsiteY113" fmla="*/ 80107 h 994374"/>
              <a:gd name="connsiteX114" fmla="*/ 862024 w 1353986"/>
              <a:gd name="connsiteY114" fmla="*/ 85332 h 994374"/>
              <a:gd name="connsiteX115" fmla="*/ 870731 w 1353986"/>
              <a:gd name="connsiteY115" fmla="*/ 87944 h 994374"/>
              <a:gd name="connsiteX116" fmla="*/ 888146 w 1353986"/>
              <a:gd name="connsiteY116" fmla="*/ 97522 h 994374"/>
              <a:gd name="connsiteX117" fmla="*/ 899465 w 1353986"/>
              <a:gd name="connsiteY117" fmla="*/ 107971 h 994374"/>
              <a:gd name="connsiteX118" fmla="*/ 914268 w 1353986"/>
              <a:gd name="connsiteY118" fmla="*/ 124514 h 994374"/>
              <a:gd name="connsiteX119" fmla="*/ 926458 w 1353986"/>
              <a:gd name="connsiteY119" fmla="*/ 134963 h 994374"/>
              <a:gd name="connsiteX120" fmla="*/ 943002 w 1353986"/>
              <a:gd name="connsiteY120" fmla="*/ 146283 h 994374"/>
              <a:gd name="connsiteX121" fmla="*/ 964770 w 1353986"/>
              <a:gd name="connsiteY121" fmla="*/ 143671 h 994374"/>
              <a:gd name="connsiteX122" fmla="*/ 1007436 w 1353986"/>
              <a:gd name="connsiteY122" fmla="*/ 141929 h 994374"/>
              <a:gd name="connsiteX123" fmla="*/ 1014402 w 1353986"/>
              <a:gd name="connsiteY123" fmla="*/ 141058 h 994374"/>
              <a:gd name="connsiteX124" fmla="*/ 1028333 w 1353986"/>
              <a:gd name="connsiteY124" fmla="*/ 137575 h 994374"/>
              <a:gd name="connsiteX125" fmla="*/ 1055326 w 1353986"/>
              <a:gd name="connsiteY125" fmla="*/ 126256 h 994374"/>
              <a:gd name="connsiteX126" fmla="*/ 1060550 w 1353986"/>
              <a:gd name="connsiteY126" fmla="*/ 122773 h 994374"/>
              <a:gd name="connsiteX127" fmla="*/ 1064034 w 1353986"/>
              <a:gd name="connsiteY127" fmla="*/ 118419 h 994374"/>
              <a:gd name="connsiteX128" fmla="*/ 1077965 w 1353986"/>
              <a:gd name="connsiteY128" fmla="*/ 98393 h 994374"/>
              <a:gd name="connsiteX129" fmla="*/ 1085802 w 1353986"/>
              <a:gd name="connsiteY129" fmla="*/ 92298 h 994374"/>
              <a:gd name="connsiteX130" fmla="*/ 1098863 w 1353986"/>
              <a:gd name="connsiteY130" fmla="*/ 87073 h 994374"/>
              <a:gd name="connsiteX131" fmla="*/ 1121502 w 1353986"/>
              <a:gd name="connsiteY131" fmla="*/ 84461 h 994374"/>
              <a:gd name="connsiteX132" fmla="*/ 1131080 w 1353986"/>
              <a:gd name="connsiteY132" fmla="*/ 80107 h 994374"/>
              <a:gd name="connsiteX133" fmla="*/ 1136304 w 1353986"/>
              <a:gd name="connsiteY133" fmla="*/ 75753 h 994374"/>
              <a:gd name="connsiteX134" fmla="*/ 1140658 w 1353986"/>
              <a:gd name="connsiteY134" fmla="*/ 67046 h 994374"/>
              <a:gd name="connsiteX135" fmla="*/ 1141528 w 1353986"/>
              <a:gd name="connsiteY135" fmla="*/ 60080 h 994374"/>
              <a:gd name="connsiteX136" fmla="*/ 1143270 w 1353986"/>
              <a:gd name="connsiteY136" fmla="*/ 35700 h 994374"/>
              <a:gd name="connsiteX137" fmla="*/ 1145882 w 1353986"/>
              <a:gd name="connsiteY137" fmla="*/ 20897 h 994374"/>
              <a:gd name="connsiteX138" fmla="*/ 1146753 w 1353986"/>
              <a:gd name="connsiteY138" fmla="*/ 5224 h 994374"/>
              <a:gd name="connsiteX139" fmla="*/ 1173745 w 1353986"/>
              <a:gd name="connsiteY139" fmla="*/ 0 h 994374"/>
              <a:gd name="connsiteX140" fmla="*/ 1178099 w 1353986"/>
              <a:gd name="connsiteY140" fmla="*/ 17415 h 994374"/>
              <a:gd name="connsiteX141" fmla="*/ 1184194 w 1353986"/>
              <a:gd name="connsiteY141" fmla="*/ 25251 h 994374"/>
              <a:gd name="connsiteX142" fmla="*/ 1191160 w 1353986"/>
              <a:gd name="connsiteY142" fmla="*/ 32217 h 994374"/>
              <a:gd name="connsiteX143" fmla="*/ 1199867 w 1353986"/>
              <a:gd name="connsiteY143" fmla="*/ 35700 h 994374"/>
              <a:gd name="connsiteX144" fmla="*/ 1211187 w 1353986"/>
              <a:gd name="connsiteY144" fmla="*/ 38312 h 994374"/>
              <a:gd name="connsiteX145" fmla="*/ 1229472 w 1353986"/>
              <a:gd name="connsiteY145" fmla="*/ 38312 h 994374"/>
              <a:gd name="connsiteX146" fmla="*/ 1242533 w 1353986"/>
              <a:gd name="connsiteY146" fmla="*/ 40924 h 994374"/>
              <a:gd name="connsiteX147" fmla="*/ 1240792 w 1353986"/>
              <a:gd name="connsiteY147" fmla="*/ 44407 h 994374"/>
              <a:gd name="connsiteX148" fmla="*/ 1213799 w 1353986"/>
              <a:gd name="connsiteY148" fmla="*/ 66176 h 994374"/>
              <a:gd name="connsiteX149" fmla="*/ 1207704 w 1353986"/>
              <a:gd name="connsiteY149" fmla="*/ 74012 h 994374"/>
              <a:gd name="connsiteX150" fmla="*/ 1205963 w 1353986"/>
              <a:gd name="connsiteY150" fmla="*/ 80107 h 994374"/>
              <a:gd name="connsiteX151" fmla="*/ 1205963 w 1353986"/>
              <a:gd name="connsiteY151" fmla="*/ 85332 h 994374"/>
              <a:gd name="connsiteX152" fmla="*/ 1211187 w 1353986"/>
              <a:gd name="connsiteY152" fmla="*/ 92298 h 994374"/>
              <a:gd name="connsiteX153" fmla="*/ 1253853 w 1353986"/>
              <a:gd name="connsiteY153" fmla="*/ 138446 h 994374"/>
              <a:gd name="connsiteX154" fmla="*/ 1264302 w 1353986"/>
              <a:gd name="connsiteY154" fmla="*/ 154990 h 994374"/>
              <a:gd name="connsiteX155" fmla="*/ 1271267 w 1353986"/>
              <a:gd name="connsiteY155" fmla="*/ 173275 h 994374"/>
              <a:gd name="connsiteX156" fmla="*/ 1273880 w 1353986"/>
              <a:gd name="connsiteY156" fmla="*/ 185466 h 994374"/>
              <a:gd name="connsiteX157" fmla="*/ 1273880 w 1353986"/>
              <a:gd name="connsiteY157" fmla="*/ 193302 h 994374"/>
              <a:gd name="connsiteX158" fmla="*/ 1273009 w 1353986"/>
              <a:gd name="connsiteY158" fmla="*/ 219424 h 994374"/>
              <a:gd name="connsiteX159" fmla="*/ 1266043 w 1353986"/>
              <a:gd name="connsiteY159" fmla="*/ 277763 h 994374"/>
              <a:gd name="connsiteX160" fmla="*/ 1265172 w 1353986"/>
              <a:gd name="connsiteY160" fmla="*/ 289083 h 994374"/>
              <a:gd name="connsiteX161" fmla="*/ 1267784 w 1353986"/>
              <a:gd name="connsiteY161" fmla="*/ 303014 h 994374"/>
              <a:gd name="connsiteX162" fmla="*/ 1273880 w 1353986"/>
              <a:gd name="connsiteY162" fmla="*/ 313463 h 994374"/>
              <a:gd name="connsiteX163" fmla="*/ 1283458 w 1353986"/>
              <a:gd name="connsiteY163" fmla="*/ 330878 h 994374"/>
              <a:gd name="connsiteX164" fmla="*/ 1291294 w 1353986"/>
              <a:gd name="connsiteY164" fmla="*/ 338714 h 994374"/>
              <a:gd name="connsiteX165" fmla="*/ 1299131 w 1353986"/>
              <a:gd name="connsiteY165" fmla="*/ 342197 h 994374"/>
              <a:gd name="connsiteX166" fmla="*/ 1335702 w 1353986"/>
              <a:gd name="connsiteY166" fmla="*/ 329136 h 994374"/>
              <a:gd name="connsiteX167" fmla="*/ 1346150 w 1353986"/>
              <a:gd name="connsiteY167" fmla="*/ 330007 h 994374"/>
              <a:gd name="connsiteX168" fmla="*/ 1330477 w 1353986"/>
              <a:gd name="connsiteY168" fmla="*/ 376156 h 994374"/>
              <a:gd name="connsiteX169" fmla="*/ 1323511 w 1353986"/>
              <a:gd name="connsiteY169" fmla="*/ 416209 h 994374"/>
              <a:gd name="connsiteX170" fmla="*/ 1322641 w 1353986"/>
              <a:gd name="connsiteY170" fmla="*/ 444944 h 994374"/>
              <a:gd name="connsiteX171" fmla="*/ 1327865 w 1353986"/>
              <a:gd name="connsiteY171" fmla="*/ 523309 h 994374"/>
              <a:gd name="connsiteX172" fmla="*/ 1347892 w 1353986"/>
              <a:gd name="connsiteY172" fmla="*/ 647824 h 994374"/>
              <a:gd name="connsiteX173" fmla="*/ 1353987 w 1353986"/>
              <a:gd name="connsiteY173" fmla="*/ 668721 h 994374"/>
              <a:gd name="connsiteX174" fmla="*/ 1353987 w 1353986"/>
              <a:gd name="connsiteY174" fmla="*/ 676558 h 994374"/>
              <a:gd name="connsiteX175" fmla="*/ 1351375 w 1353986"/>
              <a:gd name="connsiteY175" fmla="*/ 680912 h 994374"/>
              <a:gd name="connsiteX176" fmla="*/ 1346150 w 1353986"/>
              <a:gd name="connsiteY176" fmla="*/ 682653 h 994374"/>
              <a:gd name="connsiteX177" fmla="*/ 1335702 w 1353986"/>
              <a:gd name="connsiteY177" fmla="*/ 682653 h 994374"/>
              <a:gd name="connsiteX178" fmla="*/ 1326123 w 1353986"/>
              <a:gd name="connsiteY178" fmla="*/ 684395 h 994374"/>
              <a:gd name="connsiteX179" fmla="*/ 1316546 w 1353986"/>
              <a:gd name="connsiteY179" fmla="*/ 692231 h 994374"/>
              <a:gd name="connsiteX180" fmla="*/ 1307838 w 1353986"/>
              <a:gd name="connsiteY180" fmla="*/ 706163 h 994374"/>
              <a:gd name="connsiteX181" fmla="*/ 1295648 w 1353986"/>
              <a:gd name="connsiteY181" fmla="*/ 730543 h 994374"/>
              <a:gd name="connsiteX182" fmla="*/ 1268655 w 1353986"/>
              <a:gd name="connsiteY182" fmla="*/ 746216 h 994374"/>
              <a:gd name="connsiteX183" fmla="*/ 1172875 w 1353986"/>
              <a:gd name="connsiteY183" fmla="*/ 758407 h 994374"/>
              <a:gd name="connsiteX184" fmla="*/ 1152848 w 1353986"/>
              <a:gd name="connsiteY184" fmla="*/ 761019 h 994374"/>
              <a:gd name="connsiteX185" fmla="*/ 1145882 w 1353986"/>
              <a:gd name="connsiteY185" fmla="*/ 763631 h 994374"/>
              <a:gd name="connsiteX186" fmla="*/ 1140658 w 1353986"/>
              <a:gd name="connsiteY186" fmla="*/ 770597 h 994374"/>
              <a:gd name="connsiteX187" fmla="*/ 1137175 w 1353986"/>
              <a:gd name="connsiteY187" fmla="*/ 785399 h 994374"/>
              <a:gd name="connsiteX188" fmla="*/ 1129338 w 1353986"/>
              <a:gd name="connsiteY188" fmla="*/ 847221 h 994374"/>
              <a:gd name="connsiteX189" fmla="*/ 1124985 w 1353986"/>
              <a:gd name="connsiteY189" fmla="*/ 858541 h 994374"/>
              <a:gd name="connsiteX190" fmla="*/ 1121502 w 1353986"/>
              <a:gd name="connsiteY190" fmla="*/ 865507 h 994374"/>
              <a:gd name="connsiteX191" fmla="*/ 1106699 w 1353986"/>
              <a:gd name="connsiteY191" fmla="*/ 875956 h 994374"/>
            </a:gdLst>
            <a:ahLst/>
            <a:cxnLst/>
            <a:rect l="l" t="t" r="r" b="b"/>
            <a:pathLst>
              <a:path w="1353986" h="994374">
                <a:moveTo>
                  <a:pt x="1106699" y="875956"/>
                </a:moveTo>
                <a:lnTo>
                  <a:pt x="1063163" y="889887"/>
                </a:lnTo>
                <a:lnTo>
                  <a:pt x="1036170" y="893370"/>
                </a:lnTo>
                <a:lnTo>
                  <a:pt x="1030946" y="893370"/>
                </a:lnTo>
                <a:lnTo>
                  <a:pt x="1011790" y="882921"/>
                </a:lnTo>
                <a:lnTo>
                  <a:pt x="998729" y="881180"/>
                </a:lnTo>
                <a:lnTo>
                  <a:pt x="990892" y="882050"/>
                </a:lnTo>
                <a:lnTo>
                  <a:pt x="836772" y="935165"/>
                </a:lnTo>
                <a:lnTo>
                  <a:pt x="817617" y="945614"/>
                </a:lnTo>
                <a:lnTo>
                  <a:pt x="793236" y="964770"/>
                </a:lnTo>
                <a:lnTo>
                  <a:pt x="774080" y="973477"/>
                </a:lnTo>
                <a:lnTo>
                  <a:pt x="761019" y="976960"/>
                </a:lnTo>
                <a:lnTo>
                  <a:pt x="737509" y="981314"/>
                </a:lnTo>
                <a:lnTo>
                  <a:pt x="653048" y="994375"/>
                </a:lnTo>
                <a:lnTo>
                  <a:pt x="644341" y="992633"/>
                </a:lnTo>
                <a:lnTo>
                  <a:pt x="624314" y="983055"/>
                </a:lnTo>
                <a:lnTo>
                  <a:pt x="603417" y="970865"/>
                </a:lnTo>
                <a:lnTo>
                  <a:pt x="581648" y="953451"/>
                </a:lnTo>
                <a:lnTo>
                  <a:pt x="576424" y="945614"/>
                </a:lnTo>
                <a:lnTo>
                  <a:pt x="572941" y="936036"/>
                </a:lnTo>
                <a:lnTo>
                  <a:pt x="572941" y="920363"/>
                </a:lnTo>
                <a:lnTo>
                  <a:pt x="569458" y="910785"/>
                </a:lnTo>
                <a:lnTo>
                  <a:pt x="561622" y="895982"/>
                </a:lnTo>
                <a:lnTo>
                  <a:pt x="544207" y="870731"/>
                </a:lnTo>
                <a:lnTo>
                  <a:pt x="509378" y="807168"/>
                </a:lnTo>
                <a:lnTo>
                  <a:pt x="504154" y="803685"/>
                </a:lnTo>
                <a:lnTo>
                  <a:pt x="488480" y="799331"/>
                </a:lnTo>
                <a:lnTo>
                  <a:pt x="410985" y="792365"/>
                </a:lnTo>
                <a:lnTo>
                  <a:pt x="299532" y="780175"/>
                </a:lnTo>
                <a:lnTo>
                  <a:pt x="180241" y="761019"/>
                </a:lnTo>
                <a:lnTo>
                  <a:pt x="160214" y="754053"/>
                </a:lnTo>
                <a:lnTo>
                  <a:pt x="153249" y="748829"/>
                </a:lnTo>
                <a:lnTo>
                  <a:pt x="146283" y="740121"/>
                </a:lnTo>
                <a:lnTo>
                  <a:pt x="135834" y="717482"/>
                </a:lnTo>
                <a:lnTo>
                  <a:pt x="135834" y="710517"/>
                </a:lnTo>
                <a:lnTo>
                  <a:pt x="138446" y="697456"/>
                </a:lnTo>
                <a:lnTo>
                  <a:pt x="138446" y="693102"/>
                </a:lnTo>
                <a:lnTo>
                  <a:pt x="135834" y="682653"/>
                </a:lnTo>
                <a:lnTo>
                  <a:pt x="136705" y="673075"/>
                </a:lnTo>
                <a:lnTo>
                  <a:pt x="140188" y="663497"/>
                </a:lnTo>
                <a:lnTo>
                  <a:pt x="138446" y="646082"/>
                </a:lnTo>
                <a:lnTo>
                  <a:pt x="139317" y="630409"/>
                </a:lnTo>
                <a:lnTo>
                  <a:pt x="132351" y="619090"/>
                </a:lnTo>
                <a:lnTo>
                  <a:pt x="43537" y="617348"/>
                </a:lnTo>
                <a:lnTo>
                  <a:pt x="42666" y="592097"/>
                </a:lnTo>
                <a:lnTo>
                  <a:pt x="47890" y="576424"/>
                </a:lnTo>
                <a:lnTo>
                  <a:pt x="54856" y="562492"/>
                </a:lnTo>
                <a:lnTo>
                  <a:pt x="51373" y="551173"/>
                </a:lnTo>
                <a:lnTo>
                  <a:pt x="21768" y="523309"/>
                </a:lnTo>
                <a:lnTo>
                  <a:pt x="11319" y="508507"/>
                </a:lnTo>
                <a:lnTo>
                  <a:pt x="5224" y="498929"/>
                </a:lnTo>
                <a:lnTo>
                  <a:pt x="2612" y="490221"/>
                </a:lnTo>
                <a:lnTo>
                  <a:pt x="871" y="481514"/>
                </a:lnTo>
                <a:lnTo>
                  <a:pt x="0" y="471936"/>
                </a:lnTo>
                <a:lnTo>
                  <a:pt x="0" y="464970"/>
                </a:lnTo>
                <a:lnTo>
                  <a:pt x="871" y="457134"/>
                </a:lnTo>
                <a:lnTo>
                  <a:pt x="4354" y="450168"/>
                </a:lnTo>
                <a:lnTo>
                  <a:pt x="13932" y="436236"/>
                </a:lnTo>
                <a:lnTo>
                  <a:pt x="29605" y="420563"/>
                </a:lnTo>
                <a:lnTo>
                  <a:pt x="35700" y="416209"/>
                </a:lnTo>
                <a:lnTo>
                  <a:pt x="42666" y="413597"/>
                </a:lnTo>
                <a:lnTo>
                  <a:pt x="60951" y="410114"/>
                </a:lnTo>
                <a:lnTo>
                  <a:pt x="121032" y="403148"/>
                </a:lnTo>
                <a:lnTo>
                  <a:pt x="134093" y="381380"/>
                </a:lnTo>
                <a:lnTo>
                  <a:pt x="135834" y="354387"/>
                </a:lnTo>
                <a:lnTo>
                  <a:pt x="148024" y="296919"/>
                </a:lnTo>
                <a:lnTo>
                  <a:pt x="149766" y="264702"/>
                </a:lnTo>
                <a:lnTo>
                  <a:pt x="154120" y="255995"/>
                </a:lnTo>
                <a:lnTo>
                  <a:pt x="158473" y="253383"/>
                </a:lnTo>
                <a:lnTo>
                  <a:pt x="166309" y="250770"/>
                </a:lnTo>
                <a:lnTo>
                  <a:pt x="201139" y="248158"/>
                </a:lnTo>
                <a:lnTo>
                  <a:pt x="218553" y="241192"/>
                </a:lnTo>
                <a:lnTo>
                  <a:pt x="224649" y="234227"/>
                </a:lnTo>
                <a:lnTo>
                  <a:pt x="228132" y="227261"/>
                </a:lnTo>
                <a:lnTo>
                  <a:pt x="231614" y="218554"/>
                </a:lnTo>
                <a:lnTo>
                  <a:pt x="248158" y="197656"/>
                </a:lnTo>
                <a:lnTo>
                  <a:pt x="249900" y="188948"/>
                </a:lnTo>
                <a:lnTo>
                  <a:pt x="250770" y="169793"/>
                </a:lnTo>
                <a:lnTo>
                  <a:pt x="252512" y="161085"/>
                </a:lnTo>
                <a:lnTo>
                  <a:pt x="254254" y="154990"/>
                </a:lnTo>
                <a:lnTo>
                  <a:pt x="268185" y="139317"/>
                </a:lnTo>
                <a:lnTo>
                  <a:pt x="276022" y="148895"/>
                </a:lnTo>
                <a:lnTo>
                  <a:pt x="282117" y="154990"/>
                </a:lnTo>
                <a:lnTo>
                  <a:pt x="317817" y="123644"/>
                </a:lnTo>
                <a:lnTo>
                  <a:pt x="332619" y="113195"/>
                </a:lnTo>
                <a:lnTo>
                  <a:pt x="342197" y="103617"/>
                </a:lnTo>
                <a:lnTo>
                  <a:pt x="366578" y="73141"/>
                </a:lnTo>
                <a:lnTo>
                  <a:pt x="391829" y="81849"/>
                </a:lnTo>
                <a:lnTo>
                  <a:pt x="417080" y="90556"/>
                </a:lnTo>
                <a:lnTo>
                  <a:pt x="436236" y="98393"/>
                </a:lnTo>
                <a:lnTo>
                  <a:pt x="452780" y="107971"/>
                </a:lnTo>
                <a:lnTo>
                  <a:pt x="458875" y="113195"/>
                </a:lnTo>
                <a:lnTo>
                  <a:pt x="469324" y="120161"/>
                </a:lnTo>
                <a:lnTo>
                  <a:pt x="482385" y="132351"/>
                </a:lnTo>
                <a:lnTo>
                  <a:pt x="504154" y="92298"/>
                </a:lnTo>
                <a:lnTo>
                  <a:pt x="524180" y="66176"/>
                </a:lnTo>
                <a:lnTo>
                  <a:pt x="529404" y="60080"/>
                </a:lnTo>
                <a:lnTo>
                  <a:pt x="553785" y="26122"/>
                </a:lnTo>
                <a:lnTo>
                  <a:pt x="564234" y="21768"/>
                </a:lnTo>
                <a:lnTo>
                  <a:pt x="582519" y="16544"/>
                </a:lnTo>
                <a:lnTo>
                  <a:pt x="592097" y="16544"/>
                </a:lnTo>
                <a:lnTo>
                  <a:pt x="601675" y="19156"/>
                </a:lnTo>
                <a:lnTo>
                  <a:pt x="606029" y="22639"/>
                </a:lnTo>
                <a:lnTo>
                  <a:pt x="622573" y="39183"/>
                </a:lnTo>
                <a:lnTo>
                  <a:pt x="635634" y="47019"/>
                </a:lnTo>
                <a:lnTo>
                  <a:pt x="645212" y="51373"/>
                </a:lnTo>
                <a:lnTo>
                  <a:pt x="673946" y="60080"/>
                </a:lnTo>
                <a:lnTo>
                  <a:pt x="680041" y="63563"/>
                </a:lnTo>
                <a:lnTo>
                  <a:pt x="686136" y="70529"/>
                </a:lnTo>
                <a:lnTo>
                  <a:pt x="689619" y="79237"/>
                </a:lnTo>
                <a:lnTo>
                  <a:pt x="740992" y="79237"/>
                </a:lnTo>
                <a:lnTo>
                  <a:pt x="793236" y="80107"/>
                </a:lnTo>
                <a:lnTo>
                  <a:pt x="816746" y="79237"/>
                </a:lnTo>
                <a:lnTo>
                  <a:pt x="834160" y="80107"/>
                </a:lnTo>
                <a:lnTo>
                  <a:pt x="862024" y="85332"/>
                </a:lnTo>
                <a:lnTo>
                  <a:pt x="870731" y="87944"/>
                </a:lnTo>
                <a:lnTo>
                  <a:pt x="888146" y="97522"/>
                </a:lnTo>
                <a:lnTo>
                  <a:pt x="899465" y="107971"/>
                </a:lnTo>
                <a:lnTo>
                  <a:pt x="914268" y="124514"/>
                </a:lnTo>
                <a:lnTo>
                  <a:pt x="926458" y="134963"/>
                </a:lnTo>
                <a:lnTo>
                  <a:pt x="943002" y="146283"/>
                </a:lnTo>
                <a:lnTo>
                  <a:pt x="964770" y="143671"/>
                </a:lnTo>
                <a:lnTo>
                  <a:pt x="1007436" y="141929"/>
                </a:lnTo>
                <a:lnTo>
                  <a:pt x="1014402" y="141058"/>
                </a:lnTo>
                <a:lnTo>
                  <a:pt x="1028333" y="137575"/>
                </a:lnTo>
                <a:lnTo>
                  <a:pt x="1055326" y="126256"/>
                </a:lnTo>
                <a:lnTo>
                  <a:pt x="1060550" y="122773"/>
                </a:lnTo>
                <a:lnTo>
                  <a:pt x="1064034" y="118419"/>
                </a:lnTo>
                <a:lnTo>
                  <a:pt x="1077965" y="98393"/>
                </a:lnTo>
                <a:lnTo>
                  <a:pt x="1085802" y="92298"/>
                </a:lnTo>
                <a:lnTo>
                  <a:pt x="1098863" y="87073"/>
                </a:lnTo>
                <a:lnTo>
                  <a:pt x="1121502" y="84461"/>
                </a:lnTo>
                <a:lnTo>
                  <a:pt x="1131080" y="80107"/>
                </a:lnTo>
                <a:lnTo>
                  <a:pt x="1136304" y="75753"/>
                </a:lnTo>
                <a:lnTo>
                  <a:pt x="1140658" y="67046"/>
                </a:lnTo>
                <a:lnTo>
                  <a:pt x="1141528" y="60080"/>
                </a:lnTo>
                <a:lnTo>
                  <a:pt x="1143270" y="35700"/>
                </a:lnTo>
                <a:lnTo>
                  <a:pt x="1145882" y="20897"/>
                </a:lnTo>
                <a:lnTo>
                  <a:pt x="1146753" y="5224"/>
                </a:lnTo>
                <a:lnTo>
                  <a:pt x="1173745" y="0"/>
                </a:lnTo>
                <a:lnTo>
                  <a:pt x="1178099" y="17415"/>
                </a:lnTo>
                <a:lnTo>
                  <a:pt x="1184194" y="25251"/>
                </a:lnTo>
                <a:lnTo>
                  <a:pt x="1191160" y="32217"/>
                </a:lnTo>
                <a:lnTo>
                  <a:pt x="1199867" y="35700"/>
                </a:lnTo>
                <a:lnTo>
                  <a:pt x="1211187" y="38312"/>
                </a:lnTo>
                <a:lnTo>
                  <a:pt x="1229472" y="38312"/>
                </a:lnTo>
                <a:lnTo>
                  <a:pt x="1242533" y="40924"/>
                </a:lnTo>
                <a:lnTo>
                  <a:pt x="1240792" y="44407"/>
                </a:lnTo>
                <a:lnTo>
                  <a:pt x="1213799" y="66176"/>
                </a:lnTo>
                <a:lnTo>
                  <a:pt x="1207704" y="74012"/>
                </a:lnTo>
                <a:lnTo>
                  <a:pt x="1205963" y="80107"/>
                </a:lnTo>
                <a:lnTo>
                  <a:pt x="1205963" y="85332"/>
                </a:lnTo>
                <a:lnTo>
                  <a:pt x="1211187" y="92298"/>
                </a:lnTo>
                <a:lnTo>
                  <a:pt x="1253853" y="138446"/>
                </a:lnTo>
                <a:lnTo>
                  <a:pt x="1264302" y="154990"/>
                </a:lnTo>
                <a:lnTo>
                  <a:pt x="1271267" y="173275"/>
                </a:lnTo>
                <a:lnTo>
                  <a:pt x="1273880" y="185466"/>
                </a:lnTo>
                <a:lnTo>
                  <a:pt x="1273880" y="193302"/>
                </a:lnTo>
                <a:lnTo>
                  <a:pt x="1273009" y="219424"/>
                </a:lnTo>
                <a:lnTo>
                  <a:pt x="1266043" y="277763"/>
                </a:lnTo>
                <a:lnTo>
                  <a:pt x="1265172" y="289083"/>
                </a:lnTo>
                <a:lnTo>
                  <a:pt x="1267784" y="303014"/>
                </a:lnTo>
                <a:lnTo>
                  <a:pt x="1273880" y="313463"/>
                </a:lnTo>
                <a:lnTo>
                  <a:pt x="1283458" y="330878"/>
                </a:lnTo>
                <a:lnTo>
                  <a:pt x="1291294" y="338714"/>
                </a:lnTo>
                <a:lnTo>
                  <a:pt x="1299131" y="342197"/>
                </a:lnTo>
                <a:lnTo>
                  <a:pt x="1335702" y="329136"/>
                </a:lnTo>
                <a:lnTo>
                  <a:pt x="1346150" y="330007"/>
                </a:lnTo>
                <a:lnTo>
                  <a:pt x="1330477" y="376156"/>
                </a:lnTo>
                <a:lnTo>
                  <a:pt x="1323511" y="416209"/>
                </a:lnTo>
                <a:lnTo>
                  <a:pt x="1322641" y="444944"/>
                </a:lnTo>
                <a:lnTo>
                  <a:pt x="1327865" y="523309"/>
                </a:lnTo>
                <a:lnTo>
                  <a:pt x="1347892" y="647824"/>
                </a:lnTo>
                <a:lnTo>
                  <a:pt x="1353987" y="668721"/>
                </a:lnTo>
                <a:lnTo>
                  <a:pt x="1353987" y="676558"/>
                </a:lnTo>
                <a:lnTo>
                  <a:pt x="1351375" y="680912"/>
                </a:lnTo>
                <a:lnTo>
                  <a:pt x="1346150" y="682653"/>
                </a:lnTo>
                <a:lnTo>
                  <a:pt x="1335702" y="682653"/>
                </a:lnTo>
                <a:lnTo>
                  <a:pt x="1326123" y="684395"/>
                </a:lnTo>
                <a:lnTo>
                  <a:pt x="1316546" y="692231"/>
                </a:lnTo>
                <a:lnTo>
                  <a:pt x="1307838" y="706163"/>
                </a:lnTo>
                <a:lnTo>
                  <a:pt x="1295648" y="730543"/>
                </a:lnTo>
                <a:lnTo>
                  <a:pt x="1268655" y="746216"/>
                </a:lnTo>
                <a:lnTo>
                  <a:pt x="1172875" y="758407"/>
                </a:lnTo>
                <a:lnTo>
                  <a:pt x="1152848" y="761019"/>
                </a:lnTo>
                <a:lnTo>
                  <a:pt x="1145882" y="763631"/>
                </a:lnTo>
                <a:lnTo>
                  <a:pt x="1140658" y="770597"/>
                </a:lnTo>
                <a:lnTo>
                  <a:pt x="1137175" y="785399"/>
                </a:lnTo>
                <a:lnTo>
                  <a:pt x="1129338" y="847221"/>
                </a:lnTo>
                <a:lnTo>
                  <a:pt x="1124985" y="858541"/>
                </a:lnTo>
                <a:lnTo>
                  <a:pt x="1121502" y="865507"/>
                </a:lnTo>
                <a:lnTo>
                  <a:pt x="1106699" y="875956"/>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0" name="Freeform: Shape 49">
            <a:extLst>
              <a:ext uri="{FF2B5EF4-FFF2-40B4-BE49-F238E27FC236}">
                <a16:creationId xmlns:a16="http://schemas.microsoft.com/office/drawing/2014/main" id="{D95DABDB-4ABE-2A3E-453F-3995243C746B}"/>
              </a:ext>
            </a:extLst>
          </p:cNvPr>
          <p:cNvSpPr>
            <a:spLocks noGrp="1"/>
          </p:cNvSpPr>
          <p:nvPr/>
        </p:nvSpPr>
        <p:spPr>
          <a:xfrm>
            <a:off x="7291711" y="2922012"/>
            <a:ext cx="1137642" cy="826543"/>
          </a:xfrm>
          <a:custGeom>
            <a:avLst/>
            <a:gdLst>
              <a:gd name="connsiteX0" fmla="*/ 1140658 w 1140657"/>
              <a:gd name="connsiteY0" fmla="*/ 483256 h 821099"/>
              <a:gd name="connsiteX1" fmla="*/ 1131079 w 1140657"/>
              <a:gd name="connsiteY1" fmla="*/ 524180 h 821099"/>
              <a:gd name="connsiteX2" fmla="*/ 1127597 w 1140657"/>
              <a:gd name="connsiteY2" fmla="*/ 566846 h 821099"/>
              <a:gd name="connsiteX3" fmla="*/ 1117148 w 1140657"/>
              <a:gd name="connsiteY3" fmla="*/ 565975 h 821099"/>
              <a:gd name="connsiteX4" fmla="*/ 1108441 w 1140657"/>
              <a:gd name="connsiteY4" fmla="*/ 566846 h 821099"/>
              <a:gd name="connsiteX5" fmla="*/ 1077094 w 1140657"/>
              <a:gd name="connsiteY5" fmla="*/ 570329 h 821099"/>
              <a:gd name="connsiteX6" fmla="*/ 1067516 w 1140657"/>
              <a:gd name="connsiteY6" fmla="*/ 573812 h 821099"/>
              <a:gd name="connsiteX7" fmla="*/ 1048360 w 1140657"/>
              <a:gd name="connsiteY7" fmla="*/ 582519 h 821099"/>
              <a:gd name="connsiteX8" fmla="*/ 1030945 w 1140657"/>
              <a:gd name="connsiteY8" fmla="*/ 592968 h 821099"/>
              <a:gd name="connsiteX9" fmla="*/ 1020496 w 1140657"/>
              <a:gd name="connsiteY9" fmla="*/ 605158 h 821099"/>
              <a:gd name="connsiteX10" fmla="*/ 1010048 w 1140657"/>
              <a:gd name="connsiteY10" fmla="*/ 613865 h 821099"/>
              <a:gd name="connsiteX11" fmla="*/ 984797 w 1140657"/>
              <a:gd name="connsiteY11" fmla="*/ 595580 h 821099"/>
              <a:gd name="connsiteX12" fmla="*/ 978701 w 1140657"/>
              <a:gd name="connsiteY12" fmla="*/ 592968 h 821099"/>
              <a:gd name="connsiteX13" fmla="*/ 968253 w 1140657"/>
              <a:gd name="connsiteY13" fmla="*/ 589485 h 821099"/>
              <a:gd name="connsiteX14" fmla="*/ 961287 w 1140657"/>
              <a:gd name="connsiteY14" fmla="*/ 586873 h 821099"/>
              <a:gd name="connsiteX15" fmla="*/ 950838 w 1140657"/>
              <a:gd name="connsiteY15" fmla="*/ 586002 h 821099"/>
              <a:gd name="connsiteX16" fmla="*/ 930811 w 1140657"/>
              <a:gd name="connsiteY16" fmla="*/ 586873 h 821099"/>
              <a:gd name="connsiteX17" fmla="*/ 922975 w 1140657"/>
              <a:gd name="connsiteY17" fmla="*/ 587744 h 821099"/>
              <a:gd name="connsiteX18" fmla="*/ 907301 w 1140657"/>
              <a:gd name="connsiteY18" fmla="*/ 592097 h 821099"/>
              <a:gd name="connsiteX19" fmla="*/ 898594 w 1140657"/>
              <a:gd name="connsiteY19" fmla="*/ 594709 h 821099"/>
              <a:gd name="connsiteX20" fmla="*/ 879438 w 1140657"/>
              <a:gd name="connsiteY20" fmla="*/ 609512 h 821099"/>
              <a:gd name="connsiteX21" fmla="*/ 860282 w 1140657"/>
              <a:gd name="connsiteY21" fmla="*/ 627797 h 821099"/>
              <a:gd name="connsiteX22" fmla="*/ 874214 w 1140657"/>
              <a:gd name="connsiteY22" fmla="*/ 653919 h 821099"/>
              <a:gd name="connsiteX23" fmla="*/ 877697 w 1140657"/>
              <a:gd name="connsiteY23" fmla="*/ 659143 h 821099"/>
              <a:gd name="connsiteX24" fmla="*/ 885533 w 1140657"/>
              <a:gd name="connsiteY24" fmla="*/ 666109 h 821099"/>
              <a:gd name="connsiteX25" fmla="*/ 902948 w 1140657"/>
              <a:gd name="connsiteY25" fmla="*/ 673946 h 821099"/>
              <a:gd name="connsiteX26" fmla="*/ 910785 w 1140657"/>
              <a:gd name="connsiteY26" fmla="*/ 680041 h 821099"/>
              <a:gd name="connsiteX27" fmla="*/ 914268 w 1140657"/>
              <a:gd name="connsiteY27" fmla="*/ 686136 h 821099"/>
              <a:gd name="connsiteX28" fmla="*/ 915138 w 1140657"/>
              <a:gd name="connsiteY28" fmla="*/ 692231 h 821099"/>
              <a:gd name="connsiteX29" fmla="*/ 914268 w 1140657"/>
              <a:gd name="connsiteY29" fmla="*/ 701809 h 821099"/>
              <a:gd name="connsiteX30" fmla="*/ 908172 w 1140657"/>
              <a:gd name="connsiteY30" fmla="*/ 718353 h 821099"/>
              <a:gd name="connsiteX31" fmla="*/ 902948 w 1140657"/>
              <a:gd name="connsiteY31" fmla="*/ 734897 h 821099"/>
              <a:gd name="connsiteX32" fmla="*/ 897724 w 1140657"/>
              <a:gd name="connsiteY32" fmla="*/ 747958 h 821099"/>
              <a:gd name="connsiteX33" fmla="*/ 893370 w 1140657"/>
              <a:gd name="connsiteY33" fmla="*/ 760148 h 821099"/>
              <a:gd name="connsiteX34" fmla="*/ 888146 w 1140657"/>
              <a:gd name="connsiteY34" fmla="*/ 767985 h 821099"/>
              <a:gd name="connsiteX35" fmla="*/ 882921 w 1140657"/>
              <a:gd name="connsiteY35" fmla="*/ 770597 h 821099"/>
              <a:gd name="connsiteX36" fmla="*/ 876826 w 1140657"/>
              <a:gd name="connsiteY36" fmla="*/ 771468 h 821099"/>
              <a:gd name="connsiteX37" fmla="*/ 862894 w 1140657"/>
              <a:gd name="connsiteY37" fmla="*/ 769726 h 821099"/>
              <a:gd name="connsiteX38" fmla="*/ 857670 w 1140657"/>
              <a:gd name="connsiteY38" fmla="*/ 769726 h 821099"/>
              <a:gd name="connsiteX39" fmla="*/ 852445 w 1140657"/>
              <a:gd name="connsiteY39" fmla="*/ 771468 h 821099"/>
              <a:gd name="connsiteX40" fmla="*/ 844609 w 1140657"/>
              <a:gd name="connsiteY40" fmla="*/ 777563 h 821099"/>
              <a:gd name="connsiteX41" fmla="*/ 833289 w 1140657"/>
              <a:gd name="connsiteY41" fmla="*/ 782787 h 821099"/>
              <a:gd name="connsiteX42" fmla="*/ 816746 w 1140657"/>
              <a:gd name="connsiteY42" fmla="*/ 788882 h 821099"/>
              <a:gd name="connsiteX43" fmla="*/ 784529 w 1140657"/>
              <a:gd name="connsiteY43" fmla="*/ 799331 h 821099"/>
              <a:gd name="connsiteX44" fmla="*/ 773209 w 1140657"/>
              <a:gd name="connsiteY44" fmla="*/ 785399 h 821099"/>
              <a:gd name="connsiteX45" fmla="*/ 768855 w 1140657"/>
              <a:gd name="connsiteY45" fmla="*/ 781046 h 821099"/>
              <a:gd name="connsiteX46" fmla="*/ 756665 w 1140657"/>
              <a:gd name="connsiteY46" fmla="*/ 775821 h 821099"/>
              <a:gd name="connsiteX47" fmla="*/ 747087 w 1140657"/>
              <a:gd name="connsiteY47" fmla="*/ 774951 h 821099"/>
              <a:gd name="connsiteX48" fmla="*/ 736638 w 1140657"/>
              <a:gd name="connsiteY48" fmla="*/ 775821 h 821099"/>
              <a:gd name="connsiteX49" fmla="*/ 715741 w 1140657"/>
              <a:gd name="connsiteY49" fmla="*/ 781046 h 821099"/>
              <a:gd name="connsiteX50" fmla="*/ 710516 w 1140657"/>
              <a:gd name="connsiteY50" fmla="*/ 781916 h 821099"/>
              <a:gd name="connsiteX51" fmla="*/ 691360 w 1140657"/>
              <a:gd name="connsiteY51" fmla="*/ 781046 h 821099"/>
              <a:gd name="connsiteX52" fmla="*/ 682653 w 1140657"/>
              <a:gd name="connsiteY52" fmla="*/ 781916 h 821099"/>
              <a:gd name="connsiteX53" fmla="*/ 677429 w 1140657"/>
              <a:gd name="connsiteY53" fmla="*/ 784529 h 821099"/>
              <a:gd name="connsiteX54" fmla="*/ 669592 w 1140657"/>
              <a:gd name="connsiteY54" fmla="*/ 791495 h 821099"/>
              <a:gd name="connsiteX55" fmla="*/ 662626 w 1140657"/>
              <a:gd name="connsiteY55" fmla="*/ 798460 h 821099"/>
              <a:gd name="connsiteX56" fmla="*/ 651307 w 1140657"/>
              <a:gd name="connsiteY56" fmla="*/ 809780 h 821099"/>
              <a:gd name="connsiteX57" fmla="*/ 643470 w 1140657"/>
              <a:gd name="connsiteY57" fmla="*/ 813263 h 821099"/>
              <a:gd name="connsiteX58" fmla="*/ 633892 w 1140657"/>
              <a:gd name="connsiteY58" fmla="*/ 815875 h 821099"/>
              <a:gd name="connsiteX59" fmla="*/ 625185 w 1140657"/>
              <a:gd name="connsiteY59" fmla="*/ 815875 h 821099"/>
              <a:gd name="connsiteX60" fmla="*/ 600804 w 1140657"/>
              <a:gd name="connsiteY60" fmla="*/ 810651 h 821099"/>
              <a:gd name="connsiteX61" fmla="*/ 590356 w 1140657"/>
              <a:gd name="connsiteY61" fmla="*/ 806297 h 821099"/>
              <a:gd name="connsiteX62" fmla="*/ 575553 w 1140657"/>
              <a:gd name="connsiteY62" fmla="*/ 797590 h 821099"/>
              <a:gd name="connsiteX63" fmla="*/ 572941 w 1140657"/>
              <a:gd name="connsiteY63" fmla="*/ 791495 h 821099"/>
              <a:gd name="connsiteX64" fmla="*/ 567716 w 1140657"/>
              <a:gd name="connsiteY64" fmla="*/ 786270 h 821099"/>
              <a:gd name="connsiteX65" fmla="*/ 525921 w 1140657"/>
              <a:gd name="connsiteY65" fmla="*/ 765373 h 821099"/>
              <a:gd name="connsiteX66" fmla="*/ 492834 w 1140657"/>
              <a:gd name="connsiteY66" fmla="*/ 746217 h 821099"/>
              <a:gd name="connsiteX67" fmla="*/ 484126 w 1140657"/>
              <a:gd name="connsiteY67" fmla="*/ 753182 h 821099"/>
              <a:gd name="connsiteX68" fmla="*/ 477161 w 1140657"/>
              <a:gd name="connsiteY68" fmla="*/ 757536 h 821099"/>
              <a:gd name="connsiteX69" fmla="*/ 464970 w 1140657"/>
              <a:gd name="connsiteY69" fmla="*/ 762760 h 821099"/>
              <a:gd name="connsiteX70" fmla="*/ 451039 w 1140657"/>
              <a:gd name="connsiteY70" fmla="*/ 754053 h 821099"/>
              <a:gd name="connsiteX71" fmla="*/ 443202 w 1140657"/>
              <a:gd name="connsiteY71" fmla="*/ 746217 h 821099"/>
              <a:gd name="connsiteX72" fmla="*/ 448427 w 1140657"/>
              <a:gd name="connsiteY72" fmla="*/ 731414 h 821099"/>
              <a:gd name="connsiteX73" fmla="*/ 453651 w 1140657"/>
              <a:gd name="connsiteY73" fmla="*/ 714870 h 821099"/>
              <a:gd name="connsiteX74" fmla="*/ 453651 w 1140657"/>
              <a:gd name="connsiteY74" fmla="*/ 704421 h 821099"/>
              <a:gd name="connsiteX75" fmla="*/ 451909 w 1140657"/>
              <a:gd name="connsiteY75" fmla="*/ 697456 h 821099"/>
              <a:gd name="connsiteX76" fmla="*/ 445814 w 1140657"/>
              <a:gd name="connsiteY76" fmla="*/ 688748 h 821099"/>
              <a:gd name="connsiteX77" fmla="*/ 437107 w 1140657"/>
              <a:gd name="connsiteY77" fmla="*/ 681782 h 821099"/>
              <a:gd name="connsiteX78" fmla="*/ 427529 w 1140657"/>
              <a:gd name="connsiteY78" fmla="*/ 679170 h 821099"/>
              <a:gd name="connsiteX79" fmla="*/ 401407 w 1140657"/>
              <a:gd name="connsiteY79" fmla="*/ 673075 h 821099"/>
              <a:gd name="connsiteX80" fmla="*/ 351775 w 1140657"/>
              <a:gd name="connsiteY80" fmla="*/ 686136 h 821099"/>
              <a:gd name="connsiteX81" fmla="*/ 333490 w 1140657"/>
              <a:gd name="connsiteY81" fmla="*/ 692231 h 821099"/>
              <a:gd name="connsiteX82" fmla="*/ 327395 w 1140657"/>
              <a:gd name="connsiteY82" fmla="*/ 694843 h 821099"/>
              <a:gd name="connsiteX83" fmla="*/ 314334 w 1140657"/>
              <a:gd name="connsiteY83" fmla="*/ 703551 h 821099"/>
              <a:gd name="connsiteX84" fmla="*/ 296049 w 1140657"/>
              <a:gd name="connsiteY84" fmla="*/ 718353 h 821099"/>
              <a:gd name="connsiteX85" fmla="*/ 299531 w 1140657"/>
              <a:gd name="connsiteY85" fmla="*/ 729673 h 821099"/>
              <a:gd name="connsiteX86" fmla="*/ 304756 w 1140657"/>
              <a:gd name="connsiteY86" fmla="*/ 750570 h 821099"/>
              <a:gd name="connsiteX87" fmla="*/ 309980 w 1140657"/>
              <a:gd name="connsiteY87" fmla="*/ 763631 h 821099"/>
              <a:gd name="connsiteX88" fmla="*/ 291695 w 1140657"/>
              <a:gd name="connsiteY88" fmla="*/ 774080 h 821099"/>
              <a:gd name="connsiteX89" fmla="*/ 272539 w 1140657"/>
              <a:gd name="connsiteY89" fmla="*/ 782787 h 821099"/>
              <a:gd name="connsiteX90" fmla="*/ 257736 w 1140657"/>
              <a:gd name="connsiteY90" fmla="*/ 790624 h 821099"/>
              <a:gd name="connsiteX91" fmla="*/ 249029 w 1140657"/>
              <a:gd name="connsiteY91" fmla="*/ 796719 h 821099"/>
              <a:gd name="connsiteX92" fmla="*/ 243805 w 1140657"/>
              <a:gd name="connsiteY92" fmla="*/ 799331 h 821099"/>
              <a:gd name="connsiteX93" fmla="*/ 227261 w 1140657"/>
              <a:gd name="connsiteY93" fmla="*/ 801943 h 821099"/>
              <a:gd name="connsiteX94" fmla="*/ 221165 w 1140657"/>
              <a:gd name="connsiteY94" fmla="*/ 803685 h 821099"/>
              <a:gd name="connsiteX95" fmla="*/ 203751 w 1140657"/>
              <a:gd name="connsiteY95" fmla="*/ 813263 h 821099"/>
              <a:gd name="connsiteX96" fmla="*/ 196785 w 1140657"/>
              <a:gd name="connsiteY96" fmla="*/ 817617 h 821099"/>
              <a:gd name="connsiteX97" fmla="*/ 192431 w 1140657"/>
              <a:gd name="connsiteY97" fmla="*/ 820229 h 821099"/>
              <a:gd name="connsiteX98" fmla="*/ 186336 w 1140657"/>
              <a:gd name="connsiteY98" fmla="*/ 821099 h 821099"/>
              <a:gd name="connsiteX99" fmla="*/ 179370 w 1140657"/>
              <a:gd name="connsiteY99" fmla="*/ 821099 h 821099"/>
              <a:gd name="connsiteX100" fmla="*/ 165439 w 1140657"/>
              <a:gd name="connsiteY100" fmla="*/ 816746 h 821099"/>
              <a:gd name="connsiteX101" fmla="*/ 148024 w 1140657"/>
              <a:gd name="connsiteY101" fmla="*/ 808909 h 821099"/>
              <a:gd name="connsiteX102" fmla="*/ 127997 w 1140657"/>
              <a:gd name="connsiteY102" fmla="*/ 803685 h 821099"/>
              <a:gd name="connsiteX103" fmla="*/ 114936 w 1140657"/>
              <a:gd name="connsiteY103" fmla="*/ 799331 h 821099"/>
              <a:gd name="connsiteX104" fmla="*/ 96651 w 1140657"/>
              <a:gd name="connsiteY104" fmla="*/ 790624 h 821099"/>
              <a:gd name="connsiteX105" fmla="*/ 48761 w 1140657"/>
              <a:gd name="connsiteY105" fmla="*/ 771468 h 821099"/>
              <a:gd name="connsiteX106" fmla="*/ 46149 w 1140657"/>
              <a:gd name="connsiteY106" fmla="*/ 754924 h 821099"/>
              <a:gd name="connsiteX107" fmla="*/ 43537 w 1140657"/>
              <a:gd name="connsiteY107" fmla="*/ 726190 h 821099"/>
              <a:gd name="connsiteX108" fmla="*/ 47890 w 1140657"/>
              <a:gd name="connsiteY108" fmla="*/ 719224 h 821099"/>
              <a:gd name="connsiteX109" fmla="*/ 45278 w 1140657"/>
              <a:gd name="connsiteY109" fmla="*/ 716612 h 821099"/>
              <a:gd name="connsiteX110" fmla="*/ 48761 w 1140657"/>
              <a:gd name="connsiteY110" fmla="*/ 712258 h 821099"/>
              <a:gd name="connsiteX111" fmla="*/ 52244 w 1140657"/>
              <a:gd name="connsiteY111" fmla="*/ 704421 h 821099"/>
              <a:gd name="connsiteX112" fmla="*/ 41795 w 1140657"/>
              <a:gd name="connsiteY112" fmla="*/ 693973 h 821099"/>
              <a:gd name="connsiteX113" fmla="*/ 33088 w 1140657"/>
              <a:gd name="connsiteY113" fmla="*/ 682653 h 821099"/>
              <a:gd name="connsiteX114" fmla="*/ 20027 w 1140657"/>
              <a:gd name="connsiteY114" fmla="*/ 671334 h 821099"/>
              <a:gd name="connsiteX115" fmla="*/ 7836 w 1140657"/>
              <a:gd name="connsiteY115" fmla="*/ 659143 h 821099"/>
              <a:gd name="connsiteX116" fmla="*/ 33088 w 1140657"/>
              <a:gd name="connsiteY116" fmla="*/ 643470 h 821099"/>
              <a:gd name="connsiteX117" fmla="*/ 45278 w 1140657"/>
              <a:gd name="connsiteY117" fmla="*/ 633022 h 821099"/>
              <a:gd name="connsiteX118" fmla="*/ 53985 w 1140657"/>
              <a:gd name="connsiteY118" fmla="*/ 623443 h 821099"/>
              <a:gd name="connsiteX119" fmla="*/ 58339 w 1140657"/>
              <a:gd name="connsiteY119" fmla="*/ 619090 h 821099"/>
              <a:gd name="connsiteX120" fmla="*/ 60080 w 1140657"/>
              <a:gd name="connsiteY120" fmla="*/ 612995 h 821099"/>
              <a:gd name="connsiteX121" fmla="*/ 60080 w 1140657"/>
              <a:gd name="connsiteY121" fmla="*/ 606900 h 821099"/>
              <a:gd name="connsiteX122" fmla="*/ 57468 w 1140657"/>
              <a:gd name="connsiteY122" fmla="*/ 600805 h 821099"/>
              <a:gd name="connsiteX123" fmla="*/ 48761 w 1140657"/>
              <a:gd name="connsiteY123" fmla="*/ 585131 h 821099"/>
              <a:gd name="connsiteX124" fmla="*/ 46149 w 1140657"/>
              <a:gd name="connsiteY124" fmla="*/ 574683 h 821099"/>
              <a:gd name="connsiteX125" fmla="*/ 51373 w 1140657"/>
              <a:gd name="connsiteY125" fmla="*/ 553785 h 821099"/>
              <a:gd name="connsiteX126" fmla="*/ 54856 w 1140657"/>
              <a:gd name="connsiteY126" fmla="*/ 522439 h 821099"/>
              <a:gd name="connsiteX127" fmla="*/ 61822 w 1140657"/>
              <a:gd name="connsiteY127" fmla="*/ 494575 h 821099"/>
              <a:gd name="connsiteX128" fmla="*/ 66175 w 1140657"/>
              <a:gd name="connsiteY128" fmla="*/ 467583 h 821099"/>
              <a:gd name="connsiteX129" fmla="*/ 72271 w 1140657"/>
              <a:gd name="connsiteY129" fmla="*/ 451909 h 821099"/>
              <a:gd name="connsiteX130" fmla="*/ 79236 w 1140657"/>
              <a:gd name="connsiteY130" fmla="*/ 438848 h 821099"/>
              <a:gd name="connsiteX131" fmla="*/ 85332 w 1140657"/>
              <a:gd name="connsiteY131" fmla="*/ 416209 h 821099"/>
              <a:gd name="connsiteX132" fmla="*/ 86202 w 1140657"/>
              <a:gd name="connsiteY132" fmla="*/ 407502 h 821099"/>
              <a:gd name="connsiteX133" fmla="*/ 87073 w 1140657"/>
              <a:gd name="connsiteY133" fmla="*/ 393570 h 821099"/>
              <a:gd name="connsiteX134" fmla="*/ 87944 w 1140657"/>
              <a:gd name="connsiteY134" fmla="*/ 350034 h 821099"/>
              <a:gd name="connsiteX135" fmla="*/ 103617 w 1140657"/>
              <a:gd name="connsiteY135" fmla="*/ 333490 h 821099"/>
              <a:gd name="connsiteX136" fmla="*/ 97521 w 1140657"/>
              <a:gd name="connsiteY136" fmla="*/ 319558 h 821099"/>
              <a:gd name="connsiteX137" fmla="*/ 91427 w 1140657"/>
              <a:gd name="connsiteY137" fmla="*/ 309980 h 821099"/>
              <a:gd name="connsiteX138" fmla="*/ 60951 w 1140657"/>
              <a:gd name="connsiteY138" fmla="*/ 276893 h 821099"/>
              <a:gd name="connsiteX139" fmla="*/ 50502 w 1140657"/>
              <a:gd name="connsiteY139" fmla="*/ 262090 h 821099"/>
              <a:gd name="connsiteX140" fmla="*/ 47019 w 1140657"/>
              <a:gd name="connsiteY140" fmla="*/ 254254 h 821099"/>
              <a:gd name="connsiteX141" fmla="*/ 45278 w 1140657"/>
              <a:gd name="connsiteY141" fmla="*/ 245546 h 821099"/>
              <a:gd name="connsiteX142" fmla="*/ 44407 w 1140657"/>
              <a:gd name="connsiteY142" fmla="*/ 231614 h 821099"/>
              <a:gd name="connsiteX143" fmla="*/ 45278 w 1140657"/>
              <a:gd name="connsiteY143" fmla="*/ 208975 h 821099"/>
              <a:gd name="connsiteX144" fmla="*/ 57468 w 1140657"/>
              <a:gd name="connsiteY144" fmla="*/ 208105 h 821099"/>
              <a:gd name="connsiteX145" fmla="*/ 63563 w 1140657"/>
              <a:gd name="connsiteY145" fmla="*/ 207234 h 821099"/>
              <a:gd name="connsiteX146" fmla="*/ 67917 w 1140657"/>
              <a:gd name="connsiteY146" fmla="*/ 204622 h 821099"/>
              <a:gd name="connsiteX147" fmla="*/ 72271 w 1140657"/>
              <a:gd name="connsiteY147" fmla="*/ 197656 h 821099"/>
              <a:gd name="connsiteX148" fmla="*/ 56598 w 1140657"/>
              <a:gd name="connsiteY148" fmla="*/ 180241 h 821099"/>
              <a:gd name="connsiteX149" fmla="*/ 55726 w 1140657"/>
              <a:gd name="connsiteY149" fmla="*/ 166310 h 821099"/>
              <a:gd name="connsiteX150" fmla="*/ 53985 w 1140657"/>
              <a:gd name="connsiteY150" fmla="*/ 158473 h 821099"/>
              <a:gd name="connsiteX151" fmla="*/ 50502 w 1140657"/>
              <a:gd name="connsiteY151" fmla="*/ 145412 h 821099"/>
              <a:gd name="connsiteX152" fmla="*/ 47019 w 1140657"/>
              <a:gd name="connsiteY152" fmla="*/ 138446 h 821099"/>
              <a:gd name="connsiteX153" fmla="*/ 26992 w 1140657"/>
              <a:gd name="connsiteY153" fmla="*/ 110583 h 821099"/>
              <a:gd name="connsiteX154" fmla="*/ 0 w 1140657"/>
              <a:gd name="connsiteY154" fmla="*/ 87073 h 821099"/>
              <a:gd name="connsiteX155" fmla="*/ 7836 w 1140657"/>
              <a:gd name="connsiteY155" fmla="*/ 79237 h 821099"/>
              <a:gd name="connsiteX156" fmla="*/ 15673 w 1140657"/>
              <a:gd name="connsiteY156" fmla="*/ 74883 h 821099"/>
              <a:gd name="connsiteX157" fmla="*/ 33958 w 1140657"/>
              <a:gd name="connsiteY157" fmla="*/ 69658 h 821099"/>
              <a:gd name="connsiteX158" fmla="*/ 61822 w 1140657"/>
              <a:gd name="connsiteY158" fmla="*/ 70529 h 821099"/>
              <a:gd name="connsiteX159" fmla="*/ 70529 w 1140657"/>
              <a:gd name="connsiteY159" fmla="*/ 68788 h 821099"/>
              <a:gd name="connsiteX160" fmla="*/ 76624 w 1140657"/>
              <a:gd name="connsiteY160" fmla="*/ 65305 h 821099"/>
              <a:gd name="connsiteX161" fmla="*/ 87073 w 1140657"/>
              <a:gd name="connsiteY161" fmla="*/ 54856 h 821099"/>
              <a:gd name="connsiteX162" fmla="*/ 94039 w 1140657"/>
              <a:gd name="connsiteY162" fmla="*/ 52244 h 821099"/>
              <a:gd name="connsiteX163" fmla="*/ 119290 w 1140657"/>
              <a:gd name="connsiteY163" fmla="*/ 52244 h 821099"/>
              <a:gd name="connsiteX164" fmla="*/ 127127 w 1140657"/>
              <a:gd name="connsiteY164" fmla="*/ 50502 h 821099"/>
              <a:gd name="connsiteX165" fmla="*/ 143671 w 1140657"/>
              <a:gd name="connsiteY165" fmla="*/ 39183 h 821099"/>
              <a:gd name="connsiteX166" fmla="*/ 149765 w 1140657"/>
              <a:gd name="connsiteY166" fmla="*/ 36571 h 821099"/>
              <a:gd name="connsiteX167" fmla="*/ 158473 w 1140657"/>
              <a:gd name="connsiteY167" fmla="*/ 35700 h 821099"/>
              <a:gd name="connsiteX168" fmla="*/ 189819 w 1140657"/>
              <a:gd name="connsiteY168" fmla="*/ 39183 h 821099"/>
              <a:gd name="connsiteX169" fmla="*/ 196785 w 1140657"/>
              <a:gd name="connsiteY169" fmla="*/ 39183 h 821099"/>
              <a:gd name="connsiteX170" fmla="*/ 204622 w 1140657"/>
              <a:gd name="connsiteY170" fmla="*/ 36571 h 821099"/>
              <a:gd name="connsiteX171" fmla="*/ 211588 w 1140657"/>
              <a:gd name="connsiteY171" fmla="*/ 33088 h 821099"/>
              <a:gd name="connsiteX172" fmla="*/ 241192 w 1140657"/>
              <a:gd name="connsiteY172" fmla="*/ 7837 h 821099"/>
              <a:gd name="connsiteX173" fmla="*/ 250770 w 1140657"/>
              <a:gd name="connsiteY173" fmla="*/ 1742 h 821099"/>
              <a:gd name="connsiteX174" fmla="*/ 264702 w 1140657"/>
              <a:gd name="connsiteY174" fmla="*/ 0 h 821099"/>
              <a:gd name="connsiteX175" fmla="*/ 348292 w 1140657"/>
              <a:gd name="connsiteY175" fmla="*/ 23510 h 821099"/>
              <a:gd name="connsiteX176" fmla="*/ 386604 w 1140657"/>
              <a:gd name="connsiteY176" fmla="*/ 20027 h 821099"/>
              <a:gd name="connsiteX177" fmla="*/ 393570 w 1140657"/>
              <a:gd name="connsiteY177" fmla="*/ 22639 h 821099"/>
              <a:gd name="connsiteX178" fmla="*/ 406631 w 1140657"/>
              <a:gd name="connsiteY178" fmla="*/ 27863 h 821099"/>
              <a:gd name="connsiteX179" fmla="*/ 420563 w 1140657"/>
              <a:gd name="connsiteY179" fmla="*/ 31346 h 821099"/>
              <a:gd name="connsiteX180" fmla="*/ 434495 w 1140657"/>
              <a:gd name="connsiteY180" fmla="*/ 31346 h 821099"/>
              <a:gd name="connsiteX181" fmla="*/ 442331 w 1140657"/>
              <a:gd name="connsiteY181" fmla="*/ 33088 h 821099"/>
              <a:gd name="connsiteX182" fmla="*/ 456263 w 1140657"/>
              <a:gd name="connsiteY182" fmla="*/ 44407 h 821099"/>
              <a:gd name="connsiteX183" fmla="*/ 458004 w 1140657"/>
              <a:gd name="connsiteY183" fmla="*/ 47890 h 821099"/>
              <a:gd name="connsiteX184" fmla="*/ 458004 w 1140657"/>
              <a:gd name="connsiteY184" fmla="*/ 55727 h 821099"/>
              <a:gd name="connsiteX185" fmla="*/ 461487 w 1140657"/>
              <a:gd name="connsiteY185" fmla="*/ 60951 h 821099"/>
              <a:gd name="connsiteX186" fmla="*/ 482385 w 1140657"/>
              <a:gd name="connsiteY186" fmla="*/ 63563 h 821099"/>
              <a:gd name="connsiteX187" fmla="*/ 489350 w 1140657"/>
              <a:gd name="connsiteY187" fmla="*/ 67046 h 821099"/>
              <a:gd name="connsiteX188" fmla="*/ 500670 w 1140657"/>
              <a:gd name="connsiteY188" fmla="*/ 74883 h 821099"/>
              <a:gd name="connsiteX189" fmla="*/ 505895 w 1140657"/>
              <a:gd name="connsiteY189" fmla="*/ 78366 h 821099"/>
              <a:gd name="connsiteX190" fmla="*/ 511990 w 1140657"/>
              <a:gd name="connsiteY190" fmla="*/ 79237 h 821099"/>
              <a:gd name="connsiteX191" fmla="*/ 565104 w 1140657"/>
              <a:gd name="connsiteY191" fmla="*/ 63563 h 821099"/>
              <a:gd name="connsiteX192" fmla="*/ 593838 w 1140657"/>
              <a:gd name="connsiteY192" fmla="*/ 60080 h 821099"/>
              <a:gd name="connsiteX193" fmla="*/ 623443 w 1140657"/>
              <a:gd name="connsiteY193" fmla="*/ 63563 h 821099"/>
              <a:gd name="connsiteX194" fmla="*/ 647824 w 1140657"/>
              <a:gd name="connsiteY194" fmla="*/ 71400 h 821099"/>
              <a:gd name="connsiteX195" fmla="*/ 659143 w 1140657"/>
              <a:gd name="connsiteY195" fmla="*/ 78366 h 821099"/>
              <a:gd name="connsiteX196" fmla="*/ 699197 w 1140657"/>
              <a:gd name="connsiteY196" fmla="*/ 113195 h 821099"/>
              <a:gd name="connsiteX197" fmla="*/ 708775 w 1140657"/>
              <a:gd name="connsiteY197" fmla="*/ 118419 h 821099"/>
              <a:gd name="connsiteX198" fmla="*/ 711387 w 1140657"/>
              <a:gd name="connsiteY198" fmla="*/ 122773 h 821099"/>
              <a:gd name="connsiteX199" fmla="*/ 715741 w 1140657"/>
              <a:gd name="connsiteY199" fmla="*/ 138446 h 821099"/>
              <a:gd name="connsiteX200" fmla="*/ 717482 w 1140657"/>
              <a:gd name="connsiteY200" fmla="*/ 142800 h 821099"/>
              <a:gd name="connsiteX201" fmla="*/ 725319 w 1140657"/>
              <a:gd name="connsiteY201" fmla="*/ 151507 h 821099"/>
              <a:gd name="connsiteX202" fmla="*/ 729673 w 1140657"/>
              <a:gd name="connsiteY202" fmla="*/ 166310 h 821099"/>
              <a:gd name="connsiteX203" fmla="*/ 731414 w 1140657"/>
              <a:gd name="connsiteY203" fmla="*/ 170663 h 821099"/>
              <a:gd name="connsiteX204" fmla="*/ 734897 w 1140657"/>
              <a:gd name="connsiteY204" fmla="*/ 173276 h 821099"/>
              <a:gd name="connsiteX205" fmla="*/ 743604 w 1140657"/>
              <a:gd name="connsiteY205" fmla="*/ 177629 h 821099"/>
              <a:gd name="connsiteX206" fmla="*/ 747087 w 1140657"/>
              <a:gd name="connsiteY206" fmla="*/ 180241 h 821099"/>
              <a:gd name="connsiteX207" fmla="*/ 761019 w 1140657"/>
              <a:gd name="connsiteY207" fmla="*/ 193302 h 821099"/>
              <a:gd name="connsiteX208" fmla="*/ 767984 w 1140657"/>
              <a:gd name="connsiteY208" fmla="*/ 199397 h 821099"/>
              <a:gd name="connsiteX209" fmla="*/ 776692 w 1140657"/>
              <a:gd name="connsiteY209" fmla="*/ 202880 h 821099"/>
              <a:gd name="connsiteX210" fmla="*/ 785399 w 1140657"/>
              <a:gd name="connsiteY210" fmla="*/ 202010 h 821099"/>
              <a:gd name="connsiteX211" fmla="*/ 792365 w 1140657"/>
              <a:gd name="connsiteY211" fmla="*/ 198527 h 821099"/>
              <a:gd name="connsiteX212" fmla="*/ 798460 w 1140657"/>
              <a:gd name="connsiteY212" fmla="*/ 197656 h 821099"/>
              <a:gd name="connsiteX213" fmla="*/ 815004 w 1140657"/>
              <a:gd name="connsiteY213" fmla="*/ 211588 h 821099"/>
              <a:gd name="connsiteX214" fmla="*/ 913397 w 1140657"/>
              <a:gd name="connsiteY214" fmla="*/ 213329 h 821099"/>
              <a:gd name="connsiteX215" fmla="*/ 918621 w 1140657"/>
              <a:gd name="connsiteY215" fmla="*/ 215941 h 821099"/>
              <a:gd name="connsiteX216" fmla="*/ 929070 w 1140657"/>
              <a:gd name="connsiteY216" fmla="*/ 222907 h 821099"/>
              <a:gd name="connsiteX217" fmla="*/ 934294 w 1140657"/>
              <a:gd name="connsiteY217" fmla="*/ 225519 h 821099"/>
              <a:gd name="connsiteX218" fmla="*/ 946484 w 1140657"/>
              <a:gd name="connsiteY218" fmla="*/ 224649 h 821099"/>
              <a:gd name="connsiteX219" fmla="*/ 958675 w 1140657"/>
              <a:gd name="connsiteY219" fmla="*/ 229002 h 821099"/>
              <a:gd name="connsiteX220" fmla="*/ 971736 w 1140657"/>
              <a:gd name="connsiteY220" fmla="*/ 229873 h 821099"/>
              <a:gd name="connsiteX221" fmla="*/ 974348 w 1140657"/>
              <a:gd name="connsiteY221" fmla="*/ 233356 h 821099"/>
              <a:gd name="connsiteX222" fmla="*/ 973477 w 1140657"/>
              <a:gd name="connsiteY222" fmla="*/ 244675 h 821099"/>
              <a:gd name="connsiteX223" fmla="*/ 969124 w 1140657"/>
              <a:gd name="connsiteY223" fmla="*/ 257736 h 821099"/>
              <a:gd name="connsiteX224" fmla="*/ 967382 w 1140657"/>
              <a:gd name="connsiteY224" fmla="*/ 263832 h 821099"/>
              <a:gd name="connsiteX225" fmla="*/ 968253 w 1140657"/>
              <a:gd name="connsiteY225" fmla="*/ 272539 h 821099"/>
              <a:gd name="connsiteX226" fmla="*/ 972606 w 1140657"/>
              <a:gd name="connsiteY226" fmla="*/ 292566 h 821099"/>
              <a:gd name="connsiteX227" fmla="*/ 974348 w 1140657"/>
              <a:gd name="connsiteY227" fmla="*/ 308239 h 821099"/>
              <a:gd name="connsiteX228" fmla="*/ 974348 w 1140657"/>
              <a:gd name="connsiteY228" fmla="*/ 313463 h 821099"/>
              <a:gd name="connsiteX229" fmla="*/ 972606 w 1140657"/>
              <a:gd name="connsiteY229" fmla="*/ 318688 h 821099"/>
              <a:gd name="connsiteX230" fmla="*/ 966512 w 1140657"/>
              <a:gd name="connsiteY230" fmla="*/ 334361 h 821099"/>
              <a:gd name="connsiteX231" fmla="*/ 966512 w 1140657"/>
              <a:gd name="connsiteY231" fmla="*/ 339585 h 821099"/>
              <a:gd name="connsiteX232" fmla="*/ 969994 w 1140657"/>
              <a:gd name="connsiteY232" fmla="*/ 343068 h 821099"/>
              <a:gd name="connsiteX233" fmla="*/ 976089 w 1140657"/>
              <a:gd name="connsiteY233" fmla="*/ 343939 h 821099"/>
              <a:gd name="connsiteX234" fmla="*/ 987409 w 1140657"/>
              <a:gd name="connsiteY234" fmla="*/ 343068 h 821099"/>
              <a:gd name="connsiteX235" fmla="*/ 990892 w 1140657"/>
              <a:gd name="connsiteY235" fmla="*/ 345680 h 821099"/>
              <a:gd name="connsiteX236" fmla="*/ 988280 w 1140657"/>
              <a:gd name="connsiteY236" fmla="*/ 355258 h 821099"/>
              <a:gd name="connsiteX237" fmla="*/ 987409 w 1140657"/>
              <a:gd name="connsiteY237" fmla="*/ 361353 h 821099"/>
              <a:gd name="connsiteX238" fmla="*/ 990892 w 1140657"/>
              <a:gd name="connsiteY238" fmla="*/ 368319 h 821099"/>
              <a:gd name="connsiteX239" fmla="*/ 995246 w 1140657"/>
              <a:gd name="connsiteY239" fmla="*/ 373544 h 821099"/>
              <a:gd name="connsiteX240" fmla="*/ 1015272 w 1140657"/>
              <a:gd name="connsiteY240" fmla="*/ 388346 h 821099"/>
              <a:gd name="connsiteX241" fmla="*/ 1020496 w 1140657"/>
              <a:gd name="connsiteY241" fmla="*/ 390958 h 821099"/>
              <a:gd name="connsiteX242" fmla="*/ 1043136 w 1140657"/>
              <a:gd name="connsiteY242" fmla="*/ 394441 h 821099"/>
              <a:gd name="connsiteX243" fmla="*/ 1050102 w 1140657"/>
              <a:gd name="connsiteY243" fmla="*/ 397053 h 821099"/>
              <a:gd name="connsiteX244" fmla="*/ 1054455 w 1140657"/>
              <a:gd name="connsiteY244" fmla="*/ 401407 h 821099"/>
              <a:gd name="connsiteX245" fmla="*/ 1061421 w 1140657"/>
              <a:gd name="connsiteY245" fmla="*/ 417951 h 821099"/>
              <a:gd name="connsiteX246" fmla="*/ 1077094 w 1140657"/>
              <a:gd name="connsiteY246" fmla="*/ 437107 h 821099"/>
              <a:gd name="connsiteX247" fmla="*/ 1114536 w 1140657"/>
              <a:gd name="connsiteY247" fmla="*/ 470195 h 821099"/>
              <a:gd name="connsiteX248" fmla="*/ 1131950 w 1140657"/>
              <a:gd name="connsiteY248" fmla="*/ 482385 h 821099"/>
              <a:gd name="connsiteX249" fmla="*/ 1140658 w 1140657"/>
              <a:gd name="connsiteY249" fmla="*/ 483256 h 821099"/>
              <a:gd name="connsiteX250" fmla="*/ 536370 w 1140657"/>
              <a:gd name="connsiteY250" fmla="*/ 399666 h 821099"/>
              <a:gd name="connsiteX251" fmla="*/ 522439 w 1140657"/>
              <a:gd name="connsiteY251" fmla="*/ 394441 h 821099"/>
              <a:gd name="connsiteX252" fmla="*/ 511119 w 1140657"/>
              <a:gd name="connsiteY252" fmla="*/ 389217 h 821099"/>
              <a:gd name="connsiteX253" fmla="*/ 499799 w 1140657"/>
              <a:gd name="connsiteY253" fmla="*/ 381380 h 821099"/>
              <a:gd name="connsiteX254" fmla="*/ 487609 w 1140657"/>
              <a:gd name="connsiteY254" fmla="*/ 375285 h 821099"/>
              <a:gd name="connsiteX255" fmla="*/ 478902 w 1140657"/>
              <a:gd name="connsiteY255" fmla="*/ 369190 h 821099"/>
              <a:gd name="connsiteX256" fmla="*/ 466712 w 1140657"/>
              <a:gd name="connsiteY256" fmla="*/ 363966 h 821099"/>
              <a:gd name="connsiteX257" fmla="*/ 457134 w 1140657"/>
              <a:gd name="connsiteY257" fmla="*/ 362224 h 821099"/>
              <a:gd name="connsiteX258" fmla="*/ 458875 w 1140657"/>
              <a:gd name="connsiteY258" fmla="*/ 351775 h 821099"/>
              <a:gd name="connsiteX259" fmla="*/ 464970 w 1140657"/>
              <a:gd name="connsiteY259" fmla="*/ 339585 h 821099"/>
              <a:gd name="connsiteX260" fmla="*/ 479773 w 1140657"/>
              <a:gd name="connsiteY260" fmla="*/ 321300 h 821099"/>
              <a:gd name="connsiteX261" fmla="*/ 482385 w 1140657"/>
              <a:gd name="connsiteY261" fmla="*/ 316946 h 821099"/>
              <a:gd name="connsiteX262" fmla="*/ 484126 w 1140657"/>
              <a:gd name="connsiteY262" fmla="*/ 308239 h 821099"/>
              <a:gd name="connsiteX263" fmla="*/ 484126 w 1140657"/>
              <a:gd name="connsiteY263" fmla="*/ 298661 h 821099"/>
              <a:gd name="connsiteX264" fmla="*/ 482385 w 1140657"/>
              <a:gd name="connsiteY264" fmla="*/ 276022 h 821099"/>
              <a:gd name="connsiteX265" fmla="*/ 460616 w 1140657"/>
              <a:gd name="connsiteY265" fmla="*/ 282988 h 821099"/>
              <a:gd name="connsiteX266" fmla="*/ 456263 w 1140657"/>
              <a:gd name="connsiteY266" fmla="*/ 286471 h 821099"/>
              <a:gd name="connsiteX267" fmla="*/ 449297 w 1140657"/>
              <a:gd name="connsiteY267" fmla="*/ 302144 h 821099"/>
              <a:gd name="connsiteX268" fmla="*/ 443202 w 1140657"/>
              <a:gd name="connsiteY268" fmla="*/ 310851 h 821099"/>
              <a:gd name="connsiteX269" fmla="*/ 438848 w 1140657"/>
              <a:gd name="connsiteY269" fmla="*/ 314334 h 821099"/>
              <a:gd name="connsiteX270" fmla="*/ 435366 w 1140657"/>
              <a:gd name="connsiteY270" fmla="*/ 316075 h 821099"/>
              <a:gd name="connsiteX271" fmla="*/ 419692 w 1140657"/>
              <a:gd name="connsiteY271" fmla="*/ 328266 h 821099"/>
              <a:gd name="connsiteX272" fmla="*/ 417080 w 1140657"/>
              <a:gd name="connsiteY272" fmla="*/ 330878 h 821099"/>
              <a:gd name="connsiteX273" fmla="*/ 410985 w 1140657"/>
              <a:gd name="connsiteY273" fmla="*/ 343939 h 821099"/>
              <a:gd name="connsiteX274" fmla="*/ 408373 w 1140657"/>
              <a:gd name="connsiteY274" fmla="*/ 348292 h 821099"/>
              <a:gd name="connsiteX275" fmla="*/ 401407 w 1140657"/>
              <a:gd name="connsiteY275" fmla="*/ 354388 h 821099"/>
              <a:gd name="connsiteX276" fmla="*/ 402277 w 1140657"/>
              <a:gd name="connsiteY276" fmla="*/ 367449 h 821099"/>
              <a:gd name="connsiteX277" fmla="*/ 408373 w 1140657"/>
              <a:gd name="connsiteY277" fmla="*/ 378768 h 821099"/>
              <a:gd name="connsiteX278" fmla="*/ 408373 w 1140657"/>
              <a:gd name="connsiteY278" fmla="*/ 387475 h 821099"/>
              <a:gd name="connsiteX279" fmla="*/ 410114 w 1140657"/>
              <a:gd name="connsiteY279" fmla="*/ 395312 h 821099"/>
              <a:gd name="connsiteX280" fmla="*/ 415338 w 1140657"/>
              <a:gd name="connsiteY280" fmla="*/ 404019 h 821099"/>
              <a:gd name="connsiteX281" fmla="*/ 417951 w 1140657"/>
              <a:gd name="connsiteY281" fmla="*/ 414468 h 821099"/>
              <a:gd name="connsiteX282" fmla="*/ 417951 w 1140657"/>
              <a:gd name="connsiteY282" fmla="*/ 424046 h 821099"/>
              <a:gd name="connsiteX283" fmla="*/ 417080 w 1140657"/>
              <a:gd name="connsiteY283" fmla="*/ 441461 h 821099"/>
              <a:gd name="connsiteX284" fmla="*/ 409244 w 1140657"/>
              <a:gd name="connsiteY284" fmla="*/ 491092 h 821099"/>
              <a:gd name="connsiteX285" fmla="*/ 404890 w 1140657"/>
              <a:gd name="connsiteY285" fmla="*/ 523309 h 821099"/>
              <a:gd name="connsiteX286" fmla="*/ 398795 w 1140657"/>
              <a:gd name="connsiteY286" fmla="*/ 552914 h 821099"/>
              <a:gd name="connsiteX287" fmla="*/ 394441 w 1140657"/>
              <a:gd name="connsiteY287" fmla="*/ 563363 h 821099"/>
              <a:gd name="connsiteX288" fmla="*/ 410985 w 1140657"/>
              <a:gd name="connsiteY288" fmla="*/ 570329 h 821099"/>
              <a:gd name="connsiteX289" fmla="*/ 421434 w 1140657"/>
              <a:gd name="connsiteY289" fmla="*/ 573812 h 821099"/>
              <a:gd name="connsiteX290" fmla="*/ 450168 w 1140657"/>
              <a:gd name="connsiteY290" fmla="*/ 578165 h 821099"/>
              <a:gd name="connsiteX291" fmla="*/ 457134 w 1140657"/>
              <a:gd name="connsiteY291" fmla="*/ 579036 h 821099"/>
              <a:gd name="connsiteX292" fmla="*/ 463229 w 1140657"/>
              <a:gd name="connsiteY292" fmla="*/ 578165 h 821099"/>
              <a:gd name="connsiteX293" fmla="*/ 470195 w 1140657"/>
              <a:gd name="connsiteY293" fmla="*/ 576424 h 821099"/>
              <a:gd name="connsiteX294" fmla="*/ 478031 w 1140657"/>
              <a:gd name="connsiteY294" fmla="*/ 570329 h 821099"/>
              <a:gd name="connsiteX295" fmla="*/ 488480 w 1140657"/>
              <a:gd name="connsiteY295" fmla="*/ 559880 h 821099"/>
              <a:gd name="connsiteX296" fmla="*/ 505024 w 1140657"/>
              <a:gd name="connsiteY296" fmla="*/ 549431 h 821099"/>
              <a:gd name="connsiteX297" fmla="*/ 521568 w 1140657"/>
              <a:gd name="connsiteY297" fmla="*/ 543336 h 821099"/>
              <a:gd name="connsiteX298" fmla="*/ 528533 w 1140657"/>
              <a:gd name="connsiteY298" fmla="*/ 542465 h 821099"/>
              <a:gd name="connsiteX299" fmla="*/ 542465 w 1140657"/>
              <a:gd name="connsiteY299" fmla="*/ 540724 h 821099"/>
              <a:gd name="connsiteX300" fmla="*/ 551173 w 1140657"/>
              <a:gd name="connsiteY300" fmla="*/ 553785 h 821099"/>
              <a:gd name="connsiteX301" fmla="*/ 564234 w 1140657"/>
              <a:gd name="connsiteY301" fmla="*/ 563363 h 821099"/>
              <a:gd name="connsiteX302" fmla="*/ 572941 w 1140657"/>
              <a:gd name="connsiteY302" fmla="*/ 568587 h 821099"/>
              <a:gd name="connsiteX303" fmla="*/ 608641 w 1140657"/>
              <a:gd name="connsiteY303" fmla="*/ 581648 h 821099"/>
              <a:gd name="connsiteX304" fmla="*/ 639116 w 1140657"/>
              <a:gd name="connsiteY304" fmla="*/ 572941 h 821099"/>
              <a:gd name="connsiteX305" fmla="*/ 661756 w 1140657"/>
              <a:gd name="connsiteY305" fmla="*/ 563363 h 821099"/>
              <a:gd name="connsiteX306" fmla="*/ 660885 w 1140657"/>
              <a:gd name="connsiteY306" fmla="*/ 532017 h 821099"/>
              <a:gd name="connsiteX307" fmla="*/ 657402 w 1140657"/>
              <a:gd name="connsiteY307" fmla="*/ 508507 h 821099"/>
              <a:gd name="connsiteX308" fmla="*/ 659143 w 1140657"/>
              <a:gd name="connsiteY308" fmla="*/ 486739 h 821099"/>
              <a:gd name="connsiteX309" fmla="*/ 661756 w 1140657"/>
              <a:gd name="connsiteY309" fmla="*/ 464970 h 821099"/>
              <a:gd name="connsiteX310" fmla="*/ 663497 w 1140657"/>
              <a:gd name="connsiteY310" fmla="*/ 438848 h 821099"/>
              <a:gd name="connsiteX311" fmla="*/ 661756 w 1140657"/>
              <a:gd name="connsiteY311" fmla="*/ 423175 h 821099"/>
              <a:gd name="connsiteX312" fmla="*/ 660014 w 1140657"/>
              <a:gd name="connsiteY312" fmla="*/ 414468 h 821099"/>
              <a:gd name="connsiteX313" fmla="*/ 656531 w 1140657"/>
              <a:gd name="connsiteY313" fmla="*/ 406631 h 821099"/>
              <a:gd name="connsiteX314" fmla="*/ 653048 w 1140657"/>
              <a:gd name="connsiteY314" fmla="*/ 402278 h 821099"/>
              <a:gd name="connsiteX315" fmla="*/ 646082 w 1140657"/>
              <a:gd name="connsiteY315" fmla="*/ 395312 h 821099"/>
              <a:gd name="connsiteX316" fmla="*/ 641728 w 1140657"/>
              <a:gd name="connsiteY316" fmla="*/ 391829 h 821099"/>
              <a:gd name="connsiteX317" fmla="*/ 631280 w 1140657"/>
              <a:gd name="connsiteY317" fmla="*/ 387475 h 821099"/>
              <a:gd name="connsiteX318" fmla="*/ 622573 w 1140657"/>
              <a:gd name="connsiteY318" fmla="*/ 382251 h 821099"/>
              <a:gd name="connsiteX319" fmla="*/ 614736 w 1140657"/>
              <a:gd name="connsiteY319" fmla="*/ 377897 h 821099"/>
              <a:gd name="connsiteX320" fmla="*/ 583390 w 1140657"/>
              <a:gd name="connsiteY320" fmla="*/ 366578 h 821099"/>
              <a:gd name="connsiteX321" fmla="*/ 572941 w 1140657"/>
              <a:gd name="connsiteY321" fmla="*/ 382251 h 821099"/>
              <a:gd name="connsiteX322" fmla="*/ 566846 w 1140657"/>
              <a:gd name="connsiteY322" fmla="*/ 389217 h 821099"/>
              <a:gd name="connsiteX323" fmla="*/ 557268 w 1140657"/>
              <a:gd name="connsiteY323" fmla="*/ 397924 h 821099"/>
              <a:gd name="connsiteX324" fmla="*/ 551173 w 1140657"/>
              <a:gd name="connsiteY324" fmla="*/ 400536 h 821099"/>
              <a:gd name="connsiteX325" fmla="*/ 545077 w 1140657"/>
              <a:gd name="connsiteY325" fmla="*/ 400536 h 821099"/>
              <a:gd name="connsiteX326" fmla="*/ 536370 w 1140657"/>
              <a:gd name="connsiteY326" fmla="*/ 399666 h 821099"/>
            </a:gdLst>
            <a:ahLst/>
            <a:cxnLst/>
            <a:rect l="l" t="t" r="r" b="b"/>
            <a:pathLst>
              <a:path w="1140657" h="821099">
                <a:moveTo>
                  <a:pt x="1140658" y="483256"/>
                </a:moveTo>
                <a:lnTo>
                  <a:pt x="1131079" y="524180"/>
                </a:lnTo>
                <a:lnTo>
                  <a:pt x="1127597" y="566846"/>
                </a:lnTo>
                <a:lnTo>
                  <a:pt x="1117148" y="565975"/>
                </a:lnTo>
                <a:lnTo>
                  <a:pt x="1108441" y="566846"/>
                </a:lnTo>
                <a:lnTo>
                  <a:pt x="1077094" y="570329"/>
                </a:lnTo>
                <a:lnTo>
                  <a:pt x="1067516" y="573812"/>
                </a:lnTo>
                <a:lnTo>
                  <a:pt x="1048360" y="582519"/>
                </a:lnTo>
                <a:lnTo>
                  <a:pt x="1030945" y="592968"/>
                </a:lnTo>
                <a:lnTo>
                  <a:pt x="1020496" y="605158"/>
                </a:lnTo>
                <a:lnTo>
                  <a:pt x="1010048" y="613865"/>
                </a:lnTo>
                <a:lnTo>
                  <a:pt x="984797" y="595580"/>
                </a:lnTo>
                <a:lnTo>
                  <a:pt x="978701" y="592968"/>
                </a:lnTo>
                <a:lnTo>
                  <a:pt x="968253" y="589485"/>
                </a:lnTo>
                <a:lnTo>
                  <a:pt x="961287" y="586873"/>
                </a:lnTo>
                <a:lnTo>
                  <a:pt x="950838" y="586002"/>
                </a:lnTo>
                <a:lnTo>
                  <a:pt x="930811" y="586873"/>
                </a:lnTo>
                <a:lnTo>
                  <a:pt x="922975" y="587744"/>
                </a:lnTo>
                <a:lnTo>
                  <a:pt x="907301" y="592097"/>
                </a:lnTo>
                <a:lnTo>
                  <a:pt x="898594" y="594709"/>
                </a:lnTo>
                <a:lnTo>
                  <a:pt x="879438" y="609512"/>
                </a:lnTo>
                <a:lnTo>
                  <a:pt x="860282" y="627797"/>
                </a:lnTo>
                <a:lnTo>
                  <a:pt x="874214" y="653919"/>
                </a:lnTo>
                <a:lnTo>
                  <a:pt x="877697" y="659143"/>
                </a:lnTo>
                <a:lnTo>
                  <a:pt x="885533" y="666109"/>
                </a:lnTo>
                <a:lnTo>
                  <a:pt x="902948" y="673946"/>
                </a:lnTo>
                <a:lnTo>
                  <a:pt x="910785" y="680041"/>
                </a:lnTo>
                <a:lnTo>
                  <a:pt x="914268" y="686136"/>
                </a:lnTo>
                <a:lnTo>
                  <a:pt x="915138" y="692231"/>
                </a:lnTo>
                <a:lnTo>
                  <a:pt x="914268" y="701809"/>
                </a:lnTo>
                <a:lnTo>
                  <a:pt x="908172" y="718353"/>
                </a:lnTo>
                <a:lnTo>
                  <a:pt x="902948" y="734897"/>
                </a:lnTo>
                <a:lnTo>
                  <a:pt x="897724" y="747958"/>
                </a:lnTo>
                <a:lnTo>
                  <a:pt x="893370" y="760148"/>
                </a:lnTo>
                <a:lnTo>
                  <a:pt x="888146" y="767985"/>
                </a:lnTo>
                <a:lnTo>
                  <a:pt x="882921" y="770597"/>
                </a:lnTo>
                <a:lnTo>
                  <a:pt x="876826" y="771468"/>
                </a:lnTo>
                <a:lnTo>
                  <a:pt x="862894" y="769726"/>
                </a:lnTo>
                <a:lnTo>
                  <a:pt x="857670" y="769726"/>
                </a:lnTo>
                <a:lnTo>
                  <a:pt x="852445" y="771468"/>
                </a:lnTo>
                <a:lnTo>
                  <a:pt x="844609" y="777563"/>
                </a:lnTo>
                <a:lnTo>
                  <a:pt x="833289" y="782787"/>
                </a:lnTo>
                <a:lnTo>
                  <a:pt x="816746" y="788882"/>
                </a:lnTo>
                <a:lnTo>
                  <a:pt x="784529" y="799331"/>
                </a:lnTo>
                <a:lnTo>
                  <a:pt x="773209" y="785399"/>
                </a:lnTo>
                <a:lnTo>
                  <a:pt x="768855" y="781046"/>
                </a:lnTo>
                <a:lnTo>
                  <a:pt x="756665" y="775821"/>
                </a:lnTo>
                <a:lnTo>
                  <a:pt x="747087" y="774951"/>
                </a:lnTo>
                <a:lnTo>
                  <a:pt x="736638" y="775821"/>
                </a:lnTo>
                <a:lnTo>
                  <a:pt x="715741" y="781046"/>
                </a:lnTo>
                <a:lnTo>
                  <a:pt x="710516" y="781916"/>
                </a:lnTo>
                <a:lnTo>
                  <a:pt x="691360" y="781046"/>
                </a:lnTo>
                <a:lnTo>
                  <a:pt x="682653" y="781916"/>
                </a:lnTo>
                <a:lnTo>
                  <a:pt x="677429" y="784529"/>
                </a:lnTo>
                <a:lnTo>
                  <a:pt x="669592" y="791495"/>
                </a:lnTo>
                <a:lnTo>
                  <a:pt x="662626" y="798460"/>
                </a:lnTo>
                <a:lnTo>
                  <a:pt x="651307" y="809780"/>
                </a:lnTo>
                <a:lnTo>
                  <a:pt x="643470" y="813263"/>
                </a:lnTo>
                <a:lnTo>
                  <a:pt x="633892" y="815875"/>
                </a:lnTo>
                <a:lnTo>
                  <a:pt x="625185" y="815875"/>
                </a:lnTo>
                <a:lnTo>
                  <a:pt x="600804" y="810651"/>
                </a:lnTo>
                <a:lnTo>
                  <a:pt x="590356" y="806297"/>
                </a:lnTo>
                <a:lnTo>
                  <a:pt x="575553" y="797590"/>
                </a:lnTo>
                <a:lnTo>
                  <a:pt x="572941" y="791495"/>
                </a:lnTo>
                <a:lnTo>
                  <a:pt x="567716" y="786270"/>
                </a:lnTo>
                <a:lnTo>
                  <a:pt x="525921" y="765373"/>
                </a:lnTo>
                <a:lnTo>
                  <a:pt x="492834" y="746217"/>
                </a:lnTo>
                <a:lnTo>
                  <a:pt x="484126" y="753182"/>
                </a:lnTo>
                <a:lnTo>
                  <a:pt x="477161" y="757536"/>
                </a:lnTo>
                <a:lnTo>
                  <a:pt x="464970" y="762760"/>
                </a:lnTo>
                <a:lnTo>
                  <a:pt x="451039" y="754053"/>
                </a:lnTo>
                <a:lnTo>
                  <a:pt x="443202" y="746217"/>
                </a:lnTo>
                <a:lnTo>
                  <a:pt x="448427" y="731414"/>
                </a:lnTo>
                <a:lnTo>
                  <a:pt x="453651" y="714870"/>
                </a:lnTo>
                <a:lnTo>
                  <a:pt x="453651" y="704421"/>
                </a:lnTo>
                <a:lnTo>
                  <a:pt x="451909" y="697456"/>
                </a:lnTo>
                <a:lnTo>
                  <a:pt x="445814" y="688748"/>
                </a:lnTo>
                <a:lnTo>
                  <a:pt x="437107" y="681782"/>
                </a:lnTo>
                <a:lnTo>
                  <a:pt x="427529" y="679170"/>
                </a:lnTo>
                <a:lnTo>
                  <a:pt x="401407" y="673075"/>
                </a:lnTo>
                <a:lnTo>
                  <a:pt x="351775" y="686136"/>
                </a:lnTo>
                <a:lnTo>
                  <a:pt x="333490" y="692231"/>
                </a:lnTo>
                <a:lnTo>
                  <a:pt x="327395" y="694843"/>
                </a:lnTo>
                <a:lnTo>
                  <a:pt x="314334" y="703551"/>
                </a:lnTo>
                <a:lnTo>
                  <a:pt x="296049" y="718353"/>
                </a:lnTo>
                <a:lnTo>
                  <a:pt x="299531" y="729673"/>
                </a:lnTo>
                <a:lnTo>
                  <a:pt x="304756" y="750570"/>
                </a:lnTo>
                <a:lnTo>
                  <a:pt x="309980" y="763631"/>
                </a:lnTo>
                <a:lnTo>
                  <a:pt x="291695" y="774080"/>
                </a:lnTo>
                <a:lnTo>
                  <a:pt x="272539" y="782787"/>
                </a:lnTo>
                <a:lnTo>
                  <a:pt x="257736" y="790624"/>
                </a:lnTo>
                <a:lnTo>
                  <a:pt x="249029" y="796719"/>
                </a:lnTo>
                <a:lnTo>
                  <a:pt x="243805" y="799331"/>
                </a:lnTo>
                <a:lnTo>
                  <a:pt x="227261" y="801943"/>
                </a:lnTo>
                <a:lnTo>
                  <a:pt x="221165" y="803685"/>
                </a:lnTo>
                <a:lnTo>
                  <a:pt x="203751" y="813263"/>
                </a:lnTo>
                <a:lnTo>
                  <a:pt x="196785" y="817617"/>
                </a:lnTo>
                <a:lnTo>
                  <a:pt x="192431" y="820229"/>
                </a:lnTo>
                <a:lnTo>
                  <a:pt x="186336" y="821099"/>
                </a:lnTo>
                <a:lnTo>
                  <a:pt x="179370" y="821099"/>
                </a:lnTo>
                <a:lnTo>
                  <a:pt x="165439" y="816746"/>
                </a:lnTo>
                <a:lnTo>
                  <a:pt x="148024" y="808909"/>
                </a:lnTo>
                <a:lnTo>
                  <a:pt x="127997" y="803685"/>
                </a:lnTo>
                <a:lnTo>
                  <a:pt x="114936" y="799331"/>
                </a:lnTo>
                <a:lnTo>
                  <a:pt x="96651" y="790624"/>
                </a:lnTo>
                <a:lnTo>
                  <a:pt x="48761" y="771468"/>
                </a:lnTo>
                <a:lnTo>
                  <a:pt x="46149" y="754924"/>
                </a:lnTo>
                <a:lnTo>
                  <a:pt x="43537" y="726190"/>
                </a:lnTo>
                <a:lnTo>
                  <a:pt x="47890" y="719224"/>
                </a:lnTo>
                <a:lnTo>
                  <a:pt x="45278" y="716612"/>
                </a:lnTo>
                <a:lnTo>
                  <a:pt x="48761" y="712258"/>
                </a:lnTo>
                <a:lnTo>
                  <a:pt x="52244" y="704421"/>
                </a:lnTo>
                <a:lnTo>
                  <a:pt x="41795" y="693973"/>
                </a:lnTo>
                <a:lnTo>
                  <a:pt x="33088" y="682653"/>
                </a:lnTo>
                <a:lnTo>
                  <a:pt x="20027" y="671334"/>
                </a:lnTo>
                <a:lnTo>
                  <a:pt x="7836" y="659143"/>
                </a:lnTo>
                <a:lnTo>
                  <a:pt x="33088" y="643470"/>
                </a:lnTo>
                <a:lnTo>
                  <a:pt x="45278" y="633022"/>
                </a:lnTo>
                <a:lnTo>
                  <a:pt x="53985" y="623443"/>
                </a:lnTo>
                <a:lnTo>
                  <a:pt x="58339" y="619090"/>
                </a:lnTo>
                <a:lnTo>
                  <a:pt x="60080" y="612995"/>
                </a:lnTo>
                <a:lnTo>
                  <a:pt x="60080" y="606900"/>
                </a:lnTo>
                <a:lnTo>
                  <a:pt x="57468" y="600805"/>
                </a:lnTo>
                <a:lnTo>
                  <a:pt x="48761" y="585131"/>
                </a:lnTo>
                <a:lnTo>
                  <a:pt x="46149" y="574683"/>
                </a:lnTo>
                <a:lnTo>
                  <a:pt x="51373" y="553785"/>
                </a:lnTo>
                <a:lnTo>
                  <a:pt x="54856" y="522439"/>
                </a:lnTo>
                <a:lnTo>
                  <a:pt x="61822" y="494575"/>
                </a:lnTo>
                <a:lnTo>
                  <a:pt x="66175" y="467583"/>
                </a:lnTo>
                <a:lnTo>
                  <a:pt x="72271" y="451909"/>
                </a:lnTo>
                <a:lnTo>
                  <a:pt x="79236" y="438848"/>
                </a:lnTo>
                <a:lnTo>
                  <a:pt x="85332" y="416209"/>
                </a:lnTo>
                <a:lnTo>
                  <a:pt x="86202" y="407502"/>
                </a:lnTo>
                <a:lnTo>
                  <a:pt x="87073" y="393570"/>
                </a:lnTo>
                <a:lnTo>
                  <a:pt x="87944" y="350034"/>
                </a:lnTo>
                <a:lnTo>
                  <a:pt x="103617" y="333490"/>
                </a:lnTo>
                <a:lnTo>
                  <a:pt x="97521" y="319558"/>
                </a:lnTo>
                <a:lnTo>
                  <a:pt x="91427" y="309980"/>
                </a:lnTo>
                <a:lnTo>
                  <a:pt x="60951" y="276893"/>
                </a:lnTo>
                <a:lnTo>
                  <a:pt x="50502" y="262090"/>
                </a:lnTo>
                <a:lnTo>
                  <a:pt x="47019" y="254254"/>
                </a:lnTo>
                <a:lnTo>
                  <a:pt x="45278" y="245546"/>
                </a:lnTo>
                <a:lnTo>
                  <a:pt x="44407" y="231614"/>
                </a:lnTo>
                <a:lnTo>
                  <a:pt x="45278" y="208975"/>
                </a:lnTo>
                <a:lnTo>
                  <a:pt x="57468" y="208105"/>
                </a:lnTo>
                <a:lnTo>
                  <a:pt x="63563" y="207234"/>
                </a:lnTo>
                <a:lnTo>
                  <a:pt x="67917" y="204622"/>
                </a:lnTo>
                <a:lnTo>
                  <a:pt x="72271" y="197656"/>
                </a:lnTo>
                <a:lnTo>
                  <a:pt x="56598" y="180241"/>
                </a:lnTo>
                <a:lnTo>
                  <a:pt x="55726" y="166310"/>
                </a:lnTo>
                <a:lnTo>
                  <a:pt x="53985" y="158473"/>
                </a:lnTo>
                <a:lnTo>
                  <a:pt x="50502" y="145412"/>
                </a:lnTo>
                <a:lnTo>
                  <a:pt x="47019" y="138446"/>
                </a:lnTo>
                <a:lnTo>
                  <a:pt x="26992" y="110583"/>
                </a:lnTo>
                <a:lnTo>
                  <a:pt x="0" y="87073"/>
                </a:lnTo>
                <a:lnTo>
                  <a:pt x="7836" y="79237"/>
                </a:lnTo>
                <a:lnTo>
                  <a:pt x="15673" y="74883"/>
                </a:lnTo>
                <a:lnTo>
                  <a:pt x="33958" y="69658"/>
                </a:lnTo>
                <a:lnTo>
                  <a:pt x="61822" y="70529"/>
                </a:lnTo>
                <a:lnTo>
                  <a:pt x="70529" y="68788"/>
                </a:lnTo>
                <a:lnTo>
                  <a:pt x="76624" y="65305"/>
                </a:lnTo>
                <a:lnTo>
                  <a:pt x="87073" y="54856"/>
                </a:lnTo>
                <a:lnTo>
                  <a:pt x="94039" y="52244"/>
                </a:lnTo>
                <a:lnTo>
                  <a:pt x="119290" y="52244"/>
                </a:lnTo>
                <a:lnTo>
                  <a:pt x="127127" y="50502"/>
                </a:lnTo>
                <a:lnTo>
                  <a:pt x="143671" y="39183"/>
                </a:lnTo>
                <a:lnTo>
                  <a:pt x="149765" y="36571"/>
                </a:lnTo>
                <a:lnTo>
                  <a:pt x="158473" y="35700"/>
                </a:lnTo>
                <a:lnTo>
                  <a:pt x="189819" y="39183"/>
                </a:lnTo>
                <a:lnTo>
                  <a:pt x="196785" y="39183"/>
                </a:lnTo>
                <a:lnTo>
                  <a:pt x="204622" y="36571"/>
                </a:lnTo>
                <a:lnTo>
                  <a:pt x="211588" y="33088"/>
                </a:lnTo>
                <a:lnTo>
                  <a:pt x="241192" y="7837"/>
                </a:lnTo>
                <a:lnTo>
                  <a:pt x="250770" y="1742"/>
                </a:lnTo>
                <a:lnTo>
                  <a:pt x="264702" y="0"/>
                </a:lnTo>
                <a:lnTo>
                  <a:pt x="348292" y="23510"/>
                </a:lnTo>
                <a:lnTo>
                  <a:pt x="386604" y="20027"/>
                </a:lnTo>
                <a:lnTo>
                  <a:pt x="393570" y="22639"/>
                </a:lnTo>
                <a:lnTo>
                  <a:pt x="406631" y="27863"/>
                </a:lnTo>
                <a:lnTo>
                  <a:pt x="420563" y="31346"/>
                </a:lnTo>
                <a:lnTo>
                  <a:pt x="434495" y="31346"/>
                </a:lnTo>
                <a:lnTo>
                  <a:pt x="442331" y="33088"/>
                </a:lnTo>
                <a:lnTo>
                  <a:pt x="456263" y="44407"/>
                </a:lnTo>
                <a:lnTo>
                  <a:pt x="458004" y="47890"/>
                </a:lnTo>
                <a:lnTo>
                  <a:pt x="458004" y="55727"/>
                </a:lnTo>
                <a:lnTo>
                  <a:pt x="461487" y="60951"/>
                </a:lnTo>
                <a:lnTo>
                  <a:pt x="482385" y="63563"/>
                </a:lnTo>
                <a:lnTo>
                  <a:pt x="489350" y="67046"/>
                </a:lnTo>
                <a:lnTo>
                  <a:pt x="500670" y="74883"/>
                </a:lnTo>
                <a:lnTo>
                  <a:pt x="505895" y="78366"/>
                </a:lnTo>
                <a:lnTo>
                  <a:pt x="511990" y="79237"/>
                </a:lnTo>
                <a:lnTo>
                  <a:pt x="565104" y="63563"/>
                </a:lnTo>
                <a:lnTo>
                  <a:pt x="593838" y="60080"/>
                </a:lnTo>
                <a:lnTo>
                  <a:pt x="623443" y="63563"/>
                </a:lnTo>
                <a:lnTo>
                  <a:pt x="647824" y="71400"/>
                </a:lnTo>
                <a:lnTo>
                  <a:pt x="659143" y="78366"/>
                </a:lnTo>
                <a:lnTo>
                  <a:pt x="699197" y="113195"/>
                </a:lnTo>
                <a:lnTo>
                  <a:pt x="708775" y="118419"/>
                </a:lnTo>
                <a:lnTo>
                  <a:pt x="711387" y="122773"/>
                </a:lnTo>
                <a:lnTo>
                  <a:pt x="715741" y="138446"/>
                </a:lnTo>
                <a:lnTo>
                  <a:pt x="717482" y="142800"/>
                </a:lnTo>
                <a:lnTo>
                  <a:pt x="725319" y="151507"/>
                </a:lnTo>
                <a:lnTo>
                  <a:pt x="729673" y="166310"/>
                </a:lnTo>
                <a:lnTo>
                  <a:pt x="731414" y="170663"/>
                </a:lnTo>
                <a:lnTo>
                  <a:pt x="734897" y="173276"/>
                </a:lnTo>
                <a:lnTo>
                  <a:pt x="743604" y="177629"/>
                </a:lnTo>
                <a:lnTo>
                  <a:pt x="747087" y="180241"/>
                </a:lnTo>
                <a:lnTo>
                  <a:pt x="761019" y="193302"/>
                </a:lnTo>
                <a:lnTo>
                  <a:pt x="767984" y="199397"/>
                </a:lnTo>
                <a:lnTo>
                  <a:pt x="776692" y="202880"/>
                </a:lnTo>
                <a:lnTo>
                  <a:pt x="785399" y="202010"/>
                </a:lnTo>
                <a:lnTo>
                  <a:pt x="792365" y="198527"/>
                </a:lnTo>
                <a:lnTo>
                  <a:pt x="798460" y="197656"/>
                </a:lnTo>
                <a:lnTo>
                  <a:pt x="815004" y="211588"/>
                </a:lnTo>
                <a:lnTo>
                  <a:pt x="913397" y="213329"/>
                </a:lnTo>
                <a:lnTo>
                  <a:pt x="918621" y="215941"/>
                </a:lnTo>
                <a:lnTo>
                  <a:pt x="929070" y="222907"/>
                </a:lnTo>
                <a:lnTo>
                  <a:pt x="934294" y="225519"/>
                </a:lnTo>
                <a:lnTo>
                  <a:pt x="946484" y="224649"/>
                </a:lnTo>
                <a:lnTo>
                  <a:pt x="958675" y="229002"/>
                </a:lnTo>
                <a:lnTo>
                  <a:pt x="971736" y="229873"/>
                </a:lnTo>
                <a:lnTo>
                  <a:pt x="974348" y="233356"/>
                </a:lnTo>
                <a:lnTo>
                  <a:pt x="973477" y="244675"/>
                </a:lnTo>
                <a:lnTo>
                  <a:pt x="969124" y="257736"/>
                </a:lnTo>
                <a:lnTo>
                  <a:pt x="967382" y="263832"/>
                </a:lnTo>
                <a:lnTo>
                  <a:pt x="968253" y="272539"/>
                </a:lnTo>
                <a:lnTo>
                  <a:pt x="972606" y="292566"/>
                </a:lnTo>
                <a:lnTo>
                  <a:pt x="974348" y="308239"/>
                </a:lnTo>
                <a:lnTo>
                  <a:pt x="974348" y="313463"/>
                </a:lnTo>
                <a:lnTo>
                  <a:pt x="972606" y="318688"/>
                </a:lnTo>
                <a:lnTo>
                  <a:pt x="966512" y="334361"/>
                </a:lnTo>
                <a:lnTo>
                  <a:pt x="966512" y="339585"/>
                </a:lnTo>
                <a:lnTo>
                  <a:pt x="969994" y="343068"/>
                </a:lnTo>
                <a:lnTo>
                  <a:pt x="976089" y="343939"/>
                </a:lnTo>
                <a:lnTo>
                  <a:pt x="987409" y="343068"/>
                </a:lnTo>
                <a:lnTo>
                  <a:pt x="990892" y="345680"/>
                </a:lnTo>
                <a:lnTo>
                  <a:pt x="988280" y="355258"/>
                </a:lnTo>
                <a:lnTo>
                  <a:pt x="987409" y="361353"/>
                </a:lnTo>
                <a:lnTo>
                  <a:pt x="990892" y="368319"/>
                </a:lnTo>
                <a:lnTo>
                  <a:pt x="995246" y="373544"/>
                </a:lnTo>
                <a:lnTo>
                  <a:pt x="1015272" y="388346"/>
                </a:lnTo>
                <a:lnTo>
                  <a:pt x="1020496" y="390958"/>
                </a:lnTo>
                <a:lnTo>
                  <a:pt x="1043136" y="394441"/>
                </a:lnTo>
                <a:lnTo>
                  <a:pt x="1050102" y="397053"/>
                </a:lnTo>
                <a:lnTo>
                  <a:pt x="1054455" y="401407"/>
                </a:lnTo>
                <a:lnTo>
                  <a:pt x="1061421" y="417951"/>
                </a:lnTo>
                <a:lnTo>
                  <a:pt x="1077094" y="437107"/>
                </a:lnTo>
                <a:lnTo>
                  <a:pt x="1114536" y="470195"/>
                </a:lnTo>
                <a:lnTo>
                  <a:pt x="1131950" y="482385"/>
                </a:lnTo>
                <a:lnTo>
                  <a:pt x="1140658" y="483256"/>
                </a:lnTo>
                <a:close/>
                <a:moveTo>
                  <a:pt x="536370" y="399666"/>
                </a:moveTo>
                <a:lnTo>
                  <a:pt x="522439" y="394441"/>
                </a:lnTo>
                <a:lnTo>
                  <a:pt x="511119" y="389217"/>
                </a:lnTo>
                <a:lnTo>
                  <a:pt x="499799" y="381380"/>
                </a:lnTo>
                <a:lnTo>
                  <a:pt x="487609" y="375285"/>
                </a:lnTo>
                <a:lnTo>
                  <a:pt x="478902" y="369190"/>
                </a:lnTo>
                <a:lnTo>
                  <a:pt x="466712" y="363966"/>
                </a:lnTo>
                <a:lnTo>
                  <a:pt x="457134" y="362224"/>
                </a:lnTo>
                <a:lnTo>
                  <a:pt x="458875" y="351775"/>
                </a:lnTo>
                <a:lnTo>
                  <a:pt x="464970" y="339585"/>
                </a:lnTo>
                <a:lnTo>
                  <a:pt x="479773" y="321300"/>
                </a:lnTo>
                <a:lnTo>
                  <a:pt x="482385" y="316946"/>
                </a:lnTo>
                <a:lnTo>
                  <a:pt x="484126" y="308239"/>
                </a:lnTo>
                <a:lnTo>
                  <a:pt x="484126" y="298661"/>
                </a:lnTo>
                <a:lnTo>
                  <a:pt x="482385" y="276022"/>
                </a:lnTo>
                <a:lnTo>
                  <a:pt x="460616" y="282988"/>
                </a:lnTo>
                <a:lnTo>
                  <a:pt x="456263" y="286471"/>
                </a:lnTo>
                <a:lnTo>
                  <a:pt x="449297" y="302144"/>
                </a:lnTo>
                <a:lnTo>
                  <a:pt x="443202" y="310851"/>
                </a:lnTo>
                <a:lnTo>
                  <a:pt x="438848" y="314334"/>
                </a:lnTo>
                <a:lnTo>
                  <a:pt x="435366" y="316075"/>
                </a:lnTo>
                <a:lnTo>
                  <a:pt x="419692" y="328266"/>
                </a:lnTo>
                <a:lnTo>
                  <a:pt x="417080" y="330878"/>
                </a:lnTo>
                <a:lnTo>
                  <a:pt x="410985" y="343939"/>
                </a:lnTo>
                <a:lnTo>
                  <a:pt x="408373" y="348292"/>
                </a:lnTo>
                <a:lnTo>
                  <a:pt x="401407" y="354388"/>
                </a:lnTo>
                <a:lnTo>
                  <a:pt x="402277" y="367449"/>
                </a:lnTo>
                <a:lnTo>
                  <a:pt x="408373" y="378768"/>
                </a:lnTo>
                <a:lnTo>
                  <a:pt x="408373" y="387475"/>
                </a:lnTo>
                <a:lnTo>
                  <a:pt x="410114" y="395312"/>
                </a:lnTo>
                <a:lnTo>
                  <a:pt x="415338" y="404019"/>
                </a:lnTo>
                <a:lnTo>
                  <a:pt x="417951" y="414468"/>
                </a:lnTo>
                <a:lnTo>
                  <a:pt x="417951" y="424046"/>
                </a:lnTo>
                <a:lnTo>
                  <a:pt x="417080" y="441461"/>
                </a:lnTo>
                <a:lnTo>
                  <a:pt x="409244" y="491092"/>
                </a:lnTo>
                <a:lnTo>
                  <a:pt x="404890" y="523309"/>
                </a:lnTo>
                <a:lnTo>
                  <a:pt x="398795" y="552914"/>
                </a:lnTo>
                <a:lnTo>
                  <a:pt x="394441" y="563363"/>
                </a:lnTo>
                <a:lnTo>
                  <a:pt x="410985" y="570329"/>
                </a:lnTo>
                <a:lnTo>
                  <a:pt x="421434" y="573812"/>
                </a:lnTo>
                <a:lnTo>
                  <a:pt x="450168" y="578165"/>
                </a:lnTo>
                <a:lnTo>
                  <a:pt x="457134" y="579036"/>
                </a:lnTo>
                <a:lnTo>
                  <a:pt x="463229" y="578165"/>
                </a:lnTo>
                <a:lnTo>
                  <a:pt x="470195" y="576424"/>
                </a:lnTo>
                <a:lnTo>
                  <a:pt x="478031" y="570329"/>
                </a:lnTo>
                <a:lnTo>
                  <a:pt x="488480" y="559880"/>
                </a:lnTo>
                <a:lnTo>
                  <a:pt x="505024" y="549431"/>
                </a:lnTo>
                <a:lnTo>
                  <a:pt x="521568" y="543336"/>
                </a:lnTo>
                <a:lnTo>
                  <a:pt x="528533" y="542465"/>
                </a:lnTo>
                <a:lnTo>
                  <a:pt x="542465" y="540724"/>
                </a:lnTo>
                <a:lnTo>
                  <a:pt x="551173" y="553785"/>
                </a:lnTo>
                <a:lnTo>
                  <a:pt x="564234" y="563363"/>
                </a:lnTo>
                <a:lnTo>
                  <a:pt x="572941" y="568587"/>
                </a:lnTo>
                <a:lnTo>
                  <a:pt x="608641" y="581648"/>
                </a:lnTo>
                <a:lnTo>
                  <a:pt x="639116" y="572941"/>
                </a:lnTo>
                <a:lnTo>
                  <a:pt x="661756" y="563363"/>
                </a:lnTo>
                <a:lnTo>
                  <a:pt x="660885" y="532017"/>
                </a:lnTo>
                <a:lnTo>
                  <a:pt x="657402" y="508507"/>
                </a:lnTo>
                <a:lnTo>
                  <a:pt x="659143" y="486739"/>
                </a:lnTo>
                <a:lnTo>
                  <a:pt x="661756" y="464970"/>
                </a:lnTo>
                <a:lnTo>
                  <a:pt x="663497" y="438848"/>
                </a:lnTo>
                <a:lnTo>
                  <a:pt x="661756" y="423175"/>
                </a:lnTo>
                <a:lnTo>
                  <a:pt x="660014" y="414468"/>
                </a:lnTo>
                <a:lnTo>
                  <a:pt x="656531" y="406631"/>
                </a:lnTo>
                <a:lnTo>
                  <a:pt x="653048" y="402278"/>
                </a:lnTo>
                <a:lnTo>
                  <a:pt x="646082" y="395312"/>
                </a:lnTo>
                <a:lnTo>
                  <a:pt x="641728" y="391829"/>
                </a:lnTo>
                <a:lnTo>
                  <a:pt x="631280" y="387475"/>
                </a:lnTo>
                <a:lnTo>
                  <a:pt x="622573" y="382251"/>
                </a:lnTo>
                <a:lnTo>
                  <a:pt x="614736" y="377897"/>
                </a:lnTo>
                <a:lnTo>
                  <a:pt x="583390" y="366578"/>
                </a:lnTo>
                <a:lnTo>
                  <a:pt x="572941" y="382251"/>
                </a:lnTo>
                <a:lnTo>
                  <a:pt x="566846" y="389217"/>
                </a:lnTo>
                <a:lnTo>
                  <a:pt x="557268" y="397924"/>
                </a:lnTo>
                <a:lnTo>
                  <a:pt x="551173" y="400536"/>
                </a:lnTo>
                <a:lnTo>
                  <a:pt x="545077" y="400536"/>
                </a:lnTo>
                <a:lnTo>
                  <a:pt x="536370" y="399666"/>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1" name="Freeform: Shape 50">
            <a:extLst>
              <a:ext uri="{FF2B5EF4-FFF2-40B4-BE49-F238E27FC236}">
                <a16:creationId xmlns:a16="http://schemas.microsoft.com/office/drawing/2014/main" id="{A379D0EB-16A4-8ECE-41AC-16E741095DFC}"/>
              </a:ext>
            </a:extLst>
          </p:cNvPr>
          <p:cNvSpPr>
            <a:spLocks noGrp="1"/>
          </p:cNvSpPr>
          <p:nvPr/>
        </p:nvSpPr>
        <p:spPr>
          <a:xfrm>
            <a:off x="6418939" y="4184178"/>
            <a:ext cx="941377" cy="1317385"/>
          </a:xfrm>
          <a:custGeom>
            <a:avLst/>
            <a:gdLst>
              <a:gd name="connsiteX0" fmla="*/ 693973 w 943872"/>
              <a:gd name="connsiteY0" fmla="*/ 73141 h 1308708"/>
              <a:gd name="connsiteX1" fmla="*/ 714000 w 943872"/>
              <a:gd name="connsiteY1" fmla="*/ 68788 h 1308708"/>
              <a:gd name="connsiteX2" fmla="*/ 722707 w 943872"/>
              <a:gd name="connsiteY2" fmla="*/ 67046 h 1308708"/>
              <a:gd name="connsiteX3" fmla="*/ 729673 w 943872"/>
              <a:gd name="connsiteY3" fmla="*/ 67917 h 1308708"/>
              <a:gd name="connsiteX4" fmla="*/ 738380 w 943872"/>
              <a:gd name="connsiteY4" fmla="*/ 69658 h 1308708"/>
              <a:gd name="connsiteX5" fmla="*/ 744475 w 943872"/>
              <a:gd name="connsiteY5" fmla="*/ 69658 h 1308708"/>
              <a:gd name="connsiteX6" fmla="*/ 767985 w 943872"/>
              <a:gd name="connsiteY6" fmla="*/ 67046 h 1308708"/>
              <a:gd name="connsiteX7" fmla="*/ 801073 w 943872"/>
              <a:gd name="connsiteY7" fmla="*/ 60080 h 1308708"/>
              <a:gd name="connsiteX8" fmla="*/ 821100 w 943872"/>
              <a:gd name="connsiteY8" fmla="*/ 53985 h 1308708"/>
              <a:gd name="connsiteX9" fmla="*/ 820229 w 943872"/>
              <a:gd name="connsiteY9" fmla="*/ 67046 h 1308708"/>
              <a:gd name="connsiteX10" fmla="*/ 821100 w 943872"/>
              <a:gd name="connsiteY10" fmla="*/ 77495 h 1308708"/>
              <a:gd name="connsiteX11" fmla="*/ 824582 w 943872"/>
              <a:gd name="connsiteY11" fmla="*/ 101005 h 1308708"/>
              <a:gd name="connsiteX12" fmla="*/ 828936 w 943872"/>
              <a:gd name="connsiteY12" fmla="*/ 113195 h 1308708"/>
              <a:gd name="connsiteX13" fmla="*/ 832419 w 943872"/>
              <a:gd name="connsiteY13" fmla="*/ 118419 h 1308708"/>
              <a:gd name="connsiteX14" fmla="*/ 842868 w 943872"/>
              <a:gd name="connsiteY14" fmla="*/ 129739 h 1308708"/>
              <a:gd name="connsiteX15" fmla="*/ 859411 w 943872"/>
              <a:gd name="connsiteY15" fmla="*/ 144541 h 1308708"/>
              <a:gd name="connsiteX16" fmla="*/ 869860 w 943872"/>
              <a:gd name="connsiteY16" fmla="*/ 155861 h 1308708"/>
              <a:gd name="connsiteX17" fmla="*/ 872472 w 943872"/>
              <a:gd name="connsiteY17" fmla="*/ 161085 h 1308708"/>
              <a:gd name="connsiteX18" fmla="*/ 876826 w 943872"/>
              <a:gd name="connsiteY18" fmla="*/ 173275 h 1308708"/>
              <a:gd name="connsiteX19" fmla="*/ 877697 w 943872"/>
              <a:gd name="connsiteY19" fmla="*/ 181983 h 1308708"/>
              <a:gd name="connsiteX20" fmla="*/ 876826 w 943872"/>
              <a:gd name="connsiteY20" fmla="*/ 192431 h 1308708"/>
              <a:gd name="connsiteX21" fmla="*/ 874214 w 943872"/>
              <a:gd name="connsiteY21" fmla="*/ 209846 h 1308708"/>
              <a:gd name="connsiteX22" fmla="*/ 867248 w 943872"/>
              <a:gd name="connsiteY22" fmla="*/ 210717 h 1308708"/>
              <a:gd name="connsiteX23" fmla="*/ 862024 w 943872"/>
              <a:gd name="connsiteY23" fmla="*/ 213329 h 1308708"/>
              <a:gd name="connsiteX24" fmla="*/ 855929 w 943872"/>
              <a:gd name="connsiteY24" fmla="*/ 218553 h 1308708"/>
              <a:gd name="connsiteX25" fmla="*/ 844609 w 943872"/>
              <a:gd name="connsiteY25" fmla="*/ 230744 h 1308708"/>
              <a:gd name="connsiteX26" fmla="*/ 855058 w 943872"/>
              <a:gd name="connsiteY26" fmla="*/ 243805 h 1308708"/>
              <a:gd name="connsiteX27" fmla="*/ 863765 w 943872"/>
              <a:gd name="connsiteY27" fmla="*/ 256866 h 1308708"/>
              <a:gd name="connsiteX28" fmla="*/ 868119 w 943872"/>
              <a:gd name="connsiteY28" fmla="*/ 262961 h 1308708"/>
              <a:gd name="connsiteX29" fmla="*/ 874214 w 943872"/>
              <a:gd name="connsiteY29" fmla="*/ 276022 h 1308708"/>
              <a:gd name="connsiteX30" fmla="*/ 881180 w 943872"/>
              <a:gd name="connsiteY30" fmla="*/ 286470 h 1308708"/>
              <a:gd name="connsiteX31" fmla="*/ 883792 w 943872"/>
              <a:gd name="connsiteY31" fmla="*/ 293436 h 1308708"/>
              <a:gd name="connsiteX32" fmla="*/ 886404 w 943872"/>
              <a:gd name="connsiteY32" fmla="*/ 301273 h 1308708"/>
              <a:gd name="connsiteX33" fmla="*/ 887275 w 943872"/>
              <a:gd name="connsiteY33" fmla="*/ 308239 h 1308708"/>
              <a:gd name="connsiteX34" fmla="*/ 887275 w 943872"/>
              <a:gd name="connsiteY34" fmla="*/ 345680 h 1308708"/>
              <a:gd name="connsiteX35" fmla="*/ 888146 w 943872"/>
              <a:gd name="connsiteY35" fmla="*/ 352646 h 1308708"/>
              <a:gd name="connsiteX36" fmla="*/ 890758 w 943872"/>
              <a:gd name="connsiteY36" fmla="*/ 358741 h 1308708"/>
              <a:gd name="connsiteX37" fmla="*/ 897724 w 943872"/>
              <a:gd name="connsiteY37" fmla="*/ 365707 h 1308708"/>
              <a:gd name="connsiteX38" fmla="*/ 932553 w 943872"/>
              <a:gd name="connsiteY38" fmla="*/ 390087 h 1308708"/>
              <a:gd name="connsiteX39" fmla="*/ 943872 w 943872"/>
              <a:gd name="connsiteY39" fmla="*/ 400536 h 1308708"/>
              <a:gd name="connsiteX40" fmla="*/ 929941 w 943872"/>
              <a:gd name="connsiteY40" fmla="*/ 416209 h 1308708"/>
              <a:gd name="connsiteX41" fmla="*/ 928199 w 943872"/>
              <a:gd name="connsiteY41" fmla="*/ 422305 h 1308708"/>
              <a:gd name="connsiteX42" fmla="*/ 926458 w 943872"/>
              <a:gd name="connsiteY42" fmla="*/ 431012 h 1308708"/>
              <a:gd name="connsiteX43" fmla="*/ 925587 w 943872"/>
              <a:gd name="connsiteY43" fmla="*/ 450168 h 1308708"/>
              <a:gd name="connsiteX44" fmla="*/ 923846 w 943872"/>
              <a:gd name="connsiteY44" fmla="*/ 458875 h 1308708"/>
              <a:gd name="connsiteX45" fmla="*/ 907302 w 943872"/>
              <a:gd name="connsiteY45" fmla="*/ 479773 h 1308708"/>
              <a:gd name="connsiteX46" fmla="*/ 903819 w 943872"/>
              <a:gd name="connsiteY46" fmla="*/ 488480 h 1308708"/>
              <a:gd name="connsiteX47" fmla="*/ 900336 w 943872"/>
              <a:gd name="connsiteY47" fmla="*/ 495446 h 1308708"/>
              <a:gd name="connsiteX48" fmla="*/ 894241 w 943872"/>
              <a:gd name="connsiteY48" fmla="*/ 502412 h 1308708"/>
              <a:gd name="connsiteX49" fmla="*/ 876826 w 943872"/>
              <a:gd name="connsiteY49" fmla="*/ 509378 h 1308708"/>
              <a:gd name="connsiteX50" fmla="*/ 841997 w 943872"/>
              <a:gd name="connsiteY50" fmla="*/ 511990 h 1308708"/>
              <a:gd name="connsiteX51" fmla="*/ 834161 w 943872"/>
              <a:gd name="connsiteY51" fmla="*/ 514602 h 1308708"/>
              <a:gd name="connsiteX52" fmla="*/ 829807 w 943872"/>
              <a:gd name="connsiteY52" fmla="*/ 517214 h 1308708"/>
              <a:gd name="connsiteX53" fmla="*/ 825453 w 943872"/>
              <a:gd name="connsiteY53" fmla="*/ 525922 h 1308708"/>
              <a:gd name="connsiteX54" fmla="*/ 823712 w 943872"/>
              <a:gd name="connsiteY54" fmla="*/ 558139 h 1308708"/>
              <a:gd name="connsiteX55" fmla="*/ 811522 w 943872"/>
              <a:gd name="connsiteY55" fmla="*/ 615607 h 1308708"/>
              <a:gd name="connsiteX56" fmla="*/ 809780 w 943872"/>
              <a:gd name="connsiteY56" fmla="*/ 642599 h 1308708"/>
              <a:gd name="connsiteX57" fmla="*/ 796719 w 943872"/>
              <a:gd name="connsiteY57" fmla="*/ 664368 h 1308708"/>
              <a:gd name="connsiteX58" fmla="*/ 736639 w 943872"/>
              <a:gd name="connsiteY58" fmla="*/ 671334 h 1308708"/>
              <a:gd name="connsiteX59" fmla="*/ 718353 w 943872"/>
              <a:gd name="connsiteY59" fmla="*/ 674817 h 1308708"/>
              <a:gd name="connsiteX60" fmla="*/ 711387 w 943872"/>
              <a:gd name="connsiteY60" fmla="*/ 677429 h 1308708"/>
              <a:gd name="connsiteX61" fmla="*/ 705292 w 943872"/>
              <a:gd name="connsiteY61" fmla="*/ 681782 h 1308708"/>
              <a:gd name="connsiteX62" fmla="*/ 689619 w 943872"/>
              <a:gd name="connsiteY62" fmla="*/ 697456 h 1308708"/>
              <a:gd name="connsiteX63" fmla="*/ 680041 w 943872"/>
              <a:gd name="connsiteY63" fmla="*/ 711387 h 1308708"/>
              <a:gd name="connsiteX64" fmla="*/ 676558 w 943872"/>
              <a:gd name="connsiteY64" fmla="*/ 718353 h 1308708"/>
              <a:gd name="connsiteX65" fmla="*/ 675687 w 943872"/>
              <a:gd name="connsiteY65" fmla="*/ 726190 h 1308708"/>
              <a:gd name="connsiteX66" fmla="*/ 675687 w 943872"/>
              <a:gd name="connsiteY66" fmla="*/ 733155 h 1308708"/>
              <a:gd name="connsiteX67" fmla="*/ 676558 w 943872"/>
              <a:gd name="connsiteY67" fmla="*/ 742734 h 1308708"/>
              <a:gd name="connsiteX68" fmla="*/ 678300 w 943872"/>
              <a:gd name="connsiteY68" fmla="*/ 751441 h 1308708"/>
              <a:gd name="connsiteX69" fmla="*/ 680912 w 943872"/>
              <a:gd name="connsiteY69" fmla="*/ 760148 h 1308708"/>
              <a:gd name="connsiteX70" fmla="*/ 687007 w 943872"/>
              <a:gd name="connsiteY70" fmla="*/ 769726 h 1308708"/>
              <a:gd name="connsiteX71" fmla="*/ 697456 w 943872"/>
              <a:gd name="connsiteY71" fmla="*/ 784529 h 1308708"/>
              <a:gd name="connsiteX72" fmla="*/ 727060 w 943872"/>
              <a:gd name="connsiteY72" fmla="*/ 812392 h 1308708"/>
              <a:gd name="connsiteX73" fmla="*/ 730543 w 943872"/>
              <a:gd name="connsiteY73" fmla="*/ 823712 h 1308708"/>
              <a:gd name="connsiteX74" fmla="*/ 723578 w 943872"/>
              <a:gd name="connsiteY74" fmla="*/ 837643 h 1308708"/>
              <a:gd name="connsiteX75" fmla="*/ 718353 w 943872"/>
              <a:gd name="connsiteY75" fmla="*/ 853316 h 1308708"/>
              <a:gd name="connsiteX76" fmla="*/ 719224 w 943872"/>
              <a:gd name="connsiteY76" fmla="*/ 878568 h 1308708"/>
              <a:gd name="connsiteX77" fmla="*/ 714870 w 943872"/>
              <a:gd name="connsiteY77" fmla="*/ 891629 h 1308708"/>
              <a:gd name="connsiteX78" fmla="*/ 696585 w 943872"/>
              <a:gd name="connsiteY78" fmla="*/ 928199 h 1308708"/>
              <a:gd name="connsiteX79" fmla="*/ 690490 w 943872"/>
              <a:gd name="connsiteY79" fmla="*/ 936907 h 1308708"/>
              <a:gd name="connsiteX80" fmla="*/ 682653 w 943872"/>
              <a:gd name="connsiteY80" fmla="*/ 945614 h 1308708"/>
              <a:gd name="connsiteX81" fmla="*/ 636505 w 943872"/>
              <a:gd name="connsiteY81" fmla="*/ 981314 h 1308708"/>
              <a:gd name="connsiteX82" fmla="*/ 580778 w 943872"/>
              <a:gd name="connsiteY82" fmla="*/ 1010919 h 1308708"/>
              <a:gd name="connsiteX83" fmla="*/ 572941 w 943872"/>
              <a:gd name="connsiteY83" fmla="*/ 1025721 h 1308708"/>
              <a:gd name="connsiteX84" fmla="*/ 525922 w 943872"/>
              <a:gd name="connsiteY84" fmla="*/ 1127597 h 1308708"/>
              <a:gd name="connsiteX85" fmla="*/ 522439 w 943872"/>
              <a:gd name="connsiteY85" fmla="*/ 1139787 h 1308708"/>
              <a:gd name="connsiteX86" fmla="*/ 518085 w 943872"/>
              <a:gd name="connsiteY86" fmla="*/ 1158072 h 1308708"/>
              <a:gd name="connsiteX87" fmla="*/ 512861 w 943872"/>
              <a:gd name="connsiteY87" fmla="*/ 1168521 h 1308708"/>
              <a:gd name="connsiteX88" fmla="*/ 508507 w 943872"/>
              <a:gd name="connsiteY88" fmla="*/ 1174616 h 1308708"/>
              <a:gd name="connsiteX89" fmla="*/ 495446 w 943872"/>
              <a:gd name="connsiteY89" fmla="*/ 1186806 h 1308708"/>
              <a:gd name="connsiteX90" fmla="*/ 491963 w 943872"/>
              <a:gd name="connsiteY90" fmla="*/ 1197255 h 1308708"/>
              <a:gd name="connsiteX91" fmla="*/ 491963 w 943872"/>
              <a:gd name="connsiteY91" fmla="*/ 1209445 h 1308708"/>
              <a:gd name="connsiteX92" fmla="*/ 509378 w 943872"/>
              <a:gd name="connsiteY92" fmla="*/ 1255594 h 1308708"/>
              <a:gd name="connsiteX93" fmla="*/ 511119 w 943872"/>
              <a:gd name="connsiteY93" fmla="*/ 1265172 h 1308708"/>
              <a:gd name="connsiteX94" fmla="*/ 511119 w 943872"/>
              <a:gd name="connsiteY94" fmla="*/ 1272138 h 1308708"/>
              <a:gd name="connsiteX95" fmla="*/ 410114 w 943872"/>
              <a:gd name="connsiteY95" fmla="*/ 1263431 h 1308708"/>
              <a:gd name="connsiteX96" fmla="*/ 274280 w 943872"/>
              <a:gd name="connsiteY96" fmla="*/ 1273879 h 1308708"/>
              <a:gd name="connsiteX97" fmla="*/ 195044 w 943872"/>
              <a:gd name="connsiteY97" fmla="*/ 1299131 h 1308708"/>
              <a:gd name="connsiteX98" fmla="*/ 174146 w 943872"/>
              <a:gd name="connsiteY98" fmla="*/ 1308709 h 1308708"/>
              <a:gd name="connsiteX99" fmla="*/ 130610 w 943872"/>
              <a:gd name="connsiteY99" fmla="*/ 1131080 h 1308708"/>
              <a:gd name="connsiteX100" fmla="*/ 121902 w 943872"/>
              <a:gd name="connsiteY100" fmla="*/ 1108441 h 1308708"/>
              <a:gd name="connsiteX101" fmla="*/ 109712 w 943872"/>
              <a:gd name="connsiteY101" fmla="*/ 1081448 h 1308708"/>
              <a:gd name="connsiteX102" fmla="*/ 106229 w 943872"/>
              <a:gd name="connsiteY102" fmla="*/ 1071870 h 1308708"/>
              <a:gd name="connsiteX103" fmla="*/ 105359 w 943872"/>
              <a:gd name="connsiteY103" fmla="*/ 1064904 h 1308708"/>
              <a:gd name="connsiteX104" fmla="*/ 107100 w 943872"/>
              <a:gd name="connsiteY104" fmla="*/ 1055326 h 1308708"/>
              <a:gd name="connsiteX105" fmla="*/ 117549 w 943872"/>
              <a:gd name="connsiteY105" fmla="*/ 1029204 h 1308708"/>
              <a:gd name="connsiteX106" fmla="*/ 123644 w 943872"/>
              <a:gd name="connsiteY106" fmla="*/ 1007436 h 1308708"/>
              <a:gd name="connsiteX107" fmla="*/ 118419 w 943872"/>
              <a:gd name="connsiteY107" fmla="*/ 996987 h 1308708"/>
              <a:gd name="connsiteX108" fmla="*/ 94039 w 943872"/>
              <a:gd name="connsiteY108" fmla="*/ 981314 h 1308708"/>
              <a:gd name="connsiteX109" fmla="*/ 83590 w 943872"/>
              <a:gd name="connsiteY109" fmla="*/ 972606 h 1308708"/>
              <a:gd name="connsiteX110" fmla="*/ 66176 w 943872"/>
              <a:gd name="connsiteY110" fmla="*/ 962158 h 1308708"/>
              <a:gd name="connsiteX111" fmla="*/ 33088 w 943872"/>
              <a:gd name="connsiteY111" fmla="*/ 950838 h 1308708"/>
              <a:gd name="connsiteX112" fmla="*/ 26122 w 943872"/>
              <a:gd name="connsiteY112" fmla="*/ 946485 h 1308708"/>
              <a:gd name="connsiteX113" fmla="*/ 20897 w 943872"/>
              <a:gd name="connsiteY113" fmla="*/ 940390 h 1308708"/>
              <a:gd name="connsiteX114" fmla="*/ 17415 w 943872"/>
              <a:gd name="connsiteY114" fmla="*/ 933424 h 1308708"/>
              <a:gd name="connsiteX115" fmla="*/ 14803 w 943872"/>
              <a:gd name="connsiteY115" fmla="*/ 924716 h 1308708"/>
              <a:gd name="connsiteX116" fmla="*/ 10449 w 943872"/>
              <a:gd name="connsiteY116" fmla="*/ 907302 h 1308708"/>
              <a:gd name="connsiteX117" fmla="*/ 8707 w 943872"/>
              <a:gd name="connsiteY117" fmla="*/ 892499 h 1308708"/>
              <a:gd name="connsiteX118" fmla="*/ 5224 w 943872"/>
              <a:gd name="connsiteY118" fmla="*/ 852446 h 1308708"/>
              <a:gd name="connsiteX119" fmla="*/ 3483 w 943872"/>
              <a:gd name="connsiteY119" fmla="*/ 840256 h 1308708"/>
              <a:gd name="connsiteX120" fmla="*/ 4354 w 943872"/>
              <a:gd name="connsiteY120" fmla="*/ 828065 h 1308708"/>
              <a:gd name="connsiteX121" fmla="*/ 3483 w 943872"/>
              <a:gd name="connsiteY121" fmla="*/ 820229 h 1308708"/>
              <a:gd name="connsiteX122" fmla="*/ 0 w 943872"/>
              <a:gd name="connsiteY122" fmla="*/ 800202 h 1308708"/>
              <a:gd name="connsiteX123" fmla="*/ 0 w 943872"/>
              <a:gd name="connsiteY123" fmla="*/ 792365 h 1308708"/>
              <a:gd name="connsiteX124" fmla="*/ 1742 w 943872"/>
              <a:gd name="connsiteY124" fmla="*/ 786270 h 1308708"/>
              <a:gd name="connsiteX125" fmla="*/ 4354 w 943872"/>
              <a:gd name="connsiteY125" fmla="*/ 781046 h 1308708"/>
              <a:gd name="connsiteX126" fmla="*/ 20027 w 943872"/>
              <a:gd name="connsiteY126" fmla="*/ 767114 h 1308708"/>
              <a:gd name="connsiteX127" fmla="*/ 32217 w 943872"/>
              <a:gd name="connsiteY127" fmla="*/ 748829 h 1308708"/>
              <a:gd name="connsiteX128" fmla="*/ 42666 w 943872"/>
              <a:gd name="connsiteY128" fmla="*/ 724448 h 1308708"/>
              <a:gd name="connsiteX129" fmla="*/ 42666 w 943872"/>
              <a:gd name="connsiteY129" fmla="*/ 714870 h 1308708"/>
              <a:gd name="connsiteX130" fmla="*/ 42666 w 943872"/>
              <a:gd name="connsiteY130" fmla="*/ 694843 h 1308708"/>
              <a:gd name="connsiteX131" fmla="*/ 53985 w 943872"/>
              <a:gd name="connsiteY131" fmla="*/ 653048 h 1308708"/>
              <a:gd name="connsiteX132" fmla="*/ 54856 w 943872"/>
              <a:gd name="connsiteY132" fmla="*/ 638246 h 1308708"/>
              <a:gd name="connsiteX133" fmla="*/ 53115 w 943872"/>
              <a:gd name="connsiteY133" fmla="*/ 625185 h 1308708"/>
              <a:gd name="connsiteX134" fmla="*/ 49632 w 943872"/>
              <a:gd name="connsiteY134" fmla="*/ 605158 h 1308708"/>
              <a:gd name="connsiteX135" fmla="*/ 48761 w 943872"/>
              <a:gd name="connsiteY135" fmla="*/ 572070 h 1308708"/>
              <a:gd name="connsiteX136" fmla="*/ 51373 w 943872"/>
              <a:gd name="connsiteY136" fmla="*/ 562492 h 1308708"/>
              <a:gd name="connsiteX137" fmla="*/ 54856 w 943872"/>
              <a:gd name="connsiteY137" fmla="*/ 552914 h 1308708"/>
              <a:gd name="connsiteX138" fmla="*/ 58339 w 943872"/>
              <a:gd name="connsiteY138" fmla="*/ 545078 h 1308708"/>
              <a:gd name="connsiteX139" fmla="*/ 63564 w 943872"/>
              <a:gd name="connsiteY139" fmla="*/ 538112 h 1308708"/>
              <a:gd name="connsiteX140" fmla="*/ 68788 w 943872"/>
              <a:gd name="connsiteY140" fmla="*/ 533758 h 1308708"/>
              <a:gd name="connsiteX141" fmla="*/ 83590 w 943872"/>
              <a:gd name="connsiteY141" fmla="*/ 527663 h 1308708"/>
              <a:gd name="connsiteX142" fmla="*/ 91427 w 943872"/>
              <a:gd name="connsiteY142" fmla="*/ 523309 h 1308708"/>
              <a:gd name="connsiteX143" fmla="*/ 98393 w 943872"/>
              <a:gd name="connsiteY143" fmla="*/ 518085 h 1308708"/>
              <a:gd name="connsiteX144" fmla="*/ 103617 w 943872"/>
              <a:gd name="connsiteY144" fmla="*/ 511119 h 1308708"/>
              <a:gd name="connsiteX145" fmla="*/ 105359 w 943872"/>
              <a:gd name="connsiteY145" fmla="*/ 505895 h 1308708"/>
              <a:gd name="connsiteX146" fmla="*/ 107100 w 943872"/>
              <a:gd name="connsiteY146" fmla="*/ 498929 h 1308708"/>
              <a:gd name="connsiteX147" fmla="*/ 107100 w 943872"/>
              <a:gd name="connsiteY147" fmla="*/ 483256 h 1308708"/>
              <a:gd name="connsiteX148" fmla="*/ 105359 w 943872"/>
              <a:gd name="connsiteY148" fmla="*/ 463229 h 1308708"/>
              <a:gd name="connsiteX149" fmla="*/ 102746 w 943872"/>
              <a:gd name="connsiteY149" fmla="*/ 454521 h 1308708"/>
              <a:gd name="connsiteX150" fmla="*/ 99263 w 943872"/>
              <a:gd name="connsiteY150" fmla="*/ 447556 h 1308708"/>
              <a:gd name="connsiteX151" fmla="*/ 94910 w 943872"/>
              <a:gd name="connsiteY151" fmla="*/ 443202 h 1308708"/>
              <a:gd name="connsiteX152" fmla="*/ 92298 w 943872"/>
              <a:gd name="connsiteY152" fmla="*/ 436236 h 1308708"/>
              <a:gd name="connsiteX153" fmla="*/ 96651 w 943872"/>
              <a:gd name="connsiteY153" fmla="*/ 425787 h 1308708"/>
              <a:gd name="connsiteX154" fmla="*/ 120161 w 943872"/>
              <a:gd name="connsiteY154" fmla="*/ 395312 h 1308708"/>
              <a:gd name="connsiteX155" fmla="*/ 121902 w 943872"/>
              <a:gd name="connsiteY155" fmla="*/ 388346 h 1308708"/>
              <a:gd name="connsiteX156" fmla="*/ 120161 w 943872"/>
              <a:gd name="connsiteY156" fmla="*/ 382251 h 1308708"/>
              <a:gd name="connsiteX157" fmla="*/ 116678 w 943872"/>
              <a:gd name="connsiteY157" fmla="*/ 377026 h 1308708"/>
              <a:gd name="connsiteX158" fmla="*/ 114066 w 943872"/>
              <a:gd name="connsiteY158" fmla="*/ 370061 h 1308708"/>
              <a:gd name="connsiteX159" fmla="*/ 113195 w 943872"/>
              <a:gd name="connsiteY159" fmla="*/ 363095 h 1308708"/>
              <a:gd name="connsiteX160" fmla="*/ 110583 w 943872"/>
              <a:gd name="connsiteY160" fmla="*/ 331749 h 1308708"/>
              <a:gd name="connsiteX161" fmla="*/ 85332 w 943872"/>
              <a:gd name="connsiteY161" fmla="*/ 299531 h 1308708"/>
              <a:gd name="connsiteX162" fmla="*/ 54856 w 943872"/>
              <a:gd name="connsiteY162" fmla="*/ 269927 h 1308708"/>
              <a:gd name="connsiteX163" fmla="*/ 51373 w 943872"/>
              <a:gd name="connsiteY163" fmla="*/ 264702 h 1308708"/>
              <a:gd name="connsiteX164" fmla="*/ 41795 w 943872"/>
              <a:gd name="connsiteY164" fmla="*/ 243805 h 1308708"/>
              <a:gd name="connsiteX165" fmla="*/ 187207 w 943872"/>
              <a:gd name="connsiteY165" fmla="*/ 211588 h 1308708"/>
              <a:gd name="connsiteX166" fmla="*/ 199397 w 943872"/>
              <a:gd name="connsiteY166" fmla="*/ 202880 h 1308708"/>
              <a:gd name="connsiteX167" fmla="*/ 206363 w 943872"/>
              <a:gd name="connsiteY167" fmla="*/ 194173 h 1308708"/>
              <a:gd name="connsiteX168" fmla="*/ 225519 w 943872"/>
              <a:gd name="connsiteY168" fmla="*/ 180241 h 1308708"/>
              <a:gd name="connsiteX169" fmla="*/ 282117 w 943872"/>
              <a:gd name="connsiteY169" fmla="*/ 164568 h 1308708"/>
              <a:gd name="connsiteX170" fmla="*/ 313463 w 943872"/>
              <a:gd name="connsiteY170" fmla="*/ 150636 h 1308708"/>
              <a:gd name="connsiteX171" fmla="*/ 321300 w 943872"/>
              <a:gd name="connsiteY171" fmla="*/ 149766 h 1308708"/>
              <a:gd name="connsiteX172" fmla="*/ 327395 w 943872"/>
              <a:gd name="connsiteY172" fmla="*/ 152378 h 1308708"/>
              <a:gd name="connsiteX173" fmla="*/ 334361 w 943872"/>
              <a:gd name="connsiteY173" fmla="*/ 159344 h 1308708"/>
              <a:gd name="connsiteX174" fmla="*/ 345680 w 943872"/>
              <a:gd name="connsiteY174" fmla="*/ 175888 h 1308708"/>
              <a:gd name="connsiteX175" fmla="*/ 350905 w 943872"/>
              <a:gd name="connsiteY175" fmla="*/ 181983 h 1308708"/>
              <a:gd name="connsiteX176" fmla="*/ 357000 w 943872"/>
              <a:gd name="connsiteY176" fmla="*/ 187207 h 1308708"/>
              <a:gd name="connsiteX177" fmla="*/ 364836 w 943872"/>
              <a:gd name="connsiteY177" fmla="*/ 188949 h 1308708"/>
              <a:gd name="connsiteX178" fmla="*/ 378768 w 943872"/>
              <a:gd name="connsiteY178" fmla="*/ 182854 h 1308708"/>
              <a:gd name="connsiteX179" fmla="*/ 383122 w 943872"/>
              <a:gd name="connsiteY179" fmla="*/ 160214 h 1308708"/>
              <a:gd name="connsiteX180" fmla="*/ 383992 w 943872"/>
              <a:gd name="connsiteY180" fmla="*/ 141058 h 1308708"/>
              <a:gd name="connsiteX181" fmla="*/ 387475 w 943872"/>
              <a:gd name="connsiteY181" fmla="*/ 133222 h 1308708"/>
              <a:gd name="connsiteX182" fmla="*/ 390088 w 943872"/>
              <a:gd name="connsiteY182" fmla="*/ 127127 h 1308708"/>
              <a:gd name="connsiteX183" fmla="*/ 410985 w 943872"/>
              <a:gd name="connsiteY183" fmla="*/ 113195 h 1308708"/>
              <a:gd name="connsiteX184" fmla="*/ 422305 w 943872"/>
              <a:gd name="connsiteY184" fmla="*/ 94910 h 1308708"/>
              <a:gd name="connsiteX185" fmla="*/ 437978 w 943872"/>
              <a:gd name="connsiteY185" fmla="*/ 58339 h 1308708"/>
              <a:gd name="connsiteX186" fmla="*/ 438848 w 943872"/>
              <a:gd name="connsiteY186" fmla="*/ 47019 h 1308708"/>
              <a:gd name="connsiteX187" fmla="*/ 434495 w 943872"/>
              <a:gd name="connsiteY187" fmla="*/ 42666 h 1308708"/>
              <a:gd name="connsiteX188" fmla="*/ 423175 w 943872"/>
              <a:gd name="connsiteY188" fmla="*/ 37441 h 1308708"/>
              <a:gd name="connsiteX189" fmla="*/ 418822 w 943872"/>
              <a:gd name="connsiteY189" fmla="*/ 32217 h 1308708"/>
              <a:gd name="connsiteX190" fmla="*/ 415339 w 943872"/>
              <a:gd name="connsiteY190" fmla="*/ 26122 h 1308708"/>
              <a:gd name="connsiteX191" fmla="*/ 412727 w 943872"/>
              <a:gd name="connsiteY191" fmla="*/ 18285 h 1308708"/>
              <a:gd name="connsiteX192" fmla="*/ 410985 w 943872"/>
              <a:gd name="connsiteY192" fmla="*/ 9578 h 1308708"/>
              <a:gd name="connsiteX193" fmla="*/ 413597 w 943872"/>
              <a:gd name="connsiteY193" fmla="*/ 3483 h 1308708"/>
              <a:gd name="connsiteX194" fmla="*/ 417951 w 943872"/>
              <a:gd name="connsiteY194" fmla="*/ 0 h 1308708"/>
              <a:gd name="connsiteX195" fmla="*/ 428400 w 943872"/>
              <a:gd name="connsiteY195" fmla="*/ 1741 h 1308708"/>
              <a:gd name="connsiteX196" fmla="*/ 451039 w 943872"/>
              <a:gd name="connsiteY196" fmla="*/ 14802 h 1308708"/>
              <a:gd name="connsiteX197" fmla="*/ 465841 w 943872"/>
              <a:gd name="connsiteY197" fmla="*/ 14802 h 1308708"/>
              <a:gd name="connsiteX198" fmla="*/ 472807 w 943872"/>
              <a:gd name="connsiteY198" fmla="*/ 15673 h 1308708"/>
              <a:gd name="connsiteX199" fmla="*/ 518956 w 943872"/>
              <a:gd name="connsiteY199" fmla="*/ 33088 h 1308708"/>
              <a:gd name="connsiteX200" fmla="*/ 526792 w 943872"/>
              <a:gd name="connsiteY200" fmla="*/ 40924 h 1308708"/>
              <a:gd name="connsiteX201" fmla="*/ 532017 w 943872"/>
              <a:gd name="connsiteY201" fmla="*/ 49632 h 1308708"/>
              <a:gd name="connsiteX202" fmla="*/ 546819 w 943872"/>
              <a:gd name="connsiteY202" fmla="*/ 81849 h 1308708"/>
              <a:gd name="connsiteX203" fmla="*/ 552914 w 943872"/>
              <a:gd name="connsiteY203" fmla="*/ 86202 h 1308708"/>
              <a:gd name="connsiteX204" fmla="*/ 562492 w 943872"/>
              <a:gd name="connsiteY204" fmla="*/ 90556 h 1308708"/>
              <a:gd name="connsiteX205" fmla="*/ 610383 w 943872"/>
              <a:gd name="connsiteY205" fmla="*/ 95780 h 1308708"/>
              <a:gd name="connsiteX206" fmla="*/ 653048 w 943872"/>
              <a:gd name="connsiteY206" fmla="*/ 94039 h 1308708"/>
              <a:gd name="connsiteX207" fmla="*/ 665239 w 943872"/>
              <a:gd name="connsiteY207" fmla="*/ 90556 h 1308708"/>
              <a:gd name="connsiteX208" fmla="*/ 693973 w 943872"/>
              <a:gd name="connsiteY208" fmla="*/ 73141 h 1308708"/>
            </a:gdLst>
            <a:ahLst/>
            <a:cxnLst/>
            <a:rect l="l" t="t" r="r" b="b"/>
            <a:pathLst>
              <a:path w="943872" h="1308708">
                <a:moveTo>
                  <a:pt x="693973" y="73141"/>
                </a:moveTo>
                <a:lnTo>
                  <a:pt x="714000" y="68788"/>
                </a:lnTo>
                <a:lnTo>
                  <a:pt x="722707" y="67046"/>
                </a:lnTo>
                <a:lnTo>
                  <a:pt x="729673" y="67917"/>
                </a:lnTo>
                <a:lnTo>
                  <a:pt x="738380" y="69658"/>
                </a:lnTo>
                <a:lnTo>
                  <a:pt x="744475" y="69658"/>
                </a:lnTo>
                <a:lnTo>
                  <a:pt x="767985" y="67046"/>
                </a:lnTo>
                <a:lnTo>
                  <a:pt x="801073" y="60080"/>
                </a:lnTo>
                <a:lnTo>
                  <a:pt x="821100" y="53985"/>
                </a:lnTo>
                <a:lnTo>
                  <a:pt x="820229" y="67046"/>
                </a:lnTo>
                <a:lnTo>
                  <a:pt x="821100" y="77495"/>
                </a:lnTo>
                <a:lnTo>
                  <a:pt x="824582" y="101005"/>
                </a:lnTo>
                <a:lnTo>
                  <a:pt x="828936" y="113195"/>
                </a:lnTo>
                <a:lnTo>
                  <a:pt x="832419" y="118419"/>
                </a:lnTo>
                <a:lnTo>
                  <a:pt x="842868" y="129739"/>
                </a:lnTo>
                <a:lnTo>
                  <a:pt x="859411" y="144541"/>
                </a:lnTo>
                <a:lnTo>
                  <a:pt x="869860" y="155861"/>
                </a:lnTo>
                <a:lnTo>
                  <a:pt x="872472" y="161085"/>
                </a:lnTo>
                <a:lnTo>
                  <a:pt x="876826" y="173275"/>
                </a:lnTo>
                <a:lnTo>
                  <a:pt x="877697" y="181983"/>
                </a:lnTo>
                <a:lnTo>
                  <a:pt x="876826" y="192431"/>
                </a:lnTo>
                <a:lnTo>
                  <a:pt x="874214" y="209846"/>
                </a:lnTo>
                <a:lnTo>
                  <a:pt x="867248" y="210717"/>
                </a:lnTo>
                <a:lnTo>
                  <a:pt x="862024" y="213329"/>
                </a:lnTo>
                <a:lnTo>
                  <a:pt x="855929" y="218553"/>
                </a:lnTo>
                <a:lnTo>
                  <a:pt x="844609" y="230744"/>
                </a:lnTo>
                <a:lnTo>
                  <a:pt x="855058" y="243805"/>
                </a:lnTo>
                <a:lnTo>
                  <a:pt x="863765" y="256866"/>
                </a:lnTo>
                <a:lnTo>
                  <a:pt x="868119" y="262961"/>
                </a:lnTo>
                <a:lnTo>
                  <a:pt x="874214" y="276022"/>
                </a:lnTo>
                <a:lnTo>
                  <a:pt x="881180" y="286470"/>
                </a:lnTo>
                <a:lnTo>
                  <a:pt x="883792" y="293436"/>
                </a:lnTo>
                <a:lnTo>
                  <a:pt x="886404" y="301273"/>
                </a:lnTo>
                <a:lnTo>
                  <a:pt x="887275" y="308239"/>
                </a:lnTo>
                <a:lnTo>
                  <a:pt x="887275" y="345680"/>
                </a:lnTo>
                <a:lnTo>
                  <a:pt x="888146" y="352646"/>
                </a:lnTo>
                <a:lnTo>
                  <a:pt x="890758" y="358741"/>
                </a:lnTo>
                <a:lnTo>
                  <a:pt x="897724" y="365707"/>
                </a:lnTo>
                <a:lnTo>
                  <a:pt x="932553" y="390087"/>
                </a:lnTo>
                <a:lnTo>
                  <a:pt x="943872" y="400536"/>
                </a:lnTo>
                <a:lnTo>
                  <a:pt x="929941" y="416209"/>
                </a:lnTo>
                <a:lnTo>
                  <a:pt x="928199" y="422305"/>
                </a:lnTo>
                <a:lnTo>
                  <a:pt x="926458" y="431012"/>
                </a:lnTo>
                <a:lnTo>
                  <a:pt x="925587" y="450168"/>
                </a:lnTo>
                <a:lnTo>
                  <a:pt x="923846" y="458875"/>
                </a:lnTo>
                <a:lnTo>
                  <a:pt x="907302" y="479773"/>
                </a:lnTo>
                <a:lnTo>
                  <a:pt x="903819" y="488480"/>
                </a:lnTo>
                <a:lnTo>
                  <a:pt x="900336" y="495446"/>
                </a:lnTo>
                <a:lnTo>
                  <a:pt x="894241" y="502412"/>
                </a:lnTo>
                <a:lnTo>
                  <a:pt x="876826" y="509378"/>
                </a:lnTo>
                <a:lnTo>
                  <a:pt x="841997" y="511990"/>
                </a:lnTo>
                <a:lnTo>
                  <a:pt x="834161" y="514602"/>
                </a:lnTo>
                <a:lnTo>
                  <a:pt x="829807" y="517214"/>
                </a:lnTo>
                <a:lnTo>
                  <a:pt x="825453" y="525922"/>
                </a:lnTo>
                <a:lnTo>
                  <a:pt x="823712" y="558139"/>
                </a:lnTo>
                <a:lnTo>
                  <a:pt x="811522" y="615607"/>
                </a:lnTo>
                <a:lnTo>
                  <a:pt x="809780" y="642599"/>
                </a:lnTo>
                <a:lnTo>
                  <a:pt x="796719" y="664368"/>
                </a:lnTo>
                <a:lnTo>
                  <a:pt x="736639" y="671334"/>
                </a:lnTo>
                <a:lnTo>
                  <a:pt x="718353" y="674817"/>
                </a:lnTo>
                <a:lnTo>
                  <a:pt x="711387" y="677429"/>
                </a:lnTo>
                <a:lnTo>
                  <a:pt x="705292" y="681782"/>
                </a:lnTo>
                <a:lnTo>
                  <a:pt x="689619" y="697456"/>
                </a:lnTo>
                <a:lnTo>
                  <a:pt x="680041" y="711387"/>
                </a:lnTo>
                <a:lnTo>
                  <a:pt x="676558" y="718353"/>
                </a:lnTo>
                <a:lnTo>
                  <a:pt x="675687" y="726190"/>
                </a:lnTo>
                <a:lnTo>
                  <a:pt x="675687" y="733155"/>
                </a:lnTo>
                <a:lnTo>
                  <a:pt x="676558" y="742734"/>
                </a:lnTo>
                <a:lnTo>
                  <a:pt x="678300" y="751441"/>
                </a:lnTo>
                <a:lnTo>
                  <a:pt x="680912" y="760148"/>
                </a:lnTo>
                <a:lnTo>
                  <a:pt x="687007" y="769726"/>
                </a:lnTo>
                <a:lnTo>
                  <a:pt x="697456" y="784529"/>
                </a:lnTo>
                <a:lnTo>
                  <a:pt x="727060" y="812392"/>
                </a:lnTo>
                <a:lnTo>
                  <a:pt x="730543" y="823712"/>
                </a:lnTo>
                <a:lnTo>
                  <a:pt x="723578" y="837643"/>
                </a:lnTo>
                <a:lnTo>
                  <a:pt x="718353" y="853316"/>
                </a:lnTo>
                <a:lnTo>
                  <a:pt x="719224" y="878568"/>
                </a:lnTo>
                <a:lnTo>
                  <a:pt x="714870" y="891629"/>
                </a:lnTo>
                <a:lnTo>
                  <a:pt x="696585" y="928199"/>
                </a:lnTo>
                <a:lnTo>
                  <a:pt x="690490" y="936907"/>
                </a:lnTo>
                <a:lnTo>
                  <a:pt x="682653" y="945614"/>
                </a:lnTo>
                <a:lnTo>
                  <a:pt x="636505" y="981314"/>
                </a:lnTo>
                <a:lnTo>
                  <a:pt x="580778" y="1010919"/>
                </a:lnTo>
                <a:lnTo>
                  <a:pt x="572941" y="1025721"/>
                </a:lnTo>
                <a:lnTo>
                  <a:pt x="525922" y="1127597"/>
                </a:lnTo>
                <a:lnTo>
                  <a:pt x="522439" y="1139787"/>
                </a:lnTo>
                <a:lnTo>
                  <a:pt x="518085" y="1158072"/>
                </a:lnTo>
                <a:lnTo>
                  <a:pt x="512861" y="1168521"/>
                </a:lnTo>
                <a:lnTo>
                  <a:pt x="508507" y="1174616"/>
                </a:lnTo>
                <a:lnTo>
                  <a:pt x="495446" y="1186806"/>
                </a:lnTo>
                <a:lnTo>
                  <a:pt x="491963" y="1197255"/>
                </a:lnTo>
                <a:lnTo>
                  <a:pt x="491963" y="1209445"/>
                </a:lnTo>
                <a:lnTo>
                  <a:pt x="509378" y="1255594"/>
                </a:lnTo>
                <a:lnTo>
                  <a:pt x="511119" y="1265172"/>
                </a:lnTo>
                <a:lnTo>
                  <a:pt x="511119" y="1272138"/>
                </a:lnTo>
                <a:lnTo>
                  <a:pt x="410114" y="1263431"/>
                </a:lnTo>
                <a:lnTo>
                  <a:pt x="274280" y="1273879"/>
                </a:lnTo>
                <a:lnTo>
                  <a:pt x="195044" y="1299131"/>
                </a:lnTo>
                <a:lnTo>
                  <a:pt x="174146" y="1308709"/>
                </a:lnTo>
                <a:lnTo>
                  <a:pt x="130610" y="1131080"/>
                </a:lnTo>
                <a:lnTo>
                  <a:pt x="121902" y="1108441"/>
                </a:lnTo>
                <a:lnTo>
                  <a:pt x="109712" y="1081448"/>
                </a:lnTo>
                <a:lnTo>
                  <a:pt x="106229" y="1071870"/>
                </a:lnTo>
                <a:lnTo>
                  <a:pt x="105359" y="1064904"/>
                </a:lnTo>
                <a:lnTo>
                  <a:pt x="107100" y="1055326"/>
                </a:lnTo>
                <a:lnTo>
                  <a:pt x="117549" y="1029204"/>
                </a:lnTo>
                <a:lnTo>
                  <a:pt x="123644" y="1007436"/>
                </a:lnTo>
                <a:lnTo>
                  <a:pt x="118419" y="996987"/>
                </a:lnTo>
                <a:lnTo>
                  <a:pt x="94039" y="981314"/>
                </a:lnTo>
                <a:lnTo>
                  <a:pt x="83590" y="972606"/>
                </a:lnTo>
                <a:lnTo>
                  <a:pt x="66176" y="962158"/>
                </a:lnTo>
                <a:lnTo>
                  <a:pt x="33088" y="950838"/>
                </a:lnTo>
                <a:lnTo>
                  <a:pt x="26122" y="946485"/>
                </a:lnTo>
                <a:lnTo>
                  <a:pt x="20897" y="940390"/>
                </a:lnTo>
                <a:lnTo>
                  <a:pt x="17415" y="933424"/>
                </a:lnTo>
                <a:lnTo>
                  <a:pt x="14803" y="924716"/>
                </a:lnTo>
                <a:lnTo>
                  <a:pt x="10449" y="907302"/>
                </a:lnTo>
                <a:lnTo>
                  <a:pt x="8707" y="892499"/>
                </a:lnTo>
                <a:lnTo>
                  <a:pt x="5224" y="852446"/>
                </a:lnTo>
                <a:lnTo>
                  <a:pt x="3483" y="840256"/>
                </a:lnTo>
                <a:lnTo>
                  <a:pt x="4354" y="828065"/>
                </a:lnTo>
                <a:lnTo>
                  <a:pt x="3483" y="820229"/>
                </a:lnTo>
                <a:lnTo>
                  <a:pt x="0" y="800202"/>
                </a:lnTo>
                <a:lnTo>
                  <a:pt x="0" y="792365"/>
                </a:lnTo>
                <a:lnTo>
                  <a:pt x="1742" y="786270"/>
                </a:lnTo>
                <a:lnTo>
                  <a:pt x="4354" y="781046"/>
                </a:lnTo>
                <a:lnTo>
                  <a:pt x="20027" y="767114"/>
                </a:lnTo>
                <a:lnTo>
                  <a:pt x="32217" y="748829"/>
                </a:lnTo>
                <a:lnTo>
                  <a:pt x="42666" y="724448"/>
                </a:lnTo>
                <a:lnTo>
                  <a:pt x="42666" y="714870"/>
                </a:lnTo>
                <a:lnTo>
                  <a:pt x="42666" y="694843"/>
                </a:lnTo>
                <a:lnTo>
                  <a:pt x="53985" y="653048"/>
                </a:lnTo>
                <a:lnTo>
                  <a:pt x="54856" y="638246"/>
                </a:lnTo>
                <a:lnTo>
                  <a:pt x="53115" y="625185"/>
                </a:lnTo>
                <a:lnTo>
                  <a:pt x="49632" y="605158"/>
                </a:lnTo>
                <a:lnTo>
                  <a:pt x="48761" y="572070"/>
                </a:lnTo>
                <a:lnTo>
                  <a:pt x="51373" y="562492"/>
                </a:lnTo>
                <a:lnTo>
                  <a:pt x="54856" y="552914"/>
                </a:lnTo>
                <a:lnTo>
                  <a:pt x="58339" y="545078"/>
                </a:lnTo>
                <a:lnTo>
                  <a:pt x="63564" y="538112"/>
                </a:lnTo>
                <a:lnTo>
                  <a:pt x="68788" y="533758"/>
                </a:lnTo>
                <a:lnTo>
                  <a:pt x="83590" y="527663"/>
                </a:lnTo>
                <a:lnTo>
                  <a:pt x="91427" y="523309"/>
                </a:lnTo>
                <a:lnTo>
                  <a:pt x="98393" y="518085"/>
                </a:lnTo>
                <a:lnTo>
                  <a:pt x="103617" y="511119"/>
                </a:lnTo>
                <a:lnTo>
                  <a:pt x="105359" y="505895"/>
                </a:lnTo>
                <a:lnTo>
                  <a:pt x="107100" y="498929"/>
                </a:lnTo>
                <a:lnTo>
                  <a:pt x="107100" y="483256"/>
                </a:lnTo>
                <a:lnTo>
                  <a:pt x="105359" y="463229"/>
                </a:lnTo>
                <a:lnTo>
                  <a:pt x="102746" y="454521"/>
                </a:lnTo>
                <a:lnTo>
                  <a:pt x="99263" y="447556"/>
                </a:lnTo>
                <a:lnTo>
                  <a:pt x="94910" y="443202"/>
                </a:lnTo>
                <a:lnTo>
                  <a:pt x="92298" y="436236"/>
                </a:lnTo>
                <a:lnTo>
                  <a:pt x="96651" y="425787"/>
                </a:lnTo>
                <a:lnTo>
                  <a:pt x="120161" y="395312"/>
                </a:lnTo>
                <a:lnTo>
                  <a:pt x="121902" y="388346"/>
                </a:lnTo>
                <a:lnTo>
                  <a:pt x="120161" y="382251"/>
                </a:lnTo>
                <a:lnTo>
                  <a:pt x="116678" y="377026"/>
                </a:lnTo>
                <a:lnTo>
                  <a:pt x="114066" y="370061"/>
                </a:lnTo>
                <a:lnTo>
                  <a:pt x="113195" y="363095"/>
                </a:lnTo>
                <a:lnTo>
                  <a:pt x="110583" y="331749"/>
                </a:lnTo>
                <a:lnTo>
                  <a:pt x="85332" y="299531"/>
                </a:lnTo>
                <a:lnTo>
                  <a:pt x="54856" y="269927"/>
                </a:lnTo>
                <a:lnTo>
                  <a:pt x="51373" y="264702"/>
                </a:lnTo>
                <a:lnTo>
                  <a:pt x="41795" y="243805"/>
                </a:lnTo>
                <a:lnTo>
                  <a:pt x="187207" y="211588"/>
                </a:lnTo>
                <a:lnTo>
                  <a:pt x="199397" y="202880"/>
                </a:lnTo>
                <a:lnTo>
                  <a:pt x="206363" y="194173"/>
                </a:lnTo>
                <a:lnTo>
                  <a:pt x="225519" y="180241"/>
                </a:lnTo>
                <a:lnTo>
                  <a:pt x="282117" y="164568"/>
                </a:lnTo>
                <a:lnTo>
                  <a:pt x="313463" y="150636"/>
                </a:lnTo>
                <a:lnTo>
                  <a:pt x="321300" y="149766"/>
                </a:lnTo>
                <a:lnTo>
                  <a:pt x="327395" y="152378"/>
                </a:lnTo>
                <a:lnTo>
                  <a:pt x="334361" y="159344"/>
                </a:lnTo>
                <a:lnTo>
                  <a:pt x="345680" y="175888"/>
                </a:lnTo>
                <a:lnTo>
                  <a:pt x="350905" y="181983"/>
                </a:lnTo>
                <a:lnTo>
                  <a:pt x="357000" y="187207"/>
                </a:lnTo>
                <a:lnTo>
                  <a:pt x="364836" y="188949"/>
                </a:lnTo>
                <a:lnTo>
                  <a:pt x="378768" y="182854"/>
                </a:lnTo>
                <a:lnTo>
                  <a:pt x="383122" y="160214"/>
                </a:lnTo>
                <a:lnTo>
                  <a:pt x="383992" y="141058"/>
                </a:lnTo>
                <a:lnTo>
                  <a:pt x="387475" y="133222"/>
                </a:lnTo>
                <a:lnTo>
                  <a:pt x="390088" y="127127"/>
                </a:lnTo>
                <a:lnTo>
                  <a:pt x="410985" y="113195"/>
                </a:lnTo>
                <a:lnTo>
                  <a:pt x="422305" y="94910"/>
                </a:lnTo>
                <a:lnTo>
                  <a:pt x="437978" y="58339"/>
                </a:lnTo>
                <a:lnTo>
                  <a:pt x="438848" y="47019"/>
                </a:lnTo>
                <a:lnTo>
                  <a:pt x="434495" y="42666"/>
                </a:lnTo>
                <a:lnTo>
                  <a:pt x="423175" y="37441"/>
                </a:lnTo>
                <a:lnTo>
                  <a:pt x="418822" y="32217"/>
                </a:lnTo>
                <a:lnTo>
                  <a:pt x="415339" y="26122"/>
                </a:lnTo>
                <a:lnTo>
                  <a:pt x="412727" y="18285"/>
                </a:lnTo>
                <a:lnTo>
                  <a:pt x="410985" y="9578"/>
                </a:lnTo>
                <a:lnTo>
                  <a:pt x="413597" y="3483"/>
                </a:lnTo>
                <a:lnTo>
                  <a:pt x="417951" y="0"/>
                </a:lnTo>
                <a:lnTo>
                  <a:pt x="428400" y="1741"/>
                </a:lnTo>
                <a:lnTo>
                  <a:pt x="451039" y="14802"/>
                </a:lnTo>
                <a:lnTo>
                  <a:pt x="465841" y="14802"/>
                </a:lnTo>
                <a:lnTo>
                  <a:pt x="472807" y="15673"/>
                </a:lnTo>
                <a:lnTo>
                  <a:pt x="518956" y="33088"/>
                </a:lnTo>
                <a:lnTo>
                  <a:pt x="526792" y="40924"/>
                </a:lnTo>
                <a:lnTo>
                  <a:pt x="532017" y="49632"/>
                </a:lnTo>
                <a:lnTo>
                  <a:pt x="546819" y="81849"/>
                </a:lnTo>
                <a:lnTo>
                  <a:pt x="552914" y="86202"/>
                </a:lnTo>
                <a:lnTo>
                  <a:pt x="562492" y="90556"/>
                </a:lnTo>
                <a:lnTo>
                  <a:pt x="610383" y="95780"/>
                </a:lnTo>
                <a:lnTo>
                  <a:pt x="653048" y="94039"/>
                </a:lnTo>
                <a:lnTo>
                  <a:pt x="665239" y="90556"/>
                </a:lnTo>
                <a:lnTo>
                  <a:pt x="693973" y="73141"/>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2" name="Freeform: Shape 51">
            <a:extLst>
              <a:ext uri="{FF2B5EF4-FFF2-40B4-BE49-F238E27FC236}">
                <a16:creationId xmlns:a16="http://schemas.microsoft.com/office/drawing/2014/main" id="{7EA481D7-0B77-A751-5E99-4EC76865248C}"/>
              </a:ext>
            </a:extLst>
          </p:cNvPr>
          <p:cNvSpPr>
            <a:spLocks noGrp="1"/>
          </p:cNvSpPr>
          <p:nvPr/>
        </p:nvSpPr>
        <p:spPr>
          <a:xfrm>
            <a:off x="7685110" y="3199864"/>
            <a:ext cx="268344" cy="307652"/>
          </a:xfrm>
          <a:custGeom>
            <a:avLst/>
            <a:gdLst>
              <a:gd name="connsiteX0" fmla="*/ 141929 w 269055"/>
              <a:gd name="connsiteY0" fmla="*/ 123644 h 305626"/>
              <a:gd name="connsiteX1" fmla="*/ 150636 w 269055"/>
              <a:gd name="connsiteY1" fmla="*/ 124515 h 305626"/>
              <a:gd name="connsiteX2" fmla="*/ 156732 w 269055"/>
              <a:gd name="connsiteY2" fmla="*/ 124515 h 305626"/>
              <a:gd name="connsiteX3" fmla="*/ 162827 w 269055"/>
              <a:gd name="connsiteY3" fmla="*/ 121902 h 305626"/>
              <a:gd name="connsiteX4" fmla="*/ 172405 w 269055"/>
              <a:gd name="connsiteY4" fmla="*/ 113195 h 305626"/>
              <a:gd name="connsiteX5" fmla="*/ 178500 w 269055"/>
              <a:gd name="connsiteY5" fmla="*/ 106229 h 305626"/>
              <a:gd name="connsiteX6" fmla="*/ 188949 w 269055"/>
              <a:gd name="connsiteY6" fmla="*/ 90556 h 305626"/>
              <a:gd name="connsiteX7" fmla="*/ 220295 w 269055"/>
              <a:gd name="connsiteY7" fmla="*/ 101876 h 305626"/>
              <a:gd name="connsiteX8" fmla="*/ 228132 w 269055"/>
              <a:gd name="connsiteY8" fmla="*/ 106229 h 305626"/>
              <a:gd name="connsiteX9" fmla="*/ 236839 w 269055"/>
              <a:gd name="connsiteY9" fmla="*/ 111454 h 305626"/>
              <a:gd name="connsiteX10" fmla="*/ 247287 w 269055"/>
              <a:gd name="connsiteY10" fmla="*/ 115807 h 305626"/>
              <a:gd name="connsiteX11" fmla="*/ 251641 w 269055"/>
              <a:gd name="connsiteY11" fmla="*/ 119290 h 305626"/>
              <a:gd name="connsiteX12" fmla="*/ 258607 w 269055"/>
              <a:gd name="connsiteY12" fmla="*/ 126256 h 305626"/>
              <a:gd name="connsiteX13" fmla="*/ 262090 w 269055"/>
              <a:gd name="connsiteY13" fmla="*/ 130610 h 305626"/>
              <a:gd name="connsiteX14" fmla="*/ 265573 w 269055"/>
              <a:gd name="connsiteY14" fmla="*/ 138446 h 305626"/>
              <a:gd name="connsiteX15" fmla="*/ 267315 w 269055"/>
              <a:gd name="connsiteY15" fmla="*/ 147154 h 305626"/>
              <a:gd name="connsiteX16" fmla="*/ 269056 w 269055"/>
              <a:gd name="connsiteY16" fmla="*/ 162827 h 305626"/>
              <a:gd name="connsiteX17" fmla="*/ 267315 w 269055"/>
              <a:gd name="connsiteY17" fmla="*/ 188949 h 305626"/>
              <a:gd name="connsiteX18" fmla="*/ 264702 w 269055"/>
              <a:gd name="connsiteY18" fmla="*/ 210717 h 305626"/>
              <a:gd name="connsiteX19" fmla="*/ 262961 w 269055"/>
              <a:gd name="connsiteY19" fmla="*/ 232485 h 305626"/>
              <a:gd name="connsiteX20" fmla="*/ 266444 w 269055"/>
              <a:gd name="connsiteY20" fmla="*/ 255995 h 305626"/>
              <a:gd name="connsiteX21" fmla="*/ 267315 w 269055"/>
              <a:gd name="connsiteY21" fmla="*/ 287341 h 305626"/>
              <a:gd name="connsiteX22" fmla="*/ 244675 w 269055"/>
              <a:gd name="connsiteY22" fmla="*/ 296919 h 305626"/>
              <a:gd name="connsiteX23" fmla="*/ 214200 w 269055"/>
              <a:gd name="connsiteY23" fmla="*/ 305627 h 305626"/>
              <a:gd name="connsiteX24" fmla="*/ 178500 w 269055"/>
              <a:gd name="connsiteY24" fmla="*/ 292566 h 305626"/>
              <a:gd name="connsiteX25" fmla="*/ 169793 w 269055"/>
              <a:gd name="connsiteY25" fmla="*/ 287341 h 305626"/>
              <a:gd name="connsiteX26" fmla="*/ 156732 w 269055"/>
              <a:gd name="connsiteY26" fmla="*/ 277763 h 305626"/>
              <a:gd name="connsiteX27" fmla="*/ 148024 w 269055"/>
              <a:gd name="connsiteY27" fmla="*/ 264702 h 305626"/>
              <a:gd name="connsiteX28" fmla="*/ 134092 w 269055"/>
              <a:gd name="connsiteY28" fmla="*/ 266444 h 305626"/>
              <a:gd name="connsiteX29" fmla="*/ 127127 w 269055"/>
              <a:gd name="connsiteY29" fmla="*/ 267314 h 305626"/>
              <a:gd name="connsiteX30" fmla="*/ 110583 w 269055"/>
              <a:gd name="connsiteY30" fmla="*/ 273410 h 305626"/>
              <a:gd name="connsiteX31" fmla="*/ 94039 w 269055"/>
              <a:gd name="connsiteY31" fmla="*/ 283858 h 305626"/>
              <a:gd name="connsiteX32" fmla="*/ 83590 w 269055"/>
              <a:gd name="connsiteY32" fmla="*/ 294307 h 305626"/>
              <a:gd name="connsiteX33" fmla="*/ 75754 w 269055"/>
              <a:gd name="connsiteY33" fmla="*/ 300402 h 305626"/>
              <a:gd name="connsiteX34" fmla="*/ 68787 w 269055"/>
              <a:gd name="connsiteY34" fmla="*/ 302144 h 305626"/>
              <a:gd name="connsiteX35" fmla="*/ 62693 w 269055"/>
              <a:gd name="connsiteY35" fmla="*/ 303014 h 305626"/>
              <a:gd name="connsiteX36" fmla="*/ 55726 w 269055"/>
              <a:gd name="connsiteY36" fmla="*/ 302144 h 305626"/>
              <a:gd name="connsiteX37" fmla="*/ 26992 w 269055"/>
              <a:gd name="connsiteY37" fmla="*/ 297790 h 305626"/>
              <a:gd name="connsiteX38" fmla="*/ 16544 w 269055"/>
              <a:gd name="connsiteY38" fmla="*/ 294307 h 305626"/>
              <a:gd name="connsiteX39" fmla="*/ 0 w 269055"/>
              <a:gd name="connsiteY39" fmla="*/ 287341 h 305626"/>
              <a:gd name="connsiteX40" fmla="*/ 4354 w 269055"/>
              <a:gd name="connsiteY40" fmla="*/ 276893 h 305626"/>
              <a:gd name="connsiteX41" fmla="*/ 10449 w 269055"/>
              <a:gd name="connsiteY41" fmla="*/ 247288 h 305626"/>
              <a:gd name="connsiteX42" fmla="*/ 14803 w 269055"/>
              <a:gd name="connsiteY42" fmla="*/ 215071 h 305626"/>
              <a:gd name="connsiteX43" fmla="*/ 22639 w 269055"/>
              <a:gd name="connsiteY43" fmla="*/ 165439 h 305626"/>
              <a:gd name="connsiteX44" fmla="*/ 23510 w 269055"/>
              <a:gd name="connsiteY44" fmla="*/ 148024 h 305626"/>
              <a:gd name="connsiteX45" fmla="*/ 23510 w 269055"/>
              <a:gd name="connsiteY45" fmla="*/ 138446 h 305626"/>
              <a:gd name="connsiteX46" fmla="*/ 20897 w 269055"/>
              <a:gd name="connsiteY46" fmla="*/ 127997 h 305626"/>
              <a:gd name="connsiteX47" fmla="*/ 15673 w 269055"/>
              <a:gd name="connsiteY47" fmla="*/ 119290 h 305626"/>
              <a:gd name="connsiteX48" fmla="*/ 13931 w 269055"/>
              <a:gd name="connsiteY48" fmla="*/ 111454 h 305626"/>
              <a:gd name="connsiteX49" fmla="*/ 13931 w 269055"/>
              <a:gd name="connsiteY49" fmla="*/ 102746 h 305626"/>
              <a:gd name="connsiteX50" fmla="*/ 7836 w 269055"/>
              <a:gd name="connsiteY50" fmla="*/ 91427 h 305626"/>
              <a:gd name="connsiteX51" fmla="*/ 6966 w 269055"/>
              <a:gd name="connsiteY51" fmla="*/ 78366 h 305626"/>
              <a:gd name="connsiteX52" fmla="*/ 13931 w 269055"/>
              <a:gd name="connsiteY52" fmla="*/ 72271 h 305626"/>
              <a:gd name="connsiteX53" fmla="*/ 16544 w 269055"/>
              <a:gd name="connsiteY53" fmla="*/ 67917 h 305626"/>
              <a:gd name="connsiteX54" fmla="*/ 22639 w 269055"/>
              <a:gd name="connsiteY54" fmla="*/ 54856 h 305626"/>
              <a:gd name="connsiteX55" fmla="*/ 25251 w 269055"/>
              <a:gd name="connsiteY55" fmla="*/ 52244 h 305626"/>
              <a:gd name="connsiteX56" fmla="*/ 40924 w 269055"/>
              <a:gd name="connsiteY56" fmla="*/ 40054 h 305626"/>
              <a:gd name="connsiteX57" fmla="*/ 44407 w 269055"/>
              <a:gd name="connsiteY57" fmla="*/ 38312 h 305626"/>
              <a:gd name="connsiteX58" fmla="*/ 48761 w 269055"/>
              <a:gd name="connsiteY58" fmla="*/ 34829 h 305626"/>
              <a:gd name="connsiteX59" fmla="*/ 54856 w 269055"/>
              <a:gd name="connsiteY59" fmla="*/ 26122 h 305626"/>
              <a:gd name="connsiteX60" fmla="*/ 61822 w 269055"/>
              <a:gd name="connsiteY60" fmla="*/ 10449 h 305626"/>
              <a:gd name="connsiteX61" fmla="*/ 66175 w 269055"/>
              <a:gd name="connsiteY61" fmla="*/ 6966 h 305626"/>
              <a:gd name="connsiteX62" fmla="*/ 87944 w 269055"/>
              <a:gd name="connsiteY62" fmla="*/ 0 h 305626"/>
              <a:gd name="connsiteX63" fmla="*/ 89685 w 269055"/>
              <a:gd name="connsiteY63" fmla="*/ 22639 h 305626"/>
              <a:gd name="connsiteX64" fmla="*/ 89685 w 269055"/>
              <a:gd name="connsiteY64" fmla="*/ 32217 h 305626"/>
              <a:gd name="connsiteX65" fmla="*/ 87944 w 269055"/>
              <a:gd name="connsiteY65" fmla="*/ 40924 h 305626"/>
              <a:gd name="connsiteX66" fmla="*/ 85332 w 269055"/>
              <a:gd name="connsiteY66" fmla="*/ 45278 h 305626"/>
              <a:gd name="connsiteX67" fmla="*/ 70529 w 269055"/>
              <a:gd name="connsiteY67" fmla="*/ 63563 h 305626"/>
              <a:gd name="connsiteX68" fmla="*/ 64434 w 269055"/>
              <a:gd name="connsiteY68" fmla="*/ 75754 h 305626"/>
              <a:gd name="connsiteX69" fmla="*/ 62693 w 269055"/>
              <a:gd name="connsiteY69" fmla="*/ 86202 h 305626"/>
              <a:gd name="connsiteX70" fmla="*/ 72271 w 269055"/>
              <a:gd name="connsiteY70" fmla="*/ 87944 h 305626"/>
              <a:gd name="connsiteX71" fmla="*/ 84461 w 269055"/>
              <a:gd name="connsiteY71" fmla="*/ 93168 h 305626"/>
              <a:gd name="connsiteX72" fmla="*/ 93168 w 269055"/>
              <a:gd name="connsiteY72" fmla="*/ 99263 h 305626"/>
              <a:gd name="connsiteX73" fmla="*/ 105358 w 269055"/>
              <a:gd name="connsiteY73" fmla="*/ 105358 h 305626"/>
              <a:gd name="connsiteX74" fmla="*/ 116678 w 269055"/>
              <a:gd name="connsiteY74" fmla="*/ 113195 h 305626"/>
              <a:gd name="connsiteX75" fmla="*/ 127998 w 269055"/>
              <a:gd name="connsiteY75" fmla="*/ 118419 h 305626"/>
              <a:gd name="connsiteX76" fmla="*/ 141929 w 269055"/>
              <a:gd name="connsiteY76" fmla="*/ 123644 h 305626"/>
            </a:gdLst>
            <a:ahLst/>
            <a:cxnLst/>
            <a:rect l="l" t="t" r="r" b="b"/>
            <a:pathLst>
              <a:path w="269055" h="305626">
                <a:moveTo>
                  <a:pt x="141929" y="123644"/>
                </a:moveTo>
                <a:lnTo>
                  <a:pt x="150636" y="124515"/>
                </a:lnTo>
                <a:lnTo>
                  <a:pt x="156732" y="124515"/>
                </a:lnTo>
                <a:lnTo>
                  <a:pt x="162827" y="121902"/>
                </a:lnTo>
                <a:lnTo>
                  <a:pt x="172405" y="113195"/>
                </a:lnTo>
                <a:lnTo>
                  <a:pt x="178500" y="106229"/>
                </a:lnTo>
                <a:lnTo>
                  <a:pt x="188949" y="90556"/>
                </a:lnTo>
                <a:lnTo>
                  <a:pt x="220295" y="101876"/>
                </a:lnTo>
                <a:lnTo>
                  <a:pt x="228132" y="106229"/>
                </a:lnTo>
                <a:lnTo>
                  <a:pt x="236839" y="111454"/>
                </a:lnTo>
                <a:lnTo>
                  <a:pt x="247287" y="115807"/>
                </a:lnTo>
                <a:lnTo>
                  <a:pt x="251641" y="119290"/>
                </a:lnTo>
                <a:lnTo>
                  <a:pt x="258607" y="126256"/>
                </a:lnTo>
                <a:lnTo>
                  <a:pt x="262090" y="130610"/>
                </a:lnTo>
                <a:lnTo>
                  <a:pt x="265573" y="138446"/>
                </a:lnTo>
                <a:lnTo>
                  <a:pt x="267315" y="147154"/>
                </a:lnTo>
                <a:lnTo>
                  <a:pt x="269056" y="162827"/>
                </a:lnTo>
                <a:lnTo>
                  <a:pt x="267315" y="188949"/>
                </a:lnTo>
                <a:lnTo>
                  <a:pt x="264702" y="210717"/>
                </a:lnTo>
                <a:lnTo>
                  <a:pt x="262961" y="232485"/>
                </a:lnTo>
                <a:lnTo>
                  <a:pt x="266444" y="255995"/>
                </a:lnTo>
                <a:lnTo>
                  <a:pt x="267315" y="287341"/>
                </a:lnTo>
                <a:lnTo>
                  <a:pt x="244675" y="296919"/>
                </a:lnTo>
                <a:lnTo>
                  <a:pt x="214200" y="305627"/>
                </a:lnTo>
                <a:lnTo>
                  <a:pt x="178500" y="292566"/>
                </a:lnTo>
                <a:lnTo>
                  <a:pt x="169793" y="287341"/>
                </a:lnTo>
                <a:lnTo>
                  <a:pt x="156732" y="277763"/>
                </a:lnTo>
                <a:lnTo>
                  <a:pt x="148024" y="264702"/>
                </a:lnTo>
                <a:lnTo>
                  <a:pt x="134092" y="266444"/>
                </a:lnTo>
                <a:lnTo>
                  <a:pt x="127127" y="267314"/>
                </a:lnTo>
                <a:lnTo>
                  <a:pt x="110583" y="273410"/>
                </a:lnTo>
                <a:lnTo>
                  <a:pt x="94039" y="283858"/>
                </a:lnTo>
                <a:lnTo>
                  <a:pt x="83590" y="294307"/>
                </a:lnTo>
                <a:lnTo>
                  <a:pt x="75754" y="300402"/>
                </a:lnTo>
                <a:lnTo>
                  <a:pt x="68787" y="302144"/>
                </a:lnTo>
                <a:lnTo>
                  <a:pt x="62693" y="303014"/>
                </a:lnTo>
                <a:lnTo>
                  <a:pt x="55726" y="302144"/>
                </a:lnTo>
                <a:lnTo>
                  <a:pt x="26992" y="297790"/>
                </a:lnTo>
                <a:lnTo>
                  <a:pt x="16544" y="294307"/>
                </a:lnTo>
                <a:lnTo>
                  <a:pt x="0" y="287341"/>
                </a:lnTo>
                <a:lnTo>
                  <a:pt x="4354" y="276893"/>
                </a:lnTo>
                <a:lnTo>
                  <a:pt x="10449" y="247288"/>
                </a:lnTo>
                <a:lnTo>
                  <a:pt x="14803" y="215071"/>
                </a:lnTo>
                <a:lnTo>
                  <a:pt x="22639" y="165439"/>
                </a:lnTo>
                <a:lnTo>
                  <a:pt x="23510" y="148024"/>
                </a:lnTo>
                <a:lnTo>
                  <a:pt x="23510" y="138446"/>
                </a:lnTo>
                <a:lnTo>
                  <a:pt x="20897" y="127997"/>
                </a:lnTo>
                <a:lnTo>
                  <a:pt x="15673" y="119290"/>
                </a:lnTo>
                <a:lnTo>
                  <a:pt x="13931" y="111454"/>
                </a:lnTo>
                <a:lnTo>
                  <a:pt x="13931" y="102746"/>
                </a:lnTo>
                <a:lnTo>
                  <a:pt x="7836" y="91427"/>
                </a:lnTo>
                <a:lnTo>
                  <a:pt x="6966" y="78366"/>
                </a:lnTo>
                <a:lnTo>
                  <a:pt x="13931" y="72271"/>
                </a:lnTo>
                <a:lnTo>
                  <a:pt x="16544" y="67917"/>
                </a:lnTo>
                <a:lnTo>
                  <a:pt x="22639" y="54856"/>
                </a:lnTo>
                <a:lnTo>
                  <a:pt x="25251" y="52244"/>
                </a:lnTo>
                <a:lnTo>
                  <a:pt x="40924" y="40054"/>
                </a:lnTo>
                <a:lnTo>
                  <a:pt x="44407" y="38312"/>
                </a:lnTo>
                <a:lnTo>
                  <a:pt x="48761" y="34829"/>
                </a:lnTo>
                <a:lnTo>
                  <a:pt x="54856" y="26122"/>
                </a:lnTo>
                <a:lnTo>
                  <a:pt x="61822" y="10449"/>
                </a:lnTo>
                <a:lnTo>
                  <a:pt x="66175" y="6966"/>
                </a:lnTo>
                <a:lnTo>
                  <a:pt x="87944" y="0"/>
                </a:lnTo>
                <a:lnTo>
                  <a:pt x="89685" y="22639"/>
                </a:lnTo>
                <a:lnTo>
                  <a:pt x="89685" y="32217"/>
                </a:lnTo>
                <a:lnTo>
                  <a:pt x="87944" y="40924"/>
                </a:lnTo>
                <a:lnTo>
                  <a:pt x="85332" y="45278"/>
                </a:lnTo>
                <a:lnTo>
                  <a:pt x="70529" y="63563"/>
                </a:lnTo>
                <a:lnTo>
                  <a:pt x="64434" y="75754"/>
                </a:lnTo>
                <a:lnTo>
                  <a:pt x="62693" y="86202"/>
                </a:lnTo>
                <a:lnTo>
                  <a:pt x="72271" y="87944"/>
                </a:lnTo>
                <a:lnTo>
                  <a:pt x="84461" y="93168"/>
                </a:lnTo>
                <a:lnTo>
                  <a:pt x="93168" y="99263"/>
                </a:lnTo>
                <a:lnTo>
                  <a:pt x="105358" y="105358"/>
                </a:lnTo>
                <a:lnTo>
                  <a:pt x="116678" y="113195"/>
                </a:lnTo>
                <a:lnTo>
                  <a:pt x="127998" y="118419"/>
                </a:lnTo>
                <a:lnTo>
                  <a:pt x="141929" y="123644"/>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3" name="Freeform: Shape 52">
            <a:extLst>
              <a:ext uri="{FF2B5EF4-FFF2-40B4-BE49-F238E27FC236}">
                <a16:creationId xmlns:a16="http://schemas.microsoft.com/office/drawing/2014/main" id="{81982640-686B-9EC1-91D5-551E9C34BC16}"/>
              </a:ext>
            </a:extLst>
          </p:cNvPr>
          <p:cNvSpPr>
            <a:spLocks noGrp="1"/>
          </p:cNvSpPr>
          <p:nvPr/>
        </p:nvSpPr>
        <p:spPr>
          <a:xfrm>
            <a:off x="7216157" y="3491739"/>
            <a:ext cx="1339119" cy="1111406"/>
          </a:xfrm>
          <a:custGeom>
            <a:avLst/>
            <a:gdLst>
              <a:gd name="connsiteX0" fmla="*/ 1203351 w 1342667"/>
              <a:gd name="connsiteY0" fmla="*/ 871 h 1104086"/>
              <a:gd name="connsiteX1" fmla="*/ 1211187 w 1342667"/>
              <a:gd name="connsiteY1" fmla="*/ 11319 h 1104086"/>
              <a:gd name="connsiteX2" fmla="*/ 1218153 w 1342667"/>
              <a:gd name="connsiteY2" fmla="*/ 17415 h 1104086"/>
              <a:gd name="connsiteX3" fmla="*/ 1223377 w 1342667"/>
              <a:gd name="connsiteY3" fmla="*/ 23510 h 1104086"/>
              <a:gd name="connsiteX4" fmla="*/ 1229472 w 1342667"/>
              <a:gd name="connsiteY4" fmla="*/ 28734 h 1104086"/>
              <a:gd name="connsiteX5" fmla="*/ 1234697 w 1342667"/>
              <a:gd name="connsiteY5" fmla="*/ 34829 h 1104086"/>
              <a:gd name="connsiteX6" fmla="*/ 1251241 w 1342667"/>
              <a:gd name="connsiteY6" fmla="*/ 50502 h 1104086"/>
              <a:gd name="connsiteX7" fmla="*/ 1261689 w 1342667"/>
              <a:gd name="connsiteY7" fmla="*/ 62693 h 1104086"/>
              <a:gd name="connsiteX8" fmla="*/ 1271267 w 1342667"/>
              <a:gd name="connsiteY8" fmla="*/ 80107 h 1104086"/>
              <a:gd name="connsiteX9" fmla="*/ 1282587 w 1342667"/>
              <a:gd name="connsiteY9" fmla="*/ 107971 h 1104086"/>
              <a:gd name="connsiteX10" fmla="*/ 1293036 w 1342667"/>
              <a:gd name="connsiteY10" fmla="*/ 127127 h 1104086"/>
              <a:gd name="connsiteX11" fmla="*/ 1294777 w 1342667"/>
              <a:gd name="connsiteY11" fmla="*/ 134093 h 1104086"/>
              <a:gd name="connsiteX12" fmla="*/ 1298260 w 1342667"/>
              <a:gd name="connsiteY12" fmla="*/ 154990 h 1104086"/>
              <a:gd name="connsiteX13" fmla="*/ 1300001 w 1342667"/>
              <a:gd name="connsiteY13" fmla="*/ 161085 h 1104086"/>
              <a:gd name="connsiteX14" fmla="*/ 1306097 w 1342667"/>
              <a:gd name="connsiteY14" fmla="*/ 174146 h 1104086"/>
              <a:gd name="connsiteX15" fmla="*/ 1310450 w 1342667"/>
              <a:gd name="connsiteY15" fmla="*/ 188078 h 1104086"/>
              <a:gd name="connsiteX16" fmla="*/ 1319158 w 1342667"/>
              <a:gd name="connsiteY16" fmla="*/ 235097 h 1104086"/>
              <a:gd name="connsiteX17" fmla="*/ 1326123 w 1342667"/>
              <a:gd name="connsiteY17" fmla="*/ 259478 h 1104086"/>
              <a:gd name="connsiteX18" fmla="*/ 1329607 w 1342667"/>
              <a:gd name="connsiteY18" fmla="*/ 276022 h 1104086"/>
              <a:gd name="connsiteX19" fmla="*/ 1336572 w 1342667"/>
              <a:gd name="connsiteY19" fmla="*/ 296049 h 1104086"/>
              <a:gd name="connsiteX20" fmla="*/ 1341796 w 1342667"/>
              <a:gd name="connsiteY20" fmla="*/ 319558 h 1104086"/>
              <a:gd name="connsiteX21" fmla="*/ 1342668 w 1342667"/>
              <a:gd name="connsiteY21" fmla="*/ 330007 h 1104086"/>
              <a:gd name="connsiteX22" fmla="*/ 1341796 w 1342667"/>
              <a:gd name="connsiteY22" fmla="*/ 339585 h 1104086"/>
              <a:gd name="connsiteX23" fmla="*/ 1337443 w 1342667"/>
              <a:gd name="connsiteY23" fmla="*/ 352646 h 1104086"/>
              <a:gd name="connsiteX24" fmla="*/ 1332219 w 1342667"/>
              <a:gd name="connsiteY24" fmla="*/ 362224 h 1104086"/>
              <a:gd name="connsiteX25" fmla="*/ 1324382 w 1342667"/>
              <a:gd name="connsiteY25" fmla="*/ 370061 h 1104086"/>
              <a:gd name="connsiteX26" fmla="*/ 1318287 w 1342667"/>
              <a:gd name="connsiteY26" fmla="*/ 380509 h 1104086"/>
              <a:gd name="connsiteX27" fmla="*/ 1312192 w 1342667"/>
              <a:gd name="connsiteY27" fmla="*/ 396183 h 1104086"/>
              <a:gd name="connsiteX28" fmla="*/ 1307838 w 1342667"/>
              <a:gd name="connsiteY28" fmla="*/ 416209 h 1104086"/>
              <a:gd name="connsiteX29" fmla="*/ 1304355 w 1342667"/>
              <a:gd name="connsiteY29" fmla="*/ 424917 h 1104086"/>
              <a:gd name="connsiteX30" fmla="*/ 1298260 w 1342667"/>
              <a:gd name="connsiteY30" fmla="*/ 431012 h 1104086"/>
              <a:gd name="connsiteX31" fmla="*/ 1288682 w 1342667"/>
              <a:gd name="connsiteY31" fmla="*/ 436236 h 1104086"/>
              <a:gd name="connsiteX32" fmla="*/ 1274750 w 1342667"/>
              <a:gd name="connsiteY32" fmla="*/ 446685 h 1104086"/>
              <a:gd name="connsiteX33" fmla="*/ 1259077 w 1342667"/>
              <a:gd name="connsiteY33" fmla="*/ 463229 h 1104086"/>
              <a:gd name="connsiteX34" fmla="*/ 1246887 w 1342667"/>
              <a:gd name="connsiteY34" fmla="*/ 474548 h 1104086"/>
              <a:gd name="connsiteX35" fmla="*/ 1230343 w 1342667"/>
              <a:gd name="connsiteY35" fmla="*/ 484126 h 1104086"/>
              <a:gd name="connsiteX36" fmla="*/ 1224248 w 1342667"/>
              <a:gd name="connsiteY36" fmla="*/ 486739 h 1104086"/>
              <a:gd name="connsiteX37" fmla="*/ 1211187 w 1342667"/>
              <a:gd name="connsiteY37" fmla="*/ 491092 h 1104086"/>
              <a:gd name="connsiteX38" fmla="*/ 1192902 w 1342667"/>
              <a:gd name="connsiteY38" fmla="*/ 494575 h 1104086"/>
              <a:gd name="connsiteX39" fmla="*/ 1157201 w 1342667"/>
              <a:gd name="connsiteY39" fmla="*/ 492834 h 1104086"/>
              <a:gd name="connsiteX40" fmla="*/ 1138046 w 1342667"/>
              <a:gd name="connsiteY40" fmla="*/ 511990 h 1104086"/>
              <a:gd name="connsiteX41" fmla="*/ 1130209 w 1342667"/>
              <a:gd name="connsiteY41" fmla="*/ 523309 h 1104086"/>
              <a:gd name="connsiteX42" fmla="*/ 1125855 w 1342667"/>
              <a:gd name="connsiteY42" fmla="*/ 530275 h 1104086"/>
              <a:gd name="connsiteX43" fmla="*/ 1119760 w 1342667"/>
              <a:gd name="connsiteY43" fmla="*/ 547690 h 1104086"/>
              <a:gd name="connsiteX44" fmla="*/ 1116277 w 1342667"/>
              <a:gd name="connsiteY44" fmla="*/ 560751 h 1104086"/>
              <a:gd name="connsiteX45" fmla="*/ 1115406 w 1342667"/>
              <a:gd name="connsiteY45" fmla="*/ 571200 h 1104086"/>
              <a:gd name="connsiteX46" fmla="*/ 1116277 w 1342667"/>
              <a:gd name="connsiteY46" fmla="*/ 579036 h 1104086"/>
              <a:gd name="connsiteX47" fmla="*/ 1121502 w 1342667"/>
              <a:gd name="connsiteY47" fmla="*/ 595580 h 1104086"/>
              <a:gd name="connsiteX48" fmla="*/ 1124114 w 1342667"/>
              <a:gd name="connsiteY48" fmla="*/ 612124 h 1104086"/>
              <a:gd name="connsiteX49" fmla="*/ 1132821 w 1342667"/>
              <a:gd name="connsiteY49" fmla="*/ 625185 h 1104086"/>
              <a:gd name="connsiteX50" fmla="*/ 1138046 w 1342667"/>
              <a:gd name="connsiteY50" fmla="*/ 629538 h 1104086"/>
              <a:gd name="connsiteX51" fmla="*/ 1144140 w 1342667"/>
              <a:gd name="connsiteY51" fmla="*/ 632151 h 1104086"/>
              <a:gd name="connsiteX52" fmla="*/ 1178099 w 1342667"/>
              <a:gd name="connsiteY52" fmla="*/ 638246 h 1104086"/>
              <a:gd name="connsiteX53" fmla="*/ 1174616 w 1342667"/>
              <a:gd name="connsiteY53" fmla="*/ 645212 h 1104086"/>
              <a:gd name="connsiteX54" fmla="*/ 1171133 w 1342667"/>
              <a:gd name="connsiteY54" fmla="*/ 650436 h 1104086"/>
              <a:gd name="connsiteX55" fmla="*/ 1169392 w 1342667"/>
              <a:gd name="connsiteY55" fmla="*/ 657402 h 1104086"/>
              <a:gd name="connsiteX56" fmla="*/ 1170262 w 1342667"/>
              <a:gd name="connsiteY56" fmla="*/ 661756 h 1104086"/>
              <a:gd name="connsiteX57" fmla="*/ 1178970 w 1342667"/>
              <a:gd name="connsiteY57" fmla="*/ 667851 h 1104086"/>
              <a:gd name="connsiteX58" fmla="*/ 1180711 w 1342667"/>
              <a:gd name="connsiteY58" fmla="*/ 671334 h 1104086"/>
              <a:gd name="connsiteX59" fmla="*/ 1185936 w 1342667"/>
              <a:gd name="connsiteY59" fmla="*/ 688748 h 1104086"/>
              <a:gd name="connsiteX60" fmla="*/ 1189419 w 1342667"/>
              <a:gd name="connsiteY60" fmla="*/ 697456 h 1104086"/>
              <a:gd name="connsiteX61" fmla="*/ 1191160 w 1342667"/>
              <a:gd name="connsiteY61" fmla="*/ 700068 h 1104086"/>
              <a:gd name="connsiteX62" fmla="*/ 1208575 w 1342667"/>
              <a:gd name="connsiteY62" fmla="*/ 717482 h 1104086"/>
              <a:gd name="connsiteX63" fmla="*/ 1216412 w 1342667"/>
              <a:gd name="connsiteY63" fmla="*/ 747087 h 1104086"/>
              <a:gd name="connsiteX64" fmla="*/ 1219024 w 1342667"/>
              <a:gd name="connsiteY64" fmla="*/ 752312 h 1104086"/>
              <a:gd name="connsiteX65" fmla="*/ 1227731 w 1342667"/>
              <a:gd name="connsiteY65" fmla="*/ 761019 h 1104086"/>
              <a:gd name="connsiteX66" fmla="*/ 1230343 w 1342667"/>
              <a:gd name="connsiteY66" fmla="*/ 767114 h 1104086"/>
              <a:gd name="connsiteX67" fmla="*/ 1241662 w 1342667"/>
              <a:gd name="connsiteY67" fmla="*/ 798460 h 1104086"/>
              <a:gd name="connsiteX68" fmla="*/ 1246016 w 1342667"/>
              <a:gd name="connsiteY68" fmla="*/ 814134 h 1104086"/>
              <a:gd name="connsiteX69" fmla="*/ 1249499 w 1342667"/>
              <a:gd name="connsiteY69" fmla="*/ 821099 h 1104086"/>
              <a:gd name="connsiteX70" fmla="*/ 1258207 w 1342667"/>
              <a:gd name="connsiteY70" fmla="*/ 832419 h 1104086"/>
              <a:gd name="connsiteX71" fmla="*/ 1267784 w 1342667"/>
              <a:gd name="connsiteY71" fmla="*/ 841997 h 1104086"/>
              <a:gd name="connsiteX72" fmla="*/ 1286070 w 1342667"/>
              <a:gd name="connsiteY72" fmla="*/ 855929 h 1104086"/>
              <a:gd name="connsiteX73" fmla="*/ 1266914 w 1342667"/>
              <a:gd name="connsiteY73" fmla="*/ 902077 h 1104086"/>
              <a:gd name="connsiteX74" fmla="*/ 1263431 w 1342667"/>
              <a:gd name="connsiteY74" fmla="*/ 906431 h 1104086"/>
              <a:gd name="connsiteX75" fmla="*/ 1253853 w 1342667"/>
              <a:gd name="connsiteY75" fmla="*/ 915138 h 1104086"/>
              <a:gd name="connsiteX76" fmla="*/ 1234697 w 1342667"/>
              <a:gd name="connsiteY76" fmla="*/ 926458 h 1104086"/>
              <a:gd name="connsiteX77" fmla="*/ 1192031 w 1342667"/>
              <a:gd name="connsiteY77" fmla="*/ 947355 h 1104086"/>
              <a:gd name="connsiteX78" fmla="*/ 1158943 w 1342667"/>
              <a:gd name="connsiteY78" fmla="*/ 943002 h 1104086"/>
              <a:gd name="connsiteX79" fmla="*/ 1117148 w 1342667"/>
              <a:gd name="connsiteY79" fmla="*/ 935165 h 1104086"/>
              <a:gd name="connsiteX80" fmla="*/ 1093638 w 1342667"/>
              <a:gd name="connsiteY80" fmla="*/ 935165 h 1104086"/>
              <a:gd name="connsiteX81" fmla="*/ 1075353 w 1342667"/>
              <a:gd name="connsiteY81" fmla="*/ 938648 h 1104086"/>
              <a:gd name="connsiteX82" fmla="*/ 1063163 w 1342667"/>
              <a:gd name="connsiteY82" fmla="*/ 942131 h 1104086"/>
              <a:gd name="connsiteX83" fmla="*/ 1050102 w 1342667"/>
              <a:gd name="connsiteY83" fmla="*/ 949097 h 1104086"/>
              <a:gd name="connsiteX84" fmla="*/ 1023109 w 1342667"/>
              <a:gd name="connsiteY84" fmla="*/ 954321 h 1104086"/>
              <a:gd name="connsiteX85" fmla="*/ 1022238 w 1342667"/>
              <a:gd name="connsiteY85" fmla="*/ 969994 h 1104086"/>
              <a:gd name="connsiteX86" fmla="*/ 1019626 w 1342667"/>
              <a:gd name="connsiteY86" fmla="*/ 984797 h 1104086"/>
              <a:gd name="connsiteX87" fmla="*/ 1017884 w 1342667"/>
              <a:gd name="connsiteY87" fmla="*/ 1009177 h 1104086"/>
              <a:gd name="connsiteX88" fmla="*/ 1017014 w 1342667"/>
              <a:gd name="connsiteY88" fmla="*/ 1016143 h 1104086"/>
              <a:gd name="connsiteX89" fmla="*/ 1012660 w 1342667"/>
              <a:gd name="connsiteY89" fmla="*/ 1024850 h 1104086"/>
              <a:gd name="connsiteX90" fmla="*/ 1007436 w 1342667"/>
              <a:gd name="connsiteY90" fmla="*/ 1029204 h 1104086"/>
              <a:gd name="connsiteX91" fmla="*/ 997858 w 1342667"/>
              <a:gd name="connsiteY91" fmla="*/ 1033558 h 1104086"/>
              <a:gd name="connsiteX92" fmla="*/ 975219 w 1342667"/>
              <a:gd name="connsiteY92" fmla="*/ 1036170 h 1104086"/>
              <a:gd name="connsiteX93" fmla="*/ 962158 w 1342667"/>
              <a:gd name="connsiteY93" fmla="*/ 1041394 h 1104086"/>
              <a:gd name="connsiteX94" fmla="*/ 954321 w 1342667"/>
              <a:gd name="connsiteY94" fmla="*/ 1047489 h 1104086"/>
              <a:gd name="connsiteX95" fmla="*/ 940390 w 1342667"/>
              <a:gd name="connsiteY95" fmla="*/ 1067516 h 1104086"/>
              <a:gd name="connsiteX96" fmla="*/ 936906 w 1342667"/>
              <a:gd name="connsiteY96" fmla="*/ 1071870 h 1104086"/>
              <a:gd name="connsiteX97" fmla="*/ 931682 w 1342667"/>
              <a:gd name="connsiteY97" fmla="*/ 1075353 h 1104086"/>
              <a:gd name="connsiteX98" fmla="*/ 904689 w 1342667"/>
              <a:gd name="connsiteY98" fmla="*/ 1086672 h 1104086"/>
              <a:gd name="connsiteX99" fmla="*/ 890758 w 1342667"/>
              <a:gd name="connsiteY99" fmla="*/ 1090155 h 1104086"/>
              <a:gd name="connsiteX100" fmla="*/ 883792 w 1342667"/>
              <a:gd name="connsiteY100" fmla="*/ 1091026 h 1104086"/>
              <a:gd name="connsiteX101" fmla="*/ 841126 w 1342667"/>
              <a:gd name="connsiteY101" fmla="*/ 1092768 h 1104086"/>
              <a:gd name="connsiteX102" fmla="*/ 819358 w 1342667"/>
              <a:gd name="connsiteY102" fmla="*/ 1095380 h 1104086"/>
              <a:gd name="connsiteX103" fmla="*/ 802814 w 1342667"/>
              <a:gd name="connsiteY103" fmla="*/ 1084060 h 1104086"/>
              <a:gd name="connsiteX104" fmla="*/ 790624 w 1342667"/>
              <a:gd name="connsiteY104" fmla="*/ 1073611 h 1104086"/>
              <a:gd name="connsiteX105" fmla="*/ 775821 w 1342667"/>
              <a:gd name="connsiteY105" fmla="*/ 1057068 h 1104086"/>
              <a:gd name="connsiteX106" fmla="*/ 764502 w 1342667"/>
              <a:gd name="connsiteY106" fmla="*/ 1046619 h 1104086"/>
              <a:gd name="connsiteX107" fmla="*/ 747087 w 1342667"/>
              <a:gd name="connsiteY107" fmla="*/ 1037041 h 1104086"/>
              <a:gd name="connsiteX108" fmla="*/ 738380 w 1342667"/>
              <a:gd name="connsiteY108" fmla="*/ 1034428 h 1104086"/>
              <a:gd name="connsiteX109" fmla="*/ 710516 w 1342667"/>
              <a:gd name="connsiteY109" fmla="*/ 1029204 h 1104086"/>
              <a:gd name="connsiteX110" fmla="*/ 693102 w 1342667"/>
              <a:gd name="connsiteY110" fmla="*/ 1028333 h 1104086"/>
              <a:gd name="connsiteX111" fmla="*/ 669592 w 1342667"/>
              <a:gd name="connsiteY111" fmla="*/ 1029204 h 1104086"/>
              <a:gd name="connsiteX112" fmla="*/ 617348 w 1342667"/>
              <a:gd name="connsiteY112" fmla="*/ 1028333 h 1104086"/>
              <a:gd name="connsiteX113" fmla="*/ 565975 w 1342667"/>
              <a:gd name="connsiteY113" fmla="*/ 1028333 h 1104086"/>
              <a:gd name="connsiteX114" fmla="*/ 562492 w 1342667"/>
              <a:gd name="connsiteY114" fmla="*/ 1019626 h 1104086"/>
              <a:gd name="connsiteX115" fmla="*/ 556397 w 1342667"/>
              <a:gd name="connsiteY115" fmla="*/ 1012660 h 1104086"/>
              <a:gd name="connsiteX116" fmla="*/ 550302 w 1342667"/>
              <a:gd name="connsiteY116" fmla="*/ 1009177 h 1104086"/>
              <a:gd name="connsiteX117" fmla="*/ 521568 w 1342667"/>
              <a:gd name="connsiteY117" fmla="*/ 1000470 h 1104086"/>
              <a:gd name="connsiteX118" fmla="*/ 511990 w 1342667"/>
              <a:gd name="connsiteY118" fmla="*/ 996116 h 1104086"/>
              <a:gd name="connsiteX119" fmla="*/ 498929 w 1342667"/>
              <a:gd name="connsiteY119" fmla="*/ 988280 h 1104086"/>
              <a:gd name="connsiteX120" fmla="*/ 482385 w 1342667"/>
              <a:gd name="connsiteY120" fmla="*/ 971736 h 1104086"/>
              <a:gd name="connsiteX121" fmla="*/ 478031 w 1342667"/>
              <a:gd name="connsiteY121" fmla="*/ 968253 h 1104086"/>
              <a:gd name="connsiteX122" fmla="*/ 468453 w 1342667"/>
              <a:gd name="connsiteY122" fmla="*/ 965641 h 1104086"/>
              <a:gd name="connsiteX123" fmla="*/ 458875 w 1342667"/>
              <a:gd name="connsiteY123" fmla="*/ 965641 h 1104086"/>
              <a:gd name="connsiteX124" fmla="*/ 440590 w 1342667"/>
              <a:gd name="connsiteY124" fmla="*/ 970865 h 1104086"/>
              <a:gd name="connsiteX125" fmla="*/ 430141 w 1342667"/>
              <a:gd name="connsiteY125" fmla="*/ 975219 h 1104086"/>
              <a:gd name="connsiteX126" fmla="*/ 405760 w 1342667"/>
              <a:gd name="connsiteY126" fmla="*/ 1009177 h 1104086"/>
              <a:gd name="connsiteX127" fmla="*/ 400536 w 1342667"/>
              <a:gd name="connsiteY127" fmla="*/ 1015272 h 1104086"/>
              <a:gd name="connsiteX128" fmla="*/ 380510 w 1342667"/>
              <a:gd name="connsiteY128" fmla="*/ 1041394 h 1104086"/>
              <a:gd name="connsiteX129" fmla="*/ 358741 w 1342667"/>
              <a:gd name="connsiteY129" fmla="*/ 1081448 h 1104086"/>
              <a:gd name="connsiteX130" fmla="*/ 345680 w 1342667"/>
              <a:gd name="connsiteY130" fmla="*/ 1069258 h 1104086"/>
              <a:gd name="connsiteX131" fmla="*/ 335231 w 1342667"/>
              <a:gd name="connsiteY131" fmla="*/ 1062292 h 1104086"/>
              <a:gd name="connsiteX132" fmla="*/ 329136 w 1342667"/>
              <a:gd name="connsiteY132" fmla="*/ 1057068 h 1104086"/>
              <a:gd name="connsiteX133" fmla="*/ 312592 w 1342667"/>
              <a:gd name="connsiteY133" fmla="*/ 1047489 h 1104086"/>
              <a:gd name="connsiteX134" fmla="*/ 293437 w 1342667"/>
              <a:gd name="connsiteY134" fmla="*/ 1039653 h 1104086"/>
              <a:gd name="connsiteX135" fmla="*/ 268185 w 1342667"/>
              <a:gd name="connsiteY135" fmla="*/ 1030946 h 1104086"/>
              <a:gd name="connsiteX136" fmla="*/ 242934 w 1342667"/>
              <a:gd name="connsiteY136" fmla="*/ 1022238 h 1104086"/>
              <a:gd name="connsiteX137" fmla="*/ 218553 w 1342667"/>
              <a:gd name="connsiteY137" fmla="*/ 1052714 h 1104086"/>
              <a:gd name="connsiteX138" fmla="*/ 208975 w 1342667"/>
              <a:gd name="connsiteY138" fmla="*/ 1062292 h 1104086"/>
              <a:gd name="connsiteX139" fmla="*/ 194173 w 1342667"/>
              <a:gd name="connsiteY139" fmla="*/ 1072741 h 1104086"/>
              <a:gd name="connsiteX140" fmla="*/ 158473 w 1342667"/>
              <a:gd name="connsiteY140" fmla="*/ 1104087 h 1104086"/>
              <a:gd name="connsiteX141" fmla="*/ 152378 w 1342667"/>
              <a:gd name="connsiteY141" fmla="*/ 1097992 h 1104086"/>
              <a:gd name="connsiteX142" fmla="*/ 144541 w 1342667"/>
              <a:gd name="connsiteY142" fmla="*/ 1088414 h 1104086"/>
              <a:gd name="connsiteX143" fmla="*/ 133222 w 1342667"/>
              <a:gd name="connsiteY143" fmla="*/ 1077965 h 1104086"/>
              <a:gd name="connsiteX144" fmla="*/ 98393 w 1342667"/>
              <a:gd name="connsiteY144" fmla="*/ 1053585 h 1104086"/>
              <a:gd name="connsiteX145" fmla="*/ 91427 w 1342667"/>
              <a:gd name="connsiteY145" fmla="*/ 1046619 h 1104086"/>
              <a:gd name="connsiteX146" fmla="*/ 88815 w 1342667"/>
              <a:gd name="connsiteY146" fmla="*/ 1040524 h 1104086"/>
              <a:gd name="connsiteX147" fmla="*/ 87944 w 1342667"/>
              <a:gd name="connsiteY147" fmla="*/ 1033558 h 1104086"/>
              <a:gd name="connsiteX148" fmla="*/ 87944 w 1342667"/>
              <a:gd name="connsiteY148" fmla="*/ 996116 h 1104086"/>
              <a:gd name="connsiteX149" fmla="*/ 87073 w 1342667"/>
              <a:gd name="connsiteY149" fmla="*/ 989151 h 1104086"/>
              <a:gd name="connsiteX150" fmla="*/ 84461 w 1342667"/>
              <a:gd name="connsiteY150" fmla="*/ 981314 h 1104086"/>
              <a:gd name="connsiteX151" fmla="*/ 81848 w 1342667"/>
              <a:gd name="connsiteY151" fmla="*/ 974348 h 1104086"/>
              <a:gd name="connsiteX152" fmla="*/ 74883 w 1342667"/>
              <a:gd name="connsiteY152" fmla="*/ 963899 h 1104086"/>
              <a:gd name="connsiteX153" fmla="*/ 68787 w 1342667"/>
              <a:gd name="connsiteY153" fmla="*/ 950838 h 1104086"/>
              <a:gd name="connsiteX154" fmla="*/ 64434 w 1342667"/>
              <a:gd name="connsiteY154" fmla="*/ 944743 h 1104086"/>
              <a:gd name="connsiteX155" fmla="*/ 55726 w 1342667"/>
              <a:gd name="connsiteY155" fmla="*/ 931682 h 1104086"/>
              <a:gd name="connsiteX156" fmla="*/ 45278 w 1342667"/>
              <a:gd name="connsiteY156" fmla="*/ 918621 h 1104086"/>
              <a:gd name="connsiteX157" fmla="*/ 56598 w 1342667"/>
              <a:gd name="connsiteY157" fmla="*/ 906431 h 1104086"/>
              <a:gd name="connsiteX158" fmla="*/ 62693 w 1342667"/>
              <a:gd name="connsiteY158" fmla="*/ 901207 h 1104086"/>
              <a:gd name="connsiteX159" fmla="*/ 67917 w 1342667"/>
              <a:gd name="connsiteY159" fmla="*/ 898594 h 1104086"/>
              <a:gd name="connsiteX160" fmla="*/ 74883 w 1342667"/>
              <a:gd name="connsiteY160" fmla="*/ 897724 h 1104086"/>
              <a:gd name="connsiteX161" fmla="*/ 77495 w 1342667"/>
              <a:gd name="connsiteY161" fmla="*/ 880309 h 1104086"/>
              <a:gd name="connsiteX162" fmla="*/ 78366 w 1342667"/>
              <a:gd name="connsiteY162" fmla="*/ 869860 h 1104086"/>
              <a:gd name="connsiteX163" fmla="*/ 77495 w 1342667"/>
              <a:gd name="connsiteY163" fmla="*/ 861153 h 1104086"/>
              <a:gd name="connsiteX164" fmla="*/ 73141 w 1342667"/>
              <a:gd name="connsiteY164" fmla="*/ 848963 h 1104086"/>
              <a:gd name="connsiteX165" fmla="*/ 70529 w 1342667"/>
              <a:gd name="connsiteY165" fmla="*/ 843738 h 1104086"/>
              <a:gd name="connsiteX166" fmla="*/ 60080 w 1342667"/>
              <a:gd name="connsiteY166" fmla="*/ 832419 h 1104086"/>
              <a:gd name="connsiteX167" fmla="*/ 43537 w 1342667"/>
              <a:gd name="connsiteY167" fmla="*/ 817616 h 1104086"/>
              <a:gd name="connsiteX168" fmla="*/ 33088 w 1342667"/>
              <a:gd name="connsiteY168" fmla="*/ 806297 h 1104086"/>
              <a:gd name="connsiteX169" fmla="*/ 29605 w 1342667"/>
              <a:gd name="connsiteY169" fmla="*/ 801073 h 1104086"/>
              <a:gd name="connsiteX170" fmla="*/ 25251 w 1342667"/>
              <a:gd name="connsiteY170" fmla="*/ 788882 h 1104086"/>
              <a:gd name="connsiteX171" fmla="*/ 21768 w 1342667"/>
              <a:gd name="connsiteY171" fmla="*/ 765373 h 1104086"/>
              <a:gd name="connsiteX172" fmla="*/ 20897 w 1342667"/>
              <a:gd name="connsiteY172" fmla="*/ 754924 h 1104086"/>
              <a:gd name="connsiteX173" fmla="*/ 21768 w 1342667"/>
              <a:gd name="connsiteY173" fmla="*/ 741863 h 1104086"/>
              <a:gd name="connsiteX174" fmla="*/ 27863 w 1342667"/>
              <a:gd name="connsiteY174" fmla="*/ 728802 h 1104086"/>
              <a:gd name="connsiteX175" fmla="*/ 28734 w 1342667"/>
              <a:gd name="connsiteY175" fmla="*/ 723577 h 1104086"/>
              <a:gd name="connsiteX176" fmla="*/ 27863 w 1342667"/>
              <a:gd name="connsiteY176" fmla="*/ 718353 h 1104086"/>
              <a:gd name="connsiteX177" fmla="*/ 25251 w 1342667"/>
              <a:gd name="connsiteY177" fmla="*/ 713999 h 1104086"/>
              <a:gd name="connsiteX178" fmla="*/ 17415 w 1342667"/>
              <a:gd name="connsiteY178" fmla="*/ 704421 h 1104086"/>
              <a:gd name="connsiteX179" fmla="*/ 11319 w 1342667"/>
              <a:gd name="connsiteY179" fmla="*/ 699197 h 1104086"/>
              <a:gd name="connsiteX180" fmla="*/ 7837 w 1342667"/>
              <a:gd name="connsiteY180" fmla="*/ 693973 h 1104086"/>
              <a:gd name="connsiteX181" fmla="*/ 5224 w 1342667"/>
              <a:gd name="connsiteY181" fmla="*/ 688748 h 1104086"/>
              <a:gd name="connsiteX182" fmla="*/ 0 w 1342667"/>
              <a:gd name="connsiteY182" fmla="*/ 673946 h 1104086"/>
              <a:gd name="connsiteX183" fmla="*/ 13061 w 1342667"/>
              <a:gd name="connsiteY183" fmla="*/ 662626 h 1104086"/>
              <a:gd name="connsiteX184" fmla="*/ 23510 w 1342667"/>
              <a:gd name="connsiteY184" fmla="*/ 651307 h 1104086"/>
              <a:gd name="connsiteX185" fmla="*/ 58339 w 1342667"/>
              <a:gd name="connsiteY185" fmla="*/ 627797 h 1104086"/>
              <a:gd name="connsiteX186" fmla="*/ 70529 w 1342667"/>
              <a:gd name="connsiteY186" fmla="*/ 623443 h 1104086"/>
              <a:gd name="connsiteX187" fmla="*/ 77495 w 1342667"/>
              <a:gd name="connsiteY187" fmla="*/ 621702 h 1104086"/>
              <a:gd name="connsiteX188" fmla="*/ 91427 w 1342667"/>
              <a:gd name="connsiteY188" fmla="*/ 620831 h 1104086"/>
              <a:gd name="connsiteX189" fmla="*/ 113195 w 1342667"/>
              <a:gd name="connsiteY189" fmla="*/ 620831 h 1104086"/>
              <a:gd name="connsiteX190" fmla="*/ 120161 w 1342667"/>
              <a:gd name="connsiteY190" fmla="*/ 608641 h 1104086"/>
              <a:gd name="connsiteX191" fmla="*/ 124514 w 1342667"/>
              <a:gd name="connsiteY191" fmla="*/ 599934 h 1104086"/>
              <a:gd name="connsiteX192" fmla="*/ 159344 w 1342667"/>
              <a:gd name="connsiteY192" fmla="*/ 599063 h 1104086"/>
              <a:gd name="connsiteX193" fmla="*/ 187207 w 1342667"/>
              <a:gd name="connsiteY193" fmla="*/ 596451 h 1104086"/>
              <a:gd name="connsiteX194" fmla="*/ 181112 w 1342667"/>
              <a:gd name="connsiteY194" fmla="*/ 578165 h 1104086"/>
              <a:gd name="connsiteX195" fmla="*/ 170663 w 1342667"/>
              <a:gd name="connsiteY195" fmla="*/ 533758 h 1104086"/>
              <a:gd name="connsiteX196" fmla="*/ 168922 w 1342667"/>
              <a:gd name="connsiteY196" fmla="*/ 522439 h 1104086"/>
              <a:gd name="connsiteX197" fmla="*/ 168051 w 1342667"/>
              <a:gd name="connsiteY197" fmla="*/ 502412 h 1104086"/>
              <a:gd name="connsiteX198" fmla="*/ 174146 w 1342667"/>
              <a:gd name="connsiteY198" fmla="*/ 496317 h 1104086"/>
              <a:gd name="connsiteX199" fmla="*/ 173275 w 1342667"/>
              <a:gd name="connsiteY199" fmla="*/ 486739 h 1104086"/>
              <a:gd name="connsiteX200" fmla="*/ 171534 w 1342667"/>
              <a:gd name="connsiteY200" fmla="*/ 482385 h 1104086"/>
              <a:gd name="connsiteX201" fmla="*/ 168051 w 1342667"/>
              <a:gd name="connsiteY201" fmla="*/ 479773 h 1104086"/>
              <a:gd name="connsiteX202" fmla="*/ 164568 w 1342667"/>
              <a:gd name="connsiteY202" fmla="*/ 478902 h 1104086"/>
              <a:gd name="connsiteX203" fmla="*/ 159344 w 1342667"/>
              <a:gd name="connsiteY203" fmla="*/ 481514 h 1104086"/>
              <a:gd name="connsiteX204" fmla="*/ 130610 w 1342667"/>
              <a:gd name="connsiteY204" fmla="*/ 480644 h 1104086"/>
              <a:gd name="connsiteX205" fmla="*/ 114937 w 1342667"/>
              <a:gd name="connsiteY205" fmla="*/ 478031 h 1104086"/>
              <a:gd name="connsiteX206" fmla="*/ 99263 w 1342667"/>
              <a:gd name="connsiteY206" fmla="*/ 471936 h 1104086"/>
              <a:gd name="connsiteX207" fmla="*/ 87944 w 1342667"/>
              <a:gd name="connsiteY207" fmla="*/ 464970 h 1104086"/>
              <a:gd name="connsiteX208" fmla="*/ 86202 w 1342667"/>
              <a:gd name="connsiteY208" fmla="*/ 443202 h 1104086"/>
              <a:gd name="connsiteX209" fmla="*/ 83590 w 1342667"/>
              <a:gd name="connsiteY209" fmla="*/ 434495 h 1104086"/>
              <a:gd name="connsiteX210" fmla="*/ 71400 w 1342667"/>
              <a:gd name="connsiteY210" fmla="*/ 414468 h 1104086"/>
              <a:gd name="connsiteX211" fmla="*/ 59210 w 1342667"/>
              <a:gd name="connsiteY211" fmla="*/ 401407 h 1104086"/>
              <a:gd name="connsiteX212" fmla="*/ 70529 w 1342667"/>
              <a:gd name="connsiteY212" fmla="*/ 383122 h 1104086"/>
              <a:gd name="connsiteX213" fmla="*/ 74012 w 1342667"/>
              <a:gd name="connsiteY213" fmla="*/ 375285 h 1104086"/>
              <a:gd name="connsiteX214" fmla="*/ 80107 w 1342667"/>
              <a:gd name="connsiteY214" fmla="*/ 356129 h 1104086"/>
              <a:gd name="connsiteX215" fmla="*/ 89685 w 1342667"/>
              <a:gd name="connsiteY215" fmla="*/ 338714 h 1104086"/>
              <a:gd name="connsiteX216" fmla="*/ 101005 w 1342667"/>
              <a:gd name="connsiteY216" fmla="*/ 327395 h 1104086"/>
              <a:gd name="connsiteX217" fmla="*/ 115807 w 1342667"/>
              <a:gd name="connsiteY217" fmla="*/ 316946 h 1104086"/>
              <a:gd name="connsiteX218" fmla="*/ 121031 w 1342667"/>
              <a:gd name="connsiteY218" fmla="*/ 308239 h 1104086"/>
              <a:gd name="connsiteX219" fmla="*/ 126256 w 1342667"/>
              <a:gd name="connsiteY219" fmla="*/ 289953 h 1104086"/>
              <a:gd name="connsiteX220" fmla="*/ 127127 w 1342667"/>
              <a:gd name="connsiteY220" fmla="*/ 272539 h 1104086"/>
              <a:gd name="connsiteX221" fmla="*/ 127127 w 1342667"/>
              <a:gd name="connsiteY221" fmla="*/ 241192 h 1104086"/>
              <a:gd name="connsiteX222" fmla="*/ 124514 w 1342667"/>
              <a:gd name="connsiteY222" fmla="*/ 205492 h 1104086"/>
              <a:gd name="connsiteX223" fmla="*/ 172405 w 1342667"/>
              <a:gd name="connsiteY223" fmla="*/ 224649 h 1104086"/>
              <a:gd name="connsiteX224" fmla="*/ 190690 w 1342667"/>
              <a:gd name="connsiteY224" fmla="*/ 233356 h 1104086"/>
              <a:gd name="connsiteX225" fmla="*/ 203751 w 1342667"/>
              <a:gd name="connsiteY225" fmla="*/ 237709 h 1104086"/>
              <a:gd name="connsiteX226" fmla="*/ 223778 w 1342667"/>
              <a:gd name="connsiteY226" fmla="*/ 242934 h 1104086"/>
              <a:gd name="connsiteX227" fmla="*/ 241193 w 1342667"/>
              <a:gd name="connsiteY227" fmla="*/ 250770 h 1104086"/>
              <a:gd name="connsiteX228" fmla="*/ 255124 w 1342667"/>
              <a:gd name="connsiteY228" fmla="*/ 255124 h 1104086"/>
              <a:gd name="connsiteX229" fmla="*/ 262090 w 1342667"/>
              <a:gd name="connsiteY229" fmla="*/ 255124 h 1104086"/>
              <a:gd name="connsiteX230" fmla="*/ 268185 w 1342667"/>
              <a:gd name="connsiteY230" fmla="*/ 254253 h 1104086"/>
              <a:gd name="connsiteX231" fmla="*/ 272539 w 1342667"/>
              <a:gd name="connsiteY231" fmla="*/ 251641 h 1104086"/>
              <a:gd name="connsiteX232" fmla="*/ 279504 w 1342667"/>
              <a:gd name="connsiteY232" fmla="*/ 247288 h 1104086"/>
              <a:gd name="connsiteX233" fmla="*/ 296919 w 1342667"/>
              <a:gd name="connsiteY233" fmla="*/ 237709 h 1104086"/>
              <a:gd name="connsiteX234" fmla="*/ 303014 w 1342667"/>
              <a:gd name="connsiteY234" fmla="*/ 235968 h 1104086"/>
              <a:gd name="connsiteX235" fmla="*/ 319558 w 1342667"/>
              <a:gd name="connsiteY235" fmla="*/ 233356 h 1104086"/>
              <a:gd name="connsiteX236" fmla="*/ 324783 w 1342667"/>
              <a:gd name="connsiteY236" fmla="*/ 230744 h 1104086"/>
              <a:gd name="connsiteX237" fmla="*/ 333490 w 1342667"/>
              <a:gd name="connsiteY237" fmla="*/ 224649 h 1104086"/>
              <a:gd name="connsiteX238" fmla="*/ 348292 w 1342667"/>
              <a:gd name="connsiteY238" fmla="*/ 216812 h 1104086"/>
              <a:gd name="connsiteX239" fmla="*/ 367449 w 1342667"/>
              <a:gd name="connsiteY239" fmla="*/ 208105 h 1104086"/>
              <a:gd name="connsiteX240" fmla="*/ 385734 w 1342667"/>
              <a:gd name="connsiteY240" fmla="*/ 197656 h 1104086"/>
              <a:gd name="connsiteX241" fmla="*/ 380510 w 1342667"/>
              <a:gd name="connsiteY241" fmla="*/ 184595 h 1104086"/>
              <a:gd name="connsiteX242" fmla="*/ 375285 w 1342667"/>
              <a:gd name="connsiteY242" fmla="*/ 163697 h 1104086"/>
              <a:gd name="connsiteX243" fmla="*/ 371802 w 1342667"/>
              <a:gd name="connsiteY243" fmla="*/ 152378 h 1104086"/>
              <a:gd name="connsiteX244" fmla="*/ 390087 w 1342667"/>
              <a:gd name="connsiteY244" fmla="*/ 137575 h 1104086"/>
              <a:gd name="connsiteX245" fmla="*/ 403148 w 1342667"/>
              <a:gd name="connsiteY245" fmla="*/ 128868 h 1104086"/>
              <a:gd name="connsiteX246" fmla="*/ 409244 w 1342667"/>
              <a:gd name="connsiteY246" fmla="*/ 126256 h 1104086"/>
              <a:gd name="connsiteX247" fmla="*/ 427529 w 1342667"/>
              <a:gd name="connsiteY247" fmla="*/ 120161 h 1104086"/>
              <a:gd name="connsiteX248" fmla="*/ 477161 w 1342667"/>
              <a:gd name="connsiteY248" fmla="*/ 107100 h 1104086"/>
              <a:gd name="connsiteX249" fmla="*/ 503282 w 1342667"/>
              <a:gd name="connsiteY249" fmla="*/ 113195 h 1104086"/>
              <a:gd name="connsiteX250" fmla="*/ 512860 w 1342667"/>
              <a:gd name="connsiteY250" fmla="*/ 115807 h 1104086"/>
              <a:gd name="connsiteX251" fmla="*/ 521568 w 1342667"/>
              <a:gd name="connsiteY251" fmla="*/ 122773 h 1104086"/>
              <a:gd name="connsiteX252" fmla="*/ 527663 w 1342667"/>
              <a:gd name="connsiteY252" fmla="*/ 131480 h 1104086"/>
              <a:gd name="connsiteX253" fmla="*/ 529404 w 1342667"/>
              <a:gd name="connsiteY253" fmla="*/ 138446 h 1104086"/>
              <a:gd name="connsiteX254" fmla="*/ 529404 w 1342667"/>
              <a:gd name="connsiteY254" fmla="*/ 148895 h 1104086"/>
              <a:gd name="connsiteX255" fmla="*/ 524180 w 1342667"/>
              <a:gd name="connsiteY255" fmla="*/ 165439 h 1104086"/>
              <a:gd name="connsiteX256" fmla="*/ 518956 w 1342667"/>
              <a:gd name="connsiteY256" fmla="*/ 180241 h 1104086"/>
              <a:gd name="connsiteX257" fmla="*/ 526792 w 1342667"/>
              <a:gd name="connsiteY257" fmla="*/ 188078 h 1104086"/>
              <a:gd name="connsiteX258" fmla="*/ 540724 w 1342667"/>
              <a:gd name="connsiteY258" fmla="*/ 196785 h 1104086"/>
              <a:gd name="connsiteX259" fmla="*/ 552914 w 1342667"/>
              <a:gd name="connsiteY259" fmla="*/ 191561 h 1104086"/>
              <a:gd name="connsiteX260" fmla="*/ 559880 w 1342667"/>
              <a:gd name="connsiteY260" fmla="*/ 187207 h 1104086"/>
              <a:gd name="connsiteX261" fmla="*/ 568587 w 1342667"/>
              <a:gd name="connsiteY261" fmla="*/ 180241 h 1104086"/>
              <a:gd name="connsiteX262" fmla="*/ 601675 w 1342667"/>
              <a:gd name="connsiteY262" fmla="*/ 199397 h 1104086"/>
              <a:gd name="connsiteX263" fmla="*/ 643470 w 1342667"/>
              <a:gd name="connsiteY263" fmla="*/ 220295 h 1104086"/>
              <a:gd name="connsiteX264" fmla="*/ 648695 w 1342667"/>
              <a:gd name="connsiteY264" fmla="*/ 225519 h 1104086"/>
              <a:gd name="connsiteX265" fmla="*/ 651307 w 1342667"/>
              <a:gd name="connsiteY265" fmla="*/ 231614 h 1104086"/>
              <a:gd name="connsiteX266" fmla="*/ 666109 w 1342667"/>
              <a:gd name="connsiteY266" fmla="*/ 240322 h 1104086"/>
              <a:gd name="connsiteX267" fmla="*/ 676558 w 1342667"/>
              <a:gd name="connsiteY267" fmla="*/ 244675 h 1104086"/>
              <a:gd name="connsiteX268" fmla="*/ 700939 w 1342667"/>
              <a:gd name="connsiteY268" fmla="*/ 249900 h 1104086"/>
              <a:gd name="connsiteX269" fmla="*/ 709646 w 1342667"/>
              <a:gd name="connsiteY269" fmla="*/ 249900 h 1104086"/>
              <a:gd name="connsiteX270" fmla="*/ 719224 w 1342667"/>
              <a:gd name="connsiteY270" fmla="*/ 247288 h 1104086"/>
              <a:gd name="connsiteX271" fmla="*/ 727060 w 1342667"/>
              <a:gd name="connsiteY271" fmla="*/ 243805 h 1104086"/>
              <a:gd name="connsiteX272" fmla="*/ 738380 w 1342667"/>
              <a:gd name="connsiteY272" fmla="*/ 232485 h 1104086"/>
              <a:gd name="connsiteX273" fmla="*/ 745346 w 1342667"/>
              <a:gd name="connsiteY273" fmla="*/ 225519 h 1104086"/>
              <a:gd name="connsiteX274" fmla="*/ 753182 w 1342667"/>
              <a:gd name="connsiteY274" fmla="*/ 218553 h 1104086"/>
              <a:gd name="connsiteX275" fmla="*/ 758407 w 1342667"/>
              <a:gd name="connsiteY275" fmla="*/ 215941 h 1104086"/>
              <a:gd name="connsiteX276" fmla="*/ 767114 w 1342667"/>
              <a:gd name="connsiteY276" fmla="*/ 215071 h 1104086"/>
              <a:gd name="connsiteX277" fmla="*/ 786270 w 1342667"/>
              <a:gd name="connsiteY277" fmla="*/ 215941 h 1104086"/>
              <a:gd name="connsiteX278" fmla="*/ 791494 w 1342667"/>
              <a:gd name="connsiteY278" fmla="*/ 215071 h 1104086"/>
              <a:gd name="connsiteX279" fmla="*/ 812392 w 1342667"/>
              <a:gd name="connsiteY279" fmla="*/ 209846 h 1104086"/>
              <a:gd name="connsiteX280" fmla="*/ 822841 w 1342667"/>
              <a:gd name="connsiteY280" fmla="*/ 208975 h 1104086"/>
              <a:gd name="connsiteX281" fmla="*/ 832419 w 1342667"/>
              <a:gd name="connsiteY281" fmla="*/ 209846 h 1104086"/>
              <a:gd name="connsiteX282" fmla="*/ 844609 w 1342667"/>
              <a:gd name="connsiteY282" fmla="*/ 215071 h 1104086"/>
              <a:gd name="connsiteX283" fmla="*/ 848963 w 1342667"/>
              <a:gd name="connsiteY283" fmla="*/ 219424 h 1104086"/>
              <a:gd name="connsiteX284" fmla="*/ 860282 w 1342667"/>
              <a:gd name="connsiteY284" fmla="*/ 233356 h 1104086"/>
              <a:gd name="connsiteX285" fmla="*/ 892499 w 1342667"/>
              <a:gd name="connsiteY285" fmla="*/ 222907 h 1104086"/>
              <a:gd name="connsiteX286" fmla="*/ 909043 w 1342667"/>
              <a:gd name="connsiteY286" fmla="*/ 216812 h 1104086"/>
              <a:gd name="connsiteX287" fmla="*/ 920363 w 1342667"/>
              <a:gd name="connsiteY287" fmla="*/ 211588 h 1104086"/>
              <a:gd name="connsiteX288" fmla="*/ 928199 w 1342667"/>
              <a:gd name="connsiteY288" fmla="*/ 205492 h 1104086"/>
              <a:gd name="connsiteX289" fmla="*/ 933424 w 1342667"/>
              <a:gd name="connsiteY289" fmla="*/ 203751 h 1104086"/>
              <a:gd name="connsiteX290" fmla="*/ 938648 w 1342667"/>
              <a:gd name="connsiteY290" fmla="*/ 203751 h 1104086"/>
              <a:gd name="connsiteX291" fmla="*/ 952580 w 1342667"/>
              <a:gd name="connsiteY291" fmla="*/ 205492 h 1104086"/>
              <a:gd name="connsiteX292" fmla="*/ 958675 w 1342667"/>
              <a:gd name="connsiteY292" fmla="*/ 204622 h 1104086"/>
              <a:gd name="connsiteX293" fmla="*/ 963899 w 1342667"/>
              <a:gd name="connsiteY293" fmla="*/ 202010 h 1104086"/>
              <a:gd name="connsiteX294" fmla="*/ 969124 w 1342667"/>
              <a:gd name="connsiteY294" fmla="*/ 194173 h 1104086"/>
              <a:gd name="connsiteX295" fmla="*/ 973477 w 1342667"/>
              <a:gd name="connsiteY295" fmla="*/ 181983 h 1104086"/>
              <a:gd name="connsiteX296" fmla="*/ 978701 w 1342667"/>
              <a:gd name="connsiteY296" fmla="*/ 168922 h 1104086"/>
              <a:gd name="connsiteX297" fmla="*/ 983926 w 1342667"/>
              <a:gd name="connsiteY297" fmla="*/ 152378 h 1104086"/>
              <a:gd name="connsiteX298" fmla="*/ 990021 w 1342667"/>
              <a:gd name="connsiteY298" fmla="*/ 135834 h 1104086"/>
              <a:gd name="connsiteX299" fmla="*/ 990892 w 1342667"/>
              <a:gd name="connsiteY299" fmla="*/ 126256 h 1104086"/>
              <a:gd name="connsiteX300" fmla="*/ 990021 w 1342667"/>
              <a:gd name="connsiteY300" fmla="*/ 120161 h 1104086"/>
              <a:gd name="connsiteX301" fmla="*/ 986538 w 1342667"/>
              <a:gd name="connsiteY301" fmla="*/ 114066 h 1104086"/>
              <a:gd name="connsiteX302" fmla="*/ 978701 w 1342667"/>
              <a:gd name="connsiteY302" fmla="*/ 107971 h 1104086"/>
              <a:gd name="connsiteX303" fmla="*/ 961287 w 1342667"/>
              <a:gd name="connsiteY303" fmla="*/ 100134 h 1104086"/>
              <a:gd name="connsiteX304" fmla="*/ 953451 w 1342667"/>
              <a:gd name="connsiteY304" fmla="*/ 93168 h 1104086"/>
              <a:gd name="connsiteX305" fmla="*/ 949967 w 1342667"/>
              <a:gd name="connsiteY305" fmla="*/ 87944 h 1104086"/>
              <a:gd name="connsiteX306" fmla="*/ 936036 w 1342667"/>
              <a:gd name="connsiteY306" fmla="*/ 61822 h 1104086"/>
              <a:gd name="connsiteX307" fmla="*/ 955192 w 1342667"/>
              <a:gd name="connsiteY307" fmla="*/ 43537 h 1104086"/>
              <a:gd name="connsiteX308" fmla="*/ 974348 w 1342667"/>
              <a:gd name="connsiteY308" fmla="*/ 28734 h 1104086"/>
              <a:gd name="connsiteX309" fmla="*/ 983055 w 1342667"/>
              <a:gd name="connsiteY309" fmla="*/ 26122 h 1104086"/>
              <a:gd name="connsiteX310" fmla="*/ 998729 w 1342667"/>
              <a:gd name="connsiteY310" fmla="*/ 21768 h 1104086"/>
              <a:gd name="connsiteX311" fmla="*/ 1006565 w 1342667"/>
              <a:gd name="connsiteY311" fmla="*/ 20897 h 1104086"/>
              <a:gd name="connsiteX312" fmla="*/ 1026592 w 1342667"/>
              <a:gd name="connsiteY312" fmla="*/ 20027 h 1104086"/>
              <a:gd name="connsiteX313" fmla="*/ 1037041 w 1342667"/>
              <a:gd name="connsiteY313" fmla="*/ 20897 h 1104086"/>
              <a:gd name="connsiteX314" fmla="*/ 1044006 w 1342667"/>
              <a:gd name="connsiteY314" fmla="*/ 23510 h 1104086"/>
              <a:gd name="connsiteX315" fmla="*/ 1054455 w 1342667"/>
              <a:gd name="connsiteY315" fmla="*/ 26993 h 1104086"/>
              <a:gd name="connsiteX316" fmla="*/ 1060550 w 1342667"/>
              <a:gd name="connsiteY316" fmla="*/ 29605 h 1104086"/>
              <a:gd name="connsiteX317" fmla="*/ 1085802 w 1342667"/>
              <a:gd name="connsiteY317" fmla="*/ 47890 h 1104086"/>
              <a:gd name="connsiteX318" fmla="*/ 1096250 w 1342667"/>
              <a:gd name="connsiteY318" fmla="*/ 39183 h 1104086"/>
              <a:gd name="connsiteX319" fmla="*/ 1106699 w 1342667"/>
              <a:gd name="connsiteY319" fmla="*/ 26993 h 1104086"/>
              <a:gd name="connsiteX320" fmla="*/ 1124114 w 1342667"/>
              <a:gd name="connsiteY320" fmla="*/ 16544 h 1104086"/>
              <a:gd name="connsiteX321" fmla="*/ 1143270 w 1342667"/>
              <a:gd name="connsiteY321" fmla="*/ 7837 h 1104086"/>
              <a:gd name="connsiteX322" fmla="*/ 1152848 w 1342667"/>
              <a:gd name="connsiteY322" fmla="*/ 4354 h 1104086"/>
              <a:gd name="connsiteX323" fmla="*/ 1184194 w 1342667"/>
              <a:gd name="connsiteY323" fmla="*/ 871 h 1104086"/>
              <a:gd name="connsiteX324" fmla="*/ 1192902 w 1342667"/>
              <a:gd name="connsiteY324" fmla="*/ 0 h 1104086"/>
              <a:gd name="connsiteX325" fmla="*/ 1203351 w 1342667"/>
              <a:gd name="connsiteY325" fmla="*/ 871 h 1104086"/>
              <a:gd name="connsiteX326" fmla="*/ 754053 w 1342667"/>
              <a:gd name="connsiteY326" fmla="*/ 389217 h 1104086"/>
              <a:gd name="connsiteX327" fmla="*/ 738380 w 1342667"/>
              <a:gd name="connsiteY327" fmla="*/ 382251 h 1104086"/>
              <a:gd name="connsiteX328" fmla="*/ 731414 w 1342667"/>
              <a:gd name="connsiteY328" fmla="*/ 379639 h 1104086"/>
              <a:gd name="connsiteX329" fmla="*/ 708775 w 1342667"/>
              <a:gd name="connsiteY329" fmla="*/ 375285 h 1104086"/>
              <a:gd name="connsiteX330" fmla="*/ 681782 w 1342667"/>
              <a:gd name="connsiteY330" fmla="*/ 368319 h 1104086"/>
              <a:gd name="connsiteX331" fmla="*/ 618219 w 1342667"/>
              <a:gd name="connsiteY331" fmla="*/ 356129 h 1104086"/>
              <a:gd name="connsiteX332" fmla="*/ 623443 w 1342667"/>
              <a:gd name="connsiteY332" fmla="*/ 374414 h 1104086"/>
              <a:gd name="connsiteX333" fmla="*/ 627797 w 1342667"/>
              <a:gd name="connsiteY333" fmla="*/ 393570 h 1104086"/>
              <a:gd name="connsiteX334" fmla="*/ 635634 w 1342667"/>
              <a:gd name="connsiteY334" fmla="*/ 420563 h 1104086"/>
              <a:gd name="connsiteX335" fmla="*/ 638246 w 1342667"/>
              <a:gd name="connsiteY335" fmla="*/ 473678 h 1104086"/>
              <a:gd name="connsiteX336" fmla="*/ 645212 w 1342667"/>
              <a:gd name="connsiteY336" fmla="*/ 482385 h 1104086"/>
              <a:gd name="connsiteX337" fmla="*/ 648695 w 1342667"/>
              <a:gd name="connsiteY337" fmla="*/ 488480 h 1104086"/>
              <a:gd name="connsiteX338" fmla="*/ 653048 w 1342667"/>
              <a:gd name="connsiteY338" fmla="*/ 500670 h 1104086"/>
              <a:gd name="connsiteX339" fmla="*/ 656531 w 1342667"/>
              <a:gd name="connsiteY339" fmla="*/ 514602 h 1104086"/>
              <a:gd name="connsiteX340" fmla="*/ 656531 w 1342667"/>
              <a:gd name="connsiteY340" fmla="*/ 545948 h 1104086"/>
              <a:gd name="connsiteX341" fmla="*/ 658273 w 1342667"/>
              <a:gd name="connsiteY341" fmla="*/ 552914 h 1104086"/>
              <a:gd name="connsiteX342" fmla="*/ 660885 w 1342667"/>
              <a:gd name="connsiteY342" fmla="*/ 559880 h 1104086"/>
              <a:gd name="connsiteX343" fmla="*/ 662626 w 1342667"/>
              <a:gd name="connsiteY343" fmla="*/ 562492 h 1104086"/>
              <a:gd name="connsiteX344" fmla="*/ 669592 w 1342667"/>
              <a:gd name="connsiteY344" fmla="*/ 566846 h 1104086"/>
              <a:gd name="connsiteX345" fmla="*/ 692231 w 1342667"/>
              <a:gd name="connsiteY345" fmla="*/ 572070 h 1104086"/>
              <a:gd name="connsiteX346" fmla="*/ 700939 w 1342667"/>
              <a:gd name="connsiteY346" fmla="*/ 576424 h 1104086"/>
              <a:gd name="connsiteX347" fmla="*/ 741863 w 1342667"/>
              <a:gd name="connsiteY347" fmla="*/ 572070 h 1104086"/>
              <a:gd name="connsiteX348" fmla="*/ 773209 w 1342667"/>
              <a:gd name="connsiteY348" fmla="*/ 566846 h 1104086"/>
              <a:gd name="connsiteX349" fmla="*/ 780175 w 1342667"/>
              <a:gd name="connsiteY349" fmla="*/ 566846 h 1104086"/>
              <a:gd name="connsiteX350" fmla="*/ 801073 w 1342667"/>
              <a:gd name="connsiteY350" fmla="*/ 567717 h 1104086"/>
              <a:gd name="connsiteX351" fmla="*/ 811522 w 1342667"/>
              <a:gd name="connsiteY351" fmla="*/ 569458 h 1104086"/>
              <a:gd name="connsiteX352" fmla="*/ 821970 w 1342667"/>
              <a:gd name="connsiteY352" fmla="*/ 573812 h 1104086"/>
              <a:gd name="connsiteX353" fmla="*/ 831548 w 1342667"/>
              <a:gd name="connsiteY353" fmla="*/ 580778 h 1104086"/>
              <a:gd name="connsiteX354" fmla="*/ 852445 w 1342667"/>
              <a:gd name="connsiteY354" fmla="*/ 599063 h 1104086"/>
              <a:gd name="connsiteX355" fmla="*/ 859412 w 1342667"/>
              <a:gd name="connsiteY355" fmla="*/ 602546 h 1104086"/>
              <a:gd name="connsiteX356" fmla="*/ 866377 w 1342667"/>
              <a:gd name="connsiteY356" fmla="*/ 605158 h 1104086"/>
              <a:gd name="connsiteX357" fmla="*/ 882921 w 1342667"/>
              <a:gd name="connsiteY357" fmla="*/ 606900 h 1104086"/>
              <a:gd name="connsiteX358" fmla="*/ 903819 w 1342667"/>
              <a:gd name="connsiteY358" fmla="*/ 606029 h 1104086"/>
              <a:gd name="connsiteX359" fmla="*/ 916009 w 1342667"/>
              <a:gd name="connsiteY359" fmla="*/ 604287 h 1104086"/>
              <a:gd name="connsiteX360" fmla="*/ 929941 w 1342667"/>
              <a:gd name="connsiteY360" fmla="*/ 599934 h 1104086"/>
              <a:gd name="connsiteX361" fmla="*/ 930811 w 1342667"/>
              <a:gd name="connsiteY361" fmla="*/ 590356 h 1104086"/>
              <a:gd name="connsiteX362" fmla="*/ 938648 w 1342667"/>
              <a:gd name="connsiteY362" fmla="*/ 552914 h 1104086"/>
              <a:gd name="connsiteX363" fmla="*/ 941260 w 1342667"/>
              <a:gd name="connsiteY363" fmla="*/ 533758 h 1104086"/>
              <a:gd name="connsiteX364" fmla="*/ 948226 w 1342667"/>
              <a:gd name="connsiteY364" fmla="*/ 507636 h 1104086"/>
              <a:gd name="connsiteX365" fmla="*/ 948226 w 1342667"/>
              <a:gd name="connsiteY365" fmla="*/ 500670 h 1104086"/>
              <a:gd name="connsiteX366" fmla="*/ 946485 w 1342667"/>
              <a:gd name="connsiteY366" fmla="*/ 494575 h 1104086"/>
              <a:gd name="connsiteX367" fmla="*/ 942131 w 1342667"/>
              <a:gd name="connsiteY367" fmla="*/ 489351 h 1104086"/>
              <a:gd name="connsiteX368" fmla="*/ 935165 w 1342667"/>
              <a:gd name="connsiteY368" fmla="*/ 484997 h 1104086"/>
              <a:gd name="connsiteX369" fmla="*/ 917750 w 1342667"/>
              <a:gd name="connsiteY369" fmla="*/ 478031 h 1104086"/>
              <a:gd name="connsiteX370" fmla="*/ 900336 w 1342667"/>
              <a:gd name="connsiteY370" fmla="*/ 474548 h 1104086"/>
              <a:gd name="connsiteX371" fmla="*/ 893370 w 1342667"/>
              <a:gd name="connsiteY371" fmla="*/ 472807 h 1104086"/>
              <a:gd name="connsiteX372" fmla="*/ 887275 w 1342667"/>
              <a:gd name="connsiteY372" fmla="*/ 469324 h 1104086"/>
              <a:gd name="connsiteX373" fmla="*/ 882051 w 1342667"/>
              <a:gd name="connsiteY373" fmla="*/ 464100 h 1104086"/>
              <a:gd name="connsiteX374" fmla="*/ 876826 w 1342667"/>
              <a:gd name="connsiteY374" fmla="*/ 458875 h 1104086"/>
              <a:gd name="connsiteX375" fmla="*/ 869860 w 1342667"/>
              <a:gd name="connsiteY375" fmla="*/ 449297 h 1104086"/>
              <a:gd name="connsiteX376" fmla="*/ 862024 w 1342667"/>
              <a:gd name="connsiteY376" fmla="*/ 440590 h 1104086"/>
              <a:gd name="connsiteX377" fmla="*/ 845480 w 1342667"/>
              <a:gd name="connsiteY377" fmla="*/ 412726 h 1104086"/>
              <a:gd name="connsiteX378" fmla="*/ 831548 w 1342667"/>
              <a:gd name="connsiteY378" fmla="*/ 396183 h 1104086"/>
              <a:gd name="connsiteX379" fmla="*/ 826324 w 1342667"/>
              <a:gd name="connsiteY379" fmla="*/ 385734 h 1104086"/>
              <a:gd name="connsiteX380" fmla="*/ 818487 w 1342667"/>
              <a:gd name="connsiteY380" fmla="*/ 370931 h 1104086"/>
              <a:gd name="connsiteX381" fmla="*/ 792365 w 1342667"/>
              <a:gd name="connsiteY381" fmla="*/ 382251 h 1104086"/>
              <a:gd name="connsiteX382" fmla="*/ 769726 w 1342667"/>
              <a:gd name="connsiteY382" fmla="*/ 389217 h 1104086"/>
              <a:gd name="connsiteX383" fmla="*/ 760148 w 1342667"/>
              <a:gd name="connsiteY383" fmla="*/ 390087 h 1104086"/>
              <a:gd name="connsiteX384" fmla="*/ 754053 w 1342667"/>
              <a:gd name="connsiteY384" fmla="*/ 389217 h 1104086"/>
            </a:gdLst>
            <a:ahLst/>
            <a:cxnLst/>
            <a:rect l="l" t="t" r="r" b="b"/>
            <a:pathLst>
              <a:path w="1342667" h="1104086">
                <a:moveTo>
                  <a:pt x="1203351" y="871"/>
                </a:moveTo>
                <a:lnTo>
                  <a:pt x="1211187" y="11319"/>
                </a:lnTo>
                <a:lnTo>
                  <a:pt x="1218153" y="17415"/>
                </a:lnTo>
                <a:lnTo>
                  <a:pt x="1223377" y="23510"/>
                </a:lnTo>
                <a:lnTo>
                  <a:pt x="1229472" y="28734"/>
                </a:lnTo>
                <a:lnTo>
                  <a:pt x="1234697" y="34829"/>
                </a:lnTo>
                <a:lnTo>
                  <a:pt x="1251241" y="50502"/>
                </a:lnTo>
                <a:lnTo>
                  <a:pt x="1261689" y="62693"/>
                </a:lnTo>
                <a:lnTo>
                  <a:pt x="1271267" y="80107"/>
                </a:lnTo>
                <a:lnTo>
                  <a:pt x="1282587" y="107971"/>
                </a:lnTo>
                <a:lnTo>
                  <a:pt x="1293036" y="127127"/>
                </a:lnTo>
                <a:lnTo>
                  <a:pt x="1294777" y="134093"/>
                </a:lnTo>
                <a:lnTo>
                  <a:pt x="1298260" y="154990"/>
                </a:lnTo>
                <a:lnTo>
                  <a:pt x="1300001" y="161085"/>
                </a:lnTo>
                <a:lnTo>
                  <a:pt x="1306097" y="174146"/>
                </a:lnTo>
                <a:lnTo>
                  <a:pt x="1310450" y="188078"/>
                </a:lnTo>
                <a:lnTo>
                  <a:pt x="1319158" y="235097"/>
                </a:lnTo>
                <a:lnTo>
                  <a:pt x="1326123" y="259478"/>
                </a:lnTo>
                <a:lnTo>
                  <a:pt x="1329607" y="276022"/>
                </a:lnTo>
                <a:lnTo>
                  <a:pt x="1336572" y="296049"/>
                </a:lnTo>
                <a:lnTo>
                  <a:pt x="1341796" y="319558"/>
                </a:lnTo>
                <a:lnTo>
                  <a:pt x="1342668" y="330007"/>
                </a:lnTo>
                <a:lnTo>
                  <a:pt x="1341796" y="339585"/>
                </a:lnTo>
                <a:lnTo>
                  <a:pt x="1337443" y="352646"/>
                </a:lnTo>
                <a:lnTo>
                  <a:pt x="1332219" y="362224"/>
                </a:lnTo>
                <a:lnTo>
                  <a:pt x="1324382" y="370061"/>
                </a:lnTo>
                <a:lnTo>
                  <a:pt x="1318287" y="380509"/>
                </a:lnTo>
                <a:lnTo>
                  <a:pt x="1312192" y="396183"/>
                </a:lnTo>
                <a:lnTo>
                  <a:pt x="1307838" y="416209"/>
                </a:lnTo>
                <a:lnTo>
                  <a:pt x="1304355" y="424917"/>
                </a:lnTo>
                <a:lnTo>
                  <a:pt x="1298260" y="431012"/>
                </a:lnTo>
                <a:lnTo>
                  <a:pt x="1288682" y="436236"/>
                </a:lnTo>
                <a:lnTo>
                  <a:pt x="1274750" y="446685"/>
                </a:lnTo>
                <a:lnTo>
                  <a:pt x="1259077" y="463229"/>
                </a:lnTo>
                <a:lnTo>
                  <a:pt x="1246887" y="474548"/>
                </a:lnTo>
                <a:lnTo>
                  <a:pt x="1230343" y="484126"/>
                </a:lnTo>
                <a:lnTo>
                  <a:pt x="1224248" y="486739"/>
                </a:lnTo>
                <a:lnTo>
                  <a:pt x="1211187" y="491092"/>
                </a:lnTo>
                <a:lnTo>
                  <a:pt x="1192902" y="494575"/>
                </a:lnTo>
                <a:lnTo>
                  <a:pt x="1157201" y="492834"/>
                </a:lnTo>
                <a:lnTo>
                  <a:pt x="1138046" y="511990"/>
                </a:lnTo>
                <a:lnTo>
                  <a:pt x="1130209" y="523309"/>
                </a:lnTo>
                <a:lnTo>
                  <a:pt x="1125855" y="530275"/>
                </a:lnTo>
                <a:lnTo>
                  <a:pt x="1119760" y="547690"/>
                </a:lnTo>
                <a:lnTo>
                  <a:pt x="1116277" y="560751"/>
                </a:lnTo>
                <a:lnTo>
                  <a:pt x="1115406" y="571200"/>
                </a:lnTo>
                <a:lnTo>
                  <a:pt x="1116277" y="579036"/>
                </a:lnTo>
                <a:lnTo>
                  <a:pt x="1121502" y="595580"/>
                </a:lnTo>
                <a:lnTo>
                  <a:pt x="1124114" y="612124"/>
                </a:lnTo>
                <a:lnTo>
                  <a:pt x="1132821" y="625185"/>
                </a:lnTo>
                <a:lnTo>
                  <a:pt x="1138046" y="629538"/>
                </a:lnTo>
                <a:lnTo>
                  <a:pt x="1144140" y="632151"/>
                </a:lnTo>
                <a:lnTo>
                  <a:pt x="1178099" y="638246"/>
                </a:lnTo>
                <a:lnTo>
                  <a:pt x="1174616" y="645212"/>
                </a:lnTo>
                <a:lnTo>
                  <a:pt x="1171133" y="650436"/>
                </a:lnTo>
                <a:lnTo>
                  <a:pt x="1169392" y="657402"/>
                </a:lnTo>
                <a:lnTo>
                  <a:pt x="1170262" y="661756"/>
                </a:lnTo>
                <a:lnTo>
                  <a:pt x="1178970" y="667851"/>
                </a:lnTo>
                <a:lnTo>
                  <a:pt x="1180711" y="671334"/>
                </a:lnTo>
                <a:lnTo>
                  <a:pt x="1185936" y="688748"/>
                </a:lnTo>
                <a:lnTo>
                  <a:pt x="1189419" y="697456"/>
                </a:lnTo>
                <a:lnTo>
                  <a:pt x="1191160" y="700068"/>
                </a:lnTo>
                <a:lnTo>
                  <a:pt x="1208575" y="717482"/>
                </a:lnTo>
                <a:lnTo>
                  <a:pt x="1216412" y="747087"/>
                </a:lnTo>
                <a:lnTo>
                  <a:pt x="1219024" y="752312"/>
                </a:lnTo>
                <a:lnTo>
                  <a:pt x="1227731" y="761019"/>
                </a:lnTo>
                <a:lnTo>
                  <a:pt x="1230343" y="767114"/>
                </a:lnTo>
                <a:lnTo>
                  <a:pt x="1241662" y="798460"/>
                </a:lnTo>
                <a:lnTo>
                  <a:pt x="1246016" y="814134"/>
                </a:lnTo>
                <a:lnTo>
                  <a:pt x="1249499" y="821099"/>
                </a:lnTo>
                <a:lnTo>
                  <a:pt x="1258207" y="832419"/>
                </a:lnTo>
                <a:lnTo>
                  <a:pt x="1267784" y="841997"/>
                </a:lnTo>
                <a:lnTo>
                  <a:pt x="1286070" y="855929"/>
                </a:lnTo>
                <a:lnTo>
                  <a:pt x="1266914" y="902077"/>
                </a:lnTo>
                <a:lnTo>
                  <a:pt x="1263431" y="906431"/>
                </a:lnTo>
                <a:lnTo>
                  <a:pt x="1253853" y="915138"/>
                </a:lnTo>
                <a:lnTo>
                  <a:pt x="1234697" y="926458"/>
                </a:lnTo>
                <a:lnTo>
                  <a:pt x="1192031" y="947355"/>
                </a:lnTo>
                <a:lnTo>
                  <a:pt x="1158943" y="943002"/>
                </a:lnTo>
                <a:lnTo>
                  <a:pt x="1117148" y="935165"/>
                </a:lnTo>
                <a:lnTo>
                  <a:pt x="1093638" y="935165"/>
                </a:lnTo>
                <a:lnTo>
                  <a:pt x="1075353" y="938648"/>
                </a:lnTo>
                <a:lnTo>
                  <a:pt x="1063163" y="942131"/>
                </a:lnTo>
                <a:lnTo>
                  <a:pt x="1050102" y="949097"/>
                </a:lnTo>
                <a:lnTo>
                  <a:pt x="1023109" y="954321"/>
                </a:lnTo>
                <a:lnTo>
                  <a:pt x="1022238" y="969994"/>
                </a:lnTo>
                <a:lnTo>
                  <a:pt x="1019626" y="984797"/>
                </a:lnTo>
                <a:lnTo>
                  <a:pt x="1017884" y="1009177"/>
                </a:lnTo>
                <a:lnTo>
                  <a:pt x="1017014" y="1016143"/>
                </a:lnTo>
                <a:lnTo>
                  <a:pt x="1012660" y="1024850"/>
                </a:lnTo>
                <a:lnTo>
                  <a:pt x="1007436" y="1029204"/>
                </a:lnTo>
                <a:lnTo>
                  <a:pt x="997858" y="1033558"/>
                </a:lnTo>
                <a:lnTo>
                  <a:pt x="975219" y="1036170"/>
                </a:lnTo>
                <a:lnTo>
                  <a:pt x="962158" y="1041394"/>
                </a:lnTo>
                <a:lnTo>
                  <a:pt x="954321" y="1047489"/>
                </a:lnTo>
                <a:lnTo>
                  <a:pt x="940390" y="1067516"/>
                </a:lnTo>
                <a:lnTo>
                  <a:pt x="936906" y="1071870"/>
                </a:lnTo>
                <a:lnTo>
                  <a:pt x="931682" y="1075353"/>
                </a:lnTo>
                <a:lnTo>
                  <a:pt x="904689" y="1086672"/>
                </a:lnTo>
                <a:lnTo>
                  <a:pt x="890758" y="1090155"/>
                </a:lnTo>
                <a:lnTo>
                  <a:pt x="883792" y="1091026"/>
                </a:lnTo>
                <a:lnTo>
                  <a:pt x="841126" y="1092768"/>
                </a:lnTo>
                <a:lnTo>
                  <a:pt x="819358" y="1095380"/>
                </a:lnTo>
                <a:lnTo>
                  <a:pt x="802814" y="1084060"/>
                </a:lnTo>
                <a:lnTo>
                  <a:pt x="790624" y="1073611"/>
                </a:lnTo>
                <a:lnTo>
                  <a:pt x="775821" y="1057068"/>
                </a:lnTo>
                <a:lnTo>
                  <a:pt x="764502" y="1046619"/>
                </a:lnTo>
                <a:lnTo>
                  <a:pt x="747087" y="1037041"/>
                </a:lnTo>
                <a:lnTo>
                  <a:pt x="738380" y="1034428"/>
                </a:lnTo>
                <a:lnTo>
                  <a:pt x="710516" y="1029204"/>
                </a:lnTo>
                <a:lnTo>
                  <a:pt x="693102" y="1028333"/>
                </a:lnTo>
                <a:lnTo>
                  <a:pt x="669592" y="1029204"/>
                </a:lnTo>
                <a:lnTo>
                  <a:pt x="617348" y="1028333"/>
                </a:lnTo>
                <a:lnTo>
                  <a:pt x="565975" y="1028333"/>
                </a:lnTo>
                <a:lnTo>
                  <a:pt x="562492" y="1019626"/>
                </a:lnTo>
                <a:lnTo>
                  <a:pt x="556397" y="1012660"/>
                </a:lnTo>
                <a:lnTo>
                  <a:pt x="550302" y="1009177"/>
                </a:lnTo>
                <a:lnTo>
                  <a:pt x="521568" y="1000470"/>
                </a:lnTo>
                <a:lnTo>
                  <a:pt x="511990" y="996116"/>
                </a:lnTo>
                <a:lnTo>
                  <a:pt x="498929" y="988280"/>
                </a:lnTo>
                <a:lnTo>
                  <a:pt x="482385" y="971736"/>
                </a:lnTo>
                <a:lnTo>
                  <a:pt x="478031" y="968253"/>
                </a:lnTo>
                <a:lnTo>
                  <a:pt x="468453" y="965641"/>
                </a:lnTo>
                <a:lnTo>
                  <a:pt x="458875" y="965641"/>
                </a:lnTo>
                <a:lnTo>
                  <a:pt x="440590" y="970865"/>
                </a:lnTo>
                <a:lnTo>
                  <a:pt x="430141" y="975219"/>
                </a:lnTo>
                <a:lnTo>
                  <a:pt x="405760" y="1009177"/>
                </a:lnTo>
                <a:lnTo>
                  <a:pt x="400536" y="1015272"/>
                </a:lnTo>
                <a:lnTo>
                  <a:pt x="380510" y="1041394"/>
                </a:lnTo>
                <a:lnTo>
                  <a:pt x="358741" y="1081448"/>
                </a:lnTo>
                <a:lnTo>
                  <a:pt x="345680" y="1069258"/>
                </a:lnTo>
                <a:lnTo>
                  <a:pt x="335231" y="1062292"/>
                </a:lnTo>
                <a:lnTo>
                  <a:pt x="329136" y="1057068"/>
                </a:lnTo>
                <a:lnTo>
                  <a:pt x="312592" y="1047489"/>
                </a:lnTo>
                <a:lnTo>
                  <a:pt x="293437" y="1039653"/>
                </a:lnTo>
                <a:lnTo>
                  <a:pt x="268185" y="1030946"/>
                </a:lnTo>
                <a:lnTo>
                  <a:pt x="242934" y="1022238"/>
                </a:lnTo>
                <a:lnTo>
                  <a:pt x="218553" y="1052714"/>
                </a:lnTo>
                <a:lnTo>
                  <a:pt x="208975" y="1062292"/>
                </a:lnTo>
                <a:lnTo>
                  <a:pt x="194173" y="1072741"/>
                </a:lnTo>
                <a:lnTo>
                  <a:pt x="158473" y="1104087"/>
                </a:lnTo>
                <a:lnTo>
                  <a:pt x="152378" y="1097992"/>
                </a:lnTo>
                <a:lnTo>
                  <a:pt x="144541" y="1088414"/>
                </a:lnTo>
                <a:lnTo>
                  <a:pt x="133222" y="1077965"/>
                </a:lnTo>
                <a:lnTo>
                  <a:pt x="98393" y="1053585"/>
                </a:lnTo>
                <a:lnTo>
                  <a:pt x="91427" y="1046619"/>
                </a:lnTo>
                <a:lnTo>
                  <a:pt x="88815" y="1040524"/>
                </a:lnTo>
                <a:lnTo>
                  <a:pt x="87944" y="1033558"/>
                </a:lnTo>
                <a:lnTo>
                  <a:pt x="87944" y="996116"/>
                </a:lnTo>
                <a:lnTo>
                  <a:pt x="87073" y="989151"/>
                </a:lnTo>
                <a:lnTo>
                  <a:pt x="84461" y="981314"/>
                </a:lnTo>
                <a:lnTo>
                  <a:pt x="81848" y="974348"/>
                </a:lnTo>
                <a:lnTo>
                  <a:pt x="74883" y="963899"/>
                </a:lnTo>
                <a:lnTo>
                  <a:pt x="68787" y="950838"/>
                </a:lnTo>
                <a:lnTo>
                  <a:pt x="64434" y="944743"/>
                </a:lnTo>
                <a:lnTo>
                  <a:pt x="55726" y="931682"/>
                </a:lnTo>
                <a:lnTo>
                  <a:pt x="45278" y="918621"/>
                </a:lnTo>
                <a:lnTo>
                  <a:pt x="56598" y="906431"/>
                </a:lnTo>
                <a:lnTo>
                  <a:pt x="62693" y="901207"/>
                </a:lnTo>
                <a:lnTo>
                  <a:pt x="67917" y="898594"/>
                </a:lnTo>
                <a:lnTo>
                  <a:pt x="74883" y="897724"/>
                </a:lnTo>
                <a:lnTo>
                  <a:pt x="77495" y="880309"/>
                </a:lnTo>
                <a:lnTo>
                  <a:pt x="78366" y="869860"/>
                </a:lnTo>
                <a:lnTo>
                  <a:pt x="77495" y="861153"/>
                </a:lnTo>
                <a:lnTo>
                  <a:pt x="73141" y="848963"/>
                </a:lnTo>
                <a:lnTo>
                  <a:pt x="70529" y="843738"/>
                </a:lnTo>
                <a:lnTo>
                  <a:pt x="60080" y="832419"/>
                </a:lnTo>
                <a:lnTo>
                  <a:pt x="43537" y="817616"/>
                </a:lnTo>
                <a:lnTo>
                  <a:pt x="33088" y="806297"/>
                </a:lnTo>
                <a:lnTo>
                  <a:pt x="29605" y="801073"/>
                </a:lnTo>
                <a:lnTo>
                  <a:pt x="25251" y="788882"/>
                </a:lnTo>
                <a:lnTo>
                  <a:pt x="21768" y="765373"/>
                </a:lnTo>
                <a:lnTo>
                  <a:pt x="20897" y="754924"/>
                </a:lnTo>
                <a:lnTo>
                  <a:pt x="21768" y="741863"/>
                </a:lnTo>
                <a:lnTo>
                  <a:pt x="27863" y="728802"/>
                </a:lnTo>
                <a:lnTo>
                  <a:pt x="28734" y="723577"/>
                </a:lnTo>
                <a:lnTo>
                  <a:pt x="27863" y="718353"/>
                </a:lnTo>
                <a:lnTo>
                  <a:pt x="25251" y="713999"/>
                </a:lnTo>
                <a:lnTo>
                  <a:pt x="17415" y="704421"/>
                </a:lnTo>
                <a:lnTo>
                  <a:pt x="11319" y="699197"/>
                </a:lnTo>
                <a:lnTo>
                  <a:pt x="7837" y="693973"/>
                </a:lnTo>
                <a:lnTo>
                  <a:pt x="5224" y="688748"/>
                </a:lnTo>
                <a:lnTo>
                  <a:pt x="0" y="673946"/>
                </a:lnTo>
                <a:lnTo>
                  <a:pt x="13061" y="662626"/>
                </a:lnTo>
                <a:lnTo>
                  <a:pt x="23510" y="651307"/>
                </a:lnTo>
                <a:lnTo>
                  <a:pt x="58339" y="627797"/>
                </a:lnTo>
                <a:lnTo>
                  <a:pt x="70529" y="623443"/>
                </a:lnTo>
                <a:lnTo>
                  <a:pt x="77495" y="621702"/>
                </a:lnTo>
                <a:lnTo>
                  <a:pt x="91427" y="620831"/>
                </a:lnTo>
                <a:lnTo>
                  <a:pt x="113195" y="620831"/>
                </a:lnTo>
                <a:lnTo>
                  <a:pt x="120161" y="608641"/>
                </a:lnTo>
                <a:lnTo>
                  <a:pt x="124514" y="599934"/>
                </a:lnTo>
                <a:lnTo>
                  <a:pt x="159344" y="599063"/>
                </a:lnTo>
                <a:lnTo>
                  <a:pt x="187207" y="596451"/>
                </a:lnTo>
                <a:lnTo>
                  <a:pt x="181112" y="578165"/>
                </a:lnTo>
                <a:lnTo>
                  <a:pt x="170663" y="533758"/>
                </a:lnTo>
                <a:lnTo>
                  <a:pt x="168922" y="522439"/>
                </a:lnTo>
                <a:lnTo>
                  <a:pt x="168051" y="502412"/>
                </a:lnTo>
                <a:lnTo>
                  <a:pt x="174146" y="496317"/>
                </a:lnTo>
                <a:lnTo>
                  <a:pt x="173275" y="486739"/>
                </a:lnTo>
                <a:lnTo>
                  <a:pt x="171534" y="482385"/>
                </a:lnTo>
                <a:lnTo>
                  <a:pt x="168051" y="479773"/>
                </a:lnTo>
                <a:lnTo>
                  <a:pt x="164568" y="478902"/>
                </a:lnTo>
                <a:lnTo>
                  <a:pt x="159344" y="481514"/>
                </a:lnTo>
                <a:lnTo>
                  <a:pt x="130610" y="480644"/>
                </a:lnTo>
                <a:lnTo>
                  <a:pt x="114937" y="478031"/>
                </a:lnTo>
                <a:lnTo>
                  <a:pt x="99263" y="471936"/>
                </a:lnTo>
                <a:lnTo>
                  <a:pt x="87944" y="464970"/>
                </a:lnTo>
                <a:lnTo>
                  <a:pt x="86202" y="443202"/>
                </a:lnTo>
                <a:lnTo>
                  <a:pt x="83590" y="434495"/>
                </a:lnTo>
                <a:lnTo>
                  <a:pt x="71400" y="414468"/>
                </a:lnTo>
                <a:lnTo>
                  <a:pt x="59210" y="401407"/>
                </a:lnTo>
                <a:lnTo>
                  <a:pt x="70529" y="383122"/>
                </a:lnTo>
                <a:lnTo>
                  <a:pt x="74012" y="375285"/>
                </a:lnTo>
                <a:lnTo>
                  <a:pt x="80107" y="356129"/>
                </a:lnTo>
                <a:lnTo>
                  <a:pt x="89685" y="338714"/>
                </a:lnTo>
                <a:lnTo>
                  <a:pt x="101005" y="327395"/>
                </a:lnTo>
                <a:lnTo>
                  <a:pt x="115807" y="316946"/>
                </a:lnTo>
                <a:lnTo>
                  <a:pt x="121031" y="308239"/>
                </a:lnTo>
                <a:lnTo>
                  <a:pt x="126256" y="289953"/>
                </a:lnTo>
                <a:lnTo>
                  <a:pt x="127127" y="272539"/>
                </a:lnTo>
                <a:lnTo>
                  <a:pt x="127127" y="241192"/>
                </a:lnTo>
                <a:lnTo>
                  <a:pt x="124514" y="205492"/>
                </a:lnTo>
                <a:lnTo>
                  <a:pt x="172405" y="224649"/>
                </a:lnTo>
                <a:lnTo>
                  <a:pt x="190690" y="233356"/>
                </a:lnTo>
                <a:lnTo>
                  <a:pt x="203751" y="237709"/>
                </a:lnTo>
                <a:lnTo>
                  <a:pt x="223778" y="242934"/>
                </a:lnTo>
                <a:lnTo>
                  <a:pt x="241193" y="250770"/>
                </a:lnTo>
                <a:lnTo>
                  <a:pt x="255124" y="255124"/>
                </a:lnTo>
                <a:lnTo>
                  <a:pt x="262090" y="255124"/>
                </a:lnTo>
                <a:lnTo>
                  <a:pt x="268185" y="254253"/>
                </a:lnTo>
                <a:lnTo>
                  <a:pt x="272539" y="251641"/>
                </a:lnTo>
                <a:lnTo>
                  <a:pt x="279504" y="247288"/>
                </a:lnTo>
                <a:lnTo>
                  <a:pt x="296919" y="237709"/>
                </a:lnTo>
                <a:lnTo>
                  <a:pt x="303014" y="235968"/>
                </a:lnTo>
                <a:lnTo>
                  <a:pt x="319558" y="233356"/>
                </a:lnTo>
                <a:lnTo>
                  <a:pt x="324783" y="230744"/>
                </a:lnTo>
                <a:lnTo>
                  <a:pt x="333490" y="224649"/>
                </a:lnTo>
                <a:lnTo>
                  <a:pt x="348292" y="216812"/>
                </a:lnTo>
                <a:lnTo>
                  <a:pt x="367449" y="208105"/>
                </a:lnTo>
                <a:lnTo>
                  <a:pt x="385734" y="197656"/>
                </a:lnTo>
                <a:lnTo>
                  <a:pt x="380510" y="184595"/>
                </a:lnTo>
                <a:lnTo>
                  <a:pt x="375285" y="163697"/>
                </a:lnTo>
                <a:lnTo>
                  <a:pt x="371802" y="152378"/>
                </a:lnTo>
                <a:lnTo>
                  <a:pt x="390087" y="137575"/>
                </a:lnTo>
                <a:lnTo>
                  <a:pt x="403148" y="128868"/>
                </a:lnTo>
                <a:lnTo>
                  <a:pt x="409244" y="126256"/>
                </a:lnTo>
                <a:lnTo>
                  <a:pt x="427529" y="120161"/>
                </a:lnTo>
                <a:lnTo>
                  <a:pt x="477161" y="107100"/>
                </a:lnTo>
                <a:lnTo>
                  <a:pt x="503282" y="113195"/>
                </a:lnTo>
                <a:lnTo>
                  <a:pt x="512860" y="115807"/>
                </a:lnTo>
                <a:lnTo>
                  <a:pt x="521568" y="122773"/>
                </a:lnTo>
                <a:lnTo>
                  <a:pt x="527663" y="131480"/>
                </a:lnTo>
                <a:lnTo>
                  <a:pt x="529404" y="138446"/>
                </a:lnTo>
                <a:lnTo>
                  <a:pt x="529404" y="148895"/>
                </a:lnTo>
                <a:lnTo>
                  <a:pt x="524180" y="165439"/>
                </a:lnTo>
                <a:lnTo>
                  <a:pt x="518956" y="180241"/>
                </a:lnTo>
                <a:lnTo>
                  <a:pt x="526792" y="188078"/>
                </a:lnTo>
                <a:lnTo>
                  <a:pt x="540724" y="196785"/>
                </a:lnTo>
                <a:lnTo>
                  <a:pt x="552914" y="191561"/>
                </a:lnTo>
                <a:lnTo>
                  <a:pt x="559880" y="187207"/>
                </a:lnTo>
                <a:lnTo>
                  <a:pt x="568587" y="180241"/>
                </a:lnTo>
                <a:lnTo>
                  <a:pt x="601675" y="199397"/>
                </a:lnTo>
                <a:lnTo>
                  <a:pt x="643470" y="220295"/>
                </a:lnTo>
                <a:lnTo>
                  <a:pt x="648695" y="225519"/>
                </a:lnTo>
                <a:lnTo>
                  <a:pt x="651307" y="231614"/>
                </a:lnTo>
                <a:lnTo>
                  <a:pt x="666109" y="240322"/>
                </a:lnTo>
                <a:lnTo>
                  <a:pt x="676558" y="244675"/>
                </a:lnTo>
                <a:lnTo>
                  <a:pt x="700939" y="249900"/>
                </a:lnTo>
                <a:lnTo>
                  <a:pt x="709646" y="249900"/>
                </a:lnTo>
                <a:lnTo>
                  <a:pt x="719224" y="247288"/>
                </a:lnTo>
                <a:lnTo>
                  <a:pt x="727060" y="243805"/>
                </a:lnTo>
                <a:lnTo>
                  <a:pt x="738380" y="232485"/>
                </a:lnTo>
                <a:lnTo>
                  <a:pt x="745346" y="225519"/>
                </a:lnTo>
                <a:lnTo>
                  <a:pt x="753182" y="218553"/>
                </a:lnTo>
                <a:lnTo>
                  <a:pt x="758407" y="215941"/>
                </a:lnTo>
                <a:lnTo>
                  <a:pt x="767114" y="215071"/>
                </a:lnTo>
                <a:lnTo>
                  <a:pt x="786270" y="215941"/>
                </a:lnTo>
                <a:lnTo>
                  <a:pt x="791494" y="215071"/>
                </a:lnTo>
                <a:lnTo>
                  <a:pt x="812392" y="209846"/>
                </a:lnTo>
                <a:lnTo>
                  <a:pt x="822841" y="208975"/>
                </a:lnTo>
                <a:lnTo>
                  <a:pt x="832419" y="209846"/>
                </a:lnTo>
                <a:lnTo>
                  <a:pt x="844609" y="215071"/>
                </a:lnTo>
                <a:lnTo>
                  <a:pt x="848963" y="219424"/>
                </a:lnTo>
                <a:lnTo>
                  <a:pt x="860282" y="233356"/>
                </a:lnTo>
                <a:lnTo>
                  <a:pt x="892499" y="222907"/>
                </a:lnTo>
                <a:lnTo>
                  <a:pt x="909043" y="216812"/>
                </a:lnTo>
                <a:lnTo>
                  <a:pt x="920363" y="211588"/>
                </a:lnTo>
                <a:lnTo>
                  <a:pt x="928199" y="205492"/>
                </a:lnTo>
                <a:lnTo>
                  <a:pt x="933424" y="203751"/>
                </a:lnTo>
                <a:lnTo>
                  <a:pt x="938648" y="203751"/>
                </a:lnTo>
                <a:lnTo>
                  <a:pt x="952580" y="205492"/>
                </a:lnTo>
                <a:lnTo>
                  <a:pt x="958675" y="204622"/>
                </a:lnTo>
                <a:lnTo>
                  <a:pt x="963899" y="202010"/>
                </a:lnTo>
                <a:lnTo>
                  <a:pt x="969124" y="194173"/>
                </a:lnTo>
                <a:lnTo>
                  <a:pt x="973477" y="181983"/>
                </a:lnTo>
                <a:lnTo>
                  <a:pt x="978701" y="168922"/>
                </a:lnTo>
                <a:lnTo>
                  <a:pt x="983926" y="152378"/>
                </a:lnTo>
                <a:lnTo>
                  <a:pt x="990021" y="135834"/>
                </a:lnTo>
                <a:lnTo>
                  <a:pt x="990892" y="126256"/>
                </a:lnTo>
                <a:lnTo>
                  <a:pt x="990021" y="120161"/>
                </a:lnTo>
                <a:lnTo>
                  <a:pt x="986538" y="114066"/>
                </a:lnTo>
                <a:lnTo>
                  <a:pt x="978701" y="107971"/>
                </a:lnTo>
                <a:lnTo>
                  <a:pt x="961287" y="100134"/>
                </a:lnTo>
                <a:lnTo>
                  <a:pt x="953451" y="93168"/>
                </a:lnTo>
                <a:lnTo>
                  <a:pt x="949967" y="87944"/>
                </a:lnTo>
                <a:lnTo>
                  <a:pt x="936036" y="61822"/>
                </a:lnTo>
                <a:lnTo>
                  <a:pt x="955192" y="43537"/>
                </a:lnTo>
                <a:lnTo>
                  <a:pt x="974348" y="28734"/>
                </a:lnTo>
                <a:lnTo>
                  <a:pt x="983055" y="26122"/>
                </a:lnTo>
                <a:lnTo>
                  <a:pt x="998729" y="21768"/>
                </a:lnTo>
                <a:lnTo>
                  <a:pt x="1006565" y="20897"/>
                </a:lnTo>
                <a:lnTo>
                  <a:pt x="1026592" y="20027"/>
                </a:lnTo>
                <a:lnTo>
                  <a:pt x="1037041" y="20897"/>
                </a:lnTo>
                <a:lnTo>
                  <a:pt x="1044006" y="23510"/>
                </a:lnTo>
                <a:lnTo>
                  <a:pt x="1054455" y="26993"/>
                </a:lnTo>
                <a:lnTo>
                  <a:pt x="1060550" y="29605"/>
                </a:lnTo>
                <a:lnTo>
                  <a:pt x="1085802" y="47890"/>
                </a:lnTo>
                <a:lnTo>
                  <a:pt x="1096250" y="39183"/>
                </a:lnTo>
                <a:lnTo>
                  <a:pt x="1106699" y="26993"/>
                </a:lnTo>
                <a:lnTo>
                  <a:pt x="1124114" y="16544"/>
                </a:lnTo>
                <a:lnTo>
                  <a:pt x="1143270" y="7837"/>
                </a:lnTo>
                <a:lnTo>
                  <a:pt x="1152848" y="4354"/>
                </a:lnTo>
                <a:lnTo>
                  <a:pt x="1184194" y="871"/>
                </a:lnTo>
                <a:lnTo>
                  <a:pt x="1192902" y="0"/>
                </a:lnTo>
                <a:lnTo>
                  <a:pt x="1203351" y="871"/>
                </a:lnTo>
                <a:close/>
                <a:moveTo>
                  <a:pt x="754053" y="389217"/>
                </a:moveTo>
                <a:lnTo>
                  <a:pt x="738380" y="382251"/>
                </a:lnTo>
                <a:lnTo>
                  <a:pt x="731414" y="379639"/>
                </a:lnTo>
                <a:lnTo>
                  <a:pt x="708775" y="375285"/>
                </a:lnTo>
                <a:lnTo>
                  <a:pt x="681782" y="368319"/>
                </a:lnTo>
                <a:lnTo>
                  <a:pt x="618219" y="356129"/>
                </a:lnTo>
                <a:lnTo>
                  <a:pt x="623443" y="374414"/>
                </a:lnTo>
                <a:lnTo>
                  <a:pt x="627797" y="393570"/>
                </a:lnTo>
                <a:lnTo>
                  <a:pt x="635634" y="420563"/>
                </a:lnTo>
                <a:lnTo>
                  <a:pt x="638246" y="473678"/>
                </a:lnTo>
                <a:lnTo>
                  <a:pt x="645212" y="482385"/>
                </a:lnTo>
                <a:lnTo>
                  <a:pt x="648695" y="488480"/>
                </a:lnTo>
                <a:lnTo>
                  <a:pt x="653048" y="500670"/>
                </a:lnTo>
                <a:lnTo>
                  <a:pt x="656531" y="514602"/>
                </a:lnTo>
                <a:lnTo>
                  <a:pt x="656531" y="545948"/>
                </a:lnTo>
                <a:lnTo>
                  <a:pt x="658273" y="552914"/>
                </a:lnTo>
                <a:lnTo>
                  <a:pt x="660885" y="559880"/>
                </a:lnTo>
                <a:lnTo>
                  <a:pt x="662626" y="562492"/>
                </a:lnTo>
                <a:lnTo>
                  <a:pt x="669592" y="566846"/>
                </a:lnTo>
                <a:lnTo>
                  <a:pt x="692231" y="572070"/>
                </a:lnTo>
                <a:lnTo>
                  <a:pt x="700939" y="576424"/>
                </a:lnTo>
                <a:lnTo>
                  <a:pt x="741863" y="572070"/>
                </a:lnTo>
                <a:lnTo>
                  <a:pt x="773209" y="566846"/>
                </a:lnTo>
                <a:lnTo>
                  <a:pt x="780175" y="566846"/>
                </a:lnTo>
                <a:lnTo>
                  <a:pt x="801073" y="567717"/>
                </a:lnTo>
                <a:lnTo>
                  <a:pt x="811522" y="569458"/>
                </a:lnTo>
                <a:lnTo>
                  <a:pt x="821970" y="573812"/>
                </a:lnTo>
                <a:lnTo>
                  <a:pt x="831548" y="580778"/>
                </a:lnTo>
                <a:lnTo>
                  <a:pt x="852445" y="599063"/>
                </a:lnTo>
                <a:lnTo>
                  <a:pt x="859412" y="602546"/>
                </a:lnTo>
                <a:lnTo>
                  <a:pt x="866377" y="605158"/>
                </a:lnTo>
                <a:lnTo>
                  <a:pt x="882921" y="606900"/>
                </a:lnTo>
                <a:lnTo>
                  <a:pt x="903819" y="606029"/>
                </a:lnTo>
                <a:lnTo>
                  <a:pt x="916009" y="604287"/>
                </a:lnTo>
                <a:lnTo>
                  <a:pt x="929941" y="599934"/>
                </a:lnTo>
                <a:lnTo>
                  <a:pt x="930811" y="590356"/>
                </a:lnTo>
                <a:lnTo>
                  <a:pt x="938648" y="552914"/>
                </a:lnTo>
                <a:lnTo>
                  <a:pt x="941260" y="533758"/>
                </a:lnTo>
                <a:lnTo>
                  <a:pt x="948226" y="507636"/>
                </a:lnTo>
                <a:lnTo>
                  <a:pt x="948226" y="500670"/>
                </a:lnTo>
                <a:lnTo>
                  <a:pt x="946485" y="494575"/>
                </a:lnTo>
                <a:lnTo>
                  <a:pt x="942131" y="489351"/>
                </a:lnTo>
                <a:lnTo>
                  <a:pt x="935165" y="484997"/>
                </a:lnTo>
                <a:lnTo>
                  <a:pt x="917750" y="478031"/>
                </a:lnTo>
                <a:lnTo>
                  <a:pt x="900336" y="474548"/>
                </a:lnTo>
                <a:lnTo>
                  <a:pt x="893370" y="472807"/>
                </a:lnTo>
                <a:lnTo>
                  <a:pt x="887275" y="469324"/>
                </a:lnTo>
                <a:lnTo>
                  <a:pt x="882051" y="464100"/>
                </a:lnTo>
                <a:lnTo>
                  <a:pt x="876826" y="458875"/>
                </a:lnTo>
                <a:lnTo>
                  <a:pt x="869860" y="449297"/>
                </a:lnTo>
                <a:lnTo>
                  <a:pt x="862024" y="440590"/>
                </a:lnTo>
                <a:lnTo>
                  <a:pt x="845480" y="412726"/>
                </a:lnTo>
                <a:lnTo>
                  <a:pt x="831548" y="396183"/>
                </a:lnTo>
                <a:lnTo>
                  <a:pt x="826324" y="385734"/>
                </a:lnTo>
                <a:lnTo>
                  <a:pt x="818487" y="370931"/>
                </a:lnTo>
                <a:lnTo>
                  <a:pt x="792365" y="382251"/>
                </a:lnTo>
                <a:lnTo>
                  <a:pt x="769726" y="389217"/>
                </a:lnTo>
                <a:lnTo>
                  <a:pt x="760148" y="390087"/>
                </a:lnTo>
                <a:lnTo>
                  <a:pt x="754053" y="389217"/>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4" name="Freeform: Shape 53">
            <a:extLst>
              <a:ext uri="{FF2B5EF4-FFF2-40B4-BE49-F238E27FC236}">
                <a16:creationId xmlns:a16="http://schemas.microsoft.com/office/drawing/2014/main" id="{087073DA-FCB0-DDC3-115A-6C7036248926}"/>
              </a:ext>
            </a:extLst>
          </p:cNvPr>
          <p:cNvSpPr>
            <a:spLocks noGrp="1"/>
          </p:cNvSpPr>
          <p:nvPr/>
        </p:nvSpPr>
        <p:spPr>
          <a:xfrm>
            <a:off x="8328617" y="3987841"/>
            <a:ext cx="79895" cy="146376"/>
          </a:xfrm>
          <a:custGeom>
            <a:avLst/>
            <a:gdLst>
              <a:gd name="connsiteX0" fmla="*/ 77495 w 80107"/>
              <a:gd name="connsiteY0" fmla="*/ 1741 h 145412"/>
              <a:gd name="connsiteX1" fmla="*/ 76624 w 80107"/>
              <a:gd name="connsiteY1" fmla="*/ 7837 h 145412"/>
              <a:gd name="connsiteX2" fmla="*/ 72271 w 80107"/>
              <a:gd name="connsiteY2" fmla="*/ 15673 h 145412"/>
              <a:gd name="connsiteX3" fmla="*/ 70530 w 80107"/>
              <a:gd name="connsiteY3" fmla="*/ 20027 h 145412"/>
              <a:gd name="connsiteX4" fmla="*/ 74012 w 80107"/>
              <a:gd name="connsiteY4" fmla="*/ 36571 h 145412"/>
              <a:gd name="connsiteX5" fmla="*/ 74012 w 80107"/>
              <a:gd name="connsiteY5" fmla="*/ 41795 h 145412"/>
              <a:gd name="connsiteX6" fmla="*/ 74012 w 80107"/>
              <a:gd name="connsiteY6" fmla="*/ 53985 h 145412"/>
              <a:gd name="connsiteX7" fmla="*/ 75754 w 80107"/>
              <a:gd name="connsiteY7" fmla="*/ 58339 h 145412"/>
              <a:gd name="connsiteX8" fmla="*/ 80107 w 80107"/>
              <a:gd name="connsiteY8" fmla="*/ 64434 h 145412"/>
              <a:gd name="connsiteX9" fmla="*/ 78366 w 80107"/>
              <a:gd name="connsiteY9" fmla="*/ 70529 h 145412"/>
              <a:gd name="connsiteX10" fmla="*/ 77495 w 80107"/>
              <a:gd name="connsiteY10" fmla="*/ 83590 h 145412"/>
              <a:gd name="connsiteX11" fmla="*/ 75754 w 80107"/>
              <a:gd name="connsiteY11" fmla="*/ 90556 h 145412"/>
              <a:gd name="connsiteX12" fmla="*/ 66176 w 80107"/>
              <a:gd name="connsiteY12" fmla="*/ 109712 h 145412"/>
              <a:gd name="connsiteX13" fmla="*/ 58339 w 80107"/>
              <a:gd name="connsiteY13" fmla="*/ 116678 h 145412"/>
              <a:gd name="connsiteX14" fmla="*/ 57469 w 80107"/>
              <a:gd name="connsiteY14" fmla="*/ 120161 h 145412"/>
              <a:gd name="connsiteX15" fmla="*/ 58339 w 80107"/>
              <a:gd name="connsiteY15" fmla="*/ 125385 h 145412"/>
              <a:gd name="connsiteX16" fmla="*/ 61822 w 80107"/>
              <a:gd name="connsiteY16" fmla="*/ 131480 h 145412"/>
              <a:gd name="connsiteX17" fmla="*/ 62693 w 80107"/>
              <a:gd name="connsiteY17" fmla="*/ 135834 h 145412"/>
              <a:gd name="connsiteX18" fmla="*/ 62693 w 80107"/>
              <a:gd name="connsiteY18" fmla="*/ 145412 h 145412"/>
              <a:gd name="connsiteX19" fmla="*/ 28734 w 80107"/>
              <a:gd name="connsiteY19" fmla="*/ 139317 h 145412"/>
              <a:gd name="connsiteX20" fmla="*/ 22639 w 80107"/>
              <a:gd name="connsiteY20" fmla="*/ 136705 h 145412"/>
              <a:gd name="connsiteX21" fmla="*/ 17415 w 80107"/>
              <a:gd name="connsiteY21" fmla="*/ 132351 h 145412"/>
              <a:gd name="connsiteX22" fmla="*/ 8707 w 80107"/>
              <a:gd name="connsiteY22" fmla="*/ 119290 h 145412"/>
              <a:gd name="connsiteX23" fmla="*/ 6095 w 80107"/>
              <a:gd name="connsiteY23" fmla="*/ 102746 h 145412"/>
              <a:gd name="connsiteX24" fmla="*/ 871 w 80107"/>
              <a:gd name="connsiteY24" fmla="*/ 86202 h 145412"/>
              <a:gd name="connsiteX25" fmla="*/ 0 w 80107"/>
              <a:gd name="connsiteY25" fmla="*/ 78366 h 145412"/>
              <a:gd name="connsiteX26" fmla="*/ 871 w 80107"/>
              <a:gd name="connsiteY26" fmla="*/ 67917 h 145412"/>
              <a:gd name="connsiteX27" fmla="*/ 4354 w 80107"/>
              <a:gd name="connsiteY27" fmla="*/ 54856 h 145412"/>
              <a:gd name="connsiteX28" fmla="*/ 10449 w 80107"/>
              <a:gd name="connsiteY28" fmla="*/ 37441 h 145412"/>
              <a:gd name="connsiteX29" fmla="*/ 14803 w 80107"/>
              <a:gd name="connsiteY29" fmla="*/ 30476 h 145412"/>
              <a:gd name="connsiteX30" fmla="*/ 22639 w 80107"/>
              <a:gd name="connsiteY30" fmla="*/ 19156 h 145412"/>
              <a:gd name="connsiteX31" fmla="*/ 41795 w 80107"/>
              <a:gd name="connsiteY31" fmla="*/ 0 h 145412"/>
              <a:gd name="connsiteX32" fmla="*/ 77495 w 80107"/>
              <a:gd name="connsiteY32" fmla="*/ 1741 h 145412"/>
            </a:gdLst>
            <a:ahLst/>
            <a:cxnLst/>
            <a:rect l="l" t="t" r="r" b="b"/>
            <a:pathLst>
              <a:path w="80107" h="145412">
                <a:moveTo>
                  <a:pt x="77495" y="1741"/>
                </a:moveTo>
                <a:lnTo>
                  <a:pt x="76624" y="7837"/>
                </a:lnTo>
                <a:lnTo>
                  <a:pt x="72271" y="15673"/>
                </a:lnTo>
                <a:lnTo>
                  <a:pt x="70530" y="20027"/>
                </a:lnTo>
                <a:lnTo>
                  <a:pt x="74012" y="36571"/>
                </a:lnTo>
                <a:lnTo>
                  <a:pt x="74012" y="41795"/>
                </a:lnTo>
                <a:lnTo>
                  <a:pt x="74012" y="53985"/>
                </a:lnTo>
                <a:lnTo>
                  <a:pt x="75754" y="58339"/>
                </a:lnTo>
                <a:lnTo>
                  <a:pt x="80107" y="64434"/>
                </a:lnTo>
                <a:lnTo>
                  <a:pt x="78366" y="70529"/>
                </a:lnTo>
                <a:lnTo>
                  <a:pt x="77495" y="83590"/>
                </a:lnTo>
                <a:lnTo>
                  <a:pt x="75754" y="90556"/>
                </a:lnTo>
                <a:lnTo>
                  <a:pt x="66176" y="109712"/>
                </a:lnTo>
                <a:lnTo>
                  <a:pt x="58339" y="116678"/>
                </a:lnTo>
                <a:lnTo>
                  <a:pt x="57469" y="120161"/>
                </a:lnTo>
                <a:lnTo>
                  <a:pt x="58339" y="125385"/>
                </a:lnTo>
                <a:lnTo>
                  <a:pt x="61822" y="131480"/>
                </a:lnTo>
                <a:lnTo>
                  <a:pt x="62693" y="135834"/>
                </a:lnTo>
                <a:lnTo>
                  <a:pt x="62693" y="145412"/>
                </a:lnTo>
                <a:lnTo>
                  <a:pt x="28734" y="139317"/>
                </a:lnTo>
                <a:lnTo>
                  <a:pt x="22639" y="136705"/>
                </a:lnTo>
                <a:lnTo>
                  <a:pt x="17415" y="132351"/>
                </a:lnTo>
                <a:lnTo>
                  <a:pt x="8707" y="119290"/>
                </a:lnTo>
                <a:lnTo>
                  <a:pt x="6095" y="102746"/>
                </a:lnTo>
                <a:lnTo>
                  <a:pt x="871" y="86202"/>
                </a:lnTo>
                <a:lnTo>
                  <a:pt x="0" y="78366"/>
                </a:lnTo>
                <a:lnTo>
                  <a:pt x="871" y="67917"/>
                </a:lnTo>
                <a:lnTo>
                  <a:pt x="4354" y="54856"/>
                </a:lnTo>
                <a:lnTo>
                  <a:pt x="10449" y="37441"/>
                </a:lnTo>
                <a:lnTo>
                  <a:pt x="14803" y="30476"/>
                </a:lnTo>
                <a:lnTo>
                  <a:pt x="22639" y="19156"/>
                </a:lnTo>
                <a:lnTo>
                  <a:pt x="41795" y="0"/>
                </a:lnTo>
                <a:lnTo>
                  <a:pt x="77495" y="1741"/>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solidFill>
                <a:schemeClr val="accent2">
                  <a:lumMod val="50000"/>
                </a:schemeClr>
              </a:solidFill>
              <a:latin typeface="Montserrat Medium"/>
              <a:ea typeface="Montserrat Medium"/>
              <a:cs typeface="Montserrat Medium"/>
            </a:endParaRPr>
          </a:p>
        </p:txBody>
      </p:sp>
      <p:sp>
        <p:nvSpPr>
          <p:cNvPr id="55" name="Freeform: Shape 54">
            <a:extLst>
              <a:ext uri="{FF2B5EF4-FFF2-40B4-BE49-F238E27FC236}">
                <a16:creationId xmlns:a16="http://schemas.microsoft.com/office/drawing/2014/main" id="{06BF71A1-655B-051E-B31C-D8CCAB992352}"/>
              </a:ext>
            </a:extLst>
          </p:cNvPr>
          <p:cNvSpPr>
            <a:spLocks noGrp="1"/>
          </p:cNvSpPr>
          <p:nvPr/>
        </p:nvSpPr>
        <p:spPr>
          <a:xfrm>
            <a:off x="7832743" y="3850230"/>
            <a:ext cx="329133" cy="252432"/>
          </a:xfrm>
          <a:custGeom>
            <a:avLst/>
            <a:gdLst>
              <a:gd name="connsiteX0" fmla="*/ 135834 w 330006"/>
              <a:gd name="connsiteY0" fmla="*/ 33088 h 250770"/>
              <a:gd name="connsiteX1" fmla="*/ 141929 w 330006"/>
              <a:gd name="connsiteY1" fmla="*/ 33958 h 250770"/>
              <a:gd name="connsiteX2" fmla="*/ 151507 w 330006"/>
              <a:gd name="connsiteY2" fmla="*/ 33088 h 250770"/>
              <a:gd name="connsiteX3" fmla="*/ 174146 w 330006"/>
              <a:gd name="connsiteY3" fmla="*/ 26122 h 250770"/>
              <a:gd name="connsiteX4" fmla="*/ 200268 w 330006"/>
              <a:gd name="connsiteY4" fmla="*/ 14802 h 250770"/>
              <a:gd name="connsiteX5" fmla="*/ 208104 w 330006"/>
              <a:gd name="connsiteY5" fmla="*/ 29605 h 250770"/>
              <a:gd name="connsiteX6" fmla="*/ 213329 w 330006"/>
              <a:gd name="connsiteY6" fmla="*/ 40054 h 250770"/>
              <a:gd name="connsiteX7" fmla="*/ 227261 w 330006"/>
              <a:gd name="connsiteY7" fmla="*/ 56598 h 250770"/>
              <a:gd name="connsiteX8" fmla="*/ 243805 w 330006"/>
              <a:gd name="connsiteY8" fmla="*/ 84461 h 250770"/>
              <a:gd name="connsiteX9" fmla="*/ 251641 w 330006"/>
              <a:gd name="connsiteY9" fmla="*/ 93168 h 250770"/>
              <a:gd name="connsiteX10" fmla="*/ 258607 w 330006"/>
              <a:gd name="connsiteY10" fmla="*/ 102746 h 250770"/>
              <a:gd name="connsiteX11" fmla="*/ 263831 w 330006"/>
              <a:gd name="connsiteY11" fmla="*/ 107971 h 250770"/>
              <a:gd name="connsiteX12" fmla="*/ 269056 w 330006"/>
              <a:gd name="connsiteY12" fmla="*/ 113195 h 250770"/>
              <a:gd name="connsiteX13" fmla="*/ 275151 w 330006"/>
              <a:gd name="connsiteY13" fmla="*/ 116678 h 250770"/>
              <a:gd name="connsiteX14" fmla="*/ 282117 w 330006"/>
              <a:gd name="connsiteY14" fmla="*/ 118419 h 250770"/>
              <a:gd name="connsiteX15" fmla="*/ 299531 w 330006"/>
              <a:gd name="connsiteY15" fmla="*/ 121902 h 250770"/>
              <a:gd name="connsiteX16" fmla="*/ 316946 w 330006"/>
              <a:gd name="connsiteY16" fmla="*/ 128868 h 250770"/>
              <a:gd name="connsiteX17" fmla="*/ 323912 w 330006"/>
              <a:gd name="connsiteY17" fmla="*/ 133222 h 250770"/>
              <a:gd name="connsiteX18" fmla="*/ 328266 w 330006"/>
              <a:gd name="connsiteY18" fmla="*/ 138446 h 250770"/>
              <a:gd name="connsiteX19" fmla="*/ 330007 w 330006"/>
              <a:gd name="connsiteY19" fmla="*/ 144541 h 250770"/>
              <a:gd name="connsiteX20" fmla="*/ 330007 w 330006"/>
              <a:gd name="connsiteY20" fmla="*/ 151507 h 250770"/>
              <a:gd name="connsiteX21" fmla="*/ 323041 w 330006"/>
              <a:gd name="connsiteY21" fmla="*/ 177629 h 250770"/>
              <a:gd name="connsiteX22" fmla="*/ 320429 w 330006"/>
              <a:gd name="connsiteY22" fmla="*/ 196785 h 250770"/>
              <a:gd name="connsiteX23" fmla="*/ 312592 w 330006"/>
              <a:gd name="connsiteY23" fmla="*/ 234227 h 250770"/>
              <a:gd name="connsiteX24" fmla="*/ 311722 w 330006"/>
              <a:gd name="connsiteY24" fmla="*/ 243805 h 250770"/>
              <a:gd name="connsiteX25" fmla="*/ 297790 w 330006"/>
              <a:gd name="connsiteY25" fmla="*/ 248158 h 250770"/>
              <a:gd name="connsiteX26" fmla="*/ 285600 w 330006"/>
              <a:gd name="connsiteY26" fmla="*/ 249900 h 250770"/>
              <a:gd name="connsiteX27" fmla="*/ 264702 w 330006"/>
              <a:gd name="connsiteY27" fmla="*/ 250771 h 250770"/>
              <a:gd name="connsiteX28" fmla="*/ 248158 w 330006"/>
              <a:gd name="connsiteY28" fmla="*/ 249029 h 250770"/>
              <a:gd name="connsiteX29" fmla="*/ 241193 w 330006"/>
              <a:gd name="connsiteY29" fmla="*/ 246417 h 250770"/>
              <a:gd name="connsiteX30" fmla="*/ 234226 w 330006"/>
              <a:gd name="connsiteY30" fmla="*/ 242934 h 250770"/>
              <a:gd name="connsiteX31" fmla="*/ 213329 w 330006"/>
              <a:gd name="connsiteY31" fmla="*/ 224649 h 250770"/>
              <a:gd name="connsiteX32" fmla="*/ 203751 w 330006"/>
              <a:gd name="connsiteY32" fmla="*/ 217683 h 250770"/>
              <a:gd name="connsiteX33" fmla="*/ 193302 w 330006"/>
              <a:gd name="connsiteY33" fmla="*/ 213329 h 250770"/>
              <a:gd name="connsiteX34" fmla="*/ 182854 w 330006"/>
              <a:gd name="connsiteY34" fmla="*/ 211588 h 250770"/>
              <a:gd name="connsiteX35" fmla="*/ 161956 w 330006"/>
              <a:gd name="connsiteY35" fmla="*/ 210717 h 250770"/>
              <a:gd name="connsiteX36" fmla="*/ 154990 w 330006"/>
              <a:gd name="connsiteY36" fmla="*/ 210717 h 250770"/>
              <a:gd name="connsiteX37" fmla="*/ 123644 w 330006"/>
              <a:gd name="connsiteY37" fmla="*/ 215941 h 250770"/>
              <a:gd name="connsiteX38" fmla="*/ 82719 w 330006"/>
              <a:gd name="connsiteY38" fmla="*/ 220295 h 250770"/>
              <a:gd name="connsiteX39" fmla="*/ 74012 w 330006"/>
              <a:gd name="connsiteY39" fmla="*/ 215941 h 250770"/>
              <a:gd name="connsiteX40" fmla="*/ 51373 w 330006"/>
              <a:gd name="connsiteY40" fmla="*/ 210717 h 250770"/>
              <a:gd name="connsiteX41" fmla="*/ 44407 w 330006"/>
              <a:gd name="connsiteY41" fmla="*/ 206363 h 250770"/>
              <a:gd name="connsiteX42" fmla="*/ 42666 w 330006"/>
              <a:gd name="connsiteY42" fmla="*/ 203751 h 250770"/>
              <a:gd name="connsiteX43" fmla="*/ 40053 w 330006"/>
              <a:gd name="connsiteY43" fmla="*/ 196785 h 250770"/>
              <a:gd name="connsiteX44" fmla="*/ 38312 w 330006"/>
              <a:gd name="connsiteY44" fmla="*/ 189819 h 250770"/>
              <a:gd name="connsiteX45" fmla="*/ 38312 w 330006"/>
              <a:gd name="connsiteY45" fmla="*/ 158473 h 250770"/>
              <a:gd name="connsiteX46" fmla="*/ 34829 w 330006"/>
              <a:gd name="connsiteY46" fmla="*/ 144541 h 250770"/>
              <a:gd name="connsiteX47" fmla="*/ 30476 w 330006"/>
              <a:gd name="connsiteY47" fmla="*/ 132351 h 250770"/>
              <a:gd name="connsiteX48" fmla="*/ 26992 w 330006"/>
              <a:gd name="connsiteY48" fmla="*/ 126256 h 250770"/>
              <a:gd name="connsiteX49" fmla="*/ 20027 w 330006"/>
              <a:gd name="connsiteY49" fmla="*/ 117549 h 250770"/>
              <a:gd name="connsiteX50" fmla="*/ 17415 w 330006"/>
              <a:gd name="connsiteY50" fmla="*/ 64434 h 250770"/>
              <a:gd name="connsiteX51" fmla="*/ 9578 w 330006"/>
              <a:gd name="connsiteY51" fmla="*/ 37441 h 250770"/>
              <a:gd name="connsiteX52" fmla="*/ 5224 w 330006"/>
              <a:gd name="connsiteY52" fmla="*/ 18285 h 250770"/>
              <a:gd name="connsiteX53" fmla="*/ 0 w 330006"/>
              <a:gd name="connsiteY53" fmla="*/ 0 h 250770"/>
              <a:gd name="connsiteX54" fmla="*/ 63563 w 330006"/>
              <a:gd name="connsiteY54" fmla="*/ 12190 h 250770"/>
              <a:gd name="connsiteX55" fmla="*/ 90556 w 330006"/>
              <a:gd name="connsiteY55" fmla="*/ 19156 h 250770"/>
              <a:gd name="connsiteX56" fmla="*/ 113195 w 330006"/>
              <a:gd name="connsiteY56" fmla="*/ 23510 h 250770"/>
              <a:gd name="connsiteX57" fmla="*/ 120161 w 330006"/>
              <a:gd name="connsiteY57" fmla="*/ 26122 h 250770"/>
              <a:gd name="connsiteX58" fmla="*/ 135834 w 330006"/>
              <a:gd name="connsiteY58" fmla="*/ 33088 h 250770"/>
            </a:gdLst>
            <a:ahLst/>
            <a:cxnLst/>
            <a:rect l="l" t="t" r="r" b="b"/>
            <a:pathLst>
              <a:path w="330006" h="250770">
                <a:moveTo>
                  <a:pt x="135834" y="33088"/>
                </a:moveTo>
                <a:lnTo>
                  <a:pt x="141929" y="33958"/>
                </a:lnTo>
                <a:lnTo>
                  <a:pt x="151507" y="33088"/>
                </a:lnTo>
                <a:lnTo>
                  <a:pt x="174146" y="26122"/>
                </a:lnTo>
                <a:lnTo>
                  <a:pt x="200268" y="14802"/>
                </a:lnTo>
                <a:lnTo>
                  <a:pt x="208104" y="29605"/>
                </a:lnTo>
                <a:lnTo>
                  <a:pt x="213329" y="40054"/>
                </a:lnTo>
                <a:lnTo>
                  <a:pt x="227261" y="56598"/>
                </a:lnTo>
                <a:lnTo>
                  <a:pt x="243805" y="84461"/>
                </a:lnTo>
                <a:lnTo>
                  <a:pt x="251641" y="93168"/>
                </a:lnTo>
                <a:lnTo>
                  <a:pt x="258607" y="102746"/>
                </a:lnTo>
                <a:lnTo>
                  <a:pt x="263831" y="107971"/>
                </a:lnTo>
                <a:lnTo>
                  <a:pt x="269056" y="113195"/>
                </a:lnTo>
                <a:lnTo>
                  <a:pt x="275151" y="116678"/>
                </a:lnTo>
                <a:lnTo>
                  <a:pt x="282117" y="118419"/>
                </a:lnTo>
                <a:lnTo>
                  <a:pt x="299531" y="121902"/>
                </a:lnTo>
                <a:lnTo>
                  <a:pt x="316946" y="128868"/>
                </a:lnTo>
                <a:lnTo>
                  <a:pt x="323912" y="133222"/>
                </a:lnTo>
                <a:lnTo>
                  <a:pt x="328266" y="138446"/>
                </a:lnTo>
                <a:lnTo>
                  <a:pt x="330007" y="144541"/>
                </a:lnTo>
                <a:lnTo>
                  <a:pt x="330007" y="151507"/>
                </a:lnTo>
                <a:lnTo>
                  <a:pt x="323041" y="177629"/>
                </a:lnTo>
                <a:lnTo>
                  <a:pt x="320429" y="196785"/>
                </a:lnTo>
                <a:lnTo>
                  <a:pt x="312592" y="234227"/>
                </a:lnTo>
                <a:lnTo>
                  <a:pt x="311722" y="243805"/>
                </a:lnTo>
                <a:lnTo>
                  <a:pt x="297790" y="248158"/>
                </a:lnTo>
                <a:lnTo>
                  <a:pt x="285600" y="249900"/>
                </a:lnTo>
                <a:lnTo>
                  <a:pt x="264702" y="250771"/>
                </a:lnTo>
                <a:lnTo>
                  <a:pt x="248158" y="249029"/>
                </a:lnTo>
                <a:lnTo>
                  <a:pt x="241193" y="246417"/>
                </a:lnTo>
                <a:lnTo>
                  <a:pt x="234226" y="242934"/>
                </a:lnTo>
                <a:lnTo>
                  <a:pt x="213329" y="224649"/>
                </a:lnTo>
                <a:lnTo>
                  <a:pt x="203751" y="217683"/>
                </a:lnTo>
                <a:lnTo>
                  <a:pt x="193302" y="213329"/>
                </a:lnTo>
                <a:lnTo>
                  <a:pt x="182854" y="211588"/>
                </a:lnTo>
                <a:lnTo>
                  <a:pt x="161956" y="210717"/>
                </a:lnTo>
                <a:lnTo>
                  <a:pt x="154990" y="210717"/>
                </a:lnTo>
                <a:lnTo>
                  <a:pt x="123644" y="215941"/>
                </a:lnTo>
                <a:lnTo>
                  <a:pt x="82719" y="220295"/>
                </a:lnTo>
                <a:lnTo>
                  <a:pt x="74012" y="215941"/>
                </a:lnTo>
                <a:lnTo>
                  <a:pt x="51373" y="210717"/>
                </a:lnTo>
                <a:lnTo>
                  <a:pt x="44407" y="206363"/>
                </a:lnTo>
                <a:lnTo>
                  <a:pt x="42666" y="203751"/>
                </a:lnTo>
                <a:lnTo>
                  <a:pt x="40053" y="196785"/>
                </a:lnTo>
                <a:lnTo>
                  <a:pt x="38312" y="189819"/>
                </a:lnTo>
                <a:lnTo>
                  <a:pt x="38312" y="158473"/>
                </a:lnTo>
                <a:lnTo>
                  <a:pt x="34829" y="144541"/>
                </a:lnTo>
                <a:lnTo>
                  <a:pt x="30476" y="132351"/>
                </a:lnTo>
                <a:lnTo>
                  <a:pt x="26992" y="126256"/>
                </a:lnTo>
                <a:lnTo>
                  <a:pt x="20027" y="117549"/>
                </a:lnTo>
                <a:lnTo>
                  <a:pt x="17415" y="64434"/>
                </a:lnTo>
                <a:lnTo>
                  <a:pt x="9578" y="37441"/>
                </a:lnTo>
                <a:lnTo>
                  <a:pt x="5224" y="18285"/>
                </a:lnTo>
                <a:lnTo>
                  <a:pt x="0" y="0"/>
                </a:lnTo>
                <a:lnTo>
                  <a:pt x="63563" y="12190"/>
                </a:lnTo>
                <a:lnTo>
                  <a:pt x="90556" y="19156"/>
                </a:lnTo>
                <a:lnTo>
                  <a:pt x="113195" y="23510"/>
                </a:lnTo>
                <a:lnTo>
                  <a:pt x="120161" y="26122"/>
                </a:lnTo>
                <a:lnTo>
                  <a:pt x="135834" y="33088"/>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6" name="Freeform: Shape 55">
            <a:extLst>
              <a:ext uri="{FF2B5EF4-FFF2-40B4-BE49-F238E27FC236}">
                <a16:creationId xmlns:a16="http://schemas.microsoft.com/office/drawing/2014/main" id="{DD47B883-9C69-15CB-1243-45599FAC4724}"/>
              </a:ext>
            </a:extLst>
          </p:cNvPr>
          <p:cNvSpPr>
            <a:spLocks noGrp="1"/>
          </p:cNvSpPr>
          <p:nvPr/>
        </p:nvSpPr>
        <p:spPr>
          <a:xfrm>
            <a:off x="9387233" y="3007033"/>
            <a:ext cx="2095522" cy="1628544"/>
          </a:xfrm>
          <a:custGeom>
            <a:avLst/>
            <a:gdLst>
              <a:gd name="connsiteX0" fmla="*/ 1203351 w 2101074"/>
              <a:gd name="connsiteY0" fmla="*/ 1617818 h 1617818"/>
              <a:gd name="connsiteX1" fmla="*/ 1180711 w 2101074"/>
              <a:gd name="connsiteY1" fmla="*/ 1591696 h 1617818"/>
              <a:gd name="connsiteX2" fmla="*/ 1125855 w 2101074"/>
              <a:gd name="connsiteY2" fmla="*/ 1501140 h 1617818"/>
              <a:gd name="connsiteX3" fmla="*/ 1121502 w 2101074"/>
              <a:gd name="connsiteY3" fmla="*/ 1496787 h 1617818"/>
              <a:gd name="connsiteX4" fmla="*/ 1117148 w 2101074"/>
              <a:gd name="connsiteY4" fmla="*/ 1493304 h 1617818"/>
              <a:gd name="connsiteX5" fmla="*/ 1112794 w 2101074"/>
              <a:gd name="connsiteY5" fmla="*/ 1491562 h 1617818"/>
              <a:gd name="connsiteX6" fmla="*/ 997858 w 2101074"/>
              <a:gd name="connsiteY6" fmla="*/ 1496787 h 1617818"/>
              <a:gd name="connsiteX7" fmla="*/ 946485 w 2101074"/>
              <a:gd name="connsiteY7" fmla="*/ 1507235 h 1617818"/>
              <a:gd name="connsiteX8" fmla="*/ 821970 w 2101074"/>
              <a:gd name="connsiteY8" fmla="*/ 1511589 h 1617818"/>
              <a:gd name="connsiteX9" fmla="*/ 798461 w 2101074"/>
              <a:gd name="connsiteY9" fmla="*/ 1518555 h 1617818"/>
              <a:gd name="connsiteX10" fmla="*/ 752311 w 2101074"/>
              <a:gd name="connsiteY10" fmla="*/ 1542065 h 1617818"/>
              <a:gd name="connsiteX11" fmla="*/ 720095 w 2101074"/>
              <a:gd name="connsiteY11" fmla="*/ 1481984 h 1617818"/>
              <a:gd name="connsiteX12" fmla="*/ 704421 w 2101074"/>
              <a:gd name="connsiteY12" fmla="*/ 1457604 h 1617818"/>
              <a:gd name="connsiteX13" fmla="*/ 696585 w 2101074"/>
              <a:gd name="connsiteY13" fmla="*/ 1448897 h 1617818"/>
              <a:gd name="connsiteX14" fmla="*/ 687878 w 2101074"/>
              <a:gd name="connsiteY14" fmla="*/ 1441060 h 1617818"/>
              <a:gd name="connsiteX15" fmla="*/ 680041 w 2101074"/>
              <a:gd name="connsiteY15" fmla="*/ 1435836 h 1617818"/>
              <a:gd name="connsiteX16" fmla="*/ 672205 w 2101074"/>
              <a:gd name="connsiteY16" fmla="*/ 1430611 h 1617818"/>
              <a:gd name="connsiteX17" fmla="*/ 641729 w 2101074"/>
              <a:gd name="connsiteY17" fmla="*/ 1418421 h 1617818"/>
              <a:gd name="connsiteX18" fmla="*/ 636504 w 2101074"/>
              <a:gd name="connsiteY18" fmla="*/ 1415809 h 1617818"/>
              <a:gd name="connsiteX19" fmla="*/ 633022 w 2101074"/>
              <a:gd name="connsiteY19" fmla="*/ 1411455 h 1617818"/>
              <a:gd name="connsiteX20" fmla="*/ 629539 w 2101074"/>
              <a:gd name="connsiteY20" fmla="*/ 1405360 h 1617818"/>
              <a:gd name="connsiteX21" fmla="*/ 626926 w 2101074"/>
              <a:gd name="connsiteY21" fmla="*/ 1397523 h 1617818"/>
              <a:gd name="connsiteX22" fmla="*/ 625185 w 2101074"/>
              <a:gd name="connsiteY22" fmla="*/ 1387945 h 1617818"/>
              <a:gd name="connsiteX23" fmla="*/ 626055 w 2101074"/>
              <a:gd name="connsiteY23" fmla="*/ 1355728 h 1617818"/>
              <a:gd name="connsiteX24" fmla="*/ 635634 w 2101074"/>
              <a:gd name="connsiteY24" fmla="*/ 1283458 h 1617818"/>
              <a:gd name="connsiteX25" fmla="*/ 633022 w 2101074"/>
              <a:gd name="connsiteY25" fmla="*/ 1273009 h 1617818"/>
              <a:gd name="connsiteX26" fmla="*/ 629539 w 2101074"/>
              <a:gd name="connsiteY26" fmla="*/ 1268655 h 1617818"/>
              <a:gd name="connsiteX27" fmla="*/ 623443 w 2101074"/>
              <a:gd name="connsiteY27" fmla="*/ 1263431 h 1617818"/>
              <a:gd name="connsiteX28" fmla="*/ 576424 w 2101074"/>
              <a:gd name="connsiteY28" fmla="*/ 1237309 h 1617818"/>
              <a:gd name="connsiteX29" fmla="*/ 452780 w 2101074"/>
              <a:gd name="connsiteY29" fmla="*/ 1138046 h 1617818"/>
              <a:gd name="connsiteX30" fmla="*/ 289083 w 2101074"/>
              <a:gd name="connsiteY30" fmla="*/ 1101475 h 1617818"/>
              <a:gd name="connsiteX31" fmla="*/ 236839 w 2101074"/>
              <a:gd name="connsiteY31" fmla="*/ 1077094 h 1617818"/>
              <a:gd name="connsiteX32" fmla="*/ 222036 w 2101074"/>
              <a:gd name="connsiteY32" fmla="*/ 1073611 h 1617818"/>
              <a:gd name="connsiteX33" fmla="*/ 214200 w 2101074"/>
              <a:gd name="connsiteY33" fmla="*/ 1073611 h 1617818"/>
              <a:gd name="connsiteX34" fmla="*/ 206363 w 2101074"/>
              <a:gd name="connsiteY34" fmla="*/ 1074482 h 1617818"/>
              <a:gd name="connsiteX35" fmla="*/ 197656 w 2101074"/>
              <a:gd name="connsiteY35" fmla="*/ 1077094 h 1617818"/>
              <a:gd name="connsiteX36" fmla="*/ 151507 w 2101074"/>
              <a:gd name="connsiteY36" fmla="*/ 1103216 h 1617818"/>
              <a:gd name="connsiteX37" fmla="*/ 154120 w 2101074"/>
              <a:gd name="connsiteY37" fmla="*/ 1054455 h 1617818"/>
              <a:gd name="connsiteX38" fmla="*/ 151507 w 2101074"/>
              <a:gd name="connsiteY38" fmla="*/ 1017885 h 1617818"/>
              <a:gd name="connsiteX39" fmla="*/ 140188 w 2101074"/>
              <a:gd name="connsiteY39" fmla="*/ 967382 h 1617818"/>
              <a:gd name="connsiteX40" fmla="*/ 128868 w 2101074"/>
              <a:gd name="connsiteY40" fmla="*/ 943872 h 1617818"/>
              <a:gd name="connsiteX41" fmla="*/ 125385 w 2101074"/>
              <a:gd name="connsiteY41" fmla="*/ 937777 h 1617818"/>
              <a:gd name="connsiteX42" fmla="*/ 111453 w 2101074"/>
              <a:gd name="connsiteY42" fmla="*/ 910785 h 1617818"/>
              <a:gd name="connsiteX43" fmla="*/ 104488 w 2101074"/>
              <a:gd name="connsiteY43" fmla="*/ 841126 h 1617818"/>
              <a:gd name="connsiteX44" fmla="*/ 108841 w 2101074"/>
              <a:gd name="connsiteY44" fmla="*/ 814134 h 1617818"/>
              <a:gd name="connsiteX45" fmla="*/ 114937 w 2101074"/>
              <a:gd name="connsiteY45" fmla="*/ 796719 h 1617818"/>
              <a:gd name="connsiteX46" fmla="*/ 115807 w 2101074"/>
              <a:gd name="connsiteY46" fmla="*/ 772338 h 1617818"/>
              <a:gd name="connsiteX47" fmla="*/ 112324 w 2101074"/>
              <a:gd name="connsiteY47" fmla="*/ 749699 h 1617818"/>
              <a:gd name="connsiteX48" fmla="*/ 107100 w 2101074"/>
              <a:gd name="connsiteY48" fmla="*/ 733156 h 1617818"/>
              <a:gd name="connsiteX49" fmla="*/ 90556 w 2101074"/>
              <a:gd name="connsiteY49" fmla="*/ 692231 h 1617818"/>
              <a:gd name="connsiteX50" fmla="*/ 38312 w 2101074"/>
              <a:gd name="connsiteY50" fmla="*/ 593839 h 1617818"/>
              <a:gd name="connsiteX51" fmla="*/ 27864 w 2101074"/>
              <a:gd name="connsiteY51" fmla="*/ 568587 h 1617818"/>
              <a:gd name="connsiteX52" fmla="*/ 23510 w 2101074"/>
              <a:gd name="connsiteY52" fmla="*/ 554656 h 1617818"/>
              <a:gd name="connsiteX53" fmla="*/ 33088 w 2101074"/>
              <a:gd name="connsiteY53" fmla="*/ 525051 h 1617818"/>
              <a:gd name="connsiteX54" fmla="*/ 33088 w 2101074"/>
              <a:gd name="connsiteY54" fmla="*/ 516344 h 1617818"/>
              <a:gd name="connsiteX55" fmla="*/ 31346 w 2101074"/>
              <a:gd name="connsiteY55" fmla="*/ 505895 h 1617818"/>
              <a:gd name="connsiteX56" fmla="*/ 21768 w 2101074"/>
              <a:gd name="connsiteY56" fmla="*/ 475419 h 1617818"/>
              <a:gd name="connsiteX57" fmla="*/ 13061 w 2101074"/>
              <a:gd name="connsiteY57" fmla="*/ 419692 h 1617818"/>
              <a:gd name="connsiteX58" fmla="*/ 12190 w 2101074"/>
              <a:gd name="connsiteY58" fmla="*/ 400536 h 1617818"/>
              <a:gd name="connsiteX59" fmla="*/ 18285 w 2101074"/>
              <a:gd name="connsiteY59" fmla="*/ 392700 h 1617818"/>
              <a:gd name="connsiteX60" fmla="*/ 21768 w 2101074"/>
              <a:gd name="connsiteY60" fmla="*/ 386605 h 1617818"/>
              <a:gd name="connsiteX61" fmla="*/ 20027 w 2101074"/>
              <a:gd name="connsiteY61" fmla="*/ 381380 h 1617818"/>
              <a:gd name="connsiteX62" fmla="*/ 0 w 2101074"/>
              <a:gd name="connsiteY62" fmla="*/ 350905 h 1617818"/>
              <a:gd name="connsiteX63" fmla="*/ 82719 w 2101074"/>
              <a:gd name="connsiteY63" fmla="*/ 314334 h 1617818"/>
              <a:gd name="connsiteX64" fmla="*/ 94039 w 2101074"/>
              <a:gd name="connsiteY64" fmla="*/ 311722 h 1617818"/>
              <a:gd name="connsiteX65" fmla="*/ 123644 w 2101074"/>
              <a:gd name="connsiteY65" fmla="*/ 315205 h 1617818"/>
              <a:gd name="connsiteX66" fmla="*/ 147153 w 2101074"/>
              <a:gd name="connsiteY66" fmla="*/ 328266 h 1617818"/>
              <a:gd name="connsiteX67" fmla="*/ 154990 w 2101074"/>
              <a:gd name="connsiteY67" fmla="*/ 330007 h 1617818"/>
              <a:gd name="connsiteX68" fmla="*/ 163697 w 2101074"/>
              <a:gd name="connsiteY68" fmla="*/ 329136 h 1617818"/>
              <a:gd name="connsiteX69" fmla="*/ 175888 w 2101074"/>
              <a:gd name="connsiteY69" fmla="*/ 325653 h 1617818"/>
              <a:gd name="connsiteX70" fmla="*/ 200268 w 2101074"/>
              <a:gd name="connsiteY70" fmla="*/ 313463 h 1617818"/>
              <a:gd name="connsiteX71" fmla="*/ 215941 w 2101074"/>
              <a:gd name="connsiteY71" fmla="*/ 298661 h 1617818"/>
              <a:gd name="connsiteX72" fmla="*/ 222036 w 2101074"/>
              <a:gd name="connsiteY72" fmla="*/ 294307 h 1617818"/>
              <a:gd name="connsiteX73" fmla="*/ 228132 w 2101074"/>
              <a:gd name="connsiteY73" fmla="*/ 291695 h 1617818"/>
              <a:gd name="connsiteX74" fmla="*/ 234226 w 2101074"/>
              <a:gd name="connsiteY74" fmla="*/ 289953 h 1617818"/>
              <a:gd name="connsiteX75" fmla="*/ 248158 w 2101074"/>
              <a:gd name="connsiteY75" fmla="*/ 289083 h 1617818"/>
              <a:gd name="connsiteX76" fmla="*/ 252512 w 2101074"/>
              <a:gd name="connsiteY76" fmla="*/ 286470 h 1617818"/>
              <a:gd name="connsiteX77" fmla="*/ 255124 w 2101074"/>
              <a:gd name="connsiteY77" fmla="*/ 276892 h 1617818"/>
              <a:gd name="connsiteX78" fmla="*/ 255995 w 2101074"/>
              <a:gd name="connsiteY78" fmla="*/ 262090 h 1617818"/>
              <a:gd name="connsiteX79" fmla="*/ 256866 w 2101074"/>
              <a:gd name="connsiteY79" fmla="*/ 255995 h 1617818"/>
              <a:gd name="connsiteX80" fmla="*/ 259478 w 2101074"/>
              <a:gd name="connsiteY80" fmla="*/ 248158 h 1617818"/>
              <a:gd name="connsiteX81" fmla="*/ 278634 w 2101074"/>
              <a:gd name="connsiteY81" fmla="*/ 210717 h 1617818"/>
              <a:gd name="connsiteX82" fmla="*/ 285600 w 2101074"/>
              <a:gd name="connsiteY82" fmla="*/ 200268 h 1617818"/>
              <a:gd name="connsiteX83" fmla="*/ 293437 w 2101074"/>
              <a:gd name="connsiteY83" fmla="*/ 191561 h 1617818"/>
              <a:gd name="connsiteX84" fmla="*/ 348292 w 2101074"/>
              <a:gd name="connsiteY84" fmla="*/ 149766 h 1617818"/>
              <a:gd name="connsiteX85" fmla="*/ 355258 w 2101074"/>
              <a:gd name="connsiteY85" fmla="*/ 140188 h 1617818"/>
              <a:gd name="connsiteX86" fmla="*/ 359612 w 2101074"/>
              <a:gd name="connsiteY86" fmla="*/ 134963 h 1617818"/>
              <a:gd name="connsiteX87" fmla="*/ 373543 w 2101074"/>
              <a:gd name="connsiteY87" fmla="*/ 125385 h 1617818"/>
              <a:gd name="connsiteX88" fmla="*/ 378768 w 2101074"/>
              <a:gd name="connsiteY88" fmla="*/ 120161 h 1617818"/>
              <a:gd name="connsiteX89" fmla="*/ 392700 w 2101074"/>
              <a:gd name="connsiteY89" fmla="*/ 108841 h 1617818"/>
              <a:gd name="connsiteX90" fmla="*/ 438848 w 2101074"/>
              <a:gd name="connsiteY90" fmla="*/ 83590 h 1617818"/>
              <a:gd name="connsiteX91" fmla="*/ 444943 w 2101074"/>
              <a:gd name="connsiteY91" fmla="*/ 82719 h 1617818"/>
              <a:gd name="connsiteX92" fmla="*/ 456263 w 2101074"/>
              <a:gd name="connsiteY92" fmla="*/ 84461 h 1617818"/>
              <a:gd name="connsiteX93" fmla="*/ 462358 w 2101074"/>
              <a:gd name="connsiteY93" fmla="*/ 84461 h 1617818"/>
              <a:gd name="connsiteX94" fmla="*/ 465841 w 2101074"/>
              <a:gd name="connsiteY94" fmla="*/ 82719 h 1617818"/>
              <a:gd name="connsiteX95" fmla="*/ 498929 w 2101074"/>
              <a:gd name="connsiteY95" fmla="*/ 49632 h 1617818"/>
              <a:gd name="connsiteX96" fmla="*/ 504153 w 2101074"/>
              <a:gd name="connsiteY96" fmla="*/ 46149 h 1617818"/>
              <a:gd name="connsiteX97" fmla="*/ 515473 w 2101074"/>
              <a:gd name="connsiteY97" fmla="*/ 42666 h 1617818"/>
              <a:gd name="connsiteX98" fmla="*/ 520697 w 2101074"/>
              <a:gd name="connsiteY98" fmla="*/ 40054 h 1617818"/>
              <a:gd name="connsiteX99" fmla="*/ 538112 w 2101074"/>
              <a:gd name="connsiteY99" fmla="*/ 22639 h 1617818"/>
              <a:gd name="connsiteX100" fmla="*/ 559880 w 2101074"/>
              <a:gd name="connsiteY100" fmla="*/ 8707 h 1617818"/>
              <a:gd name="connsiteX101" fmla="*/ 583390 w 2101074"/>
              <a:gd name="connsiteY101" fmla="*/ 0 h 1617818"/>
              <a:gd name="connsiteX102" fmla="*/ 596451 w 2101074"/>
              <a:gd name="connsiteY102" fmla="*/ 2612 h 1617818"/>
              <a:gd name="connsiteX103" fmla="*/ 620831 w 2101074"/>
              <a:gd name="connsiteY103" fmla="*/ 14802 h 1617818"/>
              <a:gd name="connsiteX104" fmla="*/ 633892 w 2101074"/>
              <a:gd name="connsiteY104" fmla="*/ 18285 h 1617818"/>
              <a:gd name="connsiteX105" fmla="*/ 684394 w 2101074"/>
              <a:gd name="connsiteY105" fmla="*/ 11319 h 1617818"/>
              <a:gd name="connsiteX106" fmla="*/ 709646 w 2101074"/>
              <a:gd name="connsiteY106" fmla="*/ 17415 h 1617818"/>
              <a:gd name="connsiteX107" fmla="*/ 775821 w 2101074"/>
              <a:gd name="connsiteY107" fmla="*/ 56598 h 1617818"/>
              <a:gd name="connsiteX108" fmla="*/ 780175 w 2101074"/>
              <a:gd name="connsiteY108" fmla="*/ 60951 h 1617818"/>
              <a:gd name="connsiteX109" fmla="*/ 783658 w 2101074"/>
              <a:gd name="connsiteY109" fmla="*/ 66176 h 1617818"/>
              <a:gd name="connsiteX110" fmla="*/ 789753 w 2101074"/>
              <a:gd name="connsiteY110" fmla="*/ 79237 h 1617818"/>
              <a:gd name="connsiteX111" fmla="*/ 793236 w 2101074"/>
              <a:gd name="connsiteY111" fmla="*/ 84461 h 1617818"/>
              <a:gd name="connsiteX112" fmla="*/ 833290 w 2101074"/>
              <a:gd name="connsiteY112" fmla="*/ 128868 h 1617818"/>
              <a:gd name="connsiteX113" fmla="*/ 875955 w 2101074"/>
              <a:gd name="connsiteY113" fmla="*/ 161085 h 1617818"/>
              <a:gd name="connsiteX114" fmla="*/ 881180 w 2101074"/>
              <a:gd name="connsiteY114" fmla="*/ 162827 h 1617818"/>
              <a:gd name="connsiteX115" fmla="*/ 897724 w 2101074"/>
              <a:gd name="connsiteY115" fmla="*/ 162827 h 1617818"/>
              <a:gd name="connsiteX116" fmla="*/ 903819 w 2101074"/>
              <a:gd name="connsiteY116" fmla="*/ 164568 h 1617818"/>
              <a:gd name="connsiteX117" fmla="*/ 913397 w 2101074"/>
              <a:gd name="connsiteY117" fmla="*/ 164568 h 1617818"/>
              <a:gd name="connsiteX118" fmla="*/ 932553 w 2101074"/>
              <a:gd name="connsiteY118" fmla="*/ 161956 h 1617818"/>
              <a:gd name="connsiteX119" fmla="*/ 961287 w 2101074"/>
              <a:gd name="connsiteY119" fmla="*/ 168051 h 1617818"/>
              <a:gd name="connsiteX120" fmla="*/ 969994 w 2101074"/>
              <a:gd name="connsiteY120" fmla="*/ 168051 h 1617818"/>
              <a:gd name="connsiteX121" fmla="*/ 978701 w 2101074"/>
              <a:gd name="connsiteY121" fmla="*/ 165439 h 1617818"/>
              <a:gd name="connsiteX122" fmla="*/ 1060550 w 2101074"/>
              <a:gd name="connsiteY122" fmla="*/ 117549 h 1617818"/>
              <a:gd name="connsiteX123" fmla="*/ 1083189 w 2101074"/>
              <a:gd name="connsiteY123" fmla="*/ 111454 h 1617818"/>
              <a:gd name="connsiteX124" fmla="*/ 1104958 w 2101074"/>
              <a:gd name="connsiteY124" fmla="*/ 111454 h 1617818"/>
              <a:gd name="connsiteX125" fmla="*/ 1127597 w 2101074"/>
              <a:gd name="connsiteY125" fmla="*/ 120161 h 1617818"/>
              <a:gd name="connsiteX126" fmla="*/ 1201609 w 2101074"/>
              <a:gd name="connsiteY126" fmla="*/ 149766 h 1617818"/>
              <a:gd name="connsiteX127" fmla="*/ 1212928 w 2101074"/>
              <a:gd name="connsiteY127" fmla="*/ 160214 h 1617818"/>
              <a:gd name="connsiteX128" fmla="*/ 1222506 w 2101074"/>
              <a:gd name="connsiteY128" fmla="*/ 174146 h 1617818"/>
              <a:gd name="connsiteX129" fmla="*/ 1231214 w 2101074"/>
              <a:gd name="connsiteY129" fmla="*/ 191561 h 1617818"/>
              <a:gd name="connsiteX130" fmla="*/ 1173745 w 2101074"/>
              <a:gd name="connsiteY130" fmla="*/ 319558 h 1617818"/>
              <a:gd name="connsiteX131" fmla="*/ 1170262 w 2101074"/>
              <a:gd name="connsiteY131" fmla="*/ 329136 h 1617818"/>
              <a:gd name="connsiteX132" fmla="*/ 1113665 w 2101074"/>
              <a:gd name="connsiteY132" fmla="*/ 458875 h 1617818"/>
              <a:gd name="connsiteX133" fmla="*/ 1056197 w 2101074"/>
              <a:gd name="connsiteY133" fmla="*/ 586873 h 1617818"/>
              <a:gd name="connsiteX134" fmla="*/ 1055326 w 2101074"/>
              <a:gd name="connsiteY134" fmla="*/ 593839 h 1617818"/>
              <a:gd name="connsiteX135" fmla="*/ 1059680 w 2101074"/>
              <a:gd name="connsiteY135" fmla="*/ 608641 h 1617818"/>
              <a:gd name="connsiteX136" fmla="*/ 1059680 w 2101074"/>
              <a:gd name="connsiteY136" fmla="*/ 615607 h 1617818"/>
              <a:gd name="connsiteX137" fmla="*/ 1054455 w 2101074"/>
              <a:gd name="connsiteY137" fmla="*/ 628668 h 1617818"/>
              <a:gd name="connsiteX138" fmla="*/ 992633 w 2101074"/>
              <a:gd name="connsiteY138" fmla="*/ 726190 h 1617818"/>
              <a:gd name="connsiteX139" fmla="*/ 990021 w 2101074"/>
              <a:gd name="connsiteY139" fmla="*/ 733156 h 1617818"/>
              <a:gd name="connsiteX140" fmla="*/ 989150 w 2101074"/>
              <a:gd name="connsiteY140" fmla="*/ 740992 h 1617818"/>
              <a:gd name="connsiteX141" fmla="*/ 989150 w 2101074"/>
              <a:gd name="connsiteY141" fmla="*/ 749699 h 1617818"/>
              <a:gd name="connsiteX142" fmla="*/ 995246 w 2101074"/>
              <a:gd name="connsiteY142" fmla="*/ 830677 h 1617818"/>
              <a:gd name="connsiteX143" fmla="*/ 992633 w 2101074"/>
              <a:gd name="connsiteY143" fmla="*/ 843738 h 1617818"/>
              <a:gd name="connsiteX144" fmla="*/ 984797 w 2101074"/>
              <a:gd name="connsiteY144" fmla="*/ 850704 h 1617818"/>
              <a:gd name="connsiteX145" fmla="*/ 921233 w 2101074"/>
              <a:gd name="connsiteY145" fmla="*/ 881180 h 1617818"/>
              <a:gd name="connsiteX146" fmla="*/ 915138 w 2101074"/>
              <a:gd name="connsiteY146" fmla="*/ 888146 h 1617818"/>
              <a:gd name="connsiteX147" fmla="*/ 915138 w 2101074"/>
              <a:gd name="connsiteY147" fmla="*/ 892499 h 1617818"/>
              <a:gd name="connsiteX148" fmla="*/ 923846 w 2101074"/>
              <a:gd name="connsiteY148" fmla="*/ 943872 h 1617818"/>
              <a:gd name="connsiteX149" fmla="*/ 928199 w 2101074"/>
              <a:gd name="connsiteY149" fmla="*/ 968253 h 1617818"/>
              <a:gd name="connsiteX150" fmla="*/ 931682 w 2101074"/>
              <a:gd name="connsiteY150" fmla="*/ 977831 h 1617818"/>
              <a:gd name="connsiteX151" fmla="*/ 938648 w 2101074"/>
              <a:gd name="connsiteY151" fmla="*/ 986538 h 1617818"/>
              <a:gd name="connsiteX152" fmla="*/ 1006565 w 2101074"/>
              <a:gd name="connsiteY152" fmla="*/ 1059680 h 1617818"/>
              <a:gd name="connsiteX153" fmla="*/ 1023109 w 2101074"/>
              <a:gd name="connsiteY153" fmla="*/ 1068387 h 1617818"/>
              <a:gd name="connsiteX154" fmla="*/ 1038782 w 2101074"/>
              <a:gd name="connsiteY154" fmla="*/ 1058809 h 1617818"/>
              <a:gd name="connsiteX155" fmla="*/ 1069258 w 2101074"/>
              <a:gd name="connsiteY155" fmla="*/ 1019626 h 1617818"/>
              <a:gd name="connsiteX156" fmla="*/ 1095380 w 2101074"/>
              <a:gd name="connsiteY156" fmla="*/ 1002211 h 1617818"/>
              <a:gd name="connsiteX157" fmla="*/ 1111924 w 2101074"/>
              <a:gd name="connsiteY157" fmla="*/ 996987 h 1617818"/>
              <a:gd name="connsiteX158" fmla="*/ 1162426 w 2101074"/>
              <a:gd name="connsiteY158" fmla="*/ 1008307 h 1617818"/>
              <a:gd name="connsiteX159" fmla="*/ 1181582 w 2101074"/>
              <a:gd name="connsiteY159" fmla="*/ 1007436 h 1617818"/>
              <a:gd name="connsiteX160" fmla="*/ 1249499 w 2101074"/>
              <a:gd name="connsiteY160" fmla="*/ 992633 h 1617818"/>
              <a:gd name="connsiteX161" fmla="*/ 1268655 w 2101074"/>
              <a:gd name="connsiteY161" fmla="*/ 991763 h 1617818"/>
              <a:gd name="connsiteX162" fmla="*/ 1276492 w 2101074"/>
              <a:gd name="connsiteY162" fmla="*/ 993504 h 1617818"/>
              <a:gd name="connsiteX163" fmla="*/ 1309579 w 2101074"/>
              <a:gd name="connsiteY163" fmla="*/ 1006565 h 1617818"/>
              <a:gd name="connsiteX164" fmla="*/ 1329607 w 2101074"/>
              <a:gd name="connsiteY164" fmla="*/ 1014402 h 1617818"/>
              <a:gd name="connsiteX165" fmla="*/ 1335701 w 2101074"/>
              <a:gd name="connsiteY165" fmla="*/ 1017885 h 1617818"/>
              <a:gd name="connsiteX166" fmla="*/ 1401877 w 2101074"/>
              <a:gd name="connsiteY166" fmla="*/ 1080577 h 1617818"/>
              <a:gd name="connsiteX167" fmla="*/ 1414067 w 2101074"/>
              <a:gd name="connsiteY167" fmla="*/ 1082319 h 1617818"/>
              <a:gd name="connsiteX168" fmla="*/ 1424516 w 2101074"/>
              <a:gd name="connsiteY168" fmla="*/ 1068387 h 1617818"/>
              <a:gd name="connsiteX169" fmla="*/ 1434094 w 2101074"/>
              <a:gd name="connsiteY169" fmla="*/ 1050102 h 1617818"/>
              <a:gd name="connsiteX170" fmla="*/ 1444543 w 2101074"/>
              <a:gd name="connsiteY170" fmla="*/ 1039653 h 1617818"/>
              <a:gd name="connsiteX171" fmla="*/ 1454121 w 2101074"/>
              <a:gd name="connsiteY171" fmla="*/ 1031816 h 1617818"/>
              <a:gd name="connsiteX172" fmla="*/ 1452379 w 2101074"/>
              <a:gd name="connsiteY172" fmla="*/ 1038782 h 1617818"/>
              <a:gd name="connsiteX173" fmla="*/ 1454121 w 2101074"/>
              <a:gd name="connsiteY173" fmla="*/ 1039653 h 1617818"/>
              <a:gd name="connsiteX174" fmla="*/ 1460216 w 2101074"/>
              <a:gd name="connsiteY174" fmla="*/ 1055326 h 1617818"/>
              <a:gd name="connsiteX175" fmla="*/ 1466311 w 2101074"/>
              <a:gd name="connsiteY175" fmla="*/ 1061421 h 1617818"/>
              <a:gd name="connsiteX176" fmla="*/ 1471536 w 2101074"/>
              <a:gd name="connsiteY176" fmla="*/ 1063163 h 1617818"/>
              <a:gd name="connsiteX177" fmla="*/ 1476760 w 2101074"/>
              <a:gd name="connsiteY177" fmla="*/ 1063163 h 1617818"/>
              <a:gd name="connsiteX178" fmla="*/ 1473277 w 2101074"/>
              <a:gd name="connsiteY178" fmla="*/ 1070999 h 1617818"/>
              <a:gd name="connsiteX179" fmla="*/ 1470665 w 2101074"/>
              <a:gd name="connsiteY179" fmla="*/ 1079707 h 1617818"/>
              <a:gd name="connsiteX180" fmla="*/ 1480243 w 2101074"/>
              <a:gd name="connsiteY180" fmla="*/ 1080577 h 1617818"/>
              <a:gd name="connsiteX181" fmla="*/ 1489821 w 2101074"/>
              <a:gd name="connsiteY181" fmla="*/ 1077094 h 1617818"/>
              <a:gd name="connsiteX182" fmla="*/ 1498528 w 2101074"/>
              <a:gd name="connsiteY182" fmla="*/ 1071870 h 1617818"/>
              <a:gd name="connsiteX183" fmla="*/ 1513331 w 2101074"/>
              <a:gd name="connsiteY183" fmla="*/ 1057068 h 1617818"/>
              <a:gd name="connsiteX184" fmla="*/ 1533357 w 2101074"/>
              <a:gd name="connsiteY184" fmla="*/ 1043136 h 1617818"/>
              <a:gd name="connsiteX185" fmla="*/ 1551643 w 2101074"/>
              <a:gd name="connsiteY185" fmla="*/ 1017885 h 1617818"/>
              <a:gd name="connsiteX186" fmla="*/ 1555126 w 2101074"/>
              <a:gd name="connsiteY186" fmla="*/ 1008307 h 1617818"/>
              <a:gd name="connsiteX187" fmla="*/ 1554255 w 2101074"/>
              <a:gd name="connsiteY187" fmla="*/ 994375 h 1617818"/>
              <a:gd name="connsiteX188" fmla="*/ 1552514 w 2101074"/>
              <a:gd name="connsiteY188" fmla="*/ 986538 h 1617818"/>
              <a:gd name="connsiteX189" fmla="*/ 1549030 w 2101074"/>
              <a:gd name="connsiteY189" fmla="*/ 983055 h 1617818"/>
              <a:gd name="connsiteX190" fmla="*/ 1541194 w 2101074"/>
              <a:gd name="connsiteY190" fmla="*/ 977831 h 1617818"/>
              <a:gd name="connsiteX191" fmla="*/ 1538582 w 2101074"/>
              <a:gd name="connsiteY191" fmla="*/ 972607 h 1617818"/>
              <a:gd name="connsiteX192" fmla="*/ 1532487 w 2101074"/>
              <a:gd name="connsiteY192" fmla="*/ 953451 h 1617818"/>
              <a:gd name="connsiteX193" fmla="*/ 1525521 w 2101074"/>
              <a:gd name="connsiteY193" fmla="*/ 949097 h 1617818"/>
              <a:gd name="connsiteX194" fmla="*/ 1516814 w 2101074"/>
              <a:gd name="connsiteY194" fmla="*/ 950838 h 1617818"/>
              <a:gd name="connsiteX195" fmla="*/ 1523779 w 2101074"/>
              <a:gd name="connsiteY195" fmla="*/ 943872 h 1617818"/>
              <a:gd name="connsiteX196" fmla="*/ 1536840 w 2101074"/>
              <a:gd name="connsiteY196" fmla="*/ 939519 h 1617818"/>
              <a:gd name="connsiteX197" fmla="*/ 1579506 w 2101074"/>
              <a:gd name="connsiteY197" fmla="*/ 942131 h 1617818"/>
              <a:gd name="connsiteX198" fmla="*/ 1585601 w 2101074"/>
              <a:gd name="connsiteY198" fmla="*/ 941260 h 1617818"/>
              <a:gd name="connsiteX199" fmla="*/ 1603887 w 2101074"/>
              <a:gd name="connsiteY199" fmla="*/ 933424 h 1617818"/>
              <a:gd name="connsiteX200" fmla="*/ 1619560 w 2101074"/>
              <a:gd name="connsiteY200" fmla="*/ 929941 h 1617818"/>
              <a:gd name="connsiteX201" fmla="*/ 1636103 w 2101074"/>
              <a:gd name="connsiteY201" fmla="*/ 929941 h 1617818"/>
              <a:gd name="connsiteX202" fmla="*/ 1642199 w 2101074"/>
              <a:gd name="connsiteY202" fmla="*/ 931682 h 1617818"/>
              <a:gd name="connsiteX203" fmla="*/ 1655260 w 2101074"/>
              <a:gd name="connsiteY203" fmla="*/ 940390 h 1617818"/>
              <a:gd name="connsiteX204" fmla="*/ 1662225 w 2101074"/>
              <a:gd name="connsiteY204" fmla="*/ 942131 h 1617818"/>
              <a:gd name="connsiteX205" fmla="*/ 1714469 w 2101074"/>
              <a:gd name="connsiteY205" fmla="*/ 945614 h 1617818"/>
              <a:gd name="connsiteX206" fmla="*/ 1732755 w 2101074"/>
              <a:gd name="connsiteY206" fmla="*/ 955192 h 1617818"/>
              <a:gd name="connsiteX207" fmla="*/ 1750170 w 2101074"/>
              <a:gd name="connsiteY207" fmla="*/ 976089 h 1617818"/>
              <a:gd name="connsiteX208" fmla="*/ 1779774 w 2101074"/>
              <a:gd name="connsiteY208" fmla="*/ 1024850 h 1617818"/>
              <a:gd name="connsiteX209" fmla="*/ 1793706 w 2101074"/>
              <a:gd name="connsiteY209" fmla="*/ 1039653 h 1617818"/>
              <a:gd name="connsiteX210" fmla="*/ 1849433 w 2101074"/>
              <a:gd name="connsiteY210" fmla="*/ 1064033 h 1617818"/>
              <a:gd name="connsiteX211" fmla="*/ 1872942 w 2101074"/>
              <a:gd name="connsiteY211" fmla="*/ 1072741 h 1617818"/>
              <a:gd name="connsiteX212" fmla="*/ 1879038 w 2101074"/>
              <a:gd name="connsiteY212" fmla="*/ 1077965 h 1617818"/>
              <a:gd name="connsiteX213" fmla="*/ 1883391 w 2101074"/>
              <a:gd name="connsiteY213" fmla="*/ 1084060 h 1617818"/>
              <a:gd name="connsiteX214" fmla="*/ 1885133 w 2101074"/>
              <a:gd name="connsiteY214" fmla="*/ 1091026 h 1617818"/>
              <a:gd name="connsiteX215" fmla="*/ 1888615 w 2101074"/>
              <a:gd name="connsiteY215" fmla="*/ 1119760 h 1617818"/>
              <a:gd name="connsiteX216" fmla="*/ 1889487 w 2101074"/>
              <a:gd name="connsiteY216" fmla="*/ 1126726 h 1617818"/>
              <a:gd name="connsiteX217" fmla="*/ 1892969 w 2101074"/>
              <a:gd name="connsiteY217" fmla="*/ 1131080 h 1617818"/>
              <a:gd name="connsiteX218" fmla="*/ 1899064 w 2101074"/>
              <a:gd name="connsiteY218" fmla="*/ 1135433 h 1617818"/>
              <a:gd name="connsiteX219" fmla="*/ 1924316 w 2101074"/>
              <a:gd name="connsiteY219" fmla="*/ 1145011 h 1617818"/>
              <a:gd name="connsiteX220" fmla="*/ 1935635 w 2101074"/>
              <a:gd name="connsiteY220" fmla="*/ 1148494 h 1617818"/>
              <a:gd name="connsiteX221" fmla="*/ 1940859 w 2101074"/>
              <a:gd name="connsiteY221" fmla="*/ 1151977 h 1617818"/>
              <a:gd name="connsiteX222" fmla="*/ 1942601 w 2101074"/>
              <a:gd name="connsiteY222" fmla="*/ 1158072 h 1617818"/>
              <a:gd name="connsiteX223" fmla="*/ 1940859 w 2101074"/>
              <a:gd name="connsiteY223" fmla="*/ 1161555 h 1617818"/>
              <a:gd name="connsiteX224" fmla="*/ 1934765 w 2101074"/>
              <a:gd name="connsiteY224" fmla="*/ 1171133 h 1617818"/>
              <a:gd name="connsiteX225" fmla="*/ 1933023 w 2101074"/>
              <a:gd name="connsiteY225" fmla="*/ 1176358 h 1617818"/>
              <a:gd name="connsiteX226" fmla="*/ 1943472 w 2101074"/>
              <a:gd name="connsiteY226" fmla="*/ 1179841 h 1617818"/>
              <a:gd name="connsiteX227" fmla="*/ 1985267 w 2101074"/>
              <a:gd name="connsiteY227" fmla="*/ 1219024 h 1617818"/>
              <a:gd name="connsiteX228" fmla="*/ 1989621 w 2101074"/>
              <a:gd name="connsiteY228" fmla="*/ 1223377 h 1617818"/>
              <a:gd name="connsiteX229" fmla="*/ 1995716 w 2101074"/>
              <a:gd name="connsiteY229" fmla="*/ 1237309 h 1617818"/>
              <a:gd name="connsiteX230" fmla="*/ 1998328 w 2101074"/>
              <a:gd name="connsiteY230" fmla="*/ 1241662 h 1617818"/>
              <a:gd name="connsiteX231" fmla="*/ 2015743 w 2101074"/>
              <a:gd name="connsiteY231" fmla="*/ 1246887 h 1617818"/>
              <a:gd name="connsiteX232" fmla="*/ 2027062 w 2101074"/>
              <a:gd name="connsiteY232" fmla="*/ 1255594 h 1617818"/>
              <a:gd name="connsiteX233" fmla="*/ 2046218 w 2101074"/>
              <a:gd name="connsiteY233" fmla="*/ 1278233 h 1617818"/>
              <a:gd name="connsiteX234" fmla="*/ 2054054 w 2101074"/>
              <a:gd name="connsiteY234" fmla="*/ 1290423 h 1617818"/>
              <a:gd name="connsiteX235" fmla="*/ 2060150 w 2101074"/>
              <a:gd name="connsiteY235" fmla="*/ 1304355 h 1617818"/>
              <a:gd name="connsiteX236" fmla="*/ 2061891 w 2101074"/>
              <a:gd name="connsiteY236" fmla="*/ 1312192 h 1617818"/>
              <a:gd name="connsiteX237" fmla="*/ 2062762 w 2101074"/>
              <a:gd name="connsiteY237" fmla="*/ 1335701 h 1617818"/>
              <a:gd name="connsiteX238" fmla="*/ 2064503 w 2101074"/>
              <a:gd name="connsiteY238" fmla="*/ 1344409 h 1617818"/>
              <a:gd name="connsiteX239" fmla="*/ 2068857 w 2101074"/>
              <a:gd name="connsiteY239" fmla="*/ 1350504 h 1617818"/>
              <a:gd name="connsiteX240" fmla="*/ 2077564 w 2101074"/>
              <a:gd name="connsiteY240" fmla="*/ 1359211 h 1617818"/>
              <a:gd name="connsiteX241" fmla="*/ 2081918 w 2101074"/>
              <a:gd name="connsiteY241" fmla="*/ 1364436 h 1617818"/>
              <a:gd name="connsiteX242" fmla="*/ 2084530 w 2101074"/>
              <a:gd name="connsiteY242" fmla="*/ 1374014 h 1617818"/>
              <a:gd name="connsiteX243" fmla="*/ 2087143 w 2101074"/>
              <a:gd name="connsiteY243" fmla="*/ 1376626 h 1617818"/>
              <a:gd name="connsiteX244" fmla="*/ 2098462 w 2101074"/>
              <a:gd name="connsiteY244" fmla="*/ 1379238 h 1617818"/>
              <a:gd name="connsiteX245" fmla="*/ 2099333 w 2101074"/>
              <a:gd name="connsiteY245" fmla="*/ 1381850 h 1617818"/>
              <a:gd name="connsiteX246" fmla="*/ 2094979 w 2101074"/>
              <a:gd name="connsiteY246" fmla="*/ 1392299 h 1617818"/>
              <a:gd name="connsiteX247" fmla="*/ 2094979 w 2101074"/>
              <a:gd name="connsiteY247" fmla="*/ 1396653 h 1617818"/>
              <a:gd name="connsiteX248" fmla="*/ 2096720 w 2101074"/>
              <a:gd name="connsiteY248" fmla="*/ 1400136 h 1617818"/>
              <a:gd name="connsiteX249" fmla="*/ 2101074 w 2101074"/>
              <a:gd name="connsiteY249" fmla="*/ 1404489 h 1617818"/>
              <a:gd name="connsiteX250" fmla="*/ 2099333 w 2101074"/>
              <a:gd name="connsiteY250" fmla="*/ 1411455 h 1617818"/>
              <a:gd name="connsiteX251" fmla="*/ 2099333 w 2101074"/>
              <a:gd name="connsiteY251" fmla="*/ 1420162 h 1617818"/>
              <a:gd name="connsiteX252" fmla="*/ 2095850 w 2101074"/>
              <a:gd name="connsiteY252" fmla="*/ 1432353 h 1617818"/>
              <a:gd name="connsiteX253" fmla="*/ 2094979 w 2101074"/>
              <a:gd name="connsiteY253" fmla="*/ 1439319 h 1617818"/>
              <a:gd name="connsiteX254" fmla="*/ 2096720 w 2101074"/>
              <a:gd name="connsiteY254" fmla="*/ 1442801 h 1617818"/>
              <a:gd name="connsiteX255" fmla="*/ 2101074 w 2101074"/>
              <a:gd name="connsiteY255" fmla="*/ 1449767 h 1617818"/>
              <a:gd name="connsiteX256" fmla="*/ 2101074 w 2101074"/>
              <a:gd name="connsiteY256" fmla="*/ 1456733 h 1617818"/>
              <a:gd name="connsiteX257" fmla="*/ 2092367 w 2101074"/>
              <a:gd name="connsiteY257" fmla="*/ 1470665 h 1617818"/>
              <a:gd name="connsiteX258" fmla="*/ 2088013 w 2101074"/>
              <a:gd name="connsiteY258" fmla="*/ 1475889 h 1617818"/>
              <a:gd name="connsiteX259" fmla="*/ 2081918 w 2101074"/>
              <a:gd name="connsiteY259" fmla="*/ 1479372 h 1617818"/>
              <a:gd name="connsiteX260" fmla="*/ 2077564 w 2101074"/>
              <a:gd name="connsiteY260" fmla="*/ 1479372 h 1617818"/>
              <a:gd name="connsiteX261" fmla="*/ 2072340 w 2101074"/>
              <a:gd name="connsiteY261" fmla="*/ 1476760 h 1617818"/>
              <a:gd name="connsiteX262" fmla="*/ 2067986 w 2101074"/>
              <a:gd name="connsiteY262" fmla="*/ 1477631 h 1617818"/>
              <a:gd name="connsiteX263" fmla="*/ 2061021 w 2101074"/>
              <a:gd name="connsiteY263" fmla="*/ 1489821 h 1617818"/>
              <a:gd name="connsiteX264" fmla="*/ 2056667 w 2101074"/>
              <a:gd name="connsiteY264" fmla="*/ 1494174 h 1617818"/>
              <a:gd name="connsiteX265" fmla="*/ 2051442 w 2101074"/>
              <a:gd name="connsiteY265" fmla="*/ 1498528 h 1617818"/>
              <a:gd name="connsiteX266" fmla="*/ 2045347 w 2101074"/>
              <a:gd name="connsiteY266" fmla="*/ 1502011 h 1617818"/>
              <a:gd name="connsiteX267" fmla="*/ 2040123 w 2101074"/>
              <a:gd name="connsiteY267" fmla="*/ 1502882 h 1617818"/>
              <a:gd name="connsiteX268" fmla="*/ 2034899 w 2101074"/>
              <a:gd name="connsiteY268" fmla="*/ 1501140 h 1617818"/>
              <a:gd name="connsiteX269" fmla="*/ 2025320 w 2101074"/>
              <a:gd name="connsiteY269" fmla="*/ 1493304 h 1617818"/>
              <a:gd name="connsiteX270" fmla="*/ 2019225 w 2101074"/>
              <a:gd name="connsiteY270" fmla="*/ 1491562 h 1617818"/>
              <a:gd name="connsiteX271" fmla="*/ 2012259 w 2101074"/>
              <a:gd name="connsiteY271" fmla="*/ 1492433 h 1617818"/>
              <a:gd name="connsiteX272" fmla="*/ 1992233 w 2101074"/>
              <a:gd name="connsiteY272" fmla="*/ 1488950 h 1617818"/>
              <a:gd name="connsiteX273" fmla="*/ 1979172 w 2101074"/>
              <a:gd name="connsiteY273" fmla="*/ 1488950 h 1617818"/>
              <a:gd name="connsiteX274" fmla="*/ 1954791 w 2101074"/>
              <a:gd name="connsiteY274" fmla="*/ 1494174 h 1617818"/>
              <a:gd name="connsiteX275" fmla="*/ 1942601 w 2101074"/>
              <a:gd name="connsiteY275" fmla="*/ 1495045 h 1617818"/>
              <a:gd name="connsiteX276" fmla="*/ 1873813 w 2101074"/>
              <a:gd name="connsiteY276" fmla="*/ 1475889 h 1617818"/>
              <a:gd name="connsiteX277" fmla="*/ 1866847 w 2101074"/>
              <a:gd name="connsiteY277" fmla="*/ 1472406 h 1617818"/>
              <a:gd name="connsiteX278" fmla="*/ 1860753 w 2101074"/>
              <a:gd name="connsiteY278" fmla="*/ 1467182 h 1617818"/>
              <a:gd name="connsiteX279" fmla="*/ 1852916 w 2101074"/>
              <a:gd name="connsiteY279" fmla="*/ 1450638 h 1617818"/>
              <a:gd name="connsiteX280" fmla="*/ 1847692 w 2101074"/>
              <a:gd name="connsiteY280" fmla="*/ 1444543 h 1617818"/>
              <a:gd name="connsiteX281" fmla="*/ 1842467 w 2101074"/>
              <a:gd name="connsiteY281" fmla="*/ 1445413 h 1617818"/>
              <a:gd name="connsiteX282" fmla="*/ 1835501 w 2101074"/>
              <a:gd name="connsiteY282" fmla="*/ 1454121 h 1617818"/>
              <a:gd name="connsiteX283" fmla="*/ 1832018 w 2101074"/>
              <a:gd name="connsiteY283" fmla="*/ 1456733 h 1617818"/>
              <a:gd name="connsiteX284" fmla="*/ 1827664 w 2101074"/>
              <a:gd name="connsiteY284" fmla="*/ 1454992 h 1617818"/>
              <a:gd name="connsiteX285" fmla="*/ 1824182 w 2101074"/>
              <a:gd name="connsiteY285" fmla="*/ 1449767 h 1617818"/>
              <a:gd name="connsiteX286" fmla="*/ 1823311 w 2101074"/>
              <a:gd name="connsiteY286" fmla="*/ 1442801 h 1617818"/>
              <a:gd name="connsiteX287" fmla="*/ 1820699 w 2101074"/>
              <a:gd name="connsiteY287" fmla="*/ 1437577 h 1617818"/>
              <a:gd name="connsiteX288" fmla="*/ 1815474 w 2101074"/>
              <a:gd name="connsiteY288" fmla="*/ 1434094 h 1617818"/>
              <a:gd name="connsiteX289" fmla="*/ 1806767 w 2101074"/>
              <a:gd name="connsiteY289" fmla="*/ 1437577 h 1617818"/>
              <a:gd name="connsiteX290" fmla="*/ 1800672 w 2101074"/>
              <a:gd name="connsiteY290" fmla="*/ 1445413 h 1617818"/>
              <a:gd name="connsiteX291" fmla="*/ 1790223 w 2101074"/>
              <a:gd name="connsiteY291" fmla="*/ 1463699 h 1617818"/>
              <a:gd name="connsiteX292" fmla="*/ 1781516 w 2101074"/>
              <a:gd name="connsiteY292" fmla="*/ 1469794 h 1617818"/>
              <a:gd name="connsiteX293" fmla="*/ 1771938 w 2101074"/>
              <a:gd name="connsiteY293" fmla="*/ 1467182 h 1617818"/>
              <a:gd name="connsiteX294" fmla="*/ 1761489 w 2101074"/>
              <a:gd name="connsiteY294" fmla="*/ 1461087 h 1617818"/>
              <a:gd name="connsiteX295" fmla="*/ 1751040 w 2101074"/>
              <a:gd name="connsiteY295" fmla="*/ 1457604 h 1617818"/>
              <a:gd name="connsiteX296" fmla="*/ 1747557 w 2101074"/>
              <a:gd name="connsiteY296" fmla="*/ 1459345 h 1617818"/>
              <a:gd name="connsiteX297" fmla="*/ 1739721 w 2101074"/>
              <a:gd name="connsiteY297" fmla="*/ 1464570 h 1617818"/>
              <a:gd name="connsiteX298" fmla="*/ 1735367 w 2101074"/>
              <a:gd name="connsiteY298" fmla="*/ 1466311 h 1617818"/>
              <a:gd name="connsiteX299" fmla="*/ 1714469 w 2101074"/>
              <a:gd name="connsiteY299" fmla="*/ 1466311 h 1617818"/>
              <a:gd name="connsiteX300" fmla="*/ 1704021 w 2101074"/>
              <a:gd name="connsiteY300" fmla="*/ 1463699 h 1617818"/>
              <a:gd name="connsiteX301" fmla="*/ 1686606 w 2101074"/>
              <a:gd name="connsiteY301" fmla="*/ 1454992 h 1617818"/>
              <a:gd name="connsiteX302" fmla="*/ 1677028 w 2101074"/>
              <a:gd name="connsiteY302" fmla="*/ 1451509 h 1617818"/>
              <a:gd name="connsiteX303" fmla="*/ 1668321 w 2101074"/>
              <a:gd name="connsiteY303" fmla="*/ 1450638 h 1617818"/>
              <a:gd name="connsiteX304" fmla="*/ 1659613 w 2101074"/>
              <a:gd name="connsiteY304" fmla="*/ 1451509 h 1617818"/>
              <a:gd name="connsiteX305" fmla="*/ 1650906 w 2101074"/>
              <a:gd name="connsiteY305" fmla="*/ 1454121 h 1617818"/>
              <a:gd name="connsiteX306" fmla="*/ 1642199 w 2101074"/>
              <a:gd name="connsiteY306" fmla="*/ 1460216 h 1617818"/>
              <a:gd name="connsiteX307" fmla="*/ 1632621 w 2101074"/>
              <a:gd name="connsiteY307" fmla="*/ 1468923 h 1617818"/>
              <a:gd name="connsiteX308" fmla="*/ 1628267 w 2101074"/>
              <a:gd name="connsiteY308" fmla="*/ 1470665 h 1617818"/>
              <a:gd name="connsiteX309" fmla="*/ 1614335 w 2101074"/>
              <a:gd name="connsiteY309" fmla="*/ 1470665 h 1617818"/>
              <a:gd name="connsiteX310" fmla="*/ 1609111 w 2101074"/>
              <a:gd name="connsiteY310" fmla="*/ 1472406 h 1617818"/>
              <a:gd name="connsiteX311" fmla="*/ 1588213 w 2101074"/>
              <a:gd name="connsiteY311" fmla="*/ 1488950 h 1617818"/>
              <a:gd name="connsiteX312" fmla="*/ 1579506 w 2101074"/>
              <a:gd name="connsiteY312" fmla="*/ 1490692 h 1617818"/>
              <a:gd name="connsiteX313" fmla="*/ 1566445 w 2101074"/>
              <a:gd name="connsiteY313" fmla="*/ 1493304 h 1617818"/>
              <a:gd name="connsiteX314" fmla="*/ 1559479 w 2101074"/>
              <a:gd name="connsiteY314" fmla="*/ 1496787 h 1617818"/>
              <a:gd name="connsiteX315" fmla="*/ 1553384 w 2101074"/>
              <a:gd name="connsiteY315" fmla="*/ 1501140 h 1617818"/>
              <a:gd name="connsiteX316" fmla="*/ 1549030 w 2101074"/>
              <a:gd name="connsiteY316" fmla="*/ 1507235 h 1617818"/>
              <a:gd name="connsiteX317" fmla="*/ 1541194 w 2101074"/>
              <a:gd name="connsiteY317" fmla="*/ 1522038 h 1617818"/>
              <a:gd name="connsiteX318" fmla="*/ 1536840 w 2101074"/>
              <a:gd name="connsiteY318" fmla="*/ 1528133 h 1617818"/>
              <a:gd name="connsiteX319" fmla="*/ 1531616 w 2101074"/>
              <a:gd name="connsiteY319" fmla="*/ 1530745 h 1617818"/>
              <a:gd name="connsiteX320" fmla="*/ 1504623 w 2101074"/>
              <a:gd name="connsiteY320" fmla="*/ 1534228 h 1617818"/>
              <a:gd name="connsiteX321" fmla="*/ 1498528 w 2101074"/>
              <a:gd name="connsiteY321" fmla="*/ 1532487 h 1617818"/>
              <a:gd name="connsiteX322" fmla="*/ 1485467 w 2101074"/>
              <a:gd name="connsiteY322" fmla="*/ 1524650 h 1617818"/>
              <a:gd name="connsiteX323" fmla="*/ 1480243 w 2101074"/>
              <a:gd name="connsiteY323" fmla="*/ 1519426 h 1617818"/>
              <a:gd name="connsiteX324" fmla="*/ 1474148 w 2101074"/>
              <a:gd name="connsiteY324" fmla="*/ 1502882 h 1617818"/>
              <a:gd name="connsiteX325" fmla="*/ 1469794 w 2101074"/>
              <a:gd name="connsiteY325" fmla="*/ 1498528 h 1617818"/>
              <a:gd name="connsiteX326" fmla="*/ 1467182 w 2101074"/>
              <a:gd name="connsiteY326" fmla="*/ 1499399 h 1617818"/>
              <a:gd name="connsiteX327" fmla="*/ 1454121 w 2101074"/>
              <a:gd name="connsiteY327" fmla="*/ 1508106 h 1617818"/>
              <a:gd name="connsiteX328" fmla="*/ 1452379 w 2101074"/>
              <a:gd name="connsiteY328" fmla="*/ 1508977 h 1617818"/>
              <a:gd name="connsiteX329" fmla="*/ 1444543 w 2101074"/>
              <a:gd name="connsiteY329" fmla="*/ 1505494 h 1617818"/>
              <a:gd name="connsiteX330" fmla="*/ 1422774 w 2101074"/>
              <a:gd name="connsiteY330" fmla="*/ 1510718 h 1617818"/>
              <a:gd name="connsiteX331" fmla="*/ 1427128 w 2101074"/>
              <a:gd name="connsiteY331" fmla="*/ 1523779 h 1617818"/>
              <a:gd name="connsiteX332" fmla="*/ 1427999 w 2101074"/>
              <a:gd name="connsiteY332" fmla="*/ 1529004 h 1617818"/>
              <a:gd name="connsiteX333" fmla="*/ 1426257 w 2101074"/>
              <a:gd name="connsiteY333" fmla="*/ 1535099 h 1617818"/>
              <a:gd name="connsiteX334" fmla="*/ 1416680 w 2101074"/>
              <a:gd name="connsiteY334" fmla="*/ 1548160 h 1617818"/>
              <a:gd name="connsiteX335" fmla="*/ 1413197 w 2101074"/>
              <a:gd name="connsiteY335" fmla="*/ 1559479 h 1617818"/>
              <a:gd name="connsiteX336" fmla="*/ 1412326 w 2101074"/>
              <a:gd name="connsiteY336" fmla="*/ 1586472 h 1617818"/>
              <a:gd name="connsiteX337" fmla="*/ 1407972 w 2101074"/>
              <a:gd name="connsiteY337" fmla="*/ 1595179 h 1617818"/>
              <a:gd name="connsiteX338" fmla="*/ 1398394 w 2101074"/>
              <a:gd name="connsiteY338" fmla="*/ 1597791 h 1617818"/>
              <a:gd name="connsiteX339" fmla="*/ 1305226 w 2101074"/>
              <a:gd name="connsiteY339" fmla="*/ 1591696 h 1617818"/>
              <a:gd name="connsiteX340" fmla="*/ 1271267 w 2101074"/>
              <a:gd name="connsiteY340" fmla="*/ 1583860 h 1617818"/>
              <a:gd name="connsiteX341" fmla="*/ 1266043 w 2101074"/>
              <a:gd name="connsiteY341" fmla="*/ 1583860 h 1617818"/>
              <a:gd name="connsiteX342" fmla="*/ 1263431 w 2101074"/>
              <a:gd name="connsiteY342" fmla="*/ 1584730 h 1617818"/>
              <a:gd name="connsiteX343" fmla="*/ 1258207 w 2101074"/>
              <a:gd name="connsiteY343" fmla="*/ 1591696 h 1617818"/>
              <a:gd name="connsiteX344" fmla="*/ 1241662 w 2101074"/>
              <a:gd name="connsiteY344" fmla="*/ 1606499 h 1617818"/>
              <a:gd name="connsiteX345" fmla="*/ 1237309 w 2101074"/>
              <a:gd name="connsiteY345" fmla="*/ 1608240 h 1617818"/>
              <a:gd name="connsiteX346" fmla="*/ 1220765 w 2101074"/>
              <a:gd name="connsiteY346" fmla="*/ 1609982 h 1617818"/>
              <a:gd name="connsiteX347" fmla="*/ 1209445 w 2101074"/>
              <a:gd name="connsiteY347" fmla="*/ 1613465 h 1617818"/>
              <a:gd name="connsiteX348" fmla="*/ 1203351 w 2101074"/>
              <a:gd name="connsiteY348" fmla="*/ 1617818 h 1617818"/>
            </a:gdLst>
            <a:ahLst/>
            <a:cxnLst/>
            <a:rect l="l" t="t" r="r" b="b"/>
            <a:pathLst>
              <a:path w="2101074" h="1617818">
                <a:moveTo>
                  <a:pt x="1203351" y="1617818"/>
                </a:moveTo>
                <a:lnTo>
                  <a:pt x="1180711" y="1591696"/>
                </a:lnTo>
                <a:lnTo>
                  <a:pt x="1125855" y="1501140"/>
                </a:lnTo>
                <a:lnTo>
                  <a:pt x="1121502" y="1496787"/>
                </a:lnTo>
                <a:lnTo>
                  <a:pt x="1117148" y="1493304"/>
                </a:lnTo>
                <a:lnTo>
                  <a:pt x="1112794" y="1491562"/>
                </a:lnTo>
                <a:lnTo>
                  <a:pt x="997858" y="1496787"/>
                </a:lnTo>
                <a:lnTo>
                  <a:pt x="946485" y="1507235"/>
                </a:lnTo>
                <a:lnTo>
                  <a:pt x="821970" y="1511589"/>
                </a:lnTo>
                <a:lnTo>
                  <a:pt x="798461" y="1518555"/>
                </a:lnTo>
                <a:lnTo>
                  <a:pt x="752311" y="1542065"/>
                </a:lnTo>
                <a:lnTo>
                  <a:pt x="720095" y="1481984"/>
                </a:lnTo>
                <a:lnTo>
                  <a:pt x="704421" y="1457604"/>
                </a:lnTo>
                <a:lnTo>
                  <a:pt x="696585" y="1448897"/>
                </a:lnTo>
                <a:lnTo>
                  <a:pt x="687878" y="1441060"/>
                </a:lnTo>
                <a:lnTo>
                  <a:pt x="680041" y="1435836"/>
                </a:lnTo>
                <a:lnTo>
                  <a:pt x="672205" y="1430611"/>
                </a:lnTo>
                <a:lnTo>
                  <a:pt x="641729" y="1418421"/>
                </a:lnTo>
                <a:lnTo>
                  <a:pt x="636504" y="1415809"/>
                </a:lnTo>
                <a:lnTo>
                  <a:pt x="633022" y="1411455"/>
                </a:lnTo>
                <a:lnTo>
                  <a:pt x="629539" y="1405360"/>
                </a:lnTo>
                <a:lnTo>
                  <a:pt x="626926" y="1397523"/>
                </a:lnTo>
                <a:lnTo>
                  <a:pt x="625185" y="1387945"/>
                </a:lnTo>
                <a:lnTo>
                  <a:pt x="626055" y="1355728"/>
                </a:lnTo>
                <a:lnTo>
                  <a:pt x="635634" y="1283458"/>
                </a:lnTo>
                <a:lnTo>
                  <a:pt x="633022" y="1273009"/>
                </a:lnTo>
                <a:lnTo>
                  <a:pt x="629539" y="1268655"/>
                </a:lnTo>
                <a:lnTo>
                  <a:pt x="623443" y="1263431"/>
                </a:lnTo>
                <a:lnTo>
                  <a:pt x="576424" y="1237309"/>
                </a:lnTo>
                <a:lnTo>
                  <a:pt x="452780" y="1138046"/>
                </a:lnTo>
                <a:lnTo>
                  <a:pt x="289083" y="1101475"/>
                </a:lnTo>
                <a:lnTo>
                  <a:pt x="236839" y="1077094"/>
                </a:lnTo>
                <a:lnTo>
                  <a:pt x="222036" y="1073611"/>
                </a:lnTo>
                <a:lnTo>
                  <a:pt x="214200" y="1073611"/>
                </a:lnTo>
                <a:lnTo>
                  <a:pt x="206363" y="1074482"/>
                </a:lnTo>
                <a:lnTo>
                  <a:pt x="197656" y="1077094"/>
                </a:lnTo>
                <a:lnTo>
                  <a:pt x="151507" y="1103216"/>
                </a:lnTo>
                <a:lnTo>
                  <a:pt x="154120" y="1054455"/>
                </a:lnTo>
                <a:lnTo>
                  <a:pt x="151507" y="1017885"/>
                </a:lnTo>
                <a:lnTo>
                  <a:pt x="140188" y="967382"/>
                </a:lnTo>
                <a:lnTo>
                  <a:pt x="128868" y="943872"/>
                </a:lnTo>
                <a:lnTo>
                  <a:pt x="125385" y="937777"/>
                </a:lnTo>
                <a:lnTo>
                  <a:pt x="111453" y="910785"/>
                </a:lnTo>
                <a:lnTo>
                  <a:pt x="104488" y="841126"/>
                </a:lnTo>
                <a:lnTo>
                  <a:pt x="108841" y="814134"/>
                </a:lnTo>
                <a:lnTo>
                  <a:pt x="114937" y="796719"/>
                </a:lnTo>
                <a:lnTo>
                  <a:pt x="115807" y="772338"/>
                </a:lnTo>
                <a:lnTo>
                  <a:pt x="112324" y="749699"/>
                </a:lnTo>
                <a:lnTo>
                  <a:pt x="107100" y="733156"/>
                </a:lnTo>
                <a:lnTo>
                  <a:pt x="90556" y="692231"/>
                </a:lnTo>
                <a:lnTo>
                  <a:pt x="38312" y="593839"/>
                </a:lnTo>
                <a:lnTo>
                  <a:pt x="27864" y="568587"/>
                </a:lnTo>
                <a:lnTo>
                  <a:pt x="23510" y="554656"/>
                </a:lnTo>
                <a:lnTo>
                  <a:pt x="33088" y="525051"/>
                </a:lnTo>
                <a:lnTo>
                  <a:pt x="33088" y="516344"/>
                </a:lnTo>
                <a:lnTo>
                  <a:pt x="31346" y="505895"/>
                </a:lnTo>
                <a:lnTo>
                  <a:pt x="21768" y="475419"/>
                </a:lnTo>
                <a:lnTo>
                  <a:pt x="13061" y="419692"/>
                </a:lnTo>
                <a:lnTo>
                  <a:pt x="12190" y="400536"/>
                </a:lnTo>
                <a:lnTo>
                  <a:pt x="18285" y="392700"/>
                </a:lnTo>
                <a:lnTo>
                  <a:pt x="21768" y="386605"/>
                </a:lnTo>
                <a:lnTo>
                  <a:pt x="20027" y="381380"/>
                </a:lnTo>
                <a:lnTo>
                  <a:pt x="0" y="350905"/>
                </a:lnTo>
                <a:lnTo>
                  <a:pt x="82719" y="314334"/>
                </a:lnTo>
                <a:lnTo>
                  <a:pt x="94039" y="311722"/>
                </a:lnTo>
                <a:lnTo>
                  <a:pt x="123644" y="315205"/>
                </a:lnTo>
                <a:lnTo>
                  <a:pt x="147153" y="328266"/>
                </a:lnTo>
                <a:lnTo>
                  <a:pt x="154990" y="330007"/>
                </a:lnTo>
                <a:lnTo>
                  <a:pt x="163697" y="329136"/>
                </a:lnTo>
                <a:lnTo>
                  <a:pt x="175888" y="325653"/>
                </a:lnTo>
                <a:lnTo>
                  <a:pt x="200268" y="313463"/>
                </a:lnTo>
                <a:lnTo>
                  <a:pt x="215941" y="298661"/>
                </a:lnTo>
                <a:lnTo>
                  <a:pt x="222036" y="294307"/>
                </a:lnTo>
                <a:lnTo>
                  <a:pt x="228132" y="291695"/>
                </a:lnTo>
                <a:lnTo>
                  <a:pt x="234226" y="289953"/>
                </a:lnTo>
                <a:lnTo>
                  <a:pt x="248158" y="289083"/>
                </a:lnTo>
                <a:lnTo>
                  <a:pt x="252512" y="286470"/>
                </a:lnTo>
                <a:lnTo>
                  <a:pt x="255124" y="276892"/>
                </a:lnTo>
                <a:lnTo>
                  <a:pt x="255995" y="262090"/>
                </a:lnTo>
                <a:lnTo>
                  <a:pt x="256866" y="255995"/>
                </a:lnTo>
                <a:lnTo>
                  <a:pt x="259478" y="248158"/>
                </a:lnTo>
                <a:lnTo>
                  <a:pt x="278634" y="210717"/>
                </a:lnTo>
                <a:lnTo>
                  <a:pt x="285600" y="200268"/>
                </a:lnTo>
                <a:lnTo>
                  <a:pt x="293437" y="191561"/>
                </a:lnTo>
                <a:lnTo>
                  <a:pt x="348292" y="149766"/>
                </a:lnTo>
                <a:lnTo>
                  <a:pt x="355258" y="140188"/>
                </a:lnTo>
                <a:lnTo>
                  <a:pt x="359612" y="134963"/>
                </a:lnTo>
                <a:lnTo>
                  <a:pt x="373543" y="125385"/>
                </a:lnTo>
                <a:lnTo>
                  <a:pt x="378768" y="120161"/>
                </a:lnTo>
                <a:lnTo>
                  <a:pt x="392700" y="108841"/>
                </a:lnTo>
                <a:lnTo>
                  <a:pt x="438848" y="83590"/>
                </a:lnTo>
                <a:lnTo>
                  <a:pt x="444943" y="82719"/>
                </a:lnTo>
                <a:lnTo>
                  <a:pt x="456263" y="84461"/>
                </a:lnTo>
                <a:lnTo>
                  <a:pt x="462358" y="84461"/>
                </a:lnTo>
                <a:lnTo>
                  <a:pt x="465841" y="82719"/>
                </a:lnTo>
                <a:lnTo>
                  <a:pt x="498929" y="49632"/>
                </a:lnTo>
                <a:lnTo>
                  <a:pt x="504153" y="46149"/>
                </a:lnTo>
                <a:lnTo>
                  <a:pt x="515473" y="42666"/>
                </a:lnTo>
                <a:lnTo>
                  <a:pt x="520697" y="40054"/>
                </a:lnTo>
                <a:lnTo>
                  <a:pt x="538112" y="22639"/>
                </a:lnTo>
                <a:lnTo>
                  <a:pt x="559880" y="8707"/>
                </a:lnTo>
                <a:lnTo>
                  <a:pt x="583390" y="0"/>
                </a:lnTo>
                <a:lnTo>
                  <a:pt x="596451" y="2612"/>
                </a:lnTo>
                <a:lnTo>
                  <a:pt x="620831" y="14802"/>
                </a:lnTo>
                <a:lnTo>
                  <a:pt x="633892" y="18285"/>
                </a:lnTo>
                <a:lnTo>
                  <a:pt x="684394" y="11319"/>
                </a:lnTo>
                <a:lnTo>
                  <a:pt x="709646" y="17415"/>
                </a:lnTo>
                <a:lnTo>
                  <a:pt x="775821" y="56598"/>
                </a:lnTo>
                <a:lnTo>
                  <a:pt x="780175" y="60951"/>
                </a:lnTo>
                <a:lnTo>
                  <a:pt x="783658" y="66176"/>
                </a:lnTo>
                <a:lnTo>
                  <a:pt x="789753" y="79237"/>
                </a:lnTo>
                <a:lnTo>
                  <a:pt x="793236" y="84461"/>
                </a:lnTo>
                <a:lnTo>
                  <a:pt x="833290" y="128868"/>
                </a:lnTo>
                <a:lnTo>
                  <a:pt x="875955" y="161085"/>
                </a:lnTo>
                <a:lnTo>
                  <a:pt x="881180" y="162827"/>
                </a:lnTo>
                <a:lnTo>
                  <a:pt x="897724" y="162827"/>
                </a:lnTo>
                <a:lnTo>
                  <a:pt x="903819" y="164568"/>
                </a:lnTo>
                <a:lnTo>
                  <a:pt x="913397" y="164568"/>
                </a:lnTo>
                <a:lnTo>
                  <a:pt x="932553" y="161956"/>
                </a:lnTo>
                <a:lnTo>
                  <a:pt x="961287" y="168051"/>
                </a:lnTo>
                <a:lnTo>
                  <a:pt x="969994" y="168051"/>
                </a:lnTo>
                <a:lnTo>
                  <a:pt x="978701" y="165439"/>
                </a:lnTo>
                <a:lnTo>
                  <a:pt x="1060550" y="117549"/>
                </a:lnTo>
                <a:lnTo>
                  <a:pt x="1083189" y="111454"/>
                </a:lnTo>
                <a:lnTo>
                  <a:pt x="1104958" y="111454"/>
                </a:lnTo>
                <a:lnTo>
                  <a:pt x="1127597" y="120161"/>
                </a:lnTo>
                <a:lnTo>
                  <a:pt x="1201609" y="149766"/>
                </a:lnTo>
                <a:lnTo>
                  <a:pt x="1212928" y="160214"/>
                </a:lnTo>
                <a:lnTo>
                  <a:pt x="1222506" y="174146"/>
                </a:lnTo>
                <a:lnTo>
                  <a:pt x="1231214" y="191561"/>
                </a:lnTo>
                <a:lnTo>
                  <a:pt x="1173745" y="319558"/>
                </a:lnTo>
                <a:lnTo>
                  <a:pt x="1170262" y="329136"/>
                </a:lnTo>
                <a:lnTo>
                  <a:pt x="1113665" y="458875"/>
                </a:lnTo>
                <a:lnTo>
                  <a:pt x="1056197" y="586873"/>
                </a:lnTo>
                <a:lnTo>
                  <a:pt x="1055326" y="593839"/>
                </a:lnTo>
                <a:lnTo>
                  <a:pt x="1059680" y="608641"/>
                </a:lnTo>
                <a:lnTo>
                  <a:pt x="1059680" y="615607"/>
                </a:lnTo>
                <a:lnTo>
                  <a:pt x="1054455" y="628668"/>
                </a:lnTo>
                <a:lnTo>
                  <a:pt x="992633" y="726190"/>
                </a:lnTo>
                <a:lnTo>
                  <a:pt x="990021" y="733156"/>
                </a:lnTo>
                <a:lnTo>
                  <a:pt x="989150" y="740992"/>
                </a:lnTo>
                <a:lnTo>
                  <a:pt x="989150" y="749699"/>
                </a:lnTo>
                <a:lnTo>
                  <a:pt x="995246" y="830677"/>
                </a:lnTo>
                <a:lnTo>
                  <a:pt x="992633" y="843738"/>
                </a:lnTo>
                <a:lnTo>
                  <a:pt x="984797" y="850704"/>
                </a:lnTo>
                <a:lnTo>
                  <a:pt x="921233" y="881180"/>
                </a:lnTo>
                <a:lnTo>
                  <a:pt x="915138" y="888146"/>
                </a:lnTo>
                <a:lnTo>
                  <a:pt x="915138" y="892499"/>
                </a:lnTo>
                <a:lnTo>
                  <a:pt x="923846" y="943872"/>
                </a:lnTo>
                <a:lnTo>
                  <a:pt x="928199" y="968253"/>
                </a:lnTo>
                <a:lnTo>
                  <a:pt x="931682" y="977831"/>
                </a:lnTo>
                <a:lnTo>
                  <a:pt x="938648" y="986538"/>
                </a:lnTo>
                <a:lnTo>
                  <a:pt x="1006565" y="1059680"/>
                </a:lnTo>
                <a:lnTo>
                  <a:pt x="1023109" y="1068387"/>
                </a:lnTo>
                <a:lnTo>
                  <a:pt x="1038782" y="1058809"/>
                </a:lnTo>
                <a:lnTo>
                  <a:pt x="1069258" y="1019626"/>
                </a:lnTo>
                <a:lnTo>
                  <a:pt x="1095380" y="1002211"/>
                </a:lnTo>
                <a:lnTo>
                  <a:pt x="1111924" y="996987"/>
                </a:lnTo>
                <a:lnTo>
                  <a:pt x="1162426" y="1008307"/>
                </a:lnTo>
                <a:lnTo>
                  <a:pt x="1181582" y="1007436"/>
                </a:lnTo>
                <a:lnTo>
                  <a:pt x="1249499" y="992633"/>
                </a:lnTo>
                <a:lnTo>
                  <a:pt x="1268655" y="991763"/>
                </a:lnTo>
                <a:lnTo>
                  <a:pt x="1276492" y="993504"/>
                </a:lnTo>
                <a:lnTo>
                  <a:pt x="1309579" y="1006565"/>
                </a:lnTo>
                <a:lnTo>
                  <a:pt x="1329607" y="1014402"/>
                </a:lnTo>
                <a:lnTo>
                  <a:pt x="1335701" y="1017885"/>
                </a:lnTo>
                <a:lnTo>
                  <a:pt x="1401877" y="1080577"/>
                </a:lnTo>
                <a:lnTo>
                  <a:pt x="1414067" y="1082319"/>
                </a:lnTo>
                <a:lnTo>
                  <a:pt x="1424516" y="1068387"/>
                </a:lnTo>
                <a:lnTo>
                  <a:pt x="1434094" y="1050102"/>
                </a:lnTo>
                <a:lnTo>
                  <a:pt x="1444543" y="1039653"/>
                </a:lnTo>
                <a:lnTo>
                  <a:pt x="1454121" y="1031816"/>
                </a:lnTo>
                <a:lnTo>
                  <a:pt x="1452379" y="1038782"/>
                </a:lnTo>
                <a:lnTo>
                  <a:pt x="1454121" y="1039653"/>
                </a:lnTo>
                <a:lnTo>
                  <a:pt x="1460216" y="1055326"/>
                </a:lnTo>
                <a:lnTo>
                  <a:pt x="1466311" y="1061421"/>
                </a:lnTo>
                <a:lnTo>
                  <a:pt x="1471536" y="1063163"/>
                </a:lnTo>
                <a:lnTo>
                  <a:pt x="1476760" y="1063163"/>
                </a:lnTo>
                <a:lnTo>
                  <a:pt x="1473277" y="1070999"/>
                </a:lnTo>
                <a:lnTo>
                  <a:pt x="1470665" y="1079707"/>
                </a:lnTo>
                <a:lnTo>
                  <a:pt x="1480243" y="1080577"/>
                </a:lnTo>
                <a:lnTo>
                  <a:pt x="1489821" y="1077094"/>
                </a:lnTo>
                <a:lnTo>
                  <a:pt x="1498528" y="1071870"/>
                </a:lnTo>
                <a:lnTo>
                  <a:pt x="1513331" y="1057068"/>
                </a:lnTo>
                <a:lnTo>
                  <a:pt x="1533357" y="1043136"/>
                </a:lnTo>
                <a:lnTo>
                  <a:pt x="1551643" y="1017885"/>
                </a:lnTo>
                <a:lnTo>
                  <a:pt x="1555126" y="1008307"/>
                </a:lnTo>
                <a:lnTo>
                  <a:pt x="1554255" y="994375"/>
                </a:lnTo>
                <a:lnTo>
                  <a:pt x="1552514" y="986538"/>
                </a:lnTo>
                <a:lnTo>
                  <a:pt x="1549030" y="983055"/>
                </a:lnTo>
                <a:lnTo>
                  <a:pt x="1541194" y="977831"/>
                </a:lnTo>
                <a:lnTo>
                  <a:pt x="1538582" y="972607"/>
                </a:lnTo>
                <a:lnTo>
                  <a:pt x="1532487" y="953451"/>
                </a:lnTo>
                <a:lnTo>
                  <a:pt x="1525521" y="949097"/>
                </a:lnTo>
                <a:lnTo>
                  <a:pt x="1516814" y="950838"/>
                </a:lnTo>
                <a:lnTo>
                  <a:pt x="1523779" y="943872"/>
                </a:lnTo>
                <a:lnTo>
                  <a:pt x="1536840" y="939519"/>
                </a:lnTo>
                <a:lnTo>
                  <a:pt x="1579506" y="942131"/>
                </a:lnTo>
                <a:lnTo>
                  <a:pt x="1585601" y="941260"/>
                </a:lnTo>
                <a:lnTo>
                  <a:pt x="1603887" y="933424"/>
                </a:lnTo>
                <a:lnTo>
                  <a:pt x="1619560" y="929941"/>
                </a:lnTo>
                <a:lnTo>
                  <a:pt x="1636103" y="929941"/>
                </a:lnTo>
                <a:lnTo>
                  <a:pt x="1642199" y="931682"/>
                </a:lnTo>
                <a:lnTo>
                  <a:pt x="1655260" y="940390"/>
                </a:lnTo>
                <a:lnTo>
                  <a:pt x="1662225" y="942131"/>
                </a:lnTo>
                <a:lnTo>
                  <a:pt x="1714469" y="945614"/>
                </a:lnTo>
                <a:lnTo>
                  <a:pt x="1732755" y="955192"/>
                </a:lnTo>
                <a:lnTo>
                  <a:pt x="1750170" y="976089"/>
                </a:lnTo>
                <a:lnTo>
                  <a:pt x="1779774" y="1024850"/>
                </a:lnTo>
                <a:lnTo>
                  <a:pt x="1793706" y="1039653"/>
                </a:lnTo>
                <a:lnTo>
                  <a:pt x="1849433" y="1064033"/>
                </a:lnTo>
                <a:lnTo>
                  <a:pt x="1872942" y="1072741"/>
                </a:lnTo>
                <a:lnTo>
                  <a:pt x="1879038" y="1077965"/>
                </a:lnTo>
                <a:lnTo>
                  <a:pt x="1883391" y="1084060"/>
                </a:lnTo>
                <a:lnTo>
                  <a:pt x="1885133" y="1091026"/>
                </a:lnTo>
                <a:lnTo>
                  <a:pt x="1888615" y="1119760"/>
                </a:lnTo>
                <a:lnTo>
                  <a:pt x="1889487" y="1126726"/>
                </a:lnTo>
                <a:lnTo>
                  <a:pt x="1892969" y="1131080"/>
                </a:lnTo>
                <a:lnTo>
                  <a:pt x="1899064" y="1135433"/>
                </a:lnTo>
                <a:lnTo>
                  <a:pt x="1924316" y="1145011"/>
                </a:lnTo>
                <a:lnTo>
                  <a:pt x="1935635" y="1148494"/>
                </a:lnTo>
                <a:lnTo>
                  <a:pt x="1940859" y="1151977"/>
                </a:lnTo>
                <a:lnTo>
                  <a:pt x="1942601" y="1158072"/>
                </a:lnTo>
                <a:lnTo>
                  <a:pt x="1940859" y="1161555"/>
                </a:lnTo>
                <a:lnTo>
                  <a:pt x="1934765" y="1171133"/>
                </a:lnTo>
                <a:lnTo>
                  <a:pt x="1933023" y="1176358"/>
                </a:lnTo>
                <a:lnTo>
                  <a:pt x="1943472" y="1179841"/>
                </a:lnTo>
                <a:lnTo>
                  <a:pt x="1985267" y="1219024"/>
                </a:lnTo>
                <a:lnTo>
                  <a:pt x="1989621" y="1223377"/>
                </a:lnTo>
                <a:lnTo>
                  <a:pt x="1995716" y="1237309"/>
                </a:lnTo>
                <a:lnTo>
                  <a:pt x="1998328" y="1241662"/>
                </a:lnTo>
                <a:lnTo>
                  <a:pt x="2015743" y="1246887"/>
                </a:lnTo>
                <a:lnTo>
                  <a:pt x="2027062" y="1255594"/>
                </a:lnTo>
                <a:lnTo>
                  <a:pt x="2046218" y="1278233"/>
                </a:lnTo>
                <a:lnTo>
                  <a:pt x="2054054" y="1290423"/>
                </a:lnTo>
                <a:lnTo>
                  <a:pt x="2060150" y="1304355"/>
                </a:lnTo>
                <a:lnTo>
                  <a:pt x="2061891" y="1312192"/>
                </a:lnTo>
                <a:lnTo>
                  <a:pt x="2062762" y="1335701"/>
                </a:lnTo>
                <a:lnTo>
                  <a:pt x="2064503" y="1344409"/>
                </a:lnTo>
                <a:lnTo>
                  <a:pt x="2068857" y="1350504"/>
                </a:lnTo>
                <a:lnTo>
                  <a:pt x="2077564" y="1359211"/>
                </a:lnTo>
                <a:lnTo>
                  <a:pt x="2081918" y="1364436"/>
                </a:lnTo>
                <a:lnTo>
                  <a:pt x="2084530" y="1374014"/>
                </a:lnTo>
                <a:lnTo>
                  <a:pt x="2087143" y="1376626"/>
                </a:lnTo>
                <a:lnTo>
                  <a:pt x="2098462" y="1379238"/>
                </a:lnTo>
                <a:lnTo>
                  <a:pt x="2099333" y="1381850"/>
                </a:lnTo>
                <a:lnTo>
                  <a:pt x="2094979" y="1392299"/>
                </a:lnTo>
                <a:lnTo>
                  <a:pt x="2094979" y="1396653"/>
                </a:lnTo>
                <a:lnTo>
                  <a:pt x="2096720" y="1400136"/>
                </a:lnTo>
                <a:lnTo>
                  <a:pt x="2101074" y="1404489"/>
                </a:lnTo>
                <a:lnTo>
                  <a:pt x="2099333" y="1411455"/>
                </a:lnTo>
                <a:lnTo>
                  <a:pt x="2099333" y="1420162"/>
                </a:lnTo>
                <a:lnTo>
                  <a:pt x="2095850" y="1432353"/>
                </a:lnTo>
                <a:lnTo>
                  <a:pt x="2094979" y="1439319"/>
                </a:lnTo>
                <a:lnTo>
                  <a:pt x="2096720" y="1442801"/>
                </a:lnTo>
                <a:lnTo>
                  <a:pt x="2101074" y="1449767"/>
                </a:lnTo>
                <a:lnTo>
                  <a:pt x="2101074" y="1456733"/>
                </a:lnTo>
                <a:lnTo>
                  <a:pt x="2092367" y="1470665"/>
                </a:lnTo>
                <a:lnTo>
                  <a:pt x="2088013" y="1475889"/>
                </a:lnTo>
                <a:lnTo>
                  <a:pt x="2081918" y="1479372"/>
                </a:lnTo>
                <a:lnTo>
                  <a:pt x="2077564" y="1479372"/>
                </a:lnTo>
                <a:lnTo>
                  <a:pt x="2072340" y="1476760"/>
                </a:lnTo>
                <a:lnTo>
                  <a:pt x="2067986" y="1477631"/>
                </a:lnTo>
                <a:lnTo>
                  <a:pt x="2061021" y="1489821"/>
                </a:lnTo>
                <a:lnTo>
                  <a:pt x="2056667" y="1494174"/>
                </a:lnTo>
                <a:lnTo>
                  <a:pt x="2051442" y="1498528"/>
                </a:lnTo>
                <a:lnTo>
                  <a:pt x="2045347" y="1502011"/>
                </a:lnTo>
                <a:lnTo>
                  <a:pt x="2040123" y="1502882"/>
                </a:lnTo>
                <a:lnTo>
                  <a:pt x="2034899" y="1501140"/>
                </a:lnTo>
                <a:lnTo>
                  <a:pt x="2025320" y="1493304"/>
                </a:lnTo>
                <a:lnTo>
                  <a:pt x="2019225" y="1491562"/>
                </a:lnTo>
                <a:lnTo>
                  <a:pt x="2012259" y="1492433"/>
                </a:lnTo>
                <a:lnTo>
                  <a:pt x="1992233" y="1488950"/>
                </a:lnTo>
                <a:lnTo>
                  <a:pt x="1979172" y="1488950"/>
                </a:lnTo>
                <a:lnTo>
                  <a:pt x="1954791" y="1494174"/>
                </a:lnTo>
                <a:lnTo>
                  <a:pt x="1942601" y="1495045"/>
                </a:lnTo>
                <a:lnTo>
                  <a:pt x="1873813" y="1475889"/>
                </a:lnTo>
                <a:lnTo>
                  <a:pt x="1866847" y="1472406"/>
                </a:lnTo>
                <a:lnTo>
                  <a:pt x="1860753" y="1467182"/>
                </a:lnTo>
                <a:lnTo>
                  <a:pt x="1852916" y="1450638"/>
                </a:lnTo>
                <a:lnTo>
                  <a:pt x="1847692" y="1444543"/>
                </a:lnTo>
                <a:lnTo>
                  <a:pt x="1842467" y="1445413"/>
                </a:lnTo>
                <a:lnTo>
                  <a:pt x="1835501" y="1454121"/>
                </a:lnTo>
                <a:lnTo>
                  <a:pt x="1832018" y="1456733"/>
                </a:lnTo>
                <a:lnTo>
                  <a:pt x="1827664" y="1454992"/>
                </a:lnTo>
                <a:lnTo>
                  <a:pt x="1824182" y="1449767"/>
                </a:lnTo>
                <a:lnTo>
                  <a:pt x="1823311" y="1442801"/>
                </a:lnTo>
                <a:lnTo>
                  <a:pt x="1820699" y="1437577"/>
                </a:lnTo>
                <a:lnTo>
                  <a:pt x="1815474" y="1434094"/>
                </a:lnTo>
                <a:lnTo>
                  <a:pt x="1806767" y="1437577"/>
                </a:lnTo>
                <a:lnTo>
                  <a:pt x="1800672" y="1445413"/>
                </a:lnTo>
                <a:lnTo>
                  <a:pt x="1790223" y="1463699"/>
                </a:lnTo>
                <a:lnTo>
                  <a:pt x="1781516" y="1469794"/>
                </a:lnTo>
                <a:lnTo>
                  <a:pt x="1771938" y="1467182"/>
                </a:lnTo>
                <a:lnTo>
                  <a:pt x="1761489" y="1461087"/>
                </a:lnTo>
                <a:lnTo>
                  <a:pt x="1751040" y="1457604"/>
                </a:lnTo>
                <a:lnTo>
                  <a:pt x="1747557" y="1459345"/>
                </a:lnTo>
                <a:lnTo>
                  <a:pt x="1739721" y="1464570"/>
                </a:lnTo>
                <a:lnTo>
                  <a:pt x="1735367" y="1466311"/>
                </a:lnTo>
                <a:lnTo>
                  <a:pt x="1714469" y="1466311"/>
                </a:lnTo>
                <a:lnTo>
                  <a:pt x="1704021" y="1463699"/>
                </a:lnTo>
                <a:lnTo>
                  <a:pt x="1686606" y="1454992"/>
                </a:lnTo>
                <a:lnTo>
                  <a:pt x="1677028" y="1451509"/>
                </a:lnTo>
                <a:lnTo>
                  <a:pt x="1668321" y="1450638"/>
                </a:lnTo>
                <a:lnTo>
                  <a:pt x="1659613" y="1451509"/>
                </a:lnTo>
                <a:lnTo>
                  <a:pt x="1650906" y="1454121"/>
                </a:lnTo>
                <a:lnTo>
                  <a:pt x="1642199" y="1460216"/>
                </a:lnTo>
                <a:lnTo>
                  <a:pt x="1632621" y="1468923"/>
                </a:lnTo>
                <a:lnTo>
                  <a:pt x="1628267" y="1470665"/>
                </a:lnTo>
                <a:lnTo>
                  <a:pt x="1614335" y="1470665"/>
                </a:lnTo>
                <a:lnTo>
                  <a:pt x="1609111" y="1472406"/>
                </a:lnTo>
                <a:lnTo>
                  <a:pt x="1588213" y="1488950"/>
                </a:lnTo>
                <a:lnTo>
                  <a:pt x="1579506" y="1490692"/>
                </a:lnTo>
                <a:lnTo>
                  <a:pt x="1566445" y="1493304"/>
                </a:lnTo>
                <a:lnTo>
                  <a:pt x="1559479" y="1496787"/>
                </a:lnTo>
                <a:lnTo>
                  <a:pt x="1553384" y="1501140"/>
                </a:lnTo>
                <a:lnTo>
                  <a:pt x="1549030" y="1507235"/>
                </a:lnTo>
                <a:lnTo>
                  <a:pt x="1541194" y="1522038"/>
                </a:lnTo>
                <a:lnTo>
                  <a:pt x="1536840" y="1528133"/>
                </a:lnTo>
                <a:lnTo>
                  <a:pt x="1531616" y="1530745"/>
                </a:lnTo>
                <a:lnTo>
                  <a:pt x="1504623" y="1534228"/>
                </a:lnTo>
                <a:lnTo>
                  <a:pt x="1498528" y="1532487"/>
                </a:lnTo>
                <a:lnTo>
                  <a:pt x="1485467" y="1524650"/>
                </a:lnTo>
                <a:lnTo>
                  <a:pt x="1480243" y="1519426"/>
                </a:lnTo>
                <a:lnTo>
                  <a:pt x="1474148" y="1502882"/>
                </a:lnTo>
                <a:lnTo>
                  <a:pt x="1469794" y="1498528"/>
                </a:lnTo>
                <a:lnTo>
                  <a:pt x="1467182" y="1499399"/>
                </a:lnTo>
                <a:lnTo>
                  <a:pt x="1454121" y="1508106"/>
                </a:lnTo>
                <a:lnTo>
                  <a:pt x="1452379" y="1508977"/>
                </a:lnTo>
                <a:lnTo>
                  <a:pt x="1444543" y="1505494"/>
                </a:lnTo>
                <a:lnTo>
                  <a:pt x="1422774" y="1510718"/>
                </a:lnTo>
                <a:lnTo>
                  <a:pt x="1427128" y="1523779"/>
                </a:lnTo>
                <a:lnTo>
                  <a:pt x="1427999" y="1529004"/>
                </a:lnTo>
                <a:lnTo>
                  <a:pt x="1426257" y="1535099"/>
                </a:lnTo>
                <a:lnTo>
                  <a:pt x="1416680" y="1548160"/>
                </a:lnTo>
                <a:lnTo>
                  <a:pt x="1413197" y="1559479"/>
                </a:lnTo>
                <a:lnTo>
                  <a:pt x="1412326" y="1586472"/>
                </a:lnTo>
                <a:lnTo>
                  <a:pt x="1407972" y="1595179"/>
                </a:lnTo>
                <a:lnTo>
                  <a:pt x="1398394" y="1597791"/>
                </a:lnTo>
                <a:lnTo>
                  <a:pt x="1305226" y="1591696"/>
                </a:lnTo>
                <a:lnTo>
                  <a:pt x="1271267" y="1583860"/>
                </a:lnTo>
                <a:lnTo>
                  <a:pt x="1266043" y="1583860"/>
                </a:lnTo>
                <a:lnTo>
                  <a:pt x="1263431" y="1584730"/>
                </a:lnTo>
                <a:lnTo>
                  <a:pt x="1258207" y="1591696"/>
                </a:lnTo>
                <a:lnTo>
                  <a:pt x="1241662" y="1606499"/>
                </a:lnTo>
                <a:lnTo>
                  <a:pt x="1237309" y="1608240"/>
                </a:lnTo>
                <a:lnTo>
                  <a:pt x="1220765" y="1609982"/>
                </a:lnTo>
                <a:lnTo>
                  <a:pt x="1209445" y="1613465"/>
                </a:lnTo>
                <a:lnTo>
                  <a:pt x="1203351" y="1617818"/>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57" name="Freeform: Shape 56">
            <a:extLst>
              <a:ext uri="{FF2B5EF4-FFF2-40B4-BE49-F238E27FC236}">
                <a16:creationId xmlns:a16="http://schemas.microsoft.com/office/drawing/2014/main" id="{6533854B-CF87-5DD4-8C62-B9CE20515725}"/>
              </a:ext>
            </a:extLst>
          </p:cNvPr>
          <p:cNvSpPr>
            <a:spLocks noGrp="1"/>
          </p:cNvSpPr>
          <p:nvPr/>
        </p:nvSpPr>
        <p:spPr>
          <a:xfrm>
            <a:off x="9144073" y="4031666"/>
            <a:ext cx="1443331" cy="1209574"/>
          </a:xfrm>
          <a:custGeom>
            <a:avLst/>
            <a:gdLst>
              <a:gd name="connsiteX0" fmla="*/ 1447155 w 1447155"/>
              <a:gd name="connsiteY0" fmla="*/ 599934 h 1201608"/>
              <a:gd name="connsiteX1" fmla="*/ 1443672 w 1447155"/>
              <a:gd name="connsiteY1" fmla="*/ 603417 h 1201608"/>
              <a:gd name="connsiteX2" fmla="*/ 1438448 w 1447155"/>
              <a:gd name="connsiteY2" fmla="*/ 615607 h 1201608"/>
              <a:gd name="connsiteX3" fmla="*/ 1435835 w 1447155"/>
              <a:gd name="connsiteY3" fmla="*/ 622573 h 1201608"/>
              <a:gd name="connsiteX4" fmla="*/ 1432353 w 1447155"/>
              <a:gd name="connsiteY4" fmla="*/ 627797 h 1201608"/>
              <a:gd name="connsiteX5" fmla="*/ 1387075 w 1447155"/>
              <a:gd name="connsiteY5" fmla="*/ 675687 h 1201608"/>
              <a:gd name="connsiteX6" fmla="*/ 1347892 w 1447155"/>
              <a:gd name="connsiteY6" fmla="*/ 752312 h 1201608"/>
              <a:gd name="connsiteX7" fmla="*/ 1346150 w 1447155"/>
              <a:gd name="connsiteY7" fmla="*/ 762760 h 1201608"/>
              <a:gd name="connsiteX8" fmla="*/ 1349633 w 1447155"/>
              <a:gd name="connsiteY8" fmla="*/ 774951 h 1201608"/>
              <a:gd name="connsiteX9" fmla="*/ 1355728 w 1447155"/>
              <a:gd name="connsiteY9" fmla="*/ 783658 h 1201608"/>
              <a:gd name="connsiteX10" fmla="*/ 1358341 w 1447155"/>
              <a:gd name="connsiteY10" fmla="*/ 793236 h 1201608"/>
              <a:gd name="connsiteX11" fmla="*/ 1352245 w 1447155"/>
              <a:gd name="connsiteY11" fmla="*/ 806297 h 1201608"/>
              <a:gd name="connsiteX12" fmla="*/ 1335701 w 1447155"/>
              <a:gd name="connsiteY12" fmla="*/ 829807 h 1201608"/>
              <a:gd name="connsiteX13" fmla="*/ 1328736 w 1447155"/>
              <a:gd name="connsiteY13" fmla="*/ 835031 h 1201608"/>
              <a:gd name="connsiteX14" fmla="*/ 1315675 w 1447155"/>
              <a:gd name="connsiteY14" fmla="*/ 841997 h 1201608"/>
              <a:gd name="connsiteX15" fmla="*/ 1306967 w 1447155"/>
              <a:gd name="connsiteY15" fmla="*/ 843739 h 1201608"/>
              <a:gd name="connsiteX16" fmla="*/ 1293036 w 1447155"/>
              <a:gd name="connsiteY16" fmla="*/ 841126 h 1201608"/>
              <a:gd name="connsiteX17" fmla="*/ 1290424 w 1447155"/>
              <a:gd name="connsiteY17" fmla="*/ 842868 h 1201608"/>
              <a:gd name="connsiteX18" fmla="*/ 1285199 w 1447155"/>
              <a:gd name="connsiteY18" fmla="*/ 848963 h 1201608"/>
              <a:gd name="connsiteX19" fmla="*/ 1227731 w 1447155"/>
              <a:gd name="connsiteY19" fmla="*/ 898594 h 1201608"/>
              <a:gd name="connsiteX20" fmla="*/ 1206833 w 1447155"/>
              <a:gd name="connsiteY20" fmla="*/ 922104 h 1201608"/>
              <a:gd name="connsiteX21" fmla="*/ 1200738 w 1447155"/>
              <a:gd name="connsiteY21" fmla="*/ 928199 h 1201608"/>
              <a:gd name="connsiteX22" fmla="*/ 1192031 w 1447155"/>
              <a:gd name="connsiteY22" fmla="*/ 931682 h 1201608"/>
              <a:gd name="connsiteX23" fmla="*/ 1147624 w 1447155"/>
              <a:gd name="connsiteY23" fmla="*/ 943873 h 1201608"/>
              <a:gd name="connsiteX24" fmla="*/ 1111053 w 1447155"/>
              <a:gd name="connsiteY24" fmla="*/ 950838 h 1201608"/>
              <a:gd name="connsiteX25" fmla="*/ 1054455 w 1447155"/>
              <a:gd name="connsiteY25" fmla="*/ 950838 h 1201608"/>
              <a:gd name="connsiteX26" fmla="*/ 1003953 w 1447155"/>
              <a:gd name="connsiteY26" fmla="*/ 958675 h 1201608"/>
              <a:gd name="connsiteX27" fmla="*/ 994375 w 1447155"/>
              <a:gd name="connsiteY27" fmla="*/ 957804 h 1201608"/>
              <a:gd name="connsiteX28" fmla="*/ 949097 w 1447155"/>
              <a:gd name="connsiteY28" fmla="*/ 939519 h 1201608"/>
              <a:gd name="connsiteX29" fmla="*/ 939519 w 1447155"/>
              <a:gd name="connsiteY29" fmla="*/ 938648 h 1201608"/>
              <a:gd name="connsiteX30" fmla="*/ 930811 w 1447155"/>
              <a:gd name="connsiteY30" fmla="*/ 940390 h 1201608"/>
              <a:gd name="connsiteX31" fmla="*/ 894241 w 1447155"/>
              <a:gd name="connsiteY31" fmla="*/ 954321 h 1201608"/>
              <a:gd name="connsiteX32" fmla="*/ 891628 w 1447155"/>
              <a:gd name="connsiteY32" fmla="*/ 956063 h 1201608"/>
              <a:gd name="connsiteX33" fmla="*/ 889887 w 1447155"/>
              <a:gd name="connsiteY33" fmla="*/ 960416 h 1201608"/>
              <a:gd name="connsiteX34" fmla="*/ 888146 w 1447155"/>
              <a:gd name="connsiteY34" fmla="*/ 977831 h 1201608"/>
              <a:gd name="connsiteX35" fmla="*/ 885534 w 1447155"/>
              <a:gd name="connsiteY35" fmla="*/ 985668 h 1201608"/>
              <a:gd name="connsiteX36" fmla="*/ 877697 w 1447155"/>
              <a:gd name="connsiteY36" fmla="*/ 1003082 h 1201608"/>
              <a:gd name="connsiteX37" fmla="*/ 862894 w 1447155"/>
              <a:gd name="connsiteY37" fmla="*/ 1024850 h 1201608"/>
              <a:gd name="connsiteX38" fmla="*/ 807168 w 1447155"/>
              <a:gd name="connsiteY38" fmla="*/ 1078836 h 1201608"/>
              <a:gd name="connsiteX39" fmla="*/ 794107 w 1447155"/>
              <a:gd name="connsiteY39" fmla="*/ 1086672 h 1201608"/>
              <a:gd name="connsiteX40" fmla="*/ 787141 w 1447155"/>
              <a:gd name="connsiteY40" fmla="*/ 1095380 h 1201608"/>
              <a:gd name="connsiteX41" fmla="*/ 782787 w 1447155"/>
              <a:gd name="connsiteY41" fmla="*/ 1104958 h 1201608"/>
              <a:gd name="connsiteX42" fmla="*/ 774080 w 1447155"/>
              <a:gd name="connsiteY42" fmla="*/ 1117148 h 1201608"/>
              <a:gd name="connsiteX43" fmla="*/ 764502 w 1447155"/>
              <a:gd name="connsiteY43" fmla="*/ 1124985 h 1201608"/>
              <a:gd name="connsiteX44" fmla="*/ 754924 w 1447155"/>
              <a:gd name="connsiteY44" fmla="*/ 1130209 h 1201608"/>
              <a:gd name="connsiteX45" fmla="*/ 742734 w 1447155"/>
              <a:gd name="connsiteY45" fmla="*/ 1132821 h 1201608"/>
              <a:gd name="connsiteX46" fmla="*/ 727060 w 1447155"/>
              <a:gd name="connsiteY46" fmla="*/ 1134563 h 1201608"/>
              <a:gd name="connsiteX47" fmla="*/ 720095 w 1447155"/>
              <a:gd name="connsiteY47" fmla="*/ 1137175 h 1201608"/>
              <a:gd name="connsiteX48" fmla="*/ 706163 w 1447155"/>
              <a:gd name="connsiteY48" fmla="*/ 1152848 h 1201608"/>
              <a:gd name="connsiteX49" fmla="*/ 678299 w 1447155"/>
              <a:gd name="connsiteY49" fmla="*/ 1172875 h 1201608"/>
              <a:gd name="connsiteX50" fmla="*/ 661756 w 1447155"/>
              <a:gd name="connsiteY50" fmla="*/ 1191160 h 1201608"/>
              <a:gd name="connsiteX51" fmla="*/ 651307 w 1447155"/>
              <a:gd name="connsiteY51" fmla="*/ 1198997 h 1201608"/>
              <a:gd name="connsiteX52" fmla="*/ 643470 w 1447155"/>
              <a:gd name="connsiteY52" fmla="*/ 1201609 h 1201608"/>
              <a:gd name="connsiteX53" fmla="*/ 623443 w 1447155"/>
              <a:gd name="connsiteY53" fmla="*/ 1199867 h 1201608"/>
              <a:gd name="connsiteX54" fmla="*/ 619090 w 1447155"/>
              <a:gd name="connsiteY54" fmla="*/ 1198126 h 1201608"/>
              <a:gd name="connsiteX55" fmla="*/ 612124 w 1447155"/>
              <a:gd name="connsiteY55" fmla="*/ 1191160 h 1201608"/>
              <a:gd name="connsiteX56" fmla="*/ 607770 w 1447155"/>
              <a:gd name="connsiteY56" fmla="*/ 1189419 h 1201608"/>
              <a:gd name="connsiteX57" fmla="*/ 508507 w 1447155"/>
              <a:gd name="connsiteY57" fmla="*/ 1180711 h 1201608"/>
              <a:gd name="connsiteX58" fmla="*/ 484126 w 1447155"/>
              <a:gd name="connsiteY58" fmla="*/ 1170263 h 1201608"/>
              <a:gd name="connsiteX59" fmla="*/ 472807 w 1447155"/>
              <a:gd name="connsiteY59" fmla="*/ 1170263 h 1201608"/>
              <a:gd name="connsiteX60" fmla="*/ 411856 w 1447155"/>
              <a:gd name="connsiteY60" fmla="*/ 1153719 h 1201608"/>
              <a:gd name="connsiteX61" fmla="*/ 375285 w 1447155"/>
              <a:gd name="connsiteY61" fmla="*/ 1137175 h 1201608"/>
              <a:gd name="connsiteX62" fmla="*/ 368319 w 1447155"/>
              <a:gd name="connsiteY62" fmla="*/ 1131080 h 1201608"/>
              <a:gd name="connsiteX63" fmla="*/ 362224 w 1447155"/>
              <a:gd name="connsiteY63" fmla="*/ 1124114 h 1201608"/>
              <a:gd name="connsiteX64" fmla="*/ 350905 w 1447155"/>
              <a:gd name="connsiteY64" fmla="*/ 1104958 h 1201608"/>
              <a:gd name="connsiteX65" fmla="*/ 329136 w 1447155"/>
              <a:gd name="connsiteY65" fmla="*/ 1082319 h 1201608"/>
              <a:gd name="connsiteX66" fmla="*/ 321299 w 1447155"/>
              <a:gd name="connsiteY66" fmla="*/ 1077094 h 1201608"/>
              <a:gd name="connsiteX67" fmla="*/ 312592 w 1447155"/>
              <a:gd name="connsiteY67" fmla="*/ 1075353 h 1201608"/>
              <a:gd name="connsiteX68" fmla="*/ 238580 w 1447155"/>
              <a:gd name="connsiteY68" fmla="*/ 1076224 h 1201608"/>
              <a:gd name="connsiteX69" fmla="*/ 212458 w 1447155"/>
              <a:gd name="connsiteY69" fmla="*/ 1069258 h 1201608"/>
              <a:gd name="connsiteX70" fmla="*/ 205492 w 1447155"/>
              <a:gd name="connsiteY70" fmla="*/ 1069258 h 1201608"/>
              <a:gd name="connsiteX71" fmla="*/ 203751 w 1447155"/>
              <a:gd name="connsiteY71" fmla="*/ 1044877 h 1201608"/>
              <a:gd name="connsiteX72" fmla="*/ 203751 w 1447155"/>
              <a:gd name="connsiteY72" fmla="*/ 1027463 h 1201608"/>
              <a:gd name="connsiteX73" fmla="*/ 205492 w 1447155"/>
              <a:gd name="connsiteY73" fmla="*/ 1009177 h 1201608"/>
              <a:gd name="connsiteX74" fmla="*/ 204622 w 1447155"/>
              <a:gd name="connsiteY74" fmla="*/ 1000470 h 1201608"/>
              <a:gd name="connsiteX75" fmla="*/ 202010 w 1447155"/>
              <a:gd name="connsiteY75" fmla="*/ 993504 h 1201608"/>
              <a:gd name="connsiteX76" fmla="*/ 195043 w 1447155"/>
              <a:gd name="connsiteY76" fmla="*/ 983926 h 1201608"/>
              <a:gd name="connsiteX77" fmla="*/ 188949 w 1447155"/>
              <a:gd name="connsiteY77" fmla="*/ 978702 h 1201608"/>
              <a:gd name="connsiteX78" fmla="*/ 181982 w 1447155"/>
              <a:gd name="connsiteY78" fmla="*/ 974348 h 1201608"/>
              <a:gd name="connsiteX79" fmla="*/ 175888 w 1447155"/>
              <a:gd name="connsiteY79" fmla="*/ 968253 h 1201608"/>
              <a:gd name="connsiteX80" fmla="*/ 171534 w 1447155"/>
              <a:gd name="connsiteY80" fmla="*/ 960416 h 1201608"/>
              <a:gd name="connsiteX81" fmla="*/ 168051 w 1447155"/>
              <a:gd name="connsiteY81" fmla="*/ 936907 h 1201608"/>
              <a:gd name="connsiteX82" fmla="*/ 165439 w 1447155"/>
              <a:gd name="connsiteY82" fmla="*/ 927329 h 1201608"/>
              <a:gd name="connsiteX83" fmla="*/ 156732 w 1447155"/>
              <a:gd name="connsiteY83" fmla="*/ 919492 h 1201608"/>
              <a:gd name="connsiteX84" fmla="*/ 148895 w 1447155"/>
              <a:gd name="connsiteY84" fmla="*/ 915138 h 1201608"/>
              <a:gd name="connsiteX85" fmla="*/ 143671 w 1447155"/>
              <a:gd name="connsiteY85" fmla="*/ 907302 h 1201608"/>
              <a:gd name="connsiteX86" fmla="*/ 142800 w 1447155"/>
              <a:gd name="connsiteY86" fmla="*/ 895112 h 1201608"/>
              <a:gd name="connsiteX87" fmla="*/ 148024 w 1447155"/>
              <a:gd name="connsiteY87" fmla="*/ 792365 h 1201608"/>
              <a:gd name="connsiteX88" fmla="*/ 143671 w 1447155"/>
              <a:gd name="connsiteY88" fmla="*/ 773209 h 1201608"/>
              <a:gd name="connsiteX89" fmla="*/ 138446 w 1447155"/>
              <a:gd name="connsiteY89" fmla="*/ 754924 h 1201608"/>
              <a:gd name="connsiteX90" fmla="*/ 114066 w 1447155"/>
              <a:gd name="connsiteY90" fmla="*/ 701809 h 1201608"/>
              <a:gd name="connsiteX91" fmla="*/ 109712 w 1447155"/>
              <a:gd name="connsiteY91" fmla="*/ 686136 h 1201608"/>
              <a:gd name="connsiteX92" fmla="*/ 107100 w 1447155"/>
              <a:gd name="connsiteY92" fmla="*/ 679170 h 1201608"/>
              <a:gd name="connsiteX93" fmla="*/ 101876 w 1447155"/>
              <a:gd name="connsiteY93" fmla="*/ 673075 h 1201608"/>
              <a:gd name="connsiteX94" fmla="*/ 1742 w 1447155"/>
              <a:gd name="connsiteY94" fmla="*/ 626927 h 1201608"/>
              <a:gd name="connsiteX95" fmla="*/ 0 w 1447155"/>
              <a:gd name="connsiteY95" fmla="*/ 614736 h 1201608"/>
              <a:gd name="connsiteX96" fmla="*/ 4354 w 1447155"/>
              <a:gd name="connsiteY96" fmla="*/ 603417 h 1201608"/>
              <a:gd name="connsiteX97" fmla="*/ 20897 w 1447155"/>
              <a:gd name="connsiteY97" fmla="*/ 578166 h 1201608"/>
              <a:gd name="connsiteX98" fmla="*/ 23510 w 1447155"/>
              <a:gd name="connsiteY98" fmla="*/ 572070 h 1201608"/>
              <a:gd name="connsiteX99" fmla="*/ 25251 w 1447155"/>
              <a:gd name="connsiteY99" fmla="*/ 564234 h 1201608"/>
              <a:gd name="connsiteX100" fmla="*/ 24380 w 1447155"/>
              <a:gd name="connsiteY100" fmla="*/ 556397 h 1201608"/>
              <a:gd name="connsiteX101" fmla="*/ 22639 w 1447155"/>
              <a:gd name="connsiteY101" fmla="*/ 547690 h 1201608"/>
              <a:gd name="connsiteX102" fmla="*/ 13931 w 1447155"/>
              <a:gd name="connsiteY102" fmla="*/ 518085 h 1201608"/>
              <a:gd name="connsiteX103" fmla="*/ 11319 w 1447155"/>
              <a:gd name="connsiteY103" fmla="*/ 505895 h 1201608"/>
              <a:gd name="connsiteX104" fmla="*/ 10449 w 1447155"/>
              <a:gd name="connsiteY104" fmla="*/ 497187 h 1201608"/>
              <a:gd name="connsiteX105" fmla="*/ 11319 w 1447155"/>
              <a:gd name="connsiteY105" fmla="*/ 465841 h 1201608"/>
              <a:gd name="connsiteX106" fmla="*/ 15673 w 1447155"/>
              <a:gd name="connsiteY106" fmla="*/ 451039 h 1201608"/>
              <a:gd name="connsiteX107" fmla="*/ 22639 w 1447155"/>
              <a:gd name="connsiteY107" fmla="*/ 437107 h 1201608"/>
              <a:gd name="connsiteX108" fmla="*/ 47019 w 1447155"/>
              <a:gd name="connsiteY108" fmla="*/ 392700 h 1201608"/>
              <a:gd name="connsiteX109" fmla="*/ 66175 w 1447155"/>
              <a:gd name="connsiteY109" fmla="*/ 355258 h 1201608"/>
              <a:gd name="connsiteX110" fmla="*/ 74012 w 1447155"/>
              <a:gd name="connsiteY110" fmla="*/ 328266 h 1201608"/>
              <a:gd name="connsiteX111" fmla="*/ 82719 w 1447155"/>
              <a:gd name="connsiteY111" fmla="*/ 253383 h 1201608"/>
              <a:gd name="connsiteX112" fmla="*/ 85332 w 1447155"/>
              <a:gd name="connsiteY112" fmla="*/ 242063 h 1201608"/>
              <a:gd name="connsiteX113" fmla="*/ 89685 w 1447155"/>
              <a:gd name="connsiteY113" fmla="*/ 232485 h 1201608"/>
              <a:gd name="connsiteX114" fmla="*/ 99263 w 1447155"/>
              <a:gd name="connsiteY114" fmla="*/ 215941 h 1201608"/>
              <a:gd name="connsiteX115" fmla="*/ 126256 w 1447155"/>
              <a:gd name="connsiteY115" fmla="*/ 184595 h 1201608"/>
              <a:gd name="connsiteX116" fmla="*/ 134963 w 1447155"/>
              <a:gd name="connsiteY116" fmla="*/ 176758 h 1201608"/>
              <a:gd name="connsiteX117" fmla="*/ 146283 w 1447155"/>
              <a:gd name="connsiteY117" fmla="*/ 168922 h 1201608"/>
              <a:gd name="connsiteX118" fmla="*/ 158473 w 1447155"/>
              <a:gd name="connsiteY118" fmla="*/ 163697 h 1201608"/>
              <a:gd name="connsiteX119" fmla="*/ 167180 w 1447155"/>
              <a:gd name="connsiteY119" fmla="*/ 162827 h 1201608"/>
              <a:gd name="connsiteX120" fmla="*/ 202010 w 1447155"/>
              <a:gd name="connsiteY120" fmla="*/ 169793 h 1201608"/>
              <a:gd name="connsiteX121" fmla="*/ 234226 w 1447155"/>
              <a:gd name="connsiteY121" fmla="*/ 171534 h 1201608"/>
              <a:gd name="connsiteX122" fmla="*/ 229002 w 1447155"/>
              <a:gd name="connsiteY122" fmla="*/ 148024 h 1201608"/>
              <a:gd name="connsiteX123" fmla="*/ 227261 w 1447155"/>
              <a:gd name="connsiteY123" fmla="*/ 129739 h 1201608"/>
              <a:gd name="connsiteX124" fmla="*/ 227261 w 1447155"/>
              <a:gd name="connsiteY124" fmla="*/ 117549 h 1201608"/>
              <a:gd name="connsiteX125" fmla="*/ 229002 w 1447155"/>
              <a:gd name="connsiteY125" fmla="*/ 97522 h 1201608"/>
              <a:gd name="connsiteX126" fmla="*/ 230744 w 1447155"/>
              <a:gd name="connsiteY126" fmla="*/ 88815 h 1201608"/>
              <a:gd name="connsiteX127" fmla="*/ 234226 w 1447155"/>
              <a:gd name="connsiteY127" fmla="*/ 76624 h 1201608"/>
              <a:gd name="connsiteX128" fmla="*/ 240322 w 1447155"/>
              <a:gd name="connsiteY128" fmla="*/ 65305 h 1201608"/>
              <a:gd name="connsiteX129" fmla="*/ 245546 w 1447155"/>
              <a:gd name="connsiteY129" fmla="*/ 60081 h 1201608"/>
              <a:gd name="connsiteX130" fmla="*/ 250770 w 1447155"/>
              <a:gd name="connsiteY130" fmla="*/ 53985 h 1201608"/>
              <a:gd name="connsiteX131" fmla="*/ 266444 w 1447155"/>
              <a:gd name="connsiteY131" fmla="*/ 43537 h 1201608"/>
              <a:gd name="connsiteX132" fmla="*/ 349163 w 1447155"/>
              <a:gd name="connsiteY132" fmla="*/ 11320 h 1201608"/>
              <a:gd name="connsiteX133" fmla="*/ 363095 w 1447155"/>
              <a:gd name="connsiteY133" fmla="*/ 10449 h 1201608"/>
              <a:gd name="connsiteX134" fmla="*/ 367449 w 1447155"/>
              <a:gd name="connsiteY134" fmla="*/ 8707 h 1201608"/>
              <a:gd name="connsiteX135" fmla="*/ 376156 w 1447155"/>
              <a:gd name="connsiteY135" fmla="*/ 3483 h 1201608"/>
              <a:gd name="connsiteX136" fmla="*/ 395312 w 1447155"/>
              <a:gd name="connsiteY136" fmla="*/ 0 h 1201608"/>
              <a:gd name="connsiteX137" fmla="*/ 397924 w 1447155"/>
              <a:gd name="connsiteY137" fmla="*/ 36571 h 1201608"/>
              <a:gd name="connsiteX138" fmla="*/ 395312 w 1447155"/>
              <a:gd name="connsiteY138" fmla="*/ 85332 h 1201608"/>
              <a:gd name="connsiteX139" fmla="*/ 441461 w 1447155"/>
              <a:gd name="connsiteY139" fmla="*/ 59210 h 1201608"/>
              <a:gd name="connsiteX140" fmla="*/ 450168 w 1447155"/>
              <a:gd name="connsiteY140" fmla="*/ 56598 h 1201608"/>
              <a:gd name="connsiteX141" fmla="*/ 458004 w 1447155"/>
              <a:gd name="connsiteY141" fmla="*/ 55727 h 1201608"/>
              <a:gd name="connsiteX142" fmla="*/ 465841 w 1447155"/>
              <a:gd name="connsiteY142" fmla="*/ 55727 h 1201608"/>
              <a:gd name="connsiteX143" fmla="*/ 480644 w 1447155"/>
              <a:gd name="connsiteY143" fmla="*/ 59210 h 1201608"/>
              <a:gd name="connsiteX144" fmla="*/ 532888 w 1447155"/>
              <a:gd name="connsiteY144" fmla="*/ 83590 h 1201608"/>
              <a:gd name="connsiteX145" fmla="*/ 696585 w 1447155"/>
              <a:gd name="connsiteY145" fmla="*/ 120161 h 1201608"/>
              <a:gd name="connsiteX146" fmla="*/ 820229 w 1447155"/>
              <a:gd name="connsiteY146" fmla="*/ 219424 h 1201608"/>
              <a:gd name="connsiteX147" fmla="*/ 867248 w 1447155"/>
              <a:gd name="connsiteY147" fmla="*/ 245546 h 1201608"/>
              <a:gd name="connsiteX148" fmla="*/ 873343 w 1447155"/>
              <a:gd name="connsiteY148" fmla="*/ 250771 h 1201608"/>
              <a:gd name="connsiteX149" fmla="*/ 876826 w 1447155"/>
              <a:gd name="connsiteY149" fmla="*/ 255124 h 1201608"/>
              <a:gd name="connsiteX150" fmla="*/ 879438 w 1447155"/>
              <a:gd name="connsiteY150" fmla="*/ 265573 h 1201608"/>
              <a:gd name="connsiteX151" fmla="*/ 869860 w 1447155"/>
              <a:gd name="connsiteY151" fmla="*/ 337844 h 1201608"/>
              <a:gd name="connsiteX152" fmla="*/ 868990 w 1447155"/>
              <a:gd name="connsiteY152" fmla="*/ 370061 h 1201608"/>
              <a:gd name="connsiteX153" fmla="*/ 870731 w 1447155"/>
              <a:gd name="connsiteY153" fmla="*/ 379639 h 1201608"/>
              <a:gd name="connsiteX154" fmla="*/ 873343 w 1447155"/>
              <a:gd name="connsiteY154" fmla="*/ 387475 h 1201608"/>
              <a:gd name="connsiteX155" fmla="*/ 876826 w 1447155"/>
              <a:gd name="connsiteY155" fmla="*/ 393570 h 1201608"/>
              <a:gd name="connsiteX156" fmla="*/ 880309 w 1447155"/>
              <a:gd name="connsiteY156" fmla="*/ 397924 h 1201608"/>
              <a:gd name="connsiteX157" fmla="*/ 885534 w 1447155"/>
              <a:gd name="connsiteY157" fmla="*/ 400536 h 1201608"/>
              <a:gd name="connsiteX158" fmla="*/ 916009 w 1447155"/>
              <a:gd name="connsiteY158" fmla="*/ 412727 h 1201608"/>
              <a:gd name="connsiteX159" fmla="*/ 923846 w 1447155"/>
              <a:gd name="connsiteY159" fmla="*/ 417951 h 1201608"/>
              <a:gd name="connsiteX160" fmla="*/ 931682 w 1447155"/>
              <a:gd name="connsiteY160" fmla="*/ 423175 h 1201608"/>
              <a:gd name="connsiteX161" fmla="*/ 940390 w 1447155"/>
              <a:gd name="connsiteY161" fmla="*/ 431012 h 1201608"/>
              <a:gd name="connsiteX162" fmla="*/ 948226 w 1447155"/>
              <a:gd name="connsiteY162" fmla="*/ 439719 h 1201608"/>
              <a:gd name="connsiteX163" fmla="*/ 963899 w 1447155"/>
              <a:gd name="connsiteY163" fmla="*/ 464100 h 1201608"/>
              <a:gd name="connsiteX164" fmla="*/ 996116 w 1447155"/>
              <a:gd name="connsiteY164" fmla="*/ 524180 h 1201608"/>
              <a:gd name="connsiteX165" fmla="*/ 1042265 w 1447155"/>
              <a:gd name="connsiteY165" fmla="*/ 500671 h 1201608"/>
              <a:gd name="connsiteX166" fmla="*/ 1065775 w 1447155"/>
              <a:gd name="connsiteY166" fmla="*/ 493704 h 1201608"/>
              <a:gd name="connsiteX167" fmla="*/ 1190290 w 1447155"/>
              <a:gd name="connsiteY167" fmla="*/ 489351 h 1201608"/>
              <a:gd name="connsiteX168" fmla="*/ 1241662 w 1447155"/>
              <a:gd name="connsiteY168" fmla="*/ 478902 h 1201608"/>
              <a:gd name="connsiteX169" fmla="*/ 1356599 w 1447155"/>
              <a:gd name="connsiteY169" fmla="*/ 473678 h 1201608"/>
              <a:gd name="connsiteX170" fmla="*/ 1360953 w 1447155"/>
              <a:gd name="connsiteY170" fmla="*/ 475419 h 1201608"/>
              <a:gd name="connsiteX171" fmla="*/ 1365306 w 1447155"/>
              <a:gd name="connsiteY171" fmla="*/ 478902 h 1201608"/>
              <a:gd name="connsiteX172" fmla="*/ 1369660 w 1447155"/>
              <a:gd name="connsiteY172" fmla="*/ 483256 h 1201608"/>
              <a:gd name="connsiteX173" fmla="*/ 1424516 w 1447155"/>
              <a:gd name="connsiteY173" fmla="*/ 573812 h 1201608"/>
              <a:gd name="connsiteX174" fmla="*/ 1447155 w 1447155"/>
              <a:gd name="connsiteY174" fmla="*/ 599934 h 1201608"/>
            </a:gdLst>
            <a:ahLst/>
            <a:cxnLst/>
            <a:rect l="l" t="t" r="r" b="b"/>
            <a:pathLst>
              <a:path w="1447155" h="1201608">
                <a:moveTo>
                  <a:pt x="1447155" y="599934"/>
                </a:moveTo>
                <a:lnTo>
                  <a:pt x="1443672" y="603417"/>
                </a:lnTo>
                <a:lnTo>
                  <a:pt x="1438448" y="615607"/>
                </a:lnTo>
                <a:lnTo>
                  <a:pt x="1435835" y="622573"/>
                </a:lnTo>
                <a:lnTo>
                  <a:pt x="1432353" y="627797"/>
                </a:lnTo>
                <a:lnTo>
                  <a:pt x="1387075" y="675687"/>
                </a:lnTo>
                <a:lnTo>
                  <a:pt x="1347892" y="752312"/>
                </a:lnTo>
                <a:lnTo>
                  <a:pt x="1346150" y="762760"/>
                </a:lnTo>
                <a:lnTo>
                  <a:pt x="1349633" y="774951"/>
                </a:lnTo>
                <a:lnTo>
                  <a:pt x="1355728" y="783658"/>
                </a:lnTo>
                <a:lnTo>
                  <a:pt x="1358341" y="793236"/>
                </a:lnTo>
                <a:lnTo>
                  <a:pt x="1352245" y="806297"/>
                </a:lnTo>
                <a:lnTo>
                  <a:pt x="1335701" y="829807"/>
                </a:lnTo>
                <a:lnTo>
                  <a:pt x="1328736" y="835031"/>
                </a:lnTo>
                <a:lnTo>
                  <a:pt x="1315675" y="841997"/>
                </a:lnTo>
                <a:lnTo>
                  <a:pt x="1306967" y="843739"/>
                </a:lnTo>
                <a:lnTo>
                  <a:pt x="1293036" y="841126"/>
                </a:lnTo>
                <a:lnTo>
                  <a:pt x="1290424" y="842868"/>
                </a:lnTo>
                <a:lnTo>
                  <a:pt x="1285199" y="848963"/>
                </a:lnTo>
                <a:lnTo>
                  <a:pt x="1227731" y="898594"/>
                </a:lnTo>
                <a:lnTo>
                  <a:pt x="1206833" y="922104"/>
                </a:lnTo>
                <a:lnTo>
                  <a:pt x="1200738" y="928199"/>
                </a:lnTo>
                <a:lnTo>
                  <a:pt x="1192031" y="931682"/>
                </a:lnTo>
                <a:lnTo>
                  <a:pt x="1147624" y="943873"/>
                </a:lnTo>
                <a:lnTo>
                  <a:pt x="1111053" y="950838"/>
                </a:lnTo>
                <a:lnTo>
                  <a:pt x="1054455" y="950838"/>
                </a:lnTo>
                <a:lnTo>
                  <a:pt x="1003953" y="958675"/>
                </a:lnTo>
                <a:lnTo>
                  <a:pt x="994375" y="957804"/>
                </a:lnTo>
                <a:lnTo>
                  <a:pt x="949097" y="939519"/>
                </a:lnTo>
                <a:lnTo>
                  <a:pt x="939519" y="938648"/>
                </a:lnTo>
                <a:lnTo>
                  <a:pt x="930811" y="940390"/>
                </a:lnTo>
                <a:lnTo>
                  <a:pt x="894241" y="954321"/>
                </a:lnTo>
                <a:lnTo>
                  <a:pt x="891628" y="956063"/>
                </a:lnTo>
                <a:lnTo>
                  <a:pt x="889887" y="960416"/>
                </a:lnTo>
                <a:lnTo>
                  <a:pt x="888146" y="977831"/>
                </a:lnTo>
                <a:lnTo>
                  <a:pt x="885534" y="985668"/>
                </a:lnTo>
                <a:lnTo>
                  <a:pt x="877697" y="1003082"/>
                </a:lnTo>
                <a:lnTo>
                  <a:pt x="862894" y="1024850"/>
                </a:lnTo>
                <a:lnTo>
                  <a:pt x="807168" y="1078836"/>
                </a:lnTo>
                <a:lnTo>
                  <a:pt x="794107" y="1086672"/>
                </a:lnTo>
                <a:lnTo>
                  <a:pt x="787141" y="1095380"/>
                </a:lnTo>
                <a:lnTo>
                  <a:pt x="782787" y="1104958"/>
                </a:lnTo>
                <a:lnTo>
                  <a:pt x="774080" y="1117148"/>
                </a:lnTo>
                <a:lnTo>
                  <a:pt x="764502" y="1124985"/>
                </a:lnTo>
                <a:lnTo>
                  <a:pt x="754924" y="1130209"/>
                </a:lnTo>
                <a:lnTo>
                  <a:pt x="742734" y="1132821"/>
                </a:lnTo>
                <a:lnTo>
                  <a:pt x="727060" y="1134563"/>
                </a:lnTo>
                <a:lnTo>
                  <a:pt x="720095" y="1137175"/>
                </a:lnTo>
                <a:lnTo>
                  <a:pt x="706163" y="1152848"/>
                </a:lnTo>
                <a:lnTo>
                  <a:pt x="678299" y="1172875"/>
                </a:lnTo>
                <a:lnTo>
                  <a:pt x="661756" y="1191160"/>
                </a:lnTo>
                <a:lnTo>
                  <a:pt x="651307" y="1198997"/>
                </a:lnTo>
                <a:lnTo>
                  <a:pt x="643470" y="1201609"/>
                </a:lnTo>
                <a:lnTo>
                  <a:pt x="623443" y="1199867"/>
                </a:lnTo>
                <a:lnTo>
                  <a:pt x="619090" y="1198126"/>
                </a:lnTo>
                <a:lnTo>
                  <a:pt x="612124" y="1191160"/>
                </a:lnTo>
                <a:lnTo>
                  <a:pt x="607770" y="1189419"/>
                </a:lnTo>
                <a:lnTo>
                  <a:pt x="508507" y="1180711"/>
                </a:lnTo>
                <a:lnTo>
                  <a:pt x="484126" y="1170263"/>
                </a:lnTo>
                <a:lnTo>
                  <a:pt x="472807" y="1170263"/>
                </a:lnTo>
                <a:lnTo>
                  <a:pt x="411856" y="1153719"/>
                </a:lnTo>
                <a:lnTo>
                  <a:pt x="375285" y="1137175"/>
                </a:lnTo>
                <a:lnTo>
                  <a:pt x="368319" y="1131080"/>
                </a:lnTo>
                <a:lnTo>
                  <a:pt x="362224" y="1124114"/>
                </a:lnTo>
                <a:lnTo>
                  <a:pt x="350905" y="1104958"/>
                </a:lnTo>
                <a:lnTo>
                  <a:pt x="329136" y="1082319"/>
                </a:lnTo>
                <a:lnTo>
                  <a:pt x="321299" y="1077094"/>
                </a:lnTo>
                <a:lnTo>
                  <a:pt x="312592" y="1075353"/>
                </a:lnTo>
                <a:lnTo>
                  <a:pt x="238580" y="1076224"/>
                </a:lnTo>
                <a:lnTo>
                  <a:pt x="212458" y="1069258"/>
                </a:lnTo>
                <a:lnTo>
                  <a:pt x="205492" y="1069258"/>
                </a:lnTo>
                <a:lnTo>
                  <a:pt x="203751" y="1044877"/>
                </a:lnTo>
                <a:lnTo>
                  <a:pt x="203751" y="1027463"/>
                </a:lnTo>
                <a:lnTo>
                  <a:pt x="205492" y="1009177"/>
                </a:lnTo>
                <a:lnTo>
                  <a:pt x="204622" y="1000470"/>
                </a:lnTo>
                <a:lnTo>
                  <a:pt x="202010" y="993504"/>
                </a:lnTo>
                <a:lnTo>
                  <a:pt x="195043" y="983926"/>
                </a:lnTo>
                <a:lnTo>
                  <a:pt x="188949" y="978702"/>
                </a:lnTo>
                <a:lnTo>
                  <a:pt x="181982" y="974348"/>
                </a:lnTo>
                <a:lnTo>
                  <a:pt x="175888" y="968253"/>
                </a:lnTo>
                <a:lnTo>
                  <a:pt x="171534" y="960416"/>
                </a:lnTo>
                <a:lnTo>
                  <a:pt x="168051" y="936907"/>
                </a:lnTo>
                <a:lnTo>
                  <a:pt x="165439" y="927329"/>
                </a:lnTo>
                <a:lnTo>
                  <a:pt x="156732" y="919492"/>
                </a:lnTo>
                <a:lnTo>
                  <a:pt x="148895" y="915138"/>
                </a:lnTo>
                <a:lnTo>
                  <a:pt x="143671" y="907302"/>
                </a:lnTo>
                <a:lnTo>
                  <a:pt x="142800" y="895112"/>
                </a:lnTo>
                <a:lnTo>
                  <a:pt x="148024" y="792365"/>
                </a:lnTo>
                <a:lnTo>
                  <a:pt x="143671" y="773209"/>
                </a:lnTo>
                <a:lnTo>
                  <a:pt x="138446" y="754924"/>
                </a:lnTo>
                <a:lnTo>
                  <a:pt x="114066" y="701809"/>
                </a:lnTo>
                <a:lnTo>
                  <a:pt x="109712" y="686136"/>
                </a:lnTo>
                <a:lnTo>
                  <a:pt x="107100" y="679170"/>
                </a:lnTo>
                <a:lnTo>
                  <a:pt x="101876" y="673075"/>
                </a:lnTo>
                <a:lnTo>
                  <a:pt x="1742" y="626927"/>
                </a:lnTo>
                <a:lnTo>
                  <a:pt x="0" y="614736"/>
                </a:lnTo>
                <a:lnTo>
                  <a:pt x="4354" y="603417"/>
                </a:lnTo>
                <a:lnTo>
                  <a:pt x="20897" y="578166"/>
                </a:lnTo>
                <a:lnTo>
                  <a:pt x="23510" y="572070"/>
                </a:lnTo>
                <a:lnTo>
                  <a:pt x="25251" y="564234"/>
                </a:lnTo>
                <a:lnTo>
                  <a:pt x="24380" y="556397"/>
                </a:lnTo>
                <a:lnTo>
                  <a:pt x="22639" y="547690"/>
                </a:lnTo>
                <a:lnTo>
                  <a:pt x="13931" y="518085"/>
                </a:lnTo>
                <a:lnTo>
                  <a:pt x="11319" y="505895"/>
                </a:lnTo>
                <a:lnTo>
                  <a:pt x="10449" y="497187"/>
                </a:lnTo>
                <a:lnTo>
                  <a:pt x="11319" y="465841"/>
                </a:lnTo>
                <a:lnTo>
                  <a:pt x="15673" y="451039"/>
                </a:lnTo>
                <a:lnTo>
                  <a:pt x="22639" y="437107"/>
                </a:lnTo>
                <a:lnTo>
                  <a:pt x="47019" y="392700"/>
                </a:lnTo>
                <a:lnTo>
                  <a:pt x="66175" y="355258"/>
                </a:lnTo>
                <a:lnTo>
                  <a:pt x="74012" y="328266"/>
                </a:lnTo>
                <a:lnTo>
                  <a:pt x="82719" y="253383"/>
                </a:lnTo>
                <a:lnTo>
                  <a:pt x="85332" y="242063"/>
                </a:lnTo>
                <a:lnTo>
                  <a:pt x="89685" y="232485"/>
                </a:lnTo>
                <a:lnTo>
                  <a:pt x="99263" y="215941"/>
                </a:lnTo>
                <a:lnTo>
                  <a:pt x="126256" y="184595"/>
                </a:lnTo>
                <a:lnTo>
                  <a:pt x="134963" y="176758"/>
                </a:lnTo>
                <a:lnTo>
                  <a:pt x="146283" y="168922"/>
                </a:lnTo>
                <a:lnTo>
                  <a:pt x="158473" y="163697"/>
                </a:lnTo>
                <a:lnTo>
                  <a:pt x="167180" y="162827"/>
                </a:lnTo>
                <a:lnTo>
                  <a:pt x="202010" y="169793"/>
                </a:lnTo>
                <a:lnTo>
                  <a:pt x="234226" y="171534"/>
                </a:lnTo>
                <a:lnTo>
                  <a:pt x="229002" y="148024"/>
                </a:lnTo>
                <a:lnTo>
                  <a:pt x="227261" y="129739"/>
                </a:lnTo>
                <a:lnTo>
                  <a:pt x="227261" y="117549"/>
                </a:lnTo>
                <a:lnTo>
                  <a:pt x="229002" y="97522"/>
                </a:lnTo>
                <a:lnTo>
                  <a:pt x="230744" y="88815"/>
                </a:lnTo>
                <a:lnTo>
                  <a:pt x="234226" y="76624"/>
                </a:lnTo>
                <a:lnTo>
                  <a:pt x="240322" y="65305"/>
                </a:lnTo>
                <a:lnTo>
                  <a:pt x="245546" y="60081"/>
                </a:lnTo>
                <a:lnTo>
                  <a:pt x="250770" y="53985"/>
                </a:lnTo>
                <a:lnTo>
                  <a:pt x="266444" y="43537"/>
                </a:lnTo>
                <a:lnTo>
                  <a:pt x="349163" y="11320"/>
                </a:lnTo>
                <a:lnTo>
                  <a:pt x="363095" y="10449"/>
                </a:lnTo>
                <a:lnTo>
                  <a:pt x="367449" y="8707"/>
                </a:lnTo>
                <a:lnTo>
                  <a:pt x="376156" y="3483"/>
                </a:lnTo>
                <a:lnTo>
                  <a:pt x="395312" y="0"/>
                </a:lnTo>
                <a:lnTo>
                  <a:pt x="397924" y="36571"/>
                </a:lnTo>
                <a:lnTo>
                  <a:pt x="395312" y="85332"/>
                </a:lnTo>
                <a:lnTo>
                  <a:pt x="441461" y="59210"/>
                </a:lnTo>
                <a:lnTo>
                  <a:pt x="450168" y="56598"/>
                </a:lnTo>
                <a:lnTo>
                  <a:pt x="458004" y="55727"/>
                </a:lnTo>
                <a:lnTo>
                  <a:pt x="465841" y="55727"/>
                </a:lnTo>
                <a:lnTo>
                  <a:pt x="480644" y="59210"/>
                </a:lnTo>
                <a:lnTo>
                  <a:pt x="532888" y="83590"/>
                </a:lnTo>
                <a:lnTo>
                  <a:pt x="696585" y="120161"/>
                </a:lnTo>
                <a:lnTo>
                  <a:pt x="820229" y="219424"/>
                </a:lnTo>
                <a:lnTo>
                  <a:pt x="867248" y="245546"/>
                </a:lnTo>
                <a:lnTo>
                  <a:pt x="873343" y="250771"/>
                </a:lnTo>
                <a:lnTo>
                  <a:pt x="876826" y="255124"/>
                </a:lnTo>
                <a:lnTo>
                  <a:pt x="879438" y="265573"/>
                </a:lnTo>
                <a:lnTo>
                  <a:pt x="869860" y="337844"/>
                </a:lnTo>
                <a:lnTo>
                  <a:pt x="868990" y="370061"/>
                </a:lnTo>
                <a:lnTo>
                  <a:pt x="870731" y="379639"/>
                </a:lnTo>
                <a:lnTo>
                  <a:pt x="873343" y="387475"/>
                </a:lnTo>
                <a:lnTo>
                  <a:pt x="876826" y="393570"/>
                </a:lnTo>
                <a:lnTo>
                  <a:pt x="880309" y="397924"/>
                </a:lnTo>
                <a:lnTo>
                  <a:pt x="885534" y="400536"/>
                </a:lnTo>
                <a:lnTo>
                  <a:pt x="916009" y="412727"/>
                </a:lnTo>
                <a:lnTo>
                  <a:pt x="923846" y="417951"/>
                </a:lnTo>
                <a:lnTo>
                  <a:pt x="931682" y="423175"/>
                </a:lnTo>
                <a:lnTo>
                  <a:pt x="940390" y="431012"/>
                </a:lnTo>
                <a:lnTo>
                  <a:pt x="948226" y="439719"/>
                </a:lnTo>
                <a:lnTo>
                  <a:pt x="963899" y="464100"/>
                </a:lnTo>
                <a:lnTo>
                  <a:pt x="996116" y="524180"/>
                </a:lnTo>
                <a:lnTo>
                  <a:pt x="1042265" y="500671"/>
                </a:lnTo>
                <a:lnTo>
                  <a:pt x="1065775" y="493704"/>
                </a:lnTo>
                <a:lnTo>
                  <a:pt x="1190290" y="489351"/>
                </a:lnTo>
                <a:lnTo>
                  <a:pt x="1241662" y="478902"/>
                </a:lnTo>
                <a:lnTo>
                  <a:pt x="1356599" y="473678"/>
                </a:lnTo>
                <a:lnTo>
                  <a:pt x="1360953" y="475419"/>
                </a:lnTo>
                <a:lnTo>
                  <a:pt x="1365306" y="478902"/>
                </a:lnTo>
                <a:lnTo>
                  <a:pt x="1369660" y="483256"/>
                </a:lnTo>
                <a:lnTo>
                  <a:pt x="1424516" y="573812"/>
                </a:lnTo>
                <a:lnTo>
                  <a:pt x="1447155" y="599934"/>
                </a:lnTo>
                <a:close/>
              </a:path>
            </a:pathLst>
          </a:custGeom>
          <a:solidFill>
            <a:schemeClr val="tx1">
              <a:alpha val="28000"/>
            </a:schemeClr>
          </a:solidFill>
          <a:ln w="9525">
            <a:solidFill>
              <a:schemeClr val="tx1">
                <a:lumMod val="75000"/>
                <a:lumOff val="25000"/>
              </a:schemeClr>
            </a:solidFill>
            <a:prstDash val="solid"/>
          </a:ln>
        </p:spPr>
        <p:txBody>
          <a:bodyPr anchor="ct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sz="2040">
              <a:latin typeface="Montserrat Medium"/>
              <a:ea typeface="Montserrat Medium"/>
              <a:cs typeface="Montserrat Medium"/>
            </a:endParaRPr>
          </a:p>
        </p:txBody>
      </p:sp>
      <p:sp>
        <p:nvSpPr>
          <p:cNvPr id="22" name="Freeform: Shape 21">
            <a:extLst>
              <a:ext uri="{FF2B5EF4-FFF2-40B4-BE49-F238E27FC236}">
                <a16:creationId xmlns:a16="http://schemas.microsoft.com/office/drawing/2014/main" id="{9E225C66-15DE-44C0-C3DA-076A9AF4A196}"/>
              </a:ext>
            </a:extLst>
          </p:cNvPr>
          <p:cNvSpPr>
            <a:spLocks noGrp="1"/>
          </p:cNvSpPr>
          <p:nvPr/>
        </p:nvSpPr>
        <p:spPr>
          <a:xfrm>
            <a:off x="7535035" y="5322782"/>
            <a:ext cx="1324989" cy="394670"/>
          </a:xfrm>
          <a:custGeom>
            <a:avLst/>
            <a:gdLst>
              <a:gd name="connsiteX0" fmla="*/ 0 w 1352550"/>
              <a:gd name="connsiteY0" fmla="*/ 336550 h 336550"/>
              <a:gd name="connsiteX1" fmla="*/ 130175 w 1352550"/>
              <a:gd name="connsiteY1" fmla="*/ 295275 h 336550"/>
              <a:gd name="connsiteX2" fmla="*/ 209550 w 1352550"/>
              <a:gd name="connsiteY2" fmla="*/ 295275 h 336550"/>
              <a:gd name="connsiteX3" fmla="*/ 311150 w 1352550"/>
              <a:gd name="connsiteY3" fmla="*/ 292100 h 336550"/>
              <a:gd name="connsiteX4" fmla="*/ 479425 w 1352550"/>
              <a:gd name="connsiteY4" fmla="*/ 269875 h 336550"/>
              <a:gd name="connsiteX5" fmla="*/ 638175 w 1352550"/>
              <a:gd name="connsiteY5" fmla="*/ 225425 h 336550"/>
              <a:gd name="connsiteX6" fmla="*/ 758825 w 1352550"/>
              <a:gd name="connsiteY6" fmla="*/ 219075 h 336550"/>
              <a:gd name="connsiteX7" fmla="*/ 847725 w 1352550"/>
              <a:gd name="connsiteY7" fmla="*/ 225425 h 336550"/>
              <a:gd name="connsiteX8" fmla="*/ 1111250 w 1352550"/>
              <a:gd name="connsiteY8" fmla="*/ 184150 h 336550"/>
              <a:gd name="connsiteX9" fmla="*/ 1155700 w 1352550"/>
              <a:gd name="connsiteY9" fmla="*/ 142875 h 336550"/>
              <a:gd name="connsiteX10" fmla="*/ 1314450 w 1352550"/>
              <a:gd name="connsiteY10" fmla="*/ 66675 h 336550"/>
              <a:gd name="connsiteX11" fmla="*/ 1352550 w 1352550"/>
              <a:gd name="connsiteY11" fmla="*/ 0 h 336550"/>
            </a:gdLst>
            <a:ahLst/>
            <a:cxnLst/>
            <a:rect l="l" t="t" r="r" b="b"/>
            <a:pathLst>
              <a:path w="1352550" h="336550">
                <a:moveTo>
                  <a:pt x="0" y="336550"/>
                </a:moveTo>
                <a:cubicBezTo>
                  <a:pt x="47625" y="319352"/>
                  <a:pt x="95250" y="302154"/>
                  <a:pt x="130175" y="295275"/>
                </a:cubicBezTo>
                <a:cubicBezTo>
                  <a:pt x="165100" y="288396"/>
                  <a:pt x="179388" y="295804"/>
                  <a:pt x="209550" y="295275"/>
                </a:cubicBezTo>
                <a:cubicBezTo>
                  <a:pt x="239713" y="294746"/>
                  <a:pt x="266171" y="296333"/>
                  <a:pt x="311150" y="292100"/>
                </a:cubicBezTo>
                <a:cubicBezTo>
                  <a:pt x="356129" y="287867"/>
                  <a:pt x="424921" y="280987"/>
                  <a:pt x="479425" y="269875"/>
                </a:cubicBezTo>
                <a:cubicBezTo>
                  <a:pt x="533929" y="258763"/>
                  <a:pt x="591608" y="233892"/>
                  <a:pt x="638175" y="225425"/>
                </a:cubicBezTo>
                <a:cubicBezTo>
                  <a:pt x="684742" y="216958"/>
                  <a:pt x="723900" y="219075"/>
                  <a:pt x="758825" y="219075"/>
                </a:cubicBezTo>
                <a:cubicBezTo>
                  <a:pt x="793750" y="219075"/>
                  <a:pt x="788988" y="231246"/>
                  <a:pt x="847725" y="225425"/>
                </a:cubicBezTo>
                <a:cubicBezTo>
                  <a:pt x="906463" y="219604"/>
                  <a:pt x="1059921" y="197908"/>
                  <a:pt x="1111250" y="184150"/>
                </a:cubicBezTo>
                <a:cubicBezTo>
                  <a:pt x="1162579" y="170392"/>
                  <a:pt x="1121833" y="162454"/>
                  <a:pt x="1155700" y="142875"/>
                </a:cubicBezTo>
                <a:cubicBezTo>
                  <a:pt x="1189567" y="123296"/>
                  <a:pt x="1281642" y="90488"/>
                  <a:pt x="1314450" y="66675"/>
                </a:cubicBezTo>
                <a:cubicBezTo>
                  <a:pt x="1347258" y="42862"/>
                  <a:pt x="1349904" y="21431"/>
                  <a:pt x="1352550" y="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29" name="Freeform: Shape 28">
            <a:extLst>
              <a:ext uri="{FF2B5EF4-FFF2-40B4-BE49-F238E27FC236}">
                <a16:creationId xmlns:a16="http://schemas.microsoft.com/office/drawing/2014/main" id="{590F95E9-6690-2B85-3E17-8C899381BB51}"/>
              </a:ext>
            </a:extLst>
          </p:cNvPr>
          <p:cNvSpPr>
            <a:spLocks noGrp="1"/>
          </p:cNvSpPr>
          <p:nvPr/>
        </p:nvSpPr>
        <p:spPr>
          <a:xfrm>
            <a:off x="7708490" y="2962092"/>
            <a:ext cx="1619077" cy="2684216"/>
          </a:xfrm>
          <a:custGeom>
            <a:avLst/>
            <a:gdLst>
              <a:gd name="connsiteX0" fmla="*/ 2277 w 2015227"/>
              <a:gd name="connsiteY0" fmla="*/ 0 h 3517900"/>
              <a:gd name="connsiteX1" fmla="*/ 8627 w 2015227"/>
              <a:gd name="connsiteY1" fmla="*/ 95250 h 3517900"/>
              <a:gd name="connsiteX2" fmla="*/ 72127 w 2015227"/>
              <a:gd name="connsiteY2" fmla="*/ 133350 h 3517900"/>
              <a:gd name="connsiteX3" fmla="*/ 122927 w 2015227"/>
              <a:gd name="connsiteY3" fmla="*/ 209550 h 3517900"/>
              <a:gd name="connsiteX4" fmla="*/ 122927 w 2015227"/>
              <a:gd name="connsiteY4" fmla="*/ 241300 h 3517900"/>
              <a:gd name="connsiteX5" fmla="*/ 116577 w 2015227"/>
              <a:gd name="connsiteY5" fmla="*/ 279400 h 3517900"/>
              <a:gd name="connsiteX6" fmla="*/ 84827 w 2015227"/>
              <a:gd name="connsiteY6" fmla="*/ 336550 h 3517900"/>
              <a:gd name="connsiteX7" fmla="*/ 27677 w 2015227"/>
              <a:gd name="connsiteY7" fmla="*/ 412750 h 3517900"/>
              <a:gd name="connsiteX8" fmla="*/ 27677 w 2015227"/>
              <a:gd name="connsiteY8" fmla="*/ 476250 h 3517900"/>
              <a:gd name="connsiteX9" fmla="*/ 27677 w 2015227"/>
              <a:gd name="connsiteY9" fmla="*/ 520700 h 3517900"/>
              <a:gd name="connsiteX10" fmla="*/ 34027 w 2015227"/>
              <a:gd name="connsiteY10" fmla="*/ 546100 h 3517900"/>
              <a:gd name="connsiteX11" fmla="*/ 53077 w 2015227"/>
              <a:gd name="connsiteY11" fmla="*/ 641350 h 3517900"/>
              <a:gd name="connsiteX12" fmla="*/ 59427 w 2015227"/>
              <a:gd name="connsiteY12" fmla="*/ 704850 h 3517900"/>
              <a:gd name="connsiteX13" fmla="*/ 91177 w 2015227"/>
              <a:gd name="connsiteY13" fmla="*/ 793750 h 3517900"/>
              <a:gd name="connsiteX14" fmla="*/ 110227 w 2015227"/>
              <a:gd name="connsiteY14" fmla="*/ 825500 h 3517900"/>
              <a:gd name="connsiteX15" fmla="*/ 122927 w 2015227"/>
              <a:gd name="connsiteY15" fmla="*/ 882650 h 3517900"/>
              <a:gd name="connsiteX16" fmla="*/ 186427 w 2015227"/>
              <a:gd name="connsiteY16" fmla="*/ 908050 h 3517900"/>
              <a:gd name="connsiteX17" fmla="*/ 218177 w 2015227"/>
              <a:gd name="connsiteY17" fmla="*/ 952500 h 3517900"/>
              <a:gd name="connsiteX18" fmla="*/ 218177 w 2015227"/>
              <a:gd name="connsiteY18" fmla="*/ 1016000 h 3517900"/>
              <a:gd name="connsiteX19" fmla="*/ 218177 w 2015227"/>
              <a:gd name="connsiteY19" fmla="*/ 1060450 h 3517900"/>
              <a:gd name="connsiteX20" fmla="*/ 218177 w 2015227"/>
              <a:gd name="connsiteY20" fmla="*/ 1092200 h 3517900"/>
              <a:gd name="connsiteX21" fmla="*/ 237227 w 2015227"/>
              <a:gd name="connsiteY21" fmla="*/ 1206500 h 3517900"/>
              <a:gd name="connsiteX22" fmla="*/ 224527 w 2015227"/>
              <a:gd name="connsiteY22" fmla="*/ 1238250 h 3517900"/>
              <a:gd name="connsiteX23" fmla="*/ 199127 w 2015227"/>
              <a:gd name="connsiteY23" fmla="*/ 1289050 h 3517900"/>
              <a:gd name="connsiteX24" fmla="*/ 199127 w 2015227"/>
              <a:gd name="connsiteY24" fmla="*/ 1339850 h 3517900"/>
              <a:gd name="connsiteX25" fmla="*/ 199127 w 2015227"/>
              <a:gd name="connsiteY25" fmla="*/ 1377950 h 3517900"/>
              <a:gd name="connsiteX26" fmla="*/ 237227 w 2015227"/>
              <a:gd name="connsiteY26" fmla="*/ 1384300 h 3517900"/>
              <a:gd name="connsiteX27" fmla="*/ 294377 w 2015227"/>
              <a:gd name="connsiteY27" fmla="*/ 1384300 h 3517900"/>
              <a:gd name="connsiteX28" fmla="*/ 364227 w 2015227"/>
              <a:gd name="connsiteY28" fmla="*/ 1390650 h 3517900"/>
              <a:gd name="connsiteX29" fmla="*/ 364227 w 2015227"/>
              <a:gd name="connsiteY29" fmla="*/ 1390650 h 3517900"/>
              <a:gd name="connsiteX30" fmla="*/ 434077 w 2015227"/>
              <a:gd name="connsiteY30" fmla="*/ 1447800 h 3517900"/>
              <a:gd name="connsiteX31" fmla="*/ 434077 w 2015227"/>
              <a:gd name="connsiteY31" fmla="*/ 1543050 h 3517900"/>
              <a:gd name="connsiteX32" fmla="*/ 497577 w 2015227"/>
              <a:gd name="connsiteY32" fmla="*/ 1625600 h 3517900"/>
              <a:gd name="connsiteX33" fmla="*/ 548377 w 2015227"/>
              <a:gd name="connsiteY33" fmla="*/ 1663700 h 3517900"/>
              <a:gd name="connsiteX34" fmla="*/ 694427 w 2015227"/>
              <a:gd name="connsiteY34" fmla="*/ 1784350 h 3517900"/>
              <a:gd name="connsiteX35" fmla="*/ 726177 w 2015227"/>
              <a:gd name="connsiteY35" fmla="*/ 1873250 h 3517900"/>
              <a:gd name="connsiteX36" fmla="*/ 726177 w 2015227"/>
              <a:gd name="connsiteY36" fmla="*/ 1873250 h 3517900"/>
              <a:gd name="connsiteX37" fmla="*/ 732527 w 2015227"/>
              <a:gd name="connsiteY37" fmla="*/ 1955800 h 3517900"/>
              <a:gd name="connsiteX38" fmla="*/ 776977 w 2015227"/>
              <a:gd name="connsiteY38" fmla="*/ 2006600 h 3517900"/>
              <a:gd name="connsiteX39" fmla="*/ 796027 w 2015227"/>
              <a:gd name="connsiteY39" fmla="*/ 2051050 h 3517900"/>
              <a:gd name="connsiteX40" fmla="*/ 840477 w 2015227"/>
              <a:gd name="connsiteY40" fmla="*/ 2127250 h 3517900"/>
              <a:gd name="connsiteX41" fmla="*/ 865877 w 2015227"/>
              <a:gd name="connsiteY41" fmla="*/ 2190750 h 3517900"/>
              <a:gd name="connsiteX42" fmla="*/ 865877 w 2015227"/>
              <a:gd name="connsiteY42" fmla="*/ 2260600 h 3517900"/>
              <a:gd name="connsiteX43" fmla="*/ 903977 w 2015227"/>
              <a:gd name="connsiteY43" fmla="*/ 2286000 h 3517900"/>
              <a:gd name="connsiteX44" fmla="*/ 948427 w 2015227"/>
              <a:gd name="connsiteY44" fmla="*/ 2330450 h 3517900"/>
              <a:gd name="connsiteX45" fmla="*/ 1005577 w 2015227"/>
              <a:gd name="connsiteY45" fmla="*/ 2362200 h 3517900"/>
              <a:gd name="connsiteX46" fmla="*/ 1062727 w 2015227"/>
              <a:gd name="connsiteY46" fmla="*/ 2400300 h 3517900"/>
              <a:gd name="connsiteX47" fmla="*/ 1113527 w 2015227"/>
              <a:gd name="connsiteY47" fmla="*/ 2444750 h 3517900"/>
              <a:gd name="connsiteX48" fmla="*/ 1189727 w 2015227"/>
              <a:gd name="connsiteY48" fmla="*/ 2565400 h 3517900"/>
              <a:gd name="connsiteX49" fmla="*/ 1304027 w 2015227"/>
              <a:gd name="connsiteY49" fmla="*/ 2578100 h 3517900"/>
              <a:gd name="connsiteX50" fmla="*/ 1342127 w 2015227"/>
              <a:gd name="connsiteY50" fmla="*/ 2609850 h 3517900"/>
              <a:gd name="connsiteX51" fmla="*/ 1373877 w 2015227"/>
              <a:gd name="connsiteY51" fmla="*/ 2686050 h 3517900"/>
              <a:gd name="connsiteX52" fmla="*/ 1424677 w 2015227"/>
              <a:gd name="connsiteY52" fmla="*/ 2768600 h 3517900"/>
              <a:gd name="connsiteX53" fmla="*/ 1507227 w 2015227"/>
              <a:gd name="connsiteY53" fmla="*/ 2921000 h 3517900"/>
              <a:gd name="connsiteX54" fmla="*/ 1589777 w 2015227"/>
              <a:gd name="connsiteY54" fmla="*/ 2978150 h 3517900"/>
              <a:gd name="connsiteX55" fmla="*/ 1672327 w 2015227"/>
              <a:gd name="connsiteY55" fmla="*/ 3111500 h 3517900"/>
              <a:gd name="connsiteX56" fmla="*/ 1691377 w 2015227"/>
              <a:gd name="connsiteY56" fmla="*/ 3175000 h 3517900"/>
              <a:gd name="connsiteX57" fmla="*/ 1723127 w 2015227"/>
              <a:gd name="connsiteY57" fmla="*/ 3225800 h 3517900"/>
              <a:gd name="connsiteX58" fmla="*/ 1729477 w 2015227"/>
              <a:gd name="connsiteY58" fmla="*/ 3321050 h 3517900"/>
              <a:gd name="connsiteX59" fmla="*/ 1812027 w 2015227"/>
              <a:gd name="connsiteY59" fmla="*/ 3371850 h 3517900"/>
              <a:gd name="connsiteX60" fmla="*/ 2015227 w 2015227"/>
              <a:gd name="connsiteY60" fmla="*/ 3517900 h 3517900"/>
            </a:gdLst>
            <a:ahLst/>
            <a:cxnLst/>
            <a:rect l="l" t="t" r="r" b="b"/>
            <a:pathLst>
              <a:path w="2015227" h="3517900">
                <a:moveTo>
                  <a:pt x="2277" y="0"/>
                </a:moveTo>
                <a:cubicBezTo>
                  <a:pt x="-369" y="36512"/>
                  <a:pt x="-3015" y="73025"/>
                  <a:pt x="8627" y="95250"/>
                </a:cubicBezTo>
                <a:cubicBezTo>
                  <a:pt x="20269" y="117475"/>
                  <a:pt x="53077" y="114300"/>
                  <a:pt x="72127" y="133350"/>
                </a:cubicBezTo>
                <a:cubicBezTo>
                  <a:pt x="91177" y="152400"/>
                  <a:pt x="114460" y="191558"/>
                  <a:pt x="122927" y="209550"/>
                </a:cubicBezTo>
                <a:cubicBezTo>
                  <a:pt x="131394" y="227542"/>
                  <a:pt x="122927" y="241300"/>
                  <a:pt x="122927" y="241300"/>
                </a:cubicBezTo>
                <a:cubicBezTo>
                  <a:pt x="121869" y="252942"/>
                  <a:pt x="122927" y="263525"/>
                  <a:pt x="116577" y="279400"/>
                </a:cubicBezTo>
                <a:cubicBezTo>
                  <a:pt x="110227" y="295275"/>
                  <a:pt x="99644" y="314325"/>
                  <a:pt x="84827" y="336550"/>
                </a:cubicBezTo>
                <a:cubicBezTo>
                  <a:pt x="70010" y="358775"/>
                  <a:pt x="37202" y="389467"/>
                  <a:pt x="27677" y="412750"/>
                </a:cubicBezTo>
                <a:cubicBezTo>
                  <a:pt x="18152" y="436033"/>
                  <a:pt x="27677" y="476250"/>
                  <a:pt x="27677" y="476250"/>
                </a:cubicBezTo>
                <a:lnTo>
                  <a:pt x="27677" y="520700"/>
                </a:lnTo>
                <a:cubicBezTo>
                  <a:pt x="28735" y="532342"/>
                  <a:pt x="29794" y="525992"/>
                  <a:pt x="34027" y="546100"/>
                </a:cubicBezTo>
                <a:cubicBezTo>
                  <a:pt x="38260" y="566208"/>
                  <a:pt x="48844" y="614892"/>
                  <a:pt x="53077" y="641350"/>
                </a:cubicBezTo>
                <a:cubicBezTo>
                  <a:pt x="57310" y="667808"/>
                  <a:pt x="53077" y="679450"/>
                  <a:pt x="59427" y="704850"/>
                </a:cubicBezTo>
                <a:cubicBezTo>
                  <a:pt x="65777" y="730250"/>
                  <a:pt x="82710" y="773642"/>
                  <a:pt x="91177" y="793750"/>
                </a:cubicBezTo>
                <a:cubicBezTo>
                  <a:pt x="99644" y="813858"/>
                  <a:pt x="104935" y="810683"/>
                  <a:pt x="110227" y="825500"/>
                </a:cubicBezTo>
                <a:cubicBezTo>
                  <a:pt x="115519" y="840317"/>
                  <a:pt x="110227" y="868892"/>
                  <a:pt x="122927" y="882650"/>
                </a:cubicBezTo>
                <a:cubicBezTo>
                  <a:pt x="135627" y="896408"/>
                  <a:pt x="170552" y="896408"/>
                  <a:pt x="186427" y="908050"/>
                </a:cubicBezTo>
                <a:cubicBezTo>
                  <a:pt x="202302" y="919692"/>
                  <a:pt x="212885" y="934508"/>
                  <a:pt x="218177" y="952500"/>
                </a:cubicBezTo>
                <a:cubicBezTo>
                  <a:pt x="223469" y="970492"/>
                  <a:pt x="218177" y="1016000"/>
                  <a:pt x="218177" y="1016000"/>
                </a:cubicBezTo>
                <a:lnTo>
                  <a:pt x="218177" y="1060450"/>
                </a:lnTo>
                <a:cubicBezTo>
                  <a:pt x="218177" y="1073150"/>
                  <a:pt x="215002" y="1067858"/>
                  <a:pt x="218177" y="1092200"/>
                </a:cubicBezTo>
                <a:cubicBezTo>
                  <a:pt x="221352" y="1116542"/>
                  <a:pt x="236169" y="1182158"/>
                  <a:pt x="237227" y="1206500"/>
                </a:cubicBezTo>
                <a:cubicBezTo>
                  <a:pt x="238285" y="1230842"/>
                  <a:pt x="230877" y="1224492"/>
                  <a:pt x="224527" y="1238250"/>
                </a:cubicBezTo>
                <a:cubicBezTo>
                  <a:pt x="218177" y="1252008"/>
                  <a:pt x="203360" y="1272117"/>
                  <a:pt x="199127" y="1289050"/>
                </a:cubicBezTo>
                <a:cubicBezTo>
                  <a:pt x="194894" y="1305983"/>
                  <a:pt x="199127" y="1339850"/>
                  <a:pt x="199127" y="1339850"/>
                </a:cubicBezTo>
                <a:cubicBezTo>
                  <a:pt x="199127" y="1354667"/>
                  <a:pt x="192777" y="1370542"/>
                  <a:pt x="199127" y="1377950"/>
                </a:cubicBezTo>
                <a:cubicBezTo>
                  <a:pt x="205477" y="1385358"/>
                  <a:pt x="221352" y="1383242"/>
                  <a:pt x="237227" y="1384300"/>
                </a:cubicBezTo>
                <a:cubicBezTo>
                  <a:pt x="253102" y="1385358"/>
                  <a:pt x="273210" y="1383242"/>
                  <a:pt x="294377" y="1384300"/>
                </a:cubicBezTo>
                <a:cubicBezTo>
                  <a:pt x="315544" y="1385358"/>
                  <a:pt x="364227" y="1390650"/>
                  <a:pt x="364227" y="1390650"/>
                </a:cubicBezTo>
                <a:lnTo>
                  <a:pt x="364227" y="1390650"/>
                </a:lnTo>
                <a:cubicBezTo>
                  <a:pt x="375869" y="1400175"/>
                  <a:pt x="422435" y="1422400"/>
                  <a:pt x="434077" y="1447800"/>
                </a:cubicBezTo>
                <a:cubicBezTo>
                  <a:pt x="445719" y="1473200"/>
                  <a:pt x="423494" y="1513417"/>
                  <a:pt x="434077" y="1543050"/>
                </a:cubicBezTo>
                <a:cubicBezTo>
                  <a:pt x="444660" y="1572683"/>
                  <a:pt x="478527" y="1605492"/>
                  <a:pt x="497577" y="1625600"/>
                </a:cubicBezTo>
                <a:cubicBezTo>
                  <a:pt x="516627" y="1645708"/>
                  <a:pt x="515569" y="1637242"/>
                  <a:pt x="548377" y="1663700"/>
                </a:cubicBezTo>
                <a:cubicBezTo>
                  <a:pt x="581185" y="1690158"/>
                  <a:pt x="664794" y="1749425"/>
                  <a:pt x="694427" y="1784350"/>
                </a:cubicBezTo>
                <a:cubicBezTo>
                  <a:pt x="724060" y="1819275"/>
                  <a:pt x="726177" y="1873250"/>
                  <a:pt x="726177" y="1873250"/>
                </a:cubicBezTo>
                <a:lnTo>
                  <a:pt x="726177" y="1873250"/>
                </a:lnTo>
                <a:cubicBezTo>
                  <a:pt x="727235" y="1887008"/>
                  <a:pt x="724060" y="1933575"/>
                  <a:pt x="732527" y="1955800"/>
                </a:cubicBezTo>
                <a:cubicBezTo>
                  <a:pt x="740994" y="1978025"/>
                  <a:pt x="766394" y="1990725"/>
                  <a:pt x="776977" y="2006600"/>
                </a:cubicBezTo>
                <a:cubicBezTo>
                  <a:pt x="787560" y="2022475"/>
                  <a:pt x="785444" y="2030942"/>
                  <a:pt x="796027" y="2051050"/>
                </a:cubicBezTo>
                <a:cubicBezTo>
                  <a:pt x="806610" y="2071158"/>
                  <a:pt x="828835" y="2103967"/>
                  <a:pt x="840477" y="2127250"/>
                </a:cubicBezTo>
                <a:cubicBezTo>
                  <a:pt x="852119" y="2150533"/>
                  <a:pt x="861644" y="2168525"/>
                  <a:pt x="865877" y="2190750"/>
                </a:cubicBezTo>
                <a:cubicBezTo>
                  <a:pt x="870110" y="2212975"/>
                  <a:pt x="859527" y="2244725"/>
                  <a:pt x="865877" y="2260600"/>
                </a:cubicBezTo>
                <a:cubicBezTo>
                  <a:pt x="872227" y="2276475"/>
                  <a:pt x="890219" y="2274358"/>
                  <a:pt x="903977" y="2286000"/>
                </a:cubicBezTo>
                <a:cubicBezTo>
                  <a:pt x="917735" y="2297642"/>
                  <a:pt x="931494" y="2317750"/>
                  <a:pt x="948427" y="2330450"/>
                </a:cubicBezTo>
                <a:cubicBezTo>
                  <a:pt x="965360" y="2343150"/>
                  <a:pt x="986527" y="2350558"/>
                  <a:pt x="1005577" y="2362200"/>
                </a:cubicBezTo>
                <a:cubicBezTo>
                  <a:pt x="1024627" y="2373842"/>
                  <a:pt x="1044735" y="2386542"/>
                  <a:pt x="1062727" y="2400300"/>
                </a:cubicBezTo>
                <a:cubicBezTo>
                  <a:pt x="1080719" y="2414058"/>
                  <a:pt x="1092360" y="2417233"/>
                  <a:pt x="1113527" y="2444750"/>
                </a:cubicBezTo>
                <a:cubicBezTo>
                  <a:pt x="1134694" y="2472267"/>
                  <a:pt x="1157977" y="2543175"/>
                  <a:pt x="1189727" y="2565400"/>
                </a:cubicBezTo>
                <a:cubicBezTo>
                  <a:pt x="1221477" y="2587625"/>
                  <a:pt x="1278627" y="2570692"/>
                  <a:pt x="1304027" y="2578100"/>
                </a:cubicBezTo>
                <a:cubicBezTo>
                  <a:pt x="1329427" y="2585508"/>
                  <a:pt x="1330485" y="2591858"/>
                  <a:pt x="1342127" y="2609850"/>
                </a:cubicBezTo>
                <a:cubicBezTo>
                  <a:pt x="1353769" y="2627842"/>
                  <a:pt x="1360119" y="2659592"/>
                  <a:pt x="1373877" y="2686050"/>
                </a:cubicBezTo>
                <a:cubicBezTo>
                  <a:pt x="1387635" y="2712508"/>
                  <a:pt x="1402452" y="2729442"/>
                  <a:pt x="1424677" y="2768600"/>
                </a:cubicBezTo>
                <a:cubicBezTo>
                  <a:pt x="1446902" y="2807758"/>
                  <a:pt x="1479710" y="2886075"/>
                  <a:pt x="1507227" y="2921000"/>
                </a:cubicBezTo>
                <a:cubicBezTo>
                  <a:pt x="1534744" y="2955925"/>
                  <a:pt x="1562260" y="2946400"/>
                  <a:pt x="1589777" y="2978150"/>
                </a:cubicBezTo>
                <a:cubicBezTo>
                  <a:pt x="1617294" y="3009900"/>
                  <a:pt x="1655394" y="3078692"/>
                  <a:pt x="1672327" y="3111500"/>
                </a:cubicBezTo>
                <a:cubicBezTo>
                  <a:pt x="1689260" y="3144308"/>
                  <a:pt x="1682910" y="3155950"/>
                  <a:pt x="1691377" y="3175000"/>
                </a:cubicBezTo>
                <a:cubicBezTo>
                  <a:pt x="1699844" y="3194050"/>
                  <a:pt x="1716777" y="3201458"/>
                  <a:pt x="1723127" y="3225800"/>
                </a:cubicBezTo>
                <a:cubicBezTo>
                  <a:pt x="1729477" y="3250142"/>
                  <a:pt x="1714660" y="3296708"/>
                  <a:pt x="1729477" y="3321050"/>
                </a:cubicBezTo>
                <a:cubicBezTo>
                  <a:pt x="1744294" y="3345392"/>
                  <a:pt x="1764402" y="3339042"/>
                  <a:pt x="1812027" y="3371850"/>
                </a:cubicBezTo>
                <a:cubicBezTo>
                  <a:pt x="1859652" y="3404658"/>
                  <a:pt x="1937439" y="3461279"/>
                  <a:pt x="2015227" y="3517900"/>
                </a:cubicBezTo>
              </a:path>
            </a:pathLst>
          </a:custGeom>
          <a:noFill/>
          <a:ln w="9525" cmpd="sng">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30" name="Freeform: Shape 29">
            <a:extLst>
              <a:ext uri="{FF2B5EF4-FFF2-40B4-BE49-F238E27FC236}">
                <a16:creationId xmlns:a16="http://schemas.microsoft.com/office/drawing/2014/main" id="{0820B5D2-27AA-1E4F-5141-D0413DD21A89}"/>
              </a:ext>
            </a:extLst>
          </p:cNvPr>
          <p:cNvSpPr>
            <a:spLocks noGrp="1"/>
          </p:cNvSpPr>
          <p:nvPr/>
        </p:nvSpPr>
        <p:spPr>
          <a:xfrm>
            <a:off x="8131213" y="4066560"/>
            <a:ext cx="229577" cy="136460"/>
          </a:xfrm>
          <a:custGeom>
            <a:avLst/>
            <a:gdLst>
              <a:gd name="connsiteX0" fmla="*/ 0 w 285750"/>
              <a:gd name="connsiteY0" fmla="*/ 176212 h 176212"/>
              <a:gd name="connsiteX1" fmla="*/ 52388 w 285750"/>
              <a:gd name="connsiteY1" fmla="*/ 123825 h 176212"/>
              <a:gd name="connsiteX2" fmla="*/ 109538 w 285750"/>
              <a:gd name="connsiteY2" fmla="*/ 138112 h 176212"/>
              <a:gd name="connsiteX3" fmla="*/ 190500 w 285750"/>
              <a:gd name="connsiteY3" fmla="*/ 142875 h 176212"/>
              <a:gd name="connsiteX4" fmla="*/ 228600 w 285750"/>
              <a:gd name="connsiteY4" fmla="*/ 128587 h 176212"/>
              <a:gd name="connsiteX5" fmla="*/ 261938 w 285750"/>
              <a:gd name="connsiteY5" fmla="*/ 123825 h 176212"/>
              <a:gd name="connsiteX6" fmla="*/ 276225 w 285750"/>
              <a:gd name="connsiteY6" fmla="*/ 85725 h 176212"/>
              <a:gd name="connsiteX7" fmla="*/ 285750 w 285750"/>
              <a:gd name="connsiteY7" fmla="*/ 0 h 176212"/>
            </a:gdLst>
            <a:ahLst/>
            <a:cxnLst/>
            <a:rect l="l" t="t" r="r" b="b"/>
            <a:pathLst>
              <a:path w="285750" h="176212">
                <a:moveTo>
                  <a:pt x="0" y="176212"/>
                </a:moveTo>
                <a:cubicBezTo>
                  <a:pt x="17066" y="153193"/>
                  <a:pt x="34132" y="130175"/>
                  <a:pt x="52388" y="123825"/>
                </a:cubicBezTo>
                <a:cubicBezTo>
                  <a:pt x="70644" y="117475"/>
                  <a:pt x="86519" y="134937"/>
                  <a:pt x="109538" y="138112"/>
                </a:cubicBezTo>
                <a:cubicBezTo>
                  <a:pt x="132557" y="141287"/>
                  <a:pt x="170656" y="144462"/>
                  <a:pt x="190500" y="142875"/>
                </a:cubicBezTo>
                <a:cubicBezTo>
                  <a:pt x="210344" y="141287"/>
                  <a:pt x="216694" y="131762"/>
                  <a:pt x="228600" y="128587"/>
                </a:cubicBezTo>
                <a:cubicBezTo>
                  <a:pt x="240506" y="125412"/>
                  <a:pt x="254001" y="130969"/>
                  <a:pt x="261938" y="123825"/>
                </a:cubicBezTo>
                <a:cubicBezTo>
                  <a:pt x="269875" y="116681"/>
                  <a:pt x="272256" y="106362"/>
                  <a:pt x="276225" y="85725"/>
                </a:cubicBezTo>
                <a:cubicBezTo>
                  <a:pt x="280194" y="65088"/>
                  <a:pt x="285750" y="0"/>
                  <a:pt x="285750" y="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32" name="Freeform: Shape 31">
            <a:extLst>
              <a:ext uri="{FF2B5EF4-FFF2-40B4-BE49-F238E27FC236}">
                <a16:creationId xmlns:a16="http://schemas.microsoft.com/office/drawing/2014/main" id="{ABFC0C2E-B943-F21A-B512-E627A4C1A5ED}"/>
              </a:ext>
            </a:extLst>
          </p:cNvPr>
          <p:cNvSpPr>
            <a:spLocks noGrp="1"/>
          </p:cNvSpPr>
          <p:nvPr/>
        </p:nvSpPr>
        <p:spPr>
          <a:xfrm>
            <a:off x="7281776" y="3379339"/>
            <a:ext cx="454053" cy="200486"/>
          </a:xfrm>
          <a:custGeom>
            <a:avLst/>
            <a:gdLst>
              <a:gd name="connsiteX0" fmla="*/ 565150 w 565150"/>
              <a:gd name="connsiteY0" fmla="*/ 0 h 258889"/>
              <a:gd name="connsiteX1" fmla="*/ 546100 w 565150"/>
              <a:gd name="connsiteY1" fmla="*/ 98425 h 258889"/>
              <a:gd name="connsiteX2" fmla="*/ 504825 w 565150"/>
              <a:gd name="connsiteY2" fmla="*/ 127000 h 258889"/>
              <a:gd name="connsiteX3" fmla="*/ 422275 w 565150"/>
              <a:gd name="connsiteY3" fmla="*/ 171450 h 258889"/>
              <a:gd name="connsiteX4" fmla="*/ 400050 w 565150"/>
              <a:gd name="connsiteY4" fmla="*/ 168275 h 258889"/>
              <a:gd name="connsiteX5" fmla="*/ 336550 w 565150"/>
              <a:gd name="connsiteY5" fmla="*/ 177800 h 258889"/>
              <a:gd name="connsiteX6" fmla="*/ 336550 w 565150"/>
              <a:gd name="connsiteY6" fmla="*/ 177800 h 258889"/>
              <a:gd name="connsiteX7" fmla="*/ 212725 w 565150"/>
              <a:gd name="connsiteY7" fmla="*/ 209550 h 258889"/>
              <a:gd name="connsiteX8" fmla="*/ 139700 w 565150"/>
              <a:gd name="connsiteY8" fmla="*/ 238125 h 258889"/>
              <a:gd name="connsiteX9" fmla="*/ 53975 w 565150"/>
              <a:gd name="connsiteY9" fmla="*/ 257175 h 258889"/>
              <a:gd name="connsiteX10" fmla="*/ 0 w 565150"/>
              <a:gd name="connsiteY10" fmla="*/ 193675 h 258889"/>
            </a:gdLst>
            <a:ahLst/>
            <a:cxnLst/>
            <a:rect l="l" t="t" r="r" b="b"/>
            <a:pathLst>
              <a:path w="565150" h="258889">
                <a:moveTo>
                  <a:pt x="565150" y="0"/>
                </a:moveTo>
                <a:cubicBezTo>
                  <a:pt x="560652" y="38629"/>
                  <a:pt x="556154" y="77258"/>
                  <a:pt x="546100" y="98425"/>
                </a:cubicBezTo>
                <a:cubicBezTo>
                  <a:pt x="536046" y="119592"/>
                  <a:pt x="504825" y="127000"/>
                  <a:pt x="504825" y="127000"/>
                </a:cubicBezTo>
                <a:cubicBezTo>
                  <a:pt x="484188" y="139171"/>
                  <a:pt x="439737" y="164571"/>
                  <a:pt x="422275" y="171450"/>
                </a:cubicBezTo>
                <a:cubicBezTo>
                  <a:pt x="404813" y="178329"/>
                  <a:pt x="414337" y="167217"/>
                  <a:pt x="400050" y="168275"/>
                </a:cubicBezTo>
                <a:cubicBezTo>
                  <a:pt x="385763" y="169333"/>
                  <a:pt x="336550" y="177800"/>
                  <a:pt x="336550" y="177800"/>
                </a:cubicBezTo>
                <a:lnTo>
                  <a:pt x="336550" y="177800"/>
                </a:lnTo>
                <a:cubicBezTo>
                  <a:pt x="315913" y="183092"/>
                  <a:pt x="245533" y="199496"/>
                  <a:pt x="212725" y="209550"/>
                </a:cubicBezTo>
                <a:cubicBezTo>
                  <a:pt x="179917" y="219604"/>
                  <a:pt x="166158" y="230187"/>
                  <a:pt x="139700" y="238125"/>
                </a:cubicBezTo>
                <a:cubicBezTo>
                  <a:pt x="113242" y="246063"/>
                  <a:pt x="77258" y="264583"/>
                  <a:pt x="53975" y="257175"/>
                </a:cubicBezTo>
                <a:cubicBezTo>
                  <a:pt x="30692" y="249767"/>
                  <a:pt x="15346" y="221721"/>
                  <a:pt x="0" y="193675"/>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33" name="Freeform: Shape 32">
            <a:extLst>
              <a:ext uri="{FF2B5EF4-FFF2-40B4-BE49-F238E27FC236}">
                <a16:creationId xmlns:a16="http://schemas.microsoft.com/office/drawing/2014/main" id="{158831CD-CDC2-B4CD-59F3-E242504F69FA}"/>
              </a:ext>
            </a:extLst>
          </p:cNvPr>
          <p:cNvSpPr>
            <a:spLocks noGrp="1"/>
          </p:cNvSpPr>
          <p:nvPr/>
        </p:nvSpPr>
        <p:spPr>
          <a:xfrm>
            <a:off x="8607586" y="4586586"/>
            <a:ext cx="66960" cy="236039"/>
          </a:xfrm>
          <a:custGeom>
            <a:avLst/>
            <a:gdLst>
              <a:gd name="connsiteX0" fmla="*/ 0 w 83344"/>
              <a:gd name="connsiteY0" fmla="*/ 304800 h 304800"/>
              <a:gd name="connsiteX1" fmla="*/ 23813 w 83344"/>
              <a:gd name="connsiteY1" fmla="*/ 221456 h 304800"/>
              <a:gd name="connsiteX2" fmla="*/ 19050 w 83344"/>
              <a:gd name="connsiteY2" fmla="*/ 180975 h 304800"/>
              <a:gd name="connsiteX3" fmla="*/ 35719 w 83344"/>
              <a:gd name="connsiteY3" fmla="*/ 123825 h 304800"/>
              <a:gd name="connsiteX4" fmla="*/ 59532 w 83344"/>
              <a:gd name="connsiteY4" fmla="*/ 107156 h 304800"/>
              <a:gd name="connsiteX5" fmla="*/ 78582 w 83344"/>
              <a:gd name="connsiteY5" fmla="*/ 61913 h 304800"/>
              <a:gd name="connsiteX6" fmla="*/ 83344 w 83344"/>
              <a:gd name="connsiteY6" fmla="*/ 0 h 304800"/>
            </a:gdLst>
            <a:ahLst/>
            <a:cxnLst/>
            <a:rect l="l" t="t" r="r" b="b"/>
            <a:pathLst>
              <a:path w="83344" h="304800">
                <a:moveTo>
                  <a:pt x="0" y="304800"/>
                </a:moveTo>
                <a:cubicBezTo>
                  <a:pt x="10319" y="273446"/>
                  <a:pt x="20638" y="242093"/>
                  <a:pt x="23813" y="221456"/>
                </a:cubicBezTo>
                <a:cubicBezTo>
                  <a:pt x="26988" y="200818"/>
                  <a:pt x="17066" y="197247"/>
                  <a:pt x="19050" y="180975"/>
                </a:cubicBezTo>
                <a:cubicBezTo>
                  <a:pt x="21034" y="164703"/>
                  <a:pt x="28972" y="136128"/>
                  <a:pt x="35719" y="123825"/>
                </a:cubicBezTo>
                <a:cubicBezTo>
                  <a:pt x="42466" y="111522"/>
                  <a:pt x="52388" y="117475"/>
                  <a:pt x="59532" y="107156"/>
                </a:cubicBezTo>
                <a:cubicBezTo>
                  <a:pt x="66676" y="96837"/>
                  <a:pt x="74613" y="79772"/>
                  <a:pt x="78582" y="61913"/>
                </a:cubicBezTo>
                <a:cubicBezTo>
                  <a:pt x="82551" y="44054"/>
                  <a:pt x="82947" y="22027"/>
                  <a:pt x="83344" y="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26" name="Freeform: Shape 25">
            <a:extLst>
              <a:ext uri="{FF2B5EF4-FFF2-40B4-BE49-F238E27FC236}">
                <a16:creationId xmlns:a16="http://schemas.microsoft.com/office/drawing/2014/main" id="{370EA7B9-6733-7929-2906-6D4DF2DC993F}"/>
              </a:ext>
            </a:extLst>
          </p:cNvPr>
          <p:cNvSpPr>
            <a:spLocks noGrp="1"/>
          </p:cNvSpPr>
          <p:nvPr/>
        </p:nvSpPr>
        <p:spPr>
          <a:xfrm>
            <a:off x="8844075" y="5197557"/>
            <a:ext cx="47259" cy="167031"/>
          </a:xfrm>
          <a:custGeom>
            <a:avLst/>
            <a:gdLst>
              <a:gd name="connsiteX0" fmla="*/ 50006 w 50006"/>
              <a:gd name="connsiteY0" fmla="*/ 0 h 183356"/>
              <a:gd name="connsiteX1" fmla="*/ 42862 w 50006"/>
              <a:gd name="connsiteY1" fmla="*/ 71437 h 183356"/>
              <a:gd name="connsiteX2" fmla="*/ 30956 w 50006"/>
              <a:gd name="connsiteY2" fmla="*/ 133350 h 183356"/>
              <a:gd name="connsiteX3" fmla="*/ 0 w 50006"/>
              <a:gd name="connsiteY3" fmla="*/ 183356 h 183356"/>
            </a:gdLst>
            <a:ahLst/>
            <a:cxnLst/>
            <a:rect l="l" t="t" r="r" b="b"/>
            <a:pathLst>
              <a:path w="50006" h="183356">
                <a:moveTo>
                  <a:pt x="50006" y="0"/>
                </a:moveTo>
                <a:cubicBezTo>
                  <a:pt x="48021" y="24606"/>
                  <a:pt x="46037" y="49212"/>
                  <a:pt x="42862" y="71437"/>
                </a:cubicBezTo>
                <a:cubicBezTo>
                  <a:pt x="39687" y="93662"/>
                  <a:pt x="38100" y="114697"/>
                  <a:pt x="30956" y="133350"/>
                </a:cubicBezTo>
                <a:cubicBezTo>
                  <a:pt x="23812" y="152003"/>
                  <a:pt x="11906" y="167679"/>
                  <a:pt x="0" y="183356"/>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27" name="Freeform: Shape 26">
            <a:extLst>
              <a:ext uri="{FF2B5EF4-FFF2-40B4-BE49-F238E27FC236}">
                <a16:creationId xmlns:a16="http://schemas.microsoft.com/office/drawing/2014/main" id="{8E663B2E-25F0-8F4E-D9C0-696903549A95}"/>
              </a:ext>
            </a:extLst>
          </p:cNvPr>
          <p:cNvSpPr>
            <a:spLocks noGrp="1"/>
          </p:cNvSpPr>
          <p:nvPr/>
        </p:nvSpPr>
        <p:spPr>
          <a:xfrm>
            <a:off x="7544039" y="5720343"/>
            <a:ext cx="552121" cy="428060"/>
          </a:xfrm>
          <a:custGeom>
            <a:avLst/>
            <a:gdLst>
              <a:gd name="connsiteX0" fmla="*/ 0 w 584200"/>
              <a:gd name="connsiteY0" fmla="*/ 0 h 469900"/>
              <a:gd name="connsiteX1" fmla="*/ 117475 w 584200"/>
              <a:gd name="connsiteY1" fmla="*/ 60325 h 469900"/>
              <a:gd name="connsiteX2" fmla="*/ 260350 w 584200"/>
              <a:gd name="connsiteY2" fmla="*/ 111125 h 469900"/>
              <a:gd name="connsiteX3" fmla="*/ 352425 w 584200"/>
              <a:gd name="connsiteY3" fmla="*/ 209550 h 469900"/>
              <a:gd name="connsiteX4" fmla="*/ 447675 w 584200"/>
              <a:gd name="connsiteY4" fmla="*/ 231775 h 469900"/>
              <a:gd name="connsiteX5" fmla="*/ 501650 w 584200"/>
              <a:gd name="connsiteY5" fmla="*/ 292100 h 469900"/>
              <a:gd name="connsiteX6" fmla="*/ 530225 w 584200"/>
              <a:gd name="connsiteY6" fmla="*/ 336550 h 469900"/>
              <a:gd name="connsiteX7" fmla="*/ 555625 w 584200"/>
              <a:gd name="connsiteY7" fmla="*/ 400050 h 469900"/>
              <a:gd name="connsiteX8" fmla="*/ 584200 w 584200"/>
              <a:gd name="connsiteY8" fmla="*/ 469900 h 469900"/>
            </a:gdLst>
            <a:ahLst/>
            <a:cxnLst/>
            <a:rect l="l" t="t" r="r" b="b"/>
            <a:pathLst>
              <a:path w="584200" h="469900">
                <a:moveTo>
                  <a:pt x="0" y="0"/>
                </a:moveTo>
                <a:cubicBezTo>
                  <a:pt x="37041" y="20902"/>
                  <a:pt x="74083" y="41804"/>
                  <a:pt x="117475" y="60325"/>
                </a:cubicBezTo>
                <a:cubicBezTo>
                  <a:pt x="160867" y="78846"/>
                  <a:pt x="221192" y="86254"/>
                  <a:pt x="260350" y="111125"/>
                </a:cubicBezTo>
                <a:cubicBezTo>
                  <a:pt x="299508" y="135996"/>
                  <a:pt x="321204" y="189442"/>
                  <a:pt x="352425" y="209550"/>
                </a:cubicBezTo>
                <a:cubicBezTo>
                  <a:pt x="383646" y="229658"/>
                  <a:pt x="422804" y="218017"/>
                  <a:pt x="447675" y="231775"/>
                </a:cubicBezTo>
                <a:cubicBezTo>
                  <a:pt x="472546" y="245533"/>
                  <a:pt x="487892" y="274638"/>
                  <a:pt x="501650" y="292100"/>
                </a:cubicBezTo>
                <a:cubicBezTo>
                  <a:pt x="515408" y="309562"/>
                  <a:pt x="521229" y="318558"/>
                  <a:pt x="530225" y="336550"/>
                </a:cubicBezTo>
                <a:cubicBezTo>
                  <a:pt x="539221" y="354542"/>
                  <a:pt x="546629" y="377825"/>
                  <a:pt x="555625" y="400050"/>
                </a:cubicBezTo>
                <a:cubicBezTo>
                  <a:pt x="564621" y="422275"/>
                  <a:pt x="574410" y="446087"/>
                  <a:pt x="584200" y="46990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28" name="Freeform: Shape 27">
            <a:extLst>
              <a:ext uri="{FF2B5EF4-FFF2-40B4-BE49-F238E27FC236}">
                <a16:creationId xmlns:a16="http://schemas.microsoft.com/office/drawing/2014/main" id="{3EFF82A6-6844-4C5C-FD9F-C1BA158D96AE}"/>
              </a:ext>
            </a:extLst>
          </p:cNvPr>
          <p:cNvSpPr>
            <a:spLocks noGrp="1"/>
          </p:cNvSpPr>
          <p:nvPr/>
        </p:nvSpPr>
        <p:spPr>
          <a:xfrm>
            <a:off x="8681204" y="5515622"/>
            <a:ext cx="159034" cy="499083"/>
          </a:xfrm>
          <a:custGeom>
            <a:avLst/>
            <a:gdLst>
              <a:gd name="connsiteX0" fmla="*/ 0 w 165928"/>
              <a:gd name="connsiteY0" fmla="*/ 0 h 560345"/>
              <a:gd name="connsiteX1" fmla="*/ 12700 w 165928"/>
              <a:gd name="connsiteY1" fmla="*/ 130175 h 560345"/>
              <a:gd name="connsiteX2" fmla="*/ 31750 w 165928"/>
              <a:gd name="connsiteY2" fmla="*/ 203200 h 560345"/>
              <a:gd name="connsiteX3" fmla="*/ 76200 w 165928"/>
              <a:gd name="connsiteY3" fmla="*/ 327025 h 560345"/>
              <a:gd name="connsiteX4" fmla="*/ 60325 w 165928"/>
              <a:gd name="connsiteY4" fmla="*/ 409575 h 560345"/>
              <a:gd name="connsiteX5" fmla="*/ 92075 w 165928"/>
              <a:gd name="connsiteY5" fmla="*/ 476250 h 560345"/>
              <a:gd name="connsiteX6" fmla="*/ 155575 w 165928"/>
              <a:gd name="connsiteY6" fmla="*/ 549275 h 560345"/>
              <a:gd name="connsiteX7" fmla="*/ 165100 w 165928"/>
              <a:gd name="connsiteY7" fmla="*/ 558800 h 560345"/>
            </a:gdLst>
            <a:ahLst/>
            <a:cxnLst/>
            <a:rect l="l" t="t" r="r" b="b"/>
            <a:pathLst>
              <a:path w="165928" h="560345">
                <a:moveTo>
                  <a:pt x="0" y="0"/>
                </a:moveTo>
                <a:cubicBezTo>
                  <a:pt x="3704" y="48154"/>
                  <a:pt x="7408" y="96308"/>
                  <a:pt x="12700" y="130175"/>
                </a:cubicBezTo>
                <a:cubicBezTo>
                  <a:pt x="17992" y="164042"/>
                  <a:pt x="21167" y="170392"/>
                  <a:pt x="31750" y="203200"/>
                </a:cubicBezTo>
                <a:cubicBezTo>
                  <a:pt x="42333" y="236008"/>
                  <a:pt x="71438" y="292629"/>
                  <a:pt x="76200" y="327025"/>
                </a:cubicBezTo>
                <a:cubicBezTo>
                  <a:pt x="80962" y="361421"/>
                  <a:pt x="57679" y="384704"/>
                  <a:pt x="60325" y="409575"/>
                </a:cubicBezTo>
                <a:cubicBezTo>
                  <a:pt x="62971" y="434446"/>
                  <a:pt x="76200" y="452967"/>
                  <a:pt x="92075" y="476250"/>
                </a:cubicBezTo>
                <a:cubicBezTo>
                  <a:pt x="107950" y="499533"/>
                  <a:pt x="155575" y="549275"/>
                  <a:pt x="155575" y="549275"/>
                </a:cubicBezTo>
                <a:cubicBezTo>
                  <a:pt x="167746" y="563033"/>
                  <a:pt x="166423" y="560916"/>
                  <a:pt x="165100" y="55880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17" name="Oval 16">
            <a:extLst>
              <a:ext uri="{FF2B5EF4-FFF2-40B4-BE49-F238E27FC236}">
                <a16:creationId xmlns:a16="http://schemas.microsoft.com/office/drawing/2014/main" id="{BA0CCDEB-45B4-1180-339F-7342D8D30D9D}"/>
              </a:ext>
            </a:extLst>
          </p:cNvPr>
          <p:cNvSpPr>
            <a:spLocks noGrp="1"/>
          </p:cNvSpPr>
          <p:nvPr/>
        </p:nvSpPr>
        <p:spPr>
          <a:xfrm>
            <a:off x="8803452" y="5979248"/>
            <a:ext cx="73572" cy="70915"/>
          </a:xfrm>
          <a:prstGeom prst="ellipse">
            <a:avLst/>
          </a:prstGeom>
          <a:solidFill>
            <a:schemeClr val="bg1"/>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18" name="Oval 17">
            <a:extLst>
              <a:ext uri="{FF2B5EF4-FFF2-40B4-BE49-F238E27FC236}">
                <a16:creationId xmlns:a16="http://schemas.microsoft.com/office/drawing/2014/main" id="{D32E3850-3A65-0FBC-3E4F-7BFDD9D2ADA5}"/>
              </a:ext>
            </a:extLst>
          </p:cNvPr>
          <p:cNvSpPr>
            <a:spLocks noGrp="1"/>
          </p:cNvSpPr>
          <p:nvPr/>
        </p:nvSpPr>
        <p:spPr>
          <a:xfrm>
            <a:off x="8024626" y="6153839"/>
            <a:ext cx="73572" cy="70915"/>
          </a:xfrm>
          <a:prstGeom prst="ellipse">
            <a:avLst/>
          </a:prstGeom>
          <a:solidFill>
            <a:schemeClr val="bg1"/>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19" name="Oval 18">
            <a:extLst>
              <a:ext uri="{FF2B5EF4-FFF2-40B4-BE49-F238E27FC236}">
                <a16:creationId xmlns:a16="http://schemas.microsoft.com/office/drawing/2014/main" id="{101F2EEC-8719-A80F-F0BF-0D908D265809}"/>
              </a:ext>
            </a:extLst>
          </p:cNvPr>
          <p:cNvSpPr>
            <a:spLocks noGrp="1"/>
          </p:cNvSpPr>
          <p:nvPr/>
        </p:nvSpPr>
        <p:spPr>
          <a:xfrm>
            <a:off x="9284788" y="5612855"/>
            <a:ext cx="73572" cy="70913"/>
          </a:xfrm>
          <a:prstGeom prst="ellipse">
            <a:avLst/>
          </a:prstGeom>
          <a:solidFill>
            <a:schemeClr val="bg1"/>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pic>
        <p:nvPicPr>
          <p:cNvPr id="188" name="Picture 19"/>
          <p:cNvPicPr>
            <a:picLocks noChangeAspect="1"/>
          </p:cNvPicPr>
          <p:nvPr/>
        </p:nvPicPr>
        <p:blipFill>
          <a:blip r:embed="rId3"/>
          <a:stretch>
            <a:fillRect/>
          </a:stretch>
        </p:blipFill>
        <p:spPr>
          <a:xfrm>
            <a:off x="4916457" y="3520072"/>
            <a:ext cx="405243" cy="357328"/>
          </a:xfrm>
          <a:prstGeom prst="rect">
            <a:avLst/>
          </a:prstGeom>
          <a:ln w="9525">
            <a:noFill/>
          </a:ln>
        </p:spPr>
      </p:pic>
      <p:cxnSp>
        <p:nvCxnSpPr>
          <p:cNvPr id="189" name="Connector: Elbow 57"/>
          <p:cNvCxnSpPr/>
          <p:nvPr/>
        </p:nvCxnSpPr>
        <p:spPr>
          <a:xfrm rot="16200000" flipV="1">
            <a:off x="3177361" y="1715250"/>
            <a:ext cx="1849436" cy="1997664"/>
          </a:xfrm>
          <a:prstGeom prst="bentConnector2">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8" name="object 74">
            <a:extLst>
              <a:ext uri="{FF2B5EF4-FFF2-40B4-BE49-F238E27FC236}">
                <a16:creationId xmlns:a16="http://schemas.microsoft.com/office/drawing/2014/main" id="{20204161-2C7C-5066-5486-358F668E9999}"/>
              </a:ext>
            </a:extLst>
          </p:cNvPr>
          <p:cNvSpPr>
            <a:spLocks noGrp="1"/>
          </p:cNvSpPr>
          <p:nvPr/>
        </p:nvSpPr>
        <p:spPr>
          <a:xfrm>
            <a:off x="503814" y="1595590"/>
            <a:ext cx="2560319" cy="457200"/>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anchor="ctr">
            <a:normAutofit fontScale="96682" lnSpcReduction="10000"/>
          </a:bodyPr>
          <a:lstStyle/>
          <a:p>
            <a:pPr algn="ctr">
              <a:buNone/>
            </a:pPr>
            <a:r>
              <a:rPr sz="1400" b="1">
                <a:solidFill>
                  <a:schemeClr val="bg1"/>
                </a:solidFill>
                <a:latin typeface="Montserrat SemiBold"/>
                <a:ea typeface="Montserrat SemiBold"/>
                <a:cs typeface="Montserrat SemiBold"/>
              </a:rPr>
              <a:t>ZALAA UUL NORTH</a:t>
            </a:r>
          </a:p>
          <a:p>
            <a:pPr algn="ctr">
              <a:buNone/>
            </a:pPr>
            <a:r>
              <a:rPr sz="1400" b="1">
                <a:solidFill>
                  <a:srgbClr val="C0A051"/>
                </a:solidFill>
                <a:latin typeface="Montserrat Extra"/>
                <a:ea typeface="Montserrat Extra"/>
                <a:cs typeface="Montserrat Extra"/>
              </a:rPr>
              <a:t>Copper, gold, zinc, silver</a:t>
            </a:r>
          </a:p>
        </p:txBody>
      </p:sp>
      <p:sp>
        <p:nvSpPr>
          <p:cNvPr id="69" name="Rectangle 68">
            <a:extLst>
              <a:ext uri="{FF2B5EF4-FFF2-40B4-BE49-F238E27FC236}">
                <a16:creationId xmlns:a16="http://schemas.microsoft.com/office/drawing/2014/main" id="{F6C0C278-A3BC-DE31-98DF-8301FC9B1C59}"/>
              </a:ext>
            </a:extLst>
          </p:cNvPr>
          <p:cNvSpPr>
            <a:spLocks noGrp="1"/>
          </p:cNvSpPr>
          <p:nvPr/>
        </p:nvSpPr>
        <p:spPr>
          <a:xfrm>
            <a:off x="493383" y="2362217"/>
            <a:ext cx="1452363" cy="4934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4938"/>
          </a:bodyPr>
          <a:lstStyle/>
          <a:p>
            <a:pPr algn="just">
              <a:buNone/>
            </a:pPr>
            <a:r>
              <a:rPr sz="825" b="1">
                <a:solidFill>
                  <a:srgbClr val="D1A63C"/>
                </a:solidFill>
                <a:latin typeface="Montserrat ExtraBold"/>
                <a:ea typeface="Montserrat ExtraBold"/>
                <a:cs typeface="Montserrat ExtraBold"/>
              </a:rPr>
              <a:t>LOCATION:</a:t>
            </a:r>
          </a:p>
          <a:p>
            <a:pPr algn="just">
              <a:buNone/>
            </a:pPr>
            <a:r>
              <a:rPr sz="825" b="1">
                <a:solidFill>
                  <a:srgbClr val="D1A63C"/>
                </a:solidFill>
                <a:latin typeface="Montserrat ExtraBold"/>
                <a:ea typeface="Montserrat ExtraBold"/>
                <a:cs typeface="Montserrat ExtraBold"/>
              </a:rPr>
              <a:t>AREA:</a:t>
            </a:r>
            <a:endParaRPr sz="1200" b="1">
              <a:solidFill>
                <a:schemeClr val="accent4"/>
              </a:solidFill>
              <a:latin typeface="Montserrat ExtraBold"/>
              <a:ea typeface="Montserrat ExtraBold"/>
              <a:cs typeface="Montserrat ExtraBold"/>
            </a:endParaRPr>
          </a:p>
          <a:p>
            <a:pPr algn="just">
              <a:buNone/>
            </a:pPr>
            <a:r>
              <a:rPr sz="825" b="1">
                <a:solidFill>
                  <a:srgbClr val="D1A63C"/>
                </a:solidFill>
                <a:latin typeface="Montserrat ExtraBold"/>
                <a:ea typeface="Montserrat ExtraBold"/>
                <a:cs typeface="Montserrat ExtraBold"/>
              </a:rPr>
              <a:t>OCCURRENCES:</a:t>
            </a:r>
          </a:p>
          <a:p>
            <a:pPr algn="just">
              <a:buNone/>
            </a:pPr>
            <a:endParaRPr sz="1100">
              <a:solidFill>
                <a:schemeClr val="accent4"/>
              </a:solidFill>
              <a:latin typeface="Montserrat ExtraBold"/>
              <a:ea typeface="Montserrat ExtraBold"/>
              <a:cs typeface="Montserrat ExtraBold"/>
            </a:endParaRPr>
          </a:p>
        </p:txBody>
      </p:sp>
      <p:sp>
        <p:nvSpPr>
          <p:cNvPr id="72" name="TextBox 71">
            <a:extLst>
              <a:ext uri="{FF2B5EF4-FFF2-40B4-BE49-F238E27FC236}">
                <a16:creationId xmlns:a16="http://schemas.microsoft.com/office/drawing/2014/main" id="{435B2B14-0711-5596-21E1-859DF62FC522}"/>
              </a:ext>
            </a:extLst>
          </p:cNvPr>
          <p:cNvSpPr>
            <a:spLocks noGrp="1"/>
          </p:cNvSpPr>
          <p:nvPr/>
        </p:nvSpPr>
        <p:spPr>
          <a:xfrm>
            <a:off x="1575357" y="2168557"/>
            <a:ext cx="2932875" cy="646331"/>
          </a:xfrm>
          <a:prstGeom prst="rect">
            <a:avLst/>
          </a:prstGeom>
          <a:noFill/>
        </p:spPr>
        <p:txBody>
          <a:bodyPr wrap="square" lIns="91440" tIns="45720" rIns="91440" bIns="45720" anchor="t">
            <a:normAutofit/>
          </a:bodyPr>
          <a:lstStyle>
            <a:defPPr algn="l">
              <a:defRPr sz="1200" b="0" spc="0">
                <a:solidFill>
                  <a:srgbClr val="FFFFFF"/>
                </a:solidFill>
                <a:latin typeface="Montserrat Semi"/>
                <a:ea typeface="Montserrat Semi"/>
                <a:cs typeface="Montserrat Semi"/>
              </a:defRPr>
            </a:defPPr>
          </a:lstStyle>
          <a:p>
            <a:pPr algn="l" defTabSz="685800">
              <a:buNone/>
              <a:defRPr sz="1200" b="0" spc="0">
                <a:solidFill>
                  <a:srgbClr val="FFFFFF"/>
                </a:solidFill>
                <a:latin typeface="Montserrat Semi"/>
                <a:ea typeface="Montserrat Semi"/>
                <a:cs typeface="Montserrat Semi"/>
              </a:defRPr>
            </a:pPr>
            <a:r>
              <a:rPr sz="1200" b="0" spc="0" dirty="0" err="1">
                <a:solidFill>
                  <a:srgbClr val="FFFFFF"/>
                </a:solidFill>
                <a:latin typeface="Montserrat Semi"/>
                <a:ea typeface="Montserrat Semi"/>
                <a:cs typeface="Montserrat Semi"/>
              </a:rPr>
              <a:t>Zavkhan</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Yaruu</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Erdenekhairkhan</a:t>
            </a:r>
            <a:endParaRPr sz="1200" spc="0" dirty="0">
              <a:solidFill>
                <a:schemeClr val="bg1"/>
              </a:solidFill>
              <a:latin typeface="Montserrat Semi"/>
              <a:ea typeface="Montserrat Semi"/>
              <a:cs typeface="Montserrat Semi"/>
            </a:endParaRPr>
          </a:p>
          <a:p>
            <a:pPr defTabSz="685800">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26,780 ha</a:t>
            </a:r>
            <a:r>
              <a:rPr lang="en-US" sz="1200" dirty="0">
                <a:solidFill>
                  <a:srgbClr val="FFFFFF"/>
                </a:solidFill>
                <a:latin typeface="Montserrat Semi"/>
                <a:ea typeface="Montserrat Semi"/>
                <a:cs typeface="Montserrat Semi"/>
              </a:rPr>
              <a:t> (</a:t>
            </a:r>
            <a:r>
              <a:rPr lang="en-GB" sz="1200" dirty="0">
                <a:solidFill>
                  <a:srgbClr val="FFFFFF"/>
                </a:solidFill>
                <a:latin typeface="Montserrat Semi"/>
              </a:rPr>
              <a:t>hectares)</a:t>
            </a:r>
            <a:endParaRPr sz="1200" spc="0" dirty="0">
              <a:solidFill>
                <a:schemeClr val="bg1"/>
              </a:solidFill>
              <a:latin typeface="Montserrat Semi"/>
              <a:ea typeface="Montserrat Semi"/>
              <a:cs typeface="Montserrat Semi"/>
            </a:endParaRPr>
          </a:p>
          <a:p>
            <a:pPr algn="l" defTabSz="685800">
              <a:buNone/>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Copper, gold, zinc, silver</a:t>
            </a:r>
          </a:p>
        </p:txBody>
      </p:sp>
      <p:cxnSp>
        <p:nvCxnSpPr>
          <p:cNvPr id="193" name="Connector: Elbow 77"/>
          <p:cNvCxnSpPr/>
          <p:nvPr/>
        </p:nvCxnSpPr>
        <p:spPr>
          <a:xfrm rot="10800000">
            <a:off x="3118877" y="3847593"/>
            <a:ext cx="1972363" cy="7697"/>
          </a:xfrm>
          <a:prstGeom prst="bentConnector3">
            <a:avLst>
              <a:gd name="adj1" fmla="val 57132"/>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object 74">
            <a:extLst>
              <a:ext uri="{FF2B5EF4-FFF2-40B4-BE49-F238E27FC236}">
                <a16:creationId xmlns:a16="http://schemas.microsoft.com/office/drawing/2014/main" id="{91644277-A906-E956-0086-719829A24ABF}"/>
              </a:ext>
            </a:extLst>
          </p:cNvPr>
          <p:cNvSpPr>
            <a:spLocks noGrp="1"/>
          </p:cNvSpPr>
          <p:nvPr/>
        </p:nvSpPr>
        <p:spPr>
          <a:xfrm>
            <a:off x="533027" y="3603130"/>
            <a:ext cx="2560320" cy="457200"/>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anchor="ctr">
            <a:normAutofit fontScale="96682" lnSpcReduction="10000"/>
          </a:bodyPr>
          <a:lstStyle/>
          <a:p>
            <a:pPr algn="ctr">
              <a:buNone/>
            </a:pPr>
            <a:r>
              <a:rPr sz="1400" b="1">
                <a:solidFill>
                  <a:schemeClr val="bg1"/>
                </a:solidFill>
                <a:latin typeface="Montserrat SemiBold"/>
                <a:ea typeface="Montserrat SemiBold"/>
                <a:cs typeface="Montserrat SemiBold"/>
              </a:rPr>
              <a:t>ZALAA UUL SOUTH</a:t>
            </a:r>
          </a:p>
          <a:p>
            <a:pPr algn="ctr">
              <a:buNone/>
            </a:pPr>
            <a:r>
              <a:rPr sz="1400" b="1">
                <a:solidFill>
                  <a:srgbClr val="C0A051"/>
                </a:solidFill>
                <a:latin typeface="Montserrat Extra"/>
                <a:ea typeface="Montserrat Extra"/>
                <a:cs typeface="Montserrat Extra"/>
              </a:rPr>
              <a:t>Copper, gold, zinc, silver</a:t>
            </a:r>
          </a:p>
        </p:txBody>
      </p:sp>
      <p:sp>
        <p:nvSpPr>
          <p:cNvPr id="85" name="Rectangle 84">
            <a:extLst>
              <a:ext uri="{FF2B5EF4-FFF2-40B4-BE49-F238E27FC236}">
                <a16:creationId xmlns:a16="http://schemas.microsoft.com/office/drawing/2014/main" id="{E52CA9DC-F1DE-0154-F15D-2F4237F0DAB2}"/>
              </a:ext>
            </a:extLst>
          </p:cNvPr>
          <p:cNvSpPr>
            <a:spLocks noGrp="1"/>
          </p:cNvSpPr>
          <p:nvPr/>
        </p:nvSpPr>
        <p:spPr>
          <a:xfrm>
            <a:off x="503813" y="4419566"/>
            <a:ext cx="1452363" cy="523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1282" lnSpcReduction="20000"/>
          </a:bodyPr>
          <a:lstStyle/>
          <a:p>
            <a:pPr algn="just">
              <a:buNone/>
            </a:pPr>
            <a:r>
              <a:rPr sz="825" b="1">
                <a:solidFill>
                  <a:srgbClr val="D1A63C"/>
                </a:solidFill>
                <a:latin typeface="Montserrat ExtraBold"/>
                <a:ea typeface="Montserrat ExtraBold"/>
                <a:cs typeface="Montserrat ExtraBold"/>
              </a:rPr>
              <a:t>LOCATION:</a:t>
            </a:r>
          </a:p>
          <a:p>
            <a:pPr algn="just">
              <a:buNone/>
            </a:pPr>
            <a:endParaRPr sz="1200" b="1">
              <a:solidFill>
                <a:srgbClr val="C0A051"/>
              </a:solidFill>
              <a:latin typeface="Montserrat ExtraBold"/>
              <a:ea typeface="Montserrat ExtraBold"/>
              <a:cs typeface="Montserrat ExtraBold"/>
            </a:endParaRPr>
          </a:p>
          <a:p>
            <a:pPr algn="just">
              <a:buNone/>
            </a:pPr>
            <a:r>
              <a:rPr sz="825" b="1">
                <a:solidFill>
                  <a:srgbClr val="D1A63C"/>
                </a:solidFill>
                <a:latin typeface="Montserrat ExtraBold"/>
                <a:ea typeface="Montserrat ExtraBold"/>
                <a:cs typeface="Montserrat ExtraBold"/>
              </a:rPr>
              <a:t>AREA:</a:t>
            </a:r>
            <a:endParaRPr sz="1200" b="1">
              <a:solidFill>
                <a:schemeClr val="accent4"/>
              </a:solidFill>
              <a:latin typeface="Montserrat ExtraBold"/>
              <a:ea typeface="Montserrat ExtraBold"/>
              <a:cs typeface="Montserrat ExtraBold"/>
            </a:endParaRPr>
          </a:p>
          <a:p>
            <a:pPr algn="just">
              <a:buNone/>
            </a:pPr>
            <a:r>
              <a:rPr sz="825" b="1">
                <a:solidFill>
                  <a:srgbClr val="D1A63C"/>
                </a:solidFill>
                <a:latin typeface="Montserrat ExtraBold"/>
                <a:ea typeface="Montserrat ExtraBold"/>
                <a:cs typeface="Montserrat ExtraBold"/>
              </a:rPr>
              <a:t>OCCURRENCES:</a:t>
            </a:r>
          </a:p>
          <a:p>
            <a:pPr algn="just">
              <a:buNone/>
            </a:pPr>
            <a:endParaRPr sz="1100">
              <a:solidFill>
                <a:schemeClr val="accent4"/>
              </a:solidFill>
              <a:latin typeface="Montserrat ExtraBold"/>
              <a:ea typeface="Montserrat ExtraBold"/>
              <a:cs typeface="Montserrat ExtraBold"/>
            </a:endParaRPr>
          </a:p>
        </p:txBody>
      </p:sp>
      <p:sp>
        <p:nvSpPr>
          <p:cNvPr id="87" name="TextBox 86">
            <a:extLst>
              <a:ext uri="{FF2B5EF4-FFF2-40B4-BE49-F238E27FC236}">
                <a16:creationId xmlns:a16="http://schemas.microsoft.com/office/drawing/2014/main" id="{79EAF0FC-A3FB-B295-245A-BFB9FDC0D10E}"/>
              </a:ext>
            </a:extLst>
          </p:cNvPr>
          <p:cNvSpPr>
            <a:spLocks noGrp="1"/>
          </p:cNvSpPr>
          <p:nvPr/>
        </p:nvSpPr>
        <p:spPr>
          <a:xfrm>
            <a:off x="1570116" y="4164075"/>
            <a:ext cx="2438667" cy="830997"/>
          </a:xfrm>
          <a:prstGeom prst="rect">
            <a:avLst/>
          </a:prstGeom>
          <a:noFill/>
        </p:spPr>
        <p:txBody>
          <a:bodyPr wrap="square" lIns="91440" tIns="45720" rIns="91440" bIns="45720" anchor="t">
            <a:normAutofit/>
          </a:bodyPr>
          <a:lstStyle>
            <a:defPPr algn="l">
              <a:defRPr sz="1200" b="0" spc="0">
                <a:solidFill>
                  <a:srgbClr val="FFFFFF"/>
                </a:solidFill>
                <a:latin typeface="Montserrat Semi"/>
                <a:ea typeface="Montserrat Semi"/>
                <a:cs typeface="Montserrat Semi"/>
              </a:defRPr>
            </a:defPPr>
          </a:lstStyle>
          <a:p>
            <a:pPr algn="l" defTabSz="685800">
              <a:buNone/>
              <a:defRPr sz="1200" b="0" spc="0">
                <a:solidFill>
                  <a:srgbClr val="FFFFFF"/>
                </a:solidFill>
                <a:latin typeface="Montserrat Semi"/>
                <a:ea typeface="Montserrat Semi"/>
                <a:cs typeface="Montserrat Semi"/>
              </a:defRPr>
            </a:pPr>
            <a:r>
              <a:rPr sz="1200" b="0" spc="0" dirty="0" err="1">
                <a:solidFill>
                  <a:srgbClr val="FFFFFF"/>
                </a:solidFill>
                <a:latin typeface="Montserrat Semi"/>
                <a:ea typeface="Montserrat Semi"/>
                <a:cs typeface="Montserrat Semi"/>
              </a:rPr>
              <a:t>Zavkhan</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Aldarkhaan</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Yaruu</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Dörvöljin</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Erdenekhairkhan</a:t>
            </a:r>
            <a:endParaRPr sz="1200" spc="0" dirty="0">
              <a:solidFill>
                <a:schemeClr val="bg1"/>
              </a:solidFill>
              <a:latin typeface="Montserrat Semi"/>
              <a:ea typeface="Montserrat Semi"/>
              <a:cs typeface="Montserrat Semi"/>
            </a:endParaRPr>
          </a:p>
          <a:p>
            <a:pPr defTabSz="685800">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14,934 ha</a:t>
            </a:r>
            <a:r>
              <a:rPr lang="en-US" sz="1200" b="0" spc="0" dirty="0">
                <a:solidFill>
                  <a:srgbClr val="FFFFFF"/>
                </a:solidFill>
                <a:latin typeface="Montserrat Semi"/>
                <a:ea typeface="Montserrat Semi"/>
                <a:cs typeface="Montserrat Semi"/>
              </a:rPr>
              <a:t> </a:t>
            </a:r>
            <a:r>
              <a:rPr lang="en-US" sz="1200" dirty="0">
                <a:solidFill>
                  <a:srgbClr val="FFFFFF"/>
                </a:solidFill>
                <a:latin typeface="Montserrat Semi"/>
                <a:ea typeface="Montserrat Semi"/>
                <a:cs typeface="Montserrat Semi"/>
              </a:rPr>
              <a:t>(</a:t>
            </a:r>
            <a:r>
              <a:rPr lang="en-GB" sz="1200" dirty="0">
                <a:solidFill>
                  <a:srgbClr val="FFFFFF"/>
                </a:solidFill>
                <a:latin typeface="Montserrat Semi"/>
              </a:rPr>
              <a:t>hectares)</a:t>
            </a:r>
            <a:endParaRPr sz="1200" spc="0" dirty="0">
              <a:solidFill>
                <a:schemeClr val="bg1"/>
              </a:solidFill>
              <a:latin typeface="Montserrat Semi"/>
              <a:ea typeface="Montserrat Semi"/>
              <a:cs typeface="Montserrat Semi"/>
            </a:endParaRPr>
          </a:p>
          <a:p>
            <a:pPr algn="l" defTabSz="685800">
              <a:buNone/>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Copper, gold, zinc, silver</a:t>
            </a:r>
          </a:p>
        </p:txBody>
      </p:sp>
      <p:sp>
        <p:nvSpPr>
          <p:cNvPr id="103" name="Oval 102">
            <a:extLst>
              <a:ext uri="{FF2B5EF4-FFF2-40B4-BE49-F238E27FC236}">
                <a16:creationId xmlns:a16="http://schemas.microsoft.com/office/drawing/2014/main" id="{BB0655C1-167A-488F-F66E-429251DF69DE}"/>
              </a:ext>
            </a:extLst>
          </p:cNvPr>
          <p:cNvSpPr>
            <a:spLocks noGrp="1"/>
          </p:cNvSpPr>
          <p:nvPr/>
        </p:nvSpPr>
        <p:spPr>
          <a:xfrm>
            <a:off x="5039387" y="3577721"/>
            <a:ext cx="77475" cy="61080"/>
          </a:xfrm>
          <a:prstGeom prst="ellipse">
            <a:avLst/>
          </a:prstGeom>
          <a:solidFill>
            <a:srgbClr val="00B050"/>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105" name="Oval 104">
            <a:extLst>
              <a:ext uri="{FF2B5EF4-FFF2-40B4-BE49-F238E27FC236}">
                <a16:creationId xmlns:a16="http://schemas.microsoft.com/office/drawing/2014/main" id="{132E0692-CD51-3377-A47D-44142B1A52A9}"/>
              </a:ext>
            </a:extLst>
          </p:cNvPr>
          <p:cNvSpPr>
            <a:spLocks noGrp="1"/>
          </p:cNvSpPr>
          <p:nvPr/>
        </p:nvSpPr>
        <p:spPr>
          <a:xfrm>
            <a:off x="5109086" y="3824751"/>
            <a:ext cx="77475" cy="61080"/>
          </a:xfrm>
          <a:prstGeom prst="ellipse">
            <a:avLst/>
          </a:prstGeom>
          <a:solidFill>
            <a:srgbClr val="00B050"/>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pic>
        <p:nvPicPr>
          <p:cNvPr id="199" name="Picture 108"/>
          <p:cNvPicPr>
            <a:picLocks noChangeAspect="1"/>
          </p:cNvPicPr>
          <p:nvPr/>
        </p:nvPicPr>
        <p:blipFill>
          <a:blip r:embed="rId3"/>
          <a:stretch>
            <a:fillRect/>
          </a:stretch>
        </p:blipFill>
        <p:spPr>
          <a:xfrm>
            <a:off x="4963136" y="3686950"/>
            <a:ext cx="425876" cy="335743"/>
          </a:xfrm>
          <a:prstGeom prst="rect">
            <a:avLst/>
          </a:prstGeom>
          <a:ln w="9525">
            <a:noFill/>
          </a:ln>
        </p:spPr>
      </p:pic>
      <p:sp>
        <p:nvSpPr>
          <p:cNvPr id="114" name="Google Shape;99;p17">
            <a:extLst>
              <a:ext uri="{FF2B5EF4-FFF2-40B4-BE49-F238E27FC236}">
                <a16:creationId xmlns:a16="http://schemas.microsoft.com/office/drawing/2014/main" id="{34F5473D-74B6-C274-4BC7-19767E5EBCF8}"/>
              </a:ext>
            </a:extLst>
          </p:cNvPr>
          <p:cNvSpPr>
            <a:spLocks noGrp="1"/>
          </p:cNvSpPr>
          <p:nvPr/>
        </p:nvSpPr>
        <p:spPr>
          <a:xfrm>
            <a:off x="756164" y="5191477"/>
            <a:ext cx="3299620" cy="380204"/>
          </a:xfrm>
          <a:prstGeom prst="roundRect">
            <a:avLst>
              <a:gd name="adj" fmla="val 8818"/>
            </a:avLst>
          </a:prstGeom>
          <a:noFill/>
          <a:ln w="11650" cmpd="sng">
            <a:solidFill>
              <a:srgbClr val="C0A051"/>
            </a:solidFill>
            <a:prstDash val="solid"/>
            <a:headEnd type="none" w="sm" len="sm"/>
            <a:tailEnd type="none" w="sm" len="sm"/>
          </a:ln>
        </p:spPr>
        <p:txBody>
          <a:bodyPr spcFirstLastPara="1" wrap="square" lIns="111575" tIns="111575" rIns="111575" bIns="111575" anchor="ctr">
            <a:noAutofit/>
          </a:bodyPr>
          <a:lstStyle/>
          <a:p>
            <a:pPr marL="0" lvl="0" indent="0" algn="ctr">
              <a:spcBef>
                <a:spcPts val="0"/>
              </a:spcBef>
              <a:spcAft>
                <a:spcPts val="0"/>
              </a:spcAft>
              <a:buNone/>
            </a:pPr>
            <a:endParaRPr sz="1708"/>
          </a:p>
        </p:txBody>
      </p:sp>
      <p:sp>
        <p:nvSpPr>
          <p:cNvPr id="116" name="TextBox 115">
            <a:extLst>
              <a:ext uri="{FF2B5EF4-FFF2-40B4-BE49-F238E27FC236}">
                <a16:creationId xmlns:a16="http://schemas.microsoft.com/office/drawing/2014/main" id="{70D52D43-7908-6080-5B16-95F073BF7267}"/>
              </a:ext>
            </a:extLst>
          </p:cNvPr>
          <p:cNvSpPr>
            <a:spLocks noGrp="1"/>
          </p:cNvSpPr>
          <p:nvPr/>
        </p:nvSpPr>
        <p:spPr>
          <a:xfrm>
            <a:off x="706735" y="5155690"/>
            <a:ext cx="3405537" cy="400110"/>
          </a:xfrm>
          <a:prstGeom prst="rect">
            <a:avLst/>
          </a:prstGeom>
          <a:noFill/>
        </p:spPr>
        <p:txBody>
          <a:bodyPr wrap="square">
            <a:normAutofit fontScale="92500"/>
          </a:bodyPr>
          <a:lstStyle>
            <a:defPPr algn="l">
              <a:defRPr sz="1000" b="0" spc="0">
                <a:solidFill>
                  <a:srgbClr val="FFFFFF"/>
                </a:solidFill>
                <a:latin typeface="Montserrat Medium"/>
                <a:ea typeface="Montserrat Medium"/>
                <a:cs typeface="Montserrat Medium"/>
              </a:defRPr>
            </a:defPPr>
          </a:lstStyle>
          <a:p>
            <a:pPr algn="l">
              <a:buNone/>
              <a:defRPr sz="1000" b="0" spc="0">
                <a:solidFill>
                  <a:srgbClr val="FFFFFF"/>
                </a:solidFill>
                <a:latin typeface="Montserrat Medium"/>
                <a:ea typeface="Montserrat Medium"/>
                <a:cs typeface="Montserrat Medium"/>
              </a:defRPr>
            </a:pPr>
            <a:r>
              <a:rPr sz="1000" b="0" spc="0">
                <a:solidFill>
                  <a:srgbClr val="FFFFFF"/>
                </a:solidFill>
                <a:latin typeface="Montserrat Medium"/>
                <a:ea typeface="Montserrat Medium"/>
                <a:cs typeface="Montserrat Medium"/>
              </a:rPr>
              <a:t>Along the extension of the Bayan Airag–Khurimtyn gold, sulphide, and polymetallic deposit.</a:t>
            </a:r>
          </a:p>
        </p:txBody>
      </p:sp>
      <p:cxnSp>
        <p:nvCxnSpPr>
          <p:cNvPr id="202" name="Connector: Elbow 116"/>
          <p:cNvCxnSpPr/>
          <p:nvPr/>
        </p:nvCxnSpPr>
        <p:spPr>
          <a:xfrm flipV="1">
            <a:off x="7003686" y="2048260"/>
            <a:ext cx="4223527" cy="2441013"/>
          </a:xfrm>
          <a:prstGeom prst="bentConnector3">
            <a:avLst>
              <a:gd name="adj1" fmla="val 50000"/>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203" name="Picture 118"/>
          <p:cNvPicPr>
            <a:picLocks noChangeAspect="1"/>
          </p:cNvPicPr>
          <p:nvPr/>
        </p:nvPicPr>
        <p:blipFill>
          <a:blip r:embed="rId3"/>
          <a:stretch>
            <a:fillRect/>
          </a:stretch>
        </p:blipFill>
        <p:spPr>
          <a:xfrm>
            <a:off x="6767368" y="4332242"/>
            <a:ext cx="425876" cy="335743"/>
          </a:xfrm>
          <a:prstGeom prst="rect">
            <a:avLst/>
          </a:prstGeom>
          <a:ln w="9525">
            <a:noFill/>
          </a:ln>
        </p:spPr>
      </p:pic>
      <p:sp>
        <p:nvSpPr>
          <p:cNvPr id="121" name="Oval 120">
            <a:extLst>
              <a:ext uri="{FF2B5EF4-FFF2-40B4-BE49-F238E27FC236}">
                <a16:creationId xmlns:a16="http://schemas.microsoft.com/office/drawing/2014/main" id="{3EA186F3-F6DE-9A1C-21BD-9861862C5524}"/>
              </a:ext>
            </a:extLst>
          </p:cNvPr>
          <p:cNvSpPr>
            <a:spLocks noGrp="1"/>
          </p:cNvSpPr>
          <p:nvPr/>
        </p:nvSpPr>
        <p:spPr>
          <a:xfrm>
            <a:off x="6967993" y="4461096"/>
            <a:ext cx="59963" cy="49139"/>
          </a:xfrm>
          <a:prstGeom prst="ellipse">
            <a:avLst/>
          </a:prstGeom>
          <a:solidFill>
            <a:srgbClr val="00B050"/>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sp>
        <p:nvSpPr>
          <p:cNvPr id="123" name="object 74">
            <a:extLst>
              <a:ext uri="{FF2B5EF4-FFF2-40B4-BE49-F238E27FC236}">
                <a16:creationId xmlns:a16="http://schemas.microsoft.com/office/drawing/2014/main" id="{97ECF1BB-54DD-EFC7-41A9-3DDC15F5C919}"/>
              </a:ext>
            </a:extLst>
          </p:cNvPr>
          <p:cNvSpPr>
            <a:spLocks noGrp="1"/>
          </p:cNvSpPr>
          <p:nvPr/>
        </p:nvSpPr>
        <p:spPr>
          <a:xfrm>
            <a:off x="10458992" y="1901956"/>
            <a:ext cx="2370743" cy="446807"/>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anchor="ctr">
            <a:normAutofit fontScale="94485"/>
          </a:bodyPr>
          <a:lstStyle/>
          <a:p>
            <a:pPr algn="ctr">
              <a:buNone/>
            </a:pPr>
            <a:r>
              <a:rPr sz="1400" b="1">
                <a:solidFill>
                  <a:schemeClr val="bg1"/>
                </a:solidFill>
                <a:latin typeface="Montserrat SemiBold"/>
                <a:ea typeface="Montserrat SemiBold"/>
                <a:cs typeface="Montserrat SemiBold"/>
              </a:rPr>
              <a:t>BÖMBIIN TAL</a:t>
            </a:r>
          </a:p>
          <a:p>
            <a:pPr algn="ctr">
              <a:buNone/>
            </a:pPr>
            <a:r>
              <a:rPr sz="1400" b="1">
                <a:solidFill>
                  <a:srgbClr val="C0A051"/>
                </a:solidFill>
                <a:latin typeface="Montserrat Extra"/>
                <a:ea typeface="Montserrat Extra"/>
                <a:cs typeface="Montserrat Extra"/>
              </a:rPr>
              <a:t>Copper, gold, REE</a:t>
            </a:r>
          </a:p>
        </p:txBody>
      </p:sp>
      <p:sp>
        <p:nvSpPr>
          <p:cNvPr id="124" name="Rectangle 123">
            <a:extLst>
              <a:ext uri="{FF2B5EF4-FFF2-40B4-BE49-F238E27FC236}">
                <a16:creationId xmlns:a16="http://schemas.microsoft.com/office/drawing/2014/main" id="{BD05847D-DDC7-1705-2870-72288E4773CA}"/>
              </a:ext>
            </a:extLst>
          </p:cNvPr>
          <p:cNvSpPr>
            <a:spLocks noGrp="1"/>
          </p:cNvSpPr>
          <p:nvPr/>
        </p:nvSpPr>
        <p:spPr>
          <a:xfrm>
            <a:off x="9675737" y="2585628"/>
            <a:ext cx="1573816" cy="4822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normAutofit fontScale="92707"/>
          </a:bodyPr>
          <a:lstStyle/>
          <a:p>
            <a:pPr algn="just">
              <a:buNone/>
            </a:pPr>
            <a:r>
              <a:rPr sz="825" b="1">
                <a:solidFill>
                  <a:srgbClr val="D1A63C"/>
                </a:solidFill>
                <a:latin typeface="Montserrat ExtraBold"/>
                <a:ea typeface="Montserrat ExtraBold"/>
                <a:cs typeface="Montserrat ExtraBold"/>
              </a:rPr>
              <a:t>LOCATION:</a:t>
            </a:r>
          </a:p>
          <a:p>
            <a:pPr algn="just">
              <a:buNone/>
            </a:pPr>
            <a:r>
              <a:rPr sz="825" b="1">
                <a:solidFill>
                  <a:srgbClr val="D1A63C"/>
                </a:solidFill>
                <a:latin typeface="Montserrat ExtraBold"/>
                <a:ea typeface="Montserrat ExtraBold"/>
                <a:cs typeface="Montserrat ExtraBold"/>
              </a:rPr>
              <a:t>AREA:</a:t>
            </a:r>
            <a:endParaRPr sz="1200" b="1">
              <a:solidFill>
                <a:schemeClr val="accent4"/>
              </a:solidFill>
              <a:latin typeface="Montserrat ExtraBold"/>
              <a:ea typeface="Montserrat ExtraBold"/>
              <a:cs typeface="Montserrat ExtraBold"/>
            </a:endParaRPr>
          </a:p>
          <a:p>
            <a:pPr algn="just">
              <a:buNone/>
            </a:pPr>
            <a:r>
              <a:rPr sz="825" b="1">
                <a:solidFill>
                  <a:srgbClr val="D1A63C"/>
                </a:solidFill>
                <a:latin typeface="Montserrat ExtraBold"/>
                <a:ea typeface="Montserrat ExtraBold"/>
                <a:cs typeface="Montserrat ExtraBold"/>
              </a:rPr>
              <a:t>OCCURRENCES:</a:t>
            </a:r>
          </a:p>
          <a:p>
            <a:pPr algn="just">
              <a:buNone/>
            </a:pPr>
            <a:endParaRPr sz="1100">
              <a:solidFill>
                <a:schemeClr val="accent4"/>
              </a:solidFill>
              <a:latin typeface="Montserrat ExtraBold"/>
              <a:ea typeface="Montserrat ExtraBold"/>
              <a:cs typeface="Montserrat ExtraBold"/>
            </a:endParaRPr>
          </a:p>
        </p:txBody>
      </p:sp>
      <p:sp>
        <p:nvSpPr>
          <p:cNvPr id="125" name="TextBox 124">
            <a:extLst>
              <a:ext uri="{FF2B5EF4-FFF2-40B4-BE49-F238E27FC236}">
                <a16:creationId xmlns:a16="http://schemas.microsoft.com/office/drawing/2014/main" id="{20B35B1E-E971-5B38-5001-6AC7A8C23C99}"/>
              </a:ext>
            </a:extLst>
          </p:cNvPr>
          <p:cNvSpPr>
            <a:spLocks noGrp="1"/>
          </p:cNvSpPr>
          <p:nvPr/>
        </p:nvSpPr>
        <p:spPr>
          <a:xfrm>
            <a:off x="10668809" y="2410873"/>
            <a:ext cx="3178134" cy="646331"/>
          </a:xfrm>
          <a:prstGeom prst="rect">
            <a:avLst/>
          </a:prstGeom>
          <a:noFill/>
        </p:spPr>
        <p:txBody>
          <a:bodyPr wrap="square" lIns="91440" tIns="45720" rIns="91440" bIns="45720" anchor="t">
            <a:normAutofit/>
          </a:bodyPr>
          <a:lstStyle>
            <a:defPPr algn="l">
              <a:defRPr sz="1200" b="0" spc="0">
                <a:solidFill>
                  <a:srgbClr val="FFFFFF"/>
                </a:solidFill>
                <a:latin typeface="Montserrat Semi"/>
                <a:ea typeface="Montserrat Semi"/>
                <a:cs typeface="Montserrat Semi"/>
              </a:defRPr>
            </a:defPPr>
          </a:lstStyle>
          <a:p>
            <a:pPr algn="l" defTabSz="685800">
              <a:buNone/>
              <a:defRPr sz="1200" b="0" spc="0">
                <a:solidFill>
                  <a:srgbClr val="FFFFFF"/>
                </a:solidFill>
                <a:latin typeface="Montserrat Semi"/>
                <a:ea typeface="Montserrat Semi"/>
                <a:cs typeface="Montserrat Semi"/>
              </a:defRPr>
            </a:pPr>
            <a:r>
              <a:rPr sz="1200" b="0" spc="0" dirty="0" err="1">
                <a:solidFill>
                  <a:srgbClr val="FFFFFF"/>
                </a:solidFill>
                <a:latin typeface="Montserrat Semi"/>
                <a:ea typeface="Montserrat Semi"/>
                <a:cs typeface="Montserrat Semi"/>
              </a:rPr>
              <a:t>Övörkhangai</a:t>
            </a:r>
            <a:r>
              <a:rPr sz="1200" b="0" spc="0" dirty="0">
                <a:solidFill>
                  <a:srgbClr val="FFFFFF"/>
                </a:solidFill>
                <a:latin typeface="Montserrat Semi"/>
                <a:ea typeface="Montserrat Semi"/>
                <a:cs typeface="Montserrat Semi"/>
              </a:rPr>
              <a:t>: Bayan-</a:t>
            </a:r>
            <a:r>
              <a:rPr sz="1200" b="0" spc="0" dirty="0" err="1">
                <a:solidFill>
                  <a:srgbClr val="FFFFFF"/>
                </a:solidFill>
                <a:latin typeface="Montserrat Semi"/>
                <a:ea typeface="Montserrat Semi"/>
                <a:cs typeface="Montserrat Semi"/>
              </a:rPr>
              <a:t>Öndör</a:t>
            </a:r>
            <a:r>
              <a:rPr sz="1200" b="0" spc="0" dirty="0">
                <a:solidFill>
                  <a:srgbClr val="FFFFFF"/>
                </a:solidFill>
                <a:latin typeface="Montserrat Semi"/>
                <a:ea typeface="Montserrat Semi"/>
                <a:cs typeface="Montserrat Semi"/>
              </a:rPr>
              <a:t>, Burd</a:t>
            </a:r>
          </a:p>
          <a:p>
            <a:pPr defTabSz="685800">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21,294 ha</a:t>
            </a:r>
            <a:r>
              <a:rPr lang="en-US" sz="1200" b="0" spc="0" dirty="0">
                <a:solidFill>
                  <a:srgbClr val="FFFFFF"/>
                </a:solidFill>
                <a:latin typeface="Montserrat Semi"/>
                <a:ea typeface="Montserrat Semi"/>
                <a:cs typeface="Montserrat Semi"/>
              </a:rPr>
              <a:t> </a:t>
            </a:r>
            <a:r>
              <a:rPr lang="en-US" sz="1200" dirty="0">
                <a:solidFill>
                  <a:srgbClr val="FFFFFF"/>
                </a:solidFill>
                <a:latin typeface="Montserrat Semi"/>
                <a:ea typeface="Montserrat Semi"/>
                <a:cs typeface="Montserrat Semi"/>
              </a:rPr>
              <a:t>(</a:t>
            </a:r>
            <a:r>
              <a:rPr lang="en-GB" sz="1200" dirty="0">
                <a:solidFill>
                  <a:srgbClr val="FFFFFF"/>
                </a:solidFill>
                <a:latin typeface="Montserrat Semi"/>
              </a:rPr>
              <a:t>hectares)</a:t>
            </a:r>
            <a:endParaRPr sz="1200" spc="0" dirty="0">
              <a:solidFill>
                <a:schemeClr val="bg1"/>
              </a:solidFill>
              <a:latin typeface="Montserrat Semi"/>
              <a:ea typeface="Montserrat Semi"/>
              <a:cs typeface="Montserrat Semi"/>
            </a:endParaRPr>
          </a:p>
          <a:p>
            <a:pPr algn="l" defTabSz="685800">
              <a:buNone/>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Copper, gold, REE</a:t>
            </a:r>
          </a:p>
        </p:txBody>
      </p:sp>
      <p:sp>
        <p:nvSpPr>
          <p:cNvPr id="127" name="TextBox 126">
            <a:extLst>
              <a:ext uri="{FF2B5EF4-FFF2-40B4-BE49-F238E27FC236}">
                <a16:creationId xmlns:a16="http://schemas.microsoft.com/office/drawing/2014/main" id="{BE7E4183-2259-437D-32EC-16903FBB1DAE}"/>
              </a:ext>
            </a:extLst>
          </p:cNvPr>
          <p:cNvSpPr>
            <a:spLocks noGrp="1"/>
          </p:cNvSpPr>
          <p:nvPr/>
        </p:nvSpPr>
        <p:spPr>
          <a:xfrm>
            <a:off x="10710265" y="3067873"/>
            <a:ext cx="2280280" cy="553998"/>
          </a:xfrm>
          <a:prstGeom prst="rect">
            <a:avLst/>
          </a:prstGeom>
          <a:noFill/>
        </p:spPr>
        <p:txBody>
          <a:bodyPr wrap="square">
            <a:normAutofit/>
          </a:bodyPr>
          <a:lstStyle>
            <a:defPPr algn="l">
              <a:defRPr sz="1000" b="0" spc="0">
                <a:solidFill>
                  <a:srgbClr val="FFFFFF"/>
                </a:solidFill>
                <a:latin typeface="Montserrat Medium"/>
                <a:ea typeface="Montserrat Medium"/>
                <a:cs typeface="Montserrat Medium"/>
              </a:defRPr>
            </a:defPPr>
          </a:lstStyle>
          <a:p>
            <a:pPr algn="l">
              <a:buNone/>
              <a:defRPr sz="1000" b="0" spc="0">
                <a:solidFill>
                  <a:srgbClr val="FFFFFF"/>
                </a:solidFill>
                <a:latin typeface="Montserrat Medium"/>
                <a:ea typeface="Montserrat Medium"/>
                <a:cs typeface="Montserrat Medium"/>
              </a:defRPr>
            </a:pPr>
            <a:r>
              <a:rPr sz="1000" b="0" spc="0">
                <a:solidFill>
                  <a:srgbClr val="FFFFFF"/>
                </a:solidFill>
                <a:latin typeface="Montserrat Medium"/>
                <a:ea typeface="Montserrat Medium"/>
                <a:cs typeface="Montserrat Medium"/>
              </a:rPr>
              <a:t>Along the extension of the ore-bearing rocks at the Tsakhiriin Khooloi gold deposit.</a:t>
            </a:r>
          </a:p>
        </p:txBody>
      </p:sp>
      <p:sp>
        <p:nvSpPr>
          <p:cNvPr id="129" name="Google Shape;99;p17">
            <a:extLst>
              <a:ext uri="{FF2B5EF4-FFF2-40B4-BE49-F238E27FC236}">
                <a16:creationId xmlns:a16="http://schemas.microsoft.com/office/drawing/2014/main" id="{84C05C68-8DA0-C920-12E0-665075DDDA0D}"/>
              </a:ext>
            </a:extLst>
          </p:cNvPr>
          <p:cNvSpPr>
            <a:spLocks noGrp="1"/>
          </p:cNvSpPr>
          <p:nvPr/>
        </p:nvSpPr>
        <p:spPr>
          <a:xfrm>
            <a:off x="10744622" y="3076422"/>
            <a:ext cx="2280280" cy="488709"/>
          </a:xfrm>
          <a:prstGeom prst="roundRect">
            <a:avLst>
              <a:gd name="adj" fmla="val 8818"/>
            </a:avLst>
          </a:prstGeom>
          <a:noFill/>
          <a:ln w="11650" cmpd="sng">
            <a:solidFill>
              <a:srgbClr val="C0A051"/>
            </a:solidFill>
            <a:prstDash val="solid"/>
            <a:headEnd type="none" w="sm" len="sm"/>
            <a:tailEnd type="none" w="sm" len="sm"/>
          </a:ln>
        </p:spPr>
        <p:txBody>
          <a:bodyPr spcFirstLastPara="1" wrap="square" lIns="111575" tIns="111575" rIns="111575" bIns="111575" anchor="ctr">
            <a:noAutofit/>
          </a:bodyPr>
          <a:lstStyle/>
          <a:p>
            <a:pPr marL="0" lvl="0" indent="0" algn="ctr">
              <a:spcBef>
                <a:spcPts val="0"/>
              </a:spcBef>
              <a:spcAft>
                <a:spcPts val="0"/>
              </a:spcAft>
              <a:buNone/>
            </a:pPr>
            <a:endParaRPr sz="1708"/>
          </a:p>
        </p:txBody>
      </p:sp>
      <p:cxnSp>
        <p:nvCxnSpPr>
          <p:cNvPr id="210" name="Connector: Elbow 129"/>
          <p:cNvCxnSpPr/>
          <p:nvPr/>
        </p:nvCxnSpPr>
        <p:spPr>
          <a:xfrm flipV="1">
            <a:off x="8587862" y="5267129"/>
            <a:ext cx="3013791" cy="256752"/>
          </a:xfrm>
          <a:prstGeom prst="bentConnector3">
            <a:avLst>
              <a:gd name="adj1" fmla="val 50000"/>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Oval 131">
            <a:extLst>
              <a:ext uri="{FF2B5EF4-FFF2-40B4-BE49-F238E27FC236}">
                <a16:creationId xmlns:a16="http://schemas.microsoft.com/office/drawing/2014/main" id="{0581D399-1302-39FA-853C-1D2D02656219}"/>
              </a:ext>
            </a:extLst>
          </p:cNvPr>
          <p:cNvSpPr>
            <a:spLocks noGrp="1"/>
          </p:cNvSpPr>
          <p:nvPr/>
        </p:nvSpPr>
        <p:spPr>
          <a:xfrm>
            <a:off x="8522908" y="5333693"/>
            <a:ext cx="59963" cy="49139"/>
          </a:xfrm>
          <a:prstGeom prst="ellipse">
            <a:avLst/>
          </a:prstGeom>
          <a:solidFill>
            <a:srgbClr val="00B050"/>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47"/>
          </a:p>
        </p:txBody>
      </p:sp>
      <p:pic>
        <p:nvPicPr>
          <p:cNvPr id="212" name="Picture 133"/>
          <p:cNvPicPr>
            <a:picLocks noChangeAspect="1"/>
          </p:cNvPicPr>
          <p:nvPr/>
        </p:nvPicPr>
        <p:blipFill>
          <a:blip r:embed="rId3"/>
          <a:stretch>
            <a:fillRect/>
          </a:stretch>
        </p:blipFill>
        <p:spPr>
          <a:xfrm>
            <a:off x="8349315" y="5218367"/>
            <a:ext cx="425876" cy="335743"/>
          </a:xfrm>
          <a:prstGeom prst="rect">
            <a:avLst/>
          </a:prstGeom>
          <a:ln w="9525">
            <a:noFill/>
          </a:ln>
        </p:spPr>
      </p:pic>
      <p:sp>
        <p:nvSpPr>
          <p:cNvPr id="136" name="object 74">
            <a:extLst>
              <a:ext uri="{FF2B5EF4-FFF2-40B4-BE49-F238E27FC236}">
                <a16:creationId xmlns:a16="http://schemas.microsoft.com/office/drawing/2014/main" id="{411C0921-75AC-CF44-ADC7-060906D9DC44}"/>
              </a:ext>
            </a:extLst>
          </p:cNvPr>
          <p:cNvSpPr>
            <a:spLocks noGrp="1"/>
          </p:cNvSpPr>
          <p:nvPr/>
        </p:nvSpPr>
        <p:spPr>
          <a:xfrm>
            <a:off x="10916388" y="5063486"/>
            <a:ext cx="2477378" cy="457200"/>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anchor="ctr">
            <a:normAutofit fontScale="96682" lnSpcReduction="10000"/>
          </a:bodyPr>
          <a:lstStyle/>
          <a:p>
            <a:pPr algn="ctr">
              <a:buNone/>
            </a:pPr>
            <a:r>
              <a:rPr sz="1400" b="1">
                <a:solidFill>
                  <a:schemeClr val="bg1"/>
                </a:solidFill>
                <a:latin typeface="Montserrat SemiBold"/>
                <a:ea typeface="Montserrat SemiBold"/>
                <a:cs typeface="Montserrat SemiBold"/>
              </a:rPr>
              <a:t>LUGIIN GOL</a:t>
            </a:r>
          </a:p>
          <a:p>
            <a:pPr algn="ctr">
              <a:buNone/>
            </a:pPr>
            <a:r>
              <a:rPr sz="1400" b="1">
                <a:solidFill>
                  <a:srgbClr val="C0A051"/>
                </a:solidFill>
                <a:latin typeface="Montserrat Extra"/>
                <a:ea typeface="Montserrat Extra"/>
                <a:cs typeface="Montserrat Extra"/>
              </a:rPr>
              <a:t>REE</a:t>
            </a:r>
          </a:p>
        </p:txBody>
      </p:sp>
      <p:sp>
        <p:nvSpPr>
          <p:cNvPr id="137" name="Rectangle 136">
            <a:extLst>
              <a:ext uri="{FF2B5EF4-FFF2-40B4-BE49-F238E27FC236}">
                <a16:creationId xmlns:a16="http://schemas.microsoft.com/office/drawing/2014/main" id="{B9271A39-2ECF-737A-743A-AC404A6C5828}"/>
              </a:ext>
            </a:extLst>
          </p:cNvPr>
          <p:cNvSpPr>
            <a:spLocks noGrp="1"/>
          </p:cNvSpPr>
          <p:nvPr/>
        </p:nvSpPr>
        <p:spPr>
          <a:xfrm>
            <a:off x="9907393" y="5727524"/>
            <a:ext cx="1522832" cy="5995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just">
              <a:buNone/>
            </a:pPr>
            <a:r>
              <a:rPr sz="825" b="1">
                <a:solidFill>
                  <a:srgbClr val="D1A63C"/>
                </a:solidFill>
                <a:latin typeface="Montserrat ExtraBold"/>
                <a:ea typeface="Montserrat ExtraBold"/>
                <a:cs typeface="Montserrat ExtraBold"/>
              </a:rPr>
              <a:t>LOCATION:</a:t>
            </a:r>
          </a:p>
          <a:p>
            <a:pPr algn="just">
              <a:buNone/>
            </a:pPr>
            <a:r>
              <a:rPr sz="825" b="1">
                <a:solidFill>
                  <a:srgbClr val="D1A63C"/>
                </a:solidFill>
                <a:latin typeface="Montserrat ExtraBold"/>
                <a:ea typeface="Montserrat ExtraBold"/>
                <a:cs typeface="Montserrat ExtraBold"/>
              </a:rPr>
              <a:t>AREA:</a:t>
            </a:r>
            <a:endParaRPr sz="1200" b="1">
              <a:solidFill>
                <a:schemeClr val="accent4"/>
              </a:solidFill>
              <a:latin typeface="Montserrat ExtraBold"/>
              <a:ea typeface="Montserrat ExtraBold"/>
              <a:cs typeface="Montserrat ExtraBold"/>
            </a:endParaRPr>
          </a:p>
          <a:p>
            <a:pPr algn="just">
              <a:buNone/>
            </a:pPr>
            <a:r>
              <a:rPr sz="825" b="1">
                <a:solidFill>
                  <a:srgbClr val="D1A63C"/>
                </a:solidFill>
                <a:latin typeface="Montserrat ExtraBold"/>
                <a:ea typeface="Montserrat ExtraBold"/>
                <a:cs typeface="Montserrat ExtraBold"/>
              </a:rPr>
              <a:t>OCCURRENCES:</a:t>
            </a:r>
          </a:p>
          <a:p>
            <a:pPr algn="just">
              <a:buNone/>
            </a:pPr>
            <a:endParaRPr sz="1100">
              <a:solidFill>
                <a:schemeClr val="accent4"/>
              </a:solidFill>
              <a:latin typeface="Montserrat ExtraBold"/>
              <a:ea typeface="Montserrat ExtraBold"/>
              <a:cs typeface="Montserrat ExtraBold"/>
            </a:endParaRPr>
          </a:p>
        </p:txBody>
      </p:sp>
      <p:sp>
        <p:nvSpPr>
          <p:cNvPr id="138" name="TextBox 137">
            <a:extLst>
              <a:ext uri="{FF2B5EF4-FFF2-40B4-BE49-F238E27FC236}">
                <a16:creationId xmlns:a16="http://schemas.microsoft.com/office/drawing/2014/main" id="{468099D4-8029-090E-8C02-1375B1A2B72B}"/>
              </a:ext>
            </a:extLst>
          </p:cNvPr>
          <p:cNvSpPr>
            <a:spLocks noGrp="1"/>
          </p:cNvSpPr>
          <p:nvPr/>
        </p:nvSpPr>
        <p:spPr>
          <a:xfrm>
            <a:off x="10963814" y="5614979"/>
            <a:ext cx="2993839" cy="646331"/>
          </a:xfrm>
          <a:prstGeom prst="rect">
            <a:avLst/>
          </a:prstGeom>
          <a:noFill/>
        </p:spPr>
        <p:txBody>
          <a:bodyPr wrap="square" lIns="91440" tIns="45720" rIns="91440" bIns="45720" anchor="t">
            <a:normAutofit/>
          </a:bodyPr>
          <a:lstStyle>
            <a:defPPr algn="l">
              <a:defRPr sz="1200" b="0" spc="0">
                <a:solidFill>
                  <a:srgbClr val="FFFFFF"/>
                </a:solidFill>
                <a:latin typeface="Montserrat Semi"/>
                <a:ea typeface="Montserrat Semi"/>
                <a:cs typeface="Montserrat Semi"/>
              </a:defRPr>
            </a:defPPr>
          </a:lstStyle>
          <a:p>
            <a:pPr algn="l" defTabSz="685800">
              <a:buNone/>
              <a:defRPr sz="1200" b="0" spc="0">
                <a:solidFill>
                  <a:srgbClr val="FFFFFF"/>
                </a:solidFill>
                <a:latin typeface="Montserrat Semi"/>
                <a:ea typeface="Montserrat Semi"/>
                <a:cs typeface="Montserrat Semi"/>
              </a:defRPr>
            </a:pPr>
            <a:r>
              <a:rPr sz="1200" b="0" spc="0" dirty="0" err="1">
                <a:solidFill>
                  <a:srgbClr val="FFFFFF"/>
                </a:solidFill>
                <a:latin typeface="Montserrat Semi"/>
                <a:ea typeface="Montserrat Semi"/>
                <a:cs typeface="Montserrat Semi"/>
              </a:rPr>
              <a:t>Dornogovi</a:t>
            </a:r>
            <a:r>
              <a:rPr sz="1200" b="0" spc="0" dirty="0">
                <a:solidFill>
                  <a:srgbClr val="FFFFFF"/>
                </a:solidFill>
                <a:latin typeface="Montserrat Semi"/>
                <a:ea typeface="Montserrat Semi"/>
                <a:cs typeface="Montserrat Semi"/>
              </a:rPr>
              <a:t>: </a:t>
            </a:r>
            <a:r>
              <a:rPr sz="1200" b="0" spc="0" dirty="0" err="1">
                <a:solidFill>
                  <a:srgbClr val="FFFFFF"/>
                </a:solidFill>
                <a:latin typeface="Montserrat Semi"/>
                <a:ea typeface="Montserrat Semi"/>
                <a:cs typeface="Montserrat Semi"/>
              </a:rPr>
              <a:t>Khatanbulag</a:t>
            </a:r>
            <a:endParaRPr sz="1200" spc="0" dirty="0">
              <a:solidFill>
                <a:schemeClr val="bg1"/>
              </a:solidFill>
              <a:latin typeface="Montserrat Semi"/>
              <a:ea typeface="Montserrat Semi"/>
              <a:cs typeface="Montserrat Semi"/>
            </a:endParaRPr>
          </a:p>
          <a:p>
            <a:pPr defTabSz="685800">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19,316 ha</a:t>
            </a:r>
            <a:r>
              <a:rPr lang="en-US" sz="1200" b="0" spc="0" dirty="0">
                <a:solidFill>
                  <a:srgbClr val="FFFFFF"/>
                </a:solidFill>
                <a:latin typeface="Montserrat Semi"/>
                <a:ea typeface="Montserrat Semi"/>
                <a:cs typeface="Montserrat Semi"/>
              </a:rPr>
              <a:t> </a:t>
            </a:r>
            <a:r>
              <a:rPr lang="en-US" sz="1200" dirty="0">
                <a:solidFill>
                  <a:srgbClr val="FFFFFF"/>
                </a:solidFill>
                <a:latin typeface="Montserrat Semi"/>
                <a:ea typeface="Montserrat Semi"/>
                <a:cs typeface="Montserrat Semi"/>
              </a:rPr>
              <a:t>(</a:t>
            </a:r>
            <a:r>
              <a:rPr lang="en-GB" sz="1200" dirty="0">
                <a:solidFill>
                  <a:srgbClr val="FFFFFF"/>
                </a:solidFill>
                <a:latin typeface="Montserrat Semi"/>
              </a:rPr>
              <a:t>hectares)</a:t>
            </a:r>
            <a:endParaRPr sz="1200" spc="0" dirty="0">
              <a:solidFill>
                <a:schemeClr val="bg1"/>
              </a:solidFill>
              <a:latin typeface="Montserrat Semi"/>
              <a:ea typeface="Montserrat Semi"/>
              <a:cs typeface="Montserrat Semi"/>
            </a:endParaRPr>
          </a:p>
          <a:p>
            <a:pPr algn="l" defTabSz="685800">
              <a:buNone/>
              <a:defRPr sz="1200" b="0" spc="0">
                <a:solidFill>
                  <a:srgbClr val="FFFFFF"/>
                </a:solidFill>
                <a:latin typeface="Montserrat Semi"/>
                <a:ea typeface="Montserrat Semi"/>
                <a:cs typeface="Montserrat Semi"/>
              </a:defRPr>
            </a:pPr>
            <a:r>
              <a:rPr sz="1200" b="0" spc="0" dirty="0">
                <a:solidFill>
                  <a:srgbClr val="FFFFFF"/>
                </a:solidFill>
                <a:latin typeface="Montserrat Semi"/>
                <a:ea typeface="Montserrat Semi"/>
                <a:cs typeface="Montserrat Semi"/>
              </a:rPr>
              <a:t>REE, iron</a:t>
            </a:r>
          </a:p>
        </p:txBody>
      </p:sp>
      <p:sp>
        <p:nvSpPr>
          <p:cNvPr id="140" name="Google Shape;99;p17">
            <a:extLst>
              <a:ext uri="{FF2B5EF4-FFF2-40B4-BE49-F238E27FC236}">
                <a16:creationId xmlns:a16="http://schemas.microsoft.com/office/drawing/2014/main" id="{A46145DA-1522-B48E-5DEA-7829B273D0F8}"/>
              </a:ext>
            </a:extLst>
          </p:cNvPr>
          <p:cNvSpPr>
            <a:spLocks noGrp="1"/>
          </p:cNvSpPr>
          <p:nvPr/>
        </p:nvSpPr>
        <p:spPr>
          <a:xfrm>
            <a:off x="10963813" y="6314739"/>
            <a:ext cx="2089848" cy="376227"/>
          </a:xfrm>
          <a:prstGeom prst="roundRect">
            <a:avLst>
              <a:gd name="adj" fmla="val 8818"/>
            </a:avLst>
          </a:prstGeom>
          <a:noFill/>
          <a:ln w="11650" cmpd="sng">
            <a:solidFill>
              <a:srgbClr val="C0A051"/>
            </a:solidFill>
            <a:prstDash val="solid"/>
            <a:headEnd type="none" w="sm" len="sm"/>
            <a:tailEnd type="none" w="sm" len="sm"/>
          </a:ln>
        </p:spPr>
        <p:txBody>
          <a:bodyPr spcFirstLastPara="1" wrap="square" lIns="111575" tIns="111575" rIns="111575" bIns="111575" anchor="ctr">
            <a:noAutofit/>
          </a:bodyPr>
          <a:lstStyle/>
          <a:p>
            <a:pPr marL="0" lvl="0" indent="0" algn="ctr">
              <a:spcBef>
                <a:spcPts val="0"/>
              </a:spcBef>
              <a:spcAft>
                <a:spcPts val="0"/>
              </a:spcAft>
              <a:buNone/>
            </a:pPr>
            <a:endParaRPr sz="1708"/>
          </a:p>
        </p:txBody>
      </p:sp>
      <p:sp>
        <p:nvSpPr>
          <p:cNvPr id="142" name="TextBox 141">
            <a:extLst>
              <a:ext uri="{FF2B5EF4-FFF2-40B4-BE49-F238E27FC236}">
                <a16:creationId xmlns:a16="http://schemas.microsoft.com/office/drawing/2014/main" id="{5C36D42D-388E-BA50-B5C3-2278005E5C4A}"/>
              </a:ext>
            </a:extLst>
          </p:cNvPr>
          <p:cNvSpPr>
            <a:spLocks noGrp="1"/>
          </p:cNvSpPr>
          <p:nvPr/>
        </p:nvSpPr>
        <p:spPr>
          <a:xfrm>
            <a:off x="10941722" y="6314739"/>
            <a:ext cx="2134030" cy="400110"/>
          </a:xfrm>
          <a:prstGeom prst="rect">
            <a:avLst/>
          </a:prstGeom>
          <a:noFill/>
        </p:spPr>
        <p:txBody>
          <a:bodyPr wrap="square">
            <a:normAutofit/>
          </a:bodyPr>
          <a:lstStyle>
            <a:defPPr algn="l">
              <a:defRPr sz="1000" b="0" spc="0">
                <a:solidFill>
                  <a:srgbClr val="FFFFFF"/>
                </a:solidFill>
                <a:latin typeface="Montserrat Medium"/>
                <a:ea typeface="Montserrat Medium"/>
                <a:cs typeface="Montserrat Medium"/>
              </a:defRPr>
            </a:defPPr>
          </a:lstStyle>
          <a:p>
            <a:pPr algn="l">
              <a:buNone/>
              <a:defRPr sz="1000" b="0" spc="0">
                <a:solidFill>
                  <a:srgbClr val="FFFFFF"/>
                </a:solidFill>
                <a:latin typeface="Montserrat Medium"/>
                <a:ea typeface="Montserrat Medium"/>
                <a:cs typeface="Montserrat Medium"/>
              </a:defRPr>
            </a:pPr>
            <a:r>
              <a:rPr sz="1000" b="0" spc="0">
                <a:solidFill>
                  <a:srgbClr val="FFFFFF"/>
                </a:solidFill>
                <a:latin typeface="Montserrat Medium"/>
                <a:ea typeface="Montserrat Medium"/>
                <a:cs typeface="Montserrat Medium"/>
              </a:rPr>
              <a:t>Along the extension of the Lugiin Gol REE deposit.</a:t>
            </a:r>
          </a:p>
        </p:txBody>
      </p:sp>
      <p:sp>
        <p:nvSpPr>
          <p:cNvPr id="143" name="Straight Connector 142">
            <a:extLst>
              <a:ext uri="{FF2B5EF4-FFF2-40B4-BE49-F238E27FC236}">
                <a16:creationId xmlns:a16="http://schemas.microsoft.com/office/drawing/2014/main" id="{3B8CA796-CFBC-4B6D-A6E1-9A738F943814}"/>
              </a:ext>
            </a:extLst>
          </p:cNvPr>
          <p:cNvSpPr>
            <a:spLocks noGrp="1"/>
          </p:cNvSpPr>
          <p:nvPr/>
        </p:nvSpPr>
        <p:spPr>
          <a:xfrm flipV="1">
            <a:off x="387314" y="6990590"/>
            <a:ext cx="0" cy="541683"/>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47" name="TextBox 146">
            <a:extLst>
              <a:ext uri="{FF2B5EF4-FFF2-40B4-BE49-F238E27FC236}">
                <a16:creationId xmlns:a16="http://schemas.microsoft.com/office/drawing/2014/main" id="{C856720E-75AB-B154-420E-4A9E85C9C3C1}"/>
              </a:ext>
            </a:extLst>
          </p:cNvPr>
          <p:cNvSpPr>
            <a:spLocks noGrp="1"/>
          </p:cNvSpPr>
          <p:nvPr/>
        </p:nvSpPr>
        <p:spPr>
          <a:xfrm>
            <a:off x="503811" y="6947498"/>
            <a:ext cx="12730633" cy="584775"/>
          </a:xfrm>
          <a:prstGeom prst="rect">
            <a:avLst/>
          </a:prstGeom>
          <a:noFill/>
        </p:spPr>
        <p:txBody>
          <a:bodyPr wrap="square" lIns="91440" tIns="45720" rIns="91440" bIns="45720" anchor="t">
            <a:normAutofit/>
          </a:bodyPr>
          <a:lstStyle>
            <a:defPPr algn="l">
              <a:defRPr sz="1600" b="1" spc="0">
                <a:solidFill>
                  <a:srgbClr val="FFFFFF"/>
                </a:solidFill>
                <a:latin typeface="Montserrat ExtraBold"/>
                <a:ea typeface="Montserrat ExtraBold"/>
                <a:cs typeface="Montserrat ExtraBold"/>
              </a:defRPr>
            </a:defPPr>
          </a:lstStyle>
          <a:p>
            <a:pPr algn="l">
              <a:defRPr sz="1600" b="1" spc="0">
                <a:solidFill>
                  <a:srgbClr val="FFFFFF"/>
                </a:solidFill>
                <a:latin typeface="Montserrat ExtraBold"/>
                <a:ea typeface="Montserrat ExtraBold"/>
                <a:cs typeface="Montserrat ExtraBold"/>
              </a:defRPr>
            </a:pPr>
            <a:r>
              <a:rPr sz="1600" b="1" spc="0">
                <a:solidFill>
                  <a:srgbClr val="FFFFFF"/>
                </a:solidFill>
                <a:latin typeface="Montserrat ExtraBold"/>
                <a:ea typeface="Montserrat ExtraBold"/>
                <a:cs typeface="Montserrat ExtraBold"/>
              </a:rPr>
              <a:t>MONGOLROSTSVETMET SOE RECEIVED FOUR LICENCES UNDER GOVERNMENT OF MONGOLIA RESOLUTION NO. 196 OF 2025.</a:t>
            </a:r>
            <a:endParaRPr sz="1600" spc="0">
              <a:solidFill>
                <a:schemeClr val="bg1"/>
              </a:solidFill>
            </a:endParaRPr>
          </a:p>
        </p:txBody>
      </p:sp>
      <p:pic>
        <p:nvPicPr>
          <p:cNvPr id="220" name="Picture 3"/>
          <p:cNvPicPr>
            <a:picLocks noChangeAspect="1"/>
          </p:cNvPicPr>
          <p:nvPr/>
        </p:nvPicPr>
        <p:blipFill>
          <a:blip r:embed="rId4"/>
          <a:stretch>
            <a:fillRect/>
          </a:stretch>
        </p:blipFill>
        <p:spPr>
          <a:xfrm>
            <a:off x="12539675" y="374315"/>
            <a:ext cx="640080" cy="640080"/>
          </a:xfrm>
          <a:prstGeom prst="rect">
            <a:avLst/>
          </a:prstGeom>
        </p:spPr>
      </p:pic>
    </p:spTree>
    <p:extLst>
      <p:ext uri="{BB962C8B-B14F-4D97-AF65-F5344CB8AC3E}">
        <p14:creationId xmlns:p14="http://schemas.microsoft.com/office/powerpoint/2010/main" val="22300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62F9-6BF4-916D-81E2-AD30C6522681}"/>
            </a:ext>
          </a:extLst>
        </p:cNvPr>
        <p:cNvGrpSpPr/>
        <p:nvPr/>
      </p:nvGrpSpPr>
      <p:grpSpPr>
        <a:xfrm>
          <a:off x="0" y="0"/>
          <a:ext cx="0" cy="0"/>
          <a:chOff x="0" y="0"/>
          <a:chExt cx="0" cy="0"/>
        </a:xfrm>
      </p:grpSpPr>
      <p:grpSp>
        <p:nvGrpSpPr>
          <p:cNvPr id="103" name="Group 102">
            <a:extLst>
              <a:ext uri="{FF2B5EF4-FFF2-40B4-BE49-F238E27FC236}">
                <a16:creationId xmlns:a16="http://schemas.microsoft.com/office/drawing/2014/main" id="{6F80F55E-FB48-3F7C-A4AB-2DD9EBEBEB41}"/>
              </a:ext>
            </a:extLst>
          </p:cNvPr>
          <p:cNvGrpSpPr/>
          <p:nvPr/>
        </p:nvGrpSpPr>
        <p:grpSpPr>
          <a:xfrm>
            <a:off x="3092130" y="2495902"/>
            <a:ext cx="7049445" cy="3186871"/>
            <a:chOff x="3286465" y="2589502"/>
            <a:chExt cx="7049445" cy="3186871"/>
          </a:xfrm>
        </p:grpSpPr>
        <p:grpSp>
          <p:nvGrpSpPr>
            <p:cNvPr id="4" name="Group 3">
              <a:extLst>
                <a:ext uri="{FF2B5EF4-FFF2-40B4-BE49-F238E27FC236}">
                  <a16:creationId xmlns:a16="http://schemas.microsoft.com/office/drawing/2014/main" id="{B1EEF1DD-A997-D53F-C1A6-264296A5EEF6}"/>
                </a:ext>
              </a:extLst>
            </p:cNvPr>
            <p:cNvGrpSpPr>
              <a:grpSpLocks/>
            </p:cNvGrpSpPr>
            <p:nvPr/>
          </p:nvGrpSpPr>
          <p:grpSpPr>
            <a:xfrm>
              <a:off x="3286465" y="2589502"/>
              <a:ext cx="7049445" cy="3186871"/>
              <a:chOff x="4088330" y="1703798"/>
              <a:chExt cx="8689896" cy="4188215"/>
            </a:xfrm>
            <a:solidFill>
              <a:schemeClr val="tx1">
                <a:alpha val="28000"/>
              </a:schemeClr>
            </a:solidFill>
          </p:grpSpPr>
          <p:sp>
            <p:nvSpPr>
              <p:cNvPr id="54" name="Freeform: Shape 53">
                <a:extLst>
                  <a:ext uri="{FF2B5EF4-FFF2-40B4-BE49-F238E27FC236}">
                    <a16:creationId xmlns:a16="http://schemas.microsoft.com/office/drawing/2014/main" id="{E5D1A144-9383-1F19-2DC4-30D973D83589}"/>
                  </a:ext>
                </a:extLst>
              </p:cNvPr>
              <p:cNvSpPr>
                <a:spLocks/>
              </p:cNvSpPr>
              <p:nvPr/>
            </p:nvSpPr>
            <p:spPr>
              <a:xfrm>
                <a:off x="4088330" y="2618936"/>
                <a:ext cx="1122372" cy="1399264"/>
              </a:xfrm>
              <a:custGeom>
                <a:avLst/>
                <a:gdLst>
                  <a:gd name="connsiteX0" fmla="*/ 975219 w 1122372"/>
                  <a:gd name="connsiteY0" fmla="*/ 540724 h 1399264"/>
                  <a:gd name="connsiteX1" fmla="*/ 962158 w 1122372"/>
                  <a:gd name="connsiteY1" fmla="*/ 540724 h 1399264"/>
                  <a:gd name="connsiteX2" fmla="*/ 935165 w 1122372"/>
                  <a:gd name="connsiteY2" fmla="*/ 534629 h 1399264"/>
                  <a:gd name="connsiteX3" fmla="*/ 908173 w 1122372"/>
                  <a:gd name="connsiteY3" fmla="*/ 539853 h 1399264"/>
                  <a:gd name="connsiteX4" fmla="*/ 827195 w 1122372"/>
                  <a:gd name="connsiteY4" fmla="*/ 578165 h 1399264"/>
                  <a:gd name="connsiteX5" fmla="*/ 797590 w 1122372"/>
                  <a:gd name="connsiteY5" fmla="*/ 584261 h 1399264"/>
                  <a:gd name="connsiteX6" fmla="*/ 796719 w 1122372"/>
                  <a:gd name="connsiteY6" fmla="*/ 588614 h 1399264"/>
                  <a:gd name="connsiteX7" fmla="*/ 800202 w 1122372"/>
                  <a:gd name="connsiteY7" fmla="*/ 596451 h 1399264"/>
                  <a:gd name="connsiteX8" fmla="*/ 802814 w 1122372"/>
                  <a:gd name="connsiteY8" fmla="*/ 599934 h 1399264"/>
                  <a:gd name="connsiteX9" fmla="*/ 821099 w 1122372"/>
                  <a:gd name="connsiteY9" fmla="*/ 607770 h 1399264"/>
                  <a:gd name="connsiteX10" fmla="*/ 826324 w 1122372"/>
                  <a:gd name="connsiteY10" fmla="*/ 612124 h 1399264"/>
                  <a:gd name="connsiteX11" fmla="*/ 829807 w 1122372"/>
                  <a:gd name="connsiteY11" fmla="*/ 619961 h 1399264"/>
                  <a:gd name="connsiteX12" fmla="*/ 840256 w 1122372"/>
                  <a:gd name="connsiteY12" fmla="*/ 650436 h 1399264"/>
                  <a:gd name="connsiteX13" fmla="*/ 841126 w 1122372"/>
                  <a:gd name="connsiteY13" fmla="*/ 658273 h 1399264"/>
                  <a:gd name="connsiteX14" fmla="*/ 840256 w 1122372"/>
                  <a:gd name="connsiteY14" fmla="*/ 664368 h 1399264"/>
                  <a:gd name="connsiteX15" fmla="*/ 828936 w 1122372"/>
                  <a:gd name="connsiteY15" fmla="*/ 680041 h 1399264"/>
                  <a:gd name="connsiteX16" fmla="*/ 826324 w 1122372"/>
                  <a:gd name="connsiteY16" fmla="*/ 689619 h 1399264"/>
                  <a:gd name="connsiteX17" fmla="*/ 825453 w 1122372"/>
                  <a:gd name="connsiteY17" fmla="*/ 699197 h 1399264"/>
                  <a:gd name="connsiteX18" fmla="*/ 826324 w 1122372"/>
                  <a:gd name="connsiteY18" fmla="*/ 711387 h 1399264"/>
                  <a:gd name="connsiteX19" fmla="*/ 828936 w 1122372"/>
                  <a:gd name="connsiteY19" fmla="*/ 722707 h 1399264"/>
                  <a:gd name="connsiteX20" fmla="*/ 835031 w 1122372"/>
                  <a:gd name="connsiteY20" fmla="*/ 758407 h 1399264"/>
                  <a:gd name="connsiteX21" fmla="*/ 836773 w 1122372"/>
                  <a:gd name="connsiteY21" fmla="*/ 773209 h 1399264"/>
                  <a:gd name="connsiteX22" fmla="*/ 839385 w 1122372"/>
                  <a:gd name="connsiteY22" fmla="*/ 780175 h 1399264"/>
                  <a:gd name="connsiteX23" fmla="*/ 843738 w 1122372"/>
                  <a:gd name="connsiteY23" fmla="*/ 785399 h 1399264"/>
                  <a:gd name="connsiteX24" fmla="*/ 856799 w 1122372"/>
                  <a:gd name="connsiteY24" fmla="*/ 794977 h 1399264"/>
                  <a:gd name="connsiteX25" fmla="*/ 861153 w 1122372"/>
                  <a:gd name="connsiteY25" fmla="*/ 799331 h 1399264"/>
                  <a:gd name="connsiteX26" fmla="*/ 868990 w 1122372"/>
                  <a:gd name="connsiteY26" fmla="*/ 808909 h 1399264"/>
                  <a:gd name="connsiteX27" fmla="*/ 872473 w 1122372"/>
                  <a:gd name="connsiteY27" fmla="*/ 812392 h 1399264"/>
                  <a:gd name="connsiteX28" fmla="*/ 875085 w 1122372"/>
                  <a:gd name="connsiteY28" fmla="*/ 819358 h 1399264"/>
                  <a:gd name="connsiteX29" fmla="*/ 885534 w 1122372"/>
                  <a:gd name="connsiteY29" fmla="*/ 857670 h 1399264"/>
                  <a:gd name="connsiteX30" fmla="*/ 908173 w 1122372"/>
                  <a:gd name="connsiteY30" fmla="*/ 924716 h 1399264"/>
                  <a:gd name="connsiteX31" fmla="*/ 916009 w 1122372"/>
                  <a:gd name="connsiteY31" fmla="*/ 938648 h 1399264"/>
                  <a:gd name="connsiteX32" fmla="*/ 921234 w 1122372"/>
                  <a:gd name="connsiteY32" fmla="*/ 945614 h 1399264"/>
                  <a:gd name="connsiteX33" fmla="*/ 927329 w 1122372"/>
                  <a:gd name="connsiteY33" fmla="*/ 953451 h 1399264"/>
                  <a:gd name="connsiteX34" fmla="*/ 931682 w 1122372"/>
                  <a:gd name="connsiteY34" fmla="*/ 963899 h 1399264"/>
                  <a:gd name="connsiteX35" fmla="*/ 949968 w 1122372"/>
                  <a:gd name="connsiteY35" fmla="*/ 1019626 h 1399264"/>
                  <a:gd name="connsiteX36" fmla="*/ 951709 w 1122372"/>
                  <a:gd name="connsiteY36" fmla="*/ 1028333 h 1399264"/>
                  <a:gd name="connsiteX37" fmla="*/ 952580 w 1122372"/>
                  <a:gd name="connsiteY37" fmla="*/ 1037911 h 1399264"/>
                  <a:gd name="connsiteX38" fmla="*/ 951709 w 1122372"/>
                  <a:gd name="connsiteY38" fmla="*/ 1045748 h 1399264"/>
                  <a:gd name="connsiteX39" fmla="*/ 947355 w 1122372"/>
                  <a:gd name="connsiteY39" fmla="*/ 1057938 h 1399264"/>
                  <a:gd name="connsiteX40" fmla="*/ 946485 w 1122372"/>
                  <a:gd name="connsiteY40" fmla="*/ 1064033 h 1399264"/>
                  <a:gd name="connsiteX41" fmla="*/ 947355 w 1122372"/>
                  <a:gd name="connsiteY41" fmla="*/ 1070999 h 1399264"/>
                  <a:gd name="connsiteX42" fmla="*/ 954321 w 1122372"/>
                  <a:gd name="connsiteY42" fmla="*/ 1083190 h 1399264"/>
                  <a:gd name="connsiteX43" fmla="*/ 990892 w 1122372"/>
                  <a:gd name="connsiteY43" fmla="*/ 1128467 h 1399264"/>
                  <a:gd name="connsiteX44" fmla="*/ 1008307 w 1122372"/>
                  <a:gd name="connsiteY44" fmla="*/ 1155460 h 1399264"/>
                  <a:gd name="connsiteX45" fmla="*/ 1007436 w 1122372"/>
                  <a:gd name="connsiteY45" fmla="*/ 1168521 h 1399264"/>
                  <a:gd name="connsiteX46" fmla="*/ 995246 w 1122372"/>
                  <a:gd name="connsiteY46" fmla="*/ 1200738 h 1399264"/>
                  <a:gd name="connsiteX47" fmla="*/ 992633 w 1122372"/>
                  <a:gd name="connsiteY47" fmla="*/ 1209446 h 1399264"/>
                  <a:gd name="connsiteX48" fmla="*/ 991763 w 1122372"/>
                  <a:gd name="connsiteY48" fmla="*/ 1218153 h 1399264"/>
                  <a:gd name="connsiteX49" fmla="*/ 991763 w 1122372"/>
                  <a:gd name="connsiteY49" fmla="*/ 1226860 h 1399264"/>
                  <a:gd name="connsiteX50" fmla="*/ 994375 w 1122372"/>
                  <a:gd name="connsiteY50" fmla="*/ 1235567 h 1399264"/>
                  <a:gd name="connsiteX51" fmla="*/ 1000470 w 1122372"/>
                  <a:gd name="connsiteY51" fmla="*/ 1246887 h 1399264"/>
                  <a:gd name="connsiteX52" fmla="*/ 1012660 w 1122372"/>
                  <a:gd name="connsiteY52" fmla="*/ 1256465 h 1399264"/>
                  <a:gd name="connsiteX53" fmla="*/ 1021368 w 1122372"/>
                  <a:gd name="connsiteY53" fmla="*/ 1261689 h 1399264"/>
                  <a:gd name="connsiteX54" fmla="*/ 1030946 w 1122372"/>
                  <a:gd name="connsiteY54" fmla="*/ 1266043 h 1399264"/>
                  <a:gd name="connsiteX55" fmla="*/ 1053585 w 1122372"/>
                  <a:gd name="connsiteY55" fmla="*/ 1281716 h 1399264"/>
                  <a:gd name="connsiteX56" fmla="*/ 1080577 w 1122372"/>
                  <a:gd name="connsiteY56" fmla="*/ 1306967 h 1399264"/>
                  <a:gd name="connsiteX57" fmla="*/ 1100604 w 1122372"/>
                  <a:gd name="connsiteY57" fmla="*/ 1334831 h 1399264"/>
                  <a:gd name="connsiteX58" fmla="*/ 1122372 w 1122372"/>
                  <a:gd name="connsiteY58" fmla="*/ 1348762 h 1399264"/>
                  <a:gd name="connsiteX59" fmla="*/ 1121502 w 1122372"/>
                  <a:gd name="connsiteY59" fmla="*/ 1359211 h 1399264"/>
                  <a:gd name="connsiteX60" fmla="*/ 1119760 w 1122372"/>
                  <a:gd name="connsiteY60" fmla="*/ 1366177 h 1399264"/>
                  <a:gd name="connsiteX61" fmla="*/ 1113665 w 1122372"/>
                  <a:gd name="connsiteY61" fmla="*/ 1372272 h 1399264"/>
                  <a:gd name="connsiteX62" fmla="*/ 1108441 w 1122372"/>
                  <a:gd name="connsiteY62" fmla="*/ 1374884 h 1399264"/>
                  <a:gd name="connsiteX63" fmla="*/ 1069258 w 1122372"/>
                  <a:gd name="connsiteY63" fmla="*/ 1369660 h 1399264"/>
                  <a:gd name="connsiteX64" fmla="*/ 1035299 w 1122372"/>
                  <a:gd name="connsiteY64" fmla="*/ 1374014 h 1399264"/>
                  <a:gd name="connsiteX65" fmla="*/ 1030946 w 1122372"/>
                  <a:gd name="connsiteY65" fmla="*/ 1371402 h 1399264"/>
                  <a:gd name="connsiteX66" fmla="*/ 1023109 w 1122372"/>
                  <a:gd name="connsiteY66" fmla="*/ 1366177 h 1399264"/>
                  <a:gd name="connsiteX67" fmla="*/ 1017885 w 1122372"/>
                  <a:gd name="connsiteY67" fmla="*/ 1367048 h 1399264"/>
                  <a:gd name="connsiteX68" fmla="*/ 1014402 w 1122372"/>
                  <a:gd name="connsiteY68" fmla="*/ 1370531 h 1399264"/>
                  <a:gd name="connsiteX69" fmla="*/ 1011790 w 1122372"/>
                  <a:gd name="connsiteY69" fmla="*/ 1376626 h 1399264"/>
                  <a:gd name="connsiteX70" fmla="*/ 1005694 w 1122372"/>
                  <a:gd name="connsiteY70" fmla="*/ 1391428 h 1399264"/>
                  <a:gd name="connsiteX71" fmla="*/ 1001341 w 1122372"/>
                  <a:gd name="connsiteY71" fmla="*/ 1396653 h 1399264"/>
                  <a:gd name="connsiteX72" fmla="*/ 994375 w 1122372"/>
                  <a:gd name="connsiteY72" fmla="*/ 1399265 h 1399264"/>
                  <a:gd name="connsiteX73" fmla="*/ 985668 w 1122372"/>
                  <a:gd name="connsiteY73" fmla="*/ 1397523 h 1399264"/>
                  <a:gd name="connsiteX74" fmla="*/ 976960 w 1122372"/>
                  <a:gd name="connsiteY74" fmla="*/ 1391428 h 1399264"/>
                  <a:gd name="connsiteX75" fmla="*/ 970865 w 1122372"/>
                  <a:gd name="connsiteY75" fmla="*/ 1383592 h 1399264"/>
                  <a:gd name="connsiteX76" fmla="*/ 960416 w 1122372"/>
                  <a:gd name="connsiteY76" fmla="*/ 1366177 h 1399264"/>
                  <a:gd name="connsiteX77" fmla="*/ 954321 w 1122372"/>
                  <a:gd name="connsiteY77" fmla="*/ 1360082 h 1399264"/>
                  <a:gd name="connsiteX78" fmla="*/ 946485 w 1122372"/>
                  <a:gd name="connsiteY78" fmla="*/ 1360082 h 1399264"/>
                  <a:gd name="connsiteX79" fmla="*/ 938648 w 1122372"/>
                  <a:gd name="connsiteY79" fmla="*/ 1360953 h 1399264"/>
                  <a:gd name="connsiteX80" fmla="*/ 929941 w 1122372"/>
                  <a:gd name="connsiteY80" fmla="*/ 1360953 h 1399264"/>
                  <a:gd name="connsiteX81" fmla="*/ 912526 w 1122372"/>
                  <a:gd name="connsiteY81" fmla="*/ 1353116 h 1399264"/>
                  <a:gd name="connsiteX82" fmla="*/ 892499 w 1122372"/>
                  <a:gd name="connsiteY82" fmla="*/ 1348762 h 1399264"/>
                  <a:gd name="connsiteX83" fmla="*/ 885534 w 1122372"/>
                  <a:gd name="connsiteY83" fmla="*/ 1348762 h 1399264"/>
                  <a:gd name="connsiteX84" fmla="*/ 886404 w 1122372"/>
                  <a:gd name="connsiteY84" fmla="*/ 1343538 h 1399264"/>
                  <a:gd name="connsiteX85" fmla="*/ 882921 w 1122372"/>
                  <a:gd name="connsiteY85" fmla="*/ 1328736 h 1399264"/>
                  <a:gd name="connsiteX86" fmla="*/ 875085 w 1122372"/>
                  <a:gd name="connsiteY86" fmla="*/ 1314804 h 1399264"/>
                  <a:gd name="connsiteX87" fmla="*/ 865507 w 1122372"/>
                  <a:gd name="connsiteY87" fmla="*/ 1305226 h 1399264"/>
                  <a:gd name="connsiteX88" fmla="*/ 862024 w 1122372"/>
                  <a:gd name="connsiteY88" fmla="*/ 1300001 h 1399264"/>
                  <a:gd name="connsiteX89" fmla="*/ 860282 w 1122372"/>
                  <a:gd name="connsiteY89" fmla="*/ 1292165 h 1399264"/>
                  <a:gd name="connsiteX90" fmla="*/ 863765 w 1122372"/>
                  <a:gd name="connsiteY90" fmla="*/ 1282587 h 1399264"/>
                  <a:gd name="connsiteX91" fmla="*/ 863765 w 1122372"/>
                  <a:gd name="connsiteY91" fmla="*/ 1275621 h 1399264"/>
                  <a:gd name="connsiteX92" fmla="*/ 857670 w 1122372"/>
                  <a:gd name="connsiteY92" fmla="*/ 1268655 h 1399264"/>
                  <a:gd name="connsiteX93" fmla="*/ 850704 w 1122372"/>
                  <a:gd name="connsiteY93" fmla="*/ 1247758 h 1399264"/>
                  <a:gd name="connsiteX94" fmla="*/ 846351 w 1122372"/>
                  <a:gd name="connsiteY94" fmla="*/ 1241663 h 1399264"/>
                  <a:gd name="connsiteX95" fmla="*/ 841126 w 1122372"/>
                  <a:gd name="connsiteY95" fmla="*/ 1236438 h 1399264"/>
                  <a:gd name="connsiteX96" fmla="*/ 835031 w 1122372"/>
                  <a:gd name="connsiteY96" fmla="*/ 1232955 h 1399264"/>
                  <a:gd name="connsiteX97" fmla="*/ 828936 w 1122372"/>
                  <a:gd name="connsiteY97" fmla="*/ 1231214 h 1399264"/>
                  <a:gd name="connsiteX98" fmla="*/ 822841 w 1122372"/>
                  <a:gd name="connsiteY98" fmla="*/ 1231214 h 1399264"/>
                  <a:gd name="connsiteX99" fmla="*/ 812392 w 1122372"/>
                  <a:gd name="connsiteY99" fmla="*/ 1229472 h 1399264"/>
                  <a:gd name="connsiteX100" fmla="*/ 803685 w 1122372"/>
                  <a:gd name="connsiteY100" fmla="*/ 1219894 h 1399264"/>
                  <a:gd name="connsiteX101" fmla="*/ 738380 w 1122372"/>
                  <a:gd name="connsiteY101" fmla="*/ 1103216 h 1399264"/>
                  <a:gd name="connsiteX102" fmla="*/ 738380 w 1122372"/>
                  <a:gd name="connsiteY102" fmla="*/ 1097121 h 1399264"/>
                  <a:gd name="connsiteX103" fmla="*/ 742734 w 1122372"/>
                  <a:gd name="connsiteY103" fmla="*/ 1088414 h 1399264"/>
                  <a:gd name="connsiteX104" fmla="*/ 743604 w 1122372"/>
                  <a:gd name="connsiteY104" fmla="*/ 1082319 h 1399264"/>
                  <a:gd name="connsiteX105" fmla="*/ 743604 w 1122372"/>
                  <a:gd name="connsiteY105" fmla="*/ 1075353 h 1399264"/>
                  <a:gd name="connsiteX106" fmla="*/ 740121 w 1122372"/>
                  <a:gd name="connsiteY106" fmla="*/ 1070129 h 1399264"/>
                  <a:gd name="connsiteX107" fmla="*/ 733156 w 1122372"/>
                  <a:gd name="connsiteY107" fmla="*/ 1064904 h 1399264"/>
                  <a:gd name="connsiteX108" fmla="*/ 731414 w 1122372"/>
                  <a:gd name="connsiteY108" fmla="*/ 1054455 h 1399264"/>
                  <a:gd name="connsiteX109" fmla="*/ 731414 w 1122372"/>
                  <a:gd name="connsiteY109" fmla="*/ 1041394 h 1399264"/>
                  <a:gd name="connsiteX110" fmla="*/ 730543 w 1122372"/>
                  <a:gd name="connsiteY110" fmla="*/ 1029204 h 1399264"/>
                  <a:gd name="connsiteX111" fmla="*/ 727060 w 1122372"/>
                  <a:gd name="connsiteY111" fmla="*/ 1023980 h 1399264"/>
                  <a:gd name="connsiteX112" fmla="*/ 718353 w 1122372"/>
                  <a:gd name="connsiteY112" fmla="*/ 1017014 h 1399264"/>
                  <a:gd name="connsiteX113" fmla="*/ 714870 w 1122372"/>
                  <a:gd name="connsiteY113" fmla="*/ 1010919 h 1399264"/>
                  <a:gd name="connsiteX114" fmla="*/ 707034 w 1122372"/>
                  <a:gd name="connsiteY114" fmla="*/ 991763 h 1399264"/>
                  <a:gd name="connsiteX115" fmla="*/ 702680 w 1122372"/>
                  <a:gd name="connsiteY115" fmla="*/ 985668 h 1399264"/>
                  <a:gd name="connsiteX116" fmla="*/ 700068 w 1122372"/>
                  <a:gd name="connsiteY116" fmla="*/ 977831 h 1399264"/>
                  <a:gd name="connsiteX117" fmla="*/ 702680 w 1122372"/>
                  <a:gd name="connsiteY117" fmla="*/ 971736 h 1399264"/>
                  <a:gd name="connsiteX118" fmla="*/ 706163 w 1122372"/>
                  <a:gd name="connsiteY118" fmla="*/ 967382 h 1399264"/>
                  <a:gd name="connsiteX119" fmla="*/ 704422 w 1122372"/>
                  <a:gd name="connsiteY119" fmla="*/ 963029 h 1399264"/>
                  <a:gd name="connsiteX120" fmla="*/ 699197 w 1122372"/>
                  <a:gd name="connsiteY120" fmla="*/ 958675 h 1399264"/>
                  <a:gd name="connsiteX121" fmla="*/ 693102 w 1122372"/>
                  <a:gd name="connsiteY121" fmla="*/ 955192 h 1399264"/>
                  <a:gd name="connsiteX122" fmla="*/ 668722 w 1122372"/>
                  <a:gd name="connsiteY122" fmla="*/ 948226 h 1399264"/>
                  <a:gd name="connsiteX123" fmla="*/ 655661 w 1122372"/>
                  <a:gd name="connsiteY123" fmla="*/ 942131 h 1399264"/>
                  <a:gd name="connsiteX124" fmla="*/ 644341 w 1122372"/>
                  <a:gd name="connsiteY124" fmla="*/ 934294 h 1399264"/>
                  <a:gd name="connsiteX125" fmla="*/ 633892 w 1122372"/>
                  <a:gd name="connsiteY125" fmla="*/ 923846 h 1399264"/>
                  <a:gd name="connsiteX126" fmla="*/ 630409 w 1122372"/>
                  <a:gd name="connsiteY126" fmla="*/ 918621 h 1399264"/>
                  <a:gd name="connsiteX127" fmla="*/ 627797 w 1122372"/>
                  <a:gd name="connsiteY127" fmla="*/ 910785 h 1399264"/>
                  <a:gd name="connsiteX128" fmla="*/ 626056 w 1122372"/>
                  <a:gd name="connsiteY128" fmla="*/ 902077 h 1399264"/>
                  <a:gd name="connsiteX129" fmla="*/ 626926 w 1122372"/>
                  <a:gd name="connsiteY129" fmla="*/ 895112 h 1399264"/>
                  <a:gd name="connsiteX130" fmla="*/ 628668 w 1122372"/>
                  <a:gd name="connsiteY130" fmla="*/ 885534 h 1399264"/>
                  <a:gd name="connsiteX131" fmla="*/ 627797 w 1122372"/>
                  <a:gd name="connsiteY131" fmla="*/ 878568 h 1399264"/>
                  <a:gd name="connsiteX132" fmla="*/ 623443 w 1122372"/>
                  <a:gd name="connsiteY132" fmla="*/ 874214 h 1399264"/>
                  <a:gd name="connsiteX133" fmla="*/ 612124 w 1122372"/>
                  <a:gd name="connsiteY133" fmla="*/ 874214 h 1399264"/>
                  <a:gd name="connsiteX134" fmla="*/ 601675 w 1122372"/>
                  <a:gd name="connsiteY134" fmla="*/ 870731 h 1399264"/>
                  <a:gd name="connsiteX135" fmla="*/ 597322 w 1122372"/>
                  <a:gd name="connsiteY135" fmla="*/ 872473 h 1399264"/>
                  <a:gd name="connsiteX136" fmla="*/ 595580 w 1122372"/>
                  <a:gd name="connsiteY136" fmla="*/ 877697 h 1399264"/>
                  <a:gd name="connsiteX137" fmla="*/ 593839 w 1122372"/>
                  <a:gd name="connsiteY137" fmla="*/ 888146 h 1399264"/>
                  <a:gd name="connsiteX138" fmla="*/ 590356 w 1122372"/>
                  <a:gd name="connsiteY138" fmla="*/ 893370 h 1399264"/>
                  <a:gd name="connsiteX139" fmla="*/ 581648 w 1122372"/>
                  <a:gd name="connsiteY139" fmla="*/ 896853 h 1399264"/>
                  <a:gd name="connsiteX140" fmla="*/ 552914 w 1122372"/>
                  <a:gd name="connsiteY140" fmla="*/ 898595 h 1399264"/>
                  <a:gd name="connsiteX141" fmla="*/ 544207 w 1122372"/>
                  <a:gd name="connsiteY141" fmla="*/ 896853 h 1399264"/>
                  <a:gd name="connsiteX142" fmla="*/ 541595 w 1122372"/>
                  <a:gd name="connsiteY142" fmla="*/ 891629 h 1399264"/>
                  <a:gd name="connsiteX143" fmla="*/ 538983 w 1122372"/>
                  <a:gd name="connsiteY143" fmla="*/ 880309 h 1399264"/>
                  <a:gd name="connsiteX144" fmla="*/ 537241 w 1122372"/>
                  <a:gd name="connsiteY144" fmla="*/ 875085 h 1399264"/>
                  <a:gd name="connsiteX145" fmla="*/ 532887 w 1122372"/>
                  <a:gd name="connsiteY145" fmla="*/ 870731 h 1399264"/>
                  <a:gd name="connsiteX146" fmla="*/ 523309 w 1122372"/>
                  <a:gd name="connsiteY146" fmla="*/ 868119 h 1399264"/>
                  <a:gd name="connsiteX147" fmla="*/ 518956 w 1122372"/>
                  <a:gd name="connsiteY147" fmla="*/ 866377 h 1399264"/>
                  <a:gd name="connsiteX148" fmla="*/ 515473 w 1122372"/>
                  <a:gd name="connsiteY148" fmla="*/ 861153 h 1399264"/>
                  <a:gd name="connsiteX149" fmla="*/ 511119 w 1122372"/>
                  <a:gd name="connsiteY149" fmla="*/ 848092 h 1399264"/>
                  <a:gd name="connsiteX150" fmla="*/ 502412 w 1122372"/>
                  <a:gd name="connsiteY150" fmla="*/ 844609 h 1399264"/>
                  <a:gd name="connsiteX151" fmla="*/ 498929 w 1122372"/>
                  <a:gd name="connsiteY151" fmla="*/ 841126 h 1399264"/>
                  <a:gd name="connsiteX152" fmla="*/ 497187 w 1122372"/>
                  <a:gd name="connsiteY152" fmla="*/ 835031 h 1399264"/>
                  <a:gd name="connsiteX153" fmla="*/ 497187 w 1122372"/>
                  <a:gd name="connsiteY153" fmla="*/ 828936 h 1399264"/>
                  <a:gd name="connsiteX154" fmla="*/ 496317 w 1122372"/>
                  <a:gd name="connsiteY154" fmla="*/ 817617 h 1399264"/>
                  <a:gd name="connsiteX155" fmla="*/ 487609 w 1122372"/>
                  <a:gd name="connsiteY155" fmla="*/ 813263 h 1399264"/>
                  <a:gd name="connsiteX156" fmla="*/ 477161 w 1122372"/>
                  <a:gd name="connsiteY156" fmla="*/ 813263 h 1399264"/>
                  <a:gd name="connsiteX157" fmla="*/ 470195 w 1122372"/>
                  <a:gd name="connsiteY157" fmla="*/ 816746 h 1399264"/>
                  <a:gd name="connsiteX158" fmla="*/ 456263 w 1122372"/>
                  <a:gd name="connsiteY158" fmla="*/ 816746 h 1399264"/>
                  <a:gd name="connsiteX159" fmla="*/ 451909 w 1122372"/>
                  <a:gd name="connsiteY159" fmla="*/ 816746 h 1399264"/>
                  <a:gd name="connsiteX160" fmla="*/ 441461 w 1122372"/>
                  <a:gd name="connsiteY160" fmla="*/ 810651 h 1399264"/>
                  <a:gd name="connsiteX161" fmla="*/ 437107 w 1122372"/>
                  <a:gd name="connsiteY161" fmla="*/ 809780 h 1399264"/>
                  <a:gd name="connsiteX162" fmla="*/ 431883 w 1122372"/>
                  <a:gd name="connsiteY162" fmla="*/ 812392 h 1399264"/>
                  <a:gd name="connsiteX163" fmla="*/ 418822 w 1122372"/>
                  <a:gd name="connsiteY163" fmla="*/ 823712 h 1399264"/>
                  <a:gd name="connsiteX164" fmla="*/ 414468 w 1122372"/>
                  <a:gd name="connsiteY164" fmla="*/ 828065 h 1399264"/>
                  <a:gd name="connsiteX165" fmla="*/ 407502 w 1122372"/>
                  <a:gd name="connsiteY165" fmla="*/ 833290 h 1399264"/>
                  <a:gd name="connsiteX166" fmla="*/ 400536 w 1122372"/>
                  <a:gd name="connsiteY166" fmla="*/ 835031 h 1399264"/>
                  <a:gd name="connsiteX167" fmla="*/ 386605 w 1122372"/>
                  <a:gd name="connsiteY167" fmla="*/ 832419 h 1399264"/>
                  <a:gd name="connsiteX168" fmla="*/ 361353 w 1122372"/>
                  <a:gd name="connsiteY168" fmla="*/ 832419 h 1399264"/>
                  <a:gd name="connsiteX169" fmla="*/ 353517 w 1122372"/>
                  <a:gd name="connsiteY169" fmla="*/ 828065 h 1399264"/>
                  <a:gd name="connsiteX170" fmla="*/ 323041 w 1122372"/>
                  <a:gd name="connsiteY170" fmla="*/ 786270 h 1399264"/>
                  <a:gd name="connsiteX171" fmla="*/ 318688 w 1122372"/>
                  <a:gd name="connsiteY171" fmla="*/ 782787 h 1399264"/>
                  <a:gd name="connsiteX172" fmla="*/ 311722 w 1122372"/>
                  <a:gd name="connsiteY172" fmla="*/ 781046 h 1399264"/>
                  <a:gd name="connsiteX173" fmla="*/ 296049 w 1122372"/>
                  <a:gd name="connsiteY173" fmla="*/ 782787 h 1399264"/>
                  <a:gd name="connsiteX174" fmla="*/ 289083 w 1122372"/>
                  <a:gd name="connsiteY174" fmla="*/ 782787 h 1399264"/>
                  <a:gd name="connsiteX175" fmla="*/ 281246 w 1122372"/>
                  <a:gd name="connsiteY175" fmla="*/ 776692 h 1399264"/>
                  <a:gd name="connsiteX176" fmla="*/ 262961 w 1122372"/>
                  <a:gd name="connsiteY176" fmla="*/ 758407 h 1399264"/>
                  <a:gd name="connsiteX177" fmla="*/ 255124 w 1122372"/>
                  <a:gd name="connsiteY177" fmla="*/ 755795 h 1399264"/>
                  <a:gd name="connsiteX178" fmla="*/ 248158 w 1122372"/>
                  <a:gd name="connsiteY178" fmla="*/ 756665 h 1399264"/>
                  <a:gd name="connsiteX179" fmla="*/ 242934 w 1122372"/>
                  <a:gd name="connsiteY179" fmla="*/ 754053 h 1399264"/>
                  <a:gd name="connsiteX180" fmla="*/ 232485 w 1122372"/>
                  <a:gd name="connsiteY180" fmla="*/ 745346 h 1399264"/>
                  <a:gd name="connsiteX181" fmla="*/ 228132 w 1122372"/>
                  <a:gd name="connsiteY181" fmla="*/ 740121 h 1399264"/>
                  <a:gd name="connsiteX182" fmla="*/ 226390 w 1122372"/>
                  <a:gd name="connsiteY182" fmla="*/ 732285 h 1399264"/>
                  <a:gd name="connsiteX183" fmla="*/ 224649 w 1122372"/>
                  <a:gd name="connsiteY183" fmla="*/ 724448 h 1399264"/>
                  <a:gd name="connsiteX184" fmla="*/ 222907 w 1122372"/>
                  <a:gd name="connsiteY184" fmla="*/ 716612 h 1399264"/>
                  <a:gd name="connsiteX185" fmla="*/ 222036 w 1122372"/>
                  <a:gd name="connsiteY185" fmla="*/ 708775 h 1399264"/>
                  <a:gd name="connsiteX186" fmla="*/ 226390 w 1122372"/>
                  <a:gd name="connsiteY186" fmla="*/ 693973 h 1399264"/>
                  <a:gd name="connsiteX187" fmla="*/ 223778 w 1122372"/>
                  <a:gd name="connsiteY187" fmla="*/ 687007 h 1399264"/>
                  <a:gd name="connsiteX188" fmla="*/ 207234 w 1122372"/>
                  <a:gd name="connsiteY188" fmla="*/ 666109 h 1399264"/>
                  <a:gd name="connsiteX189" fmla="*/ 201139 w 1122372"/>
                  <a:gd name="connsiteY189" fmla="*/ 663497 h 1399264"/>
                  <a:gd name="connsiteX190" fmla="*/ 189819 w 1122372"/>
                  <a:gd name="connsiteY190" fmla="*/ 666109 h 1399264"/>
                  <a:gd name="connsiteX191" fmla="*/ 183724 w 1122372"/>
                  <a:gd name="connsiteY191" fmla="*/ 666109 h 1399264"/>
                  <a:gd name="connsiteX192" fmla="*/ 175017 w 1122372"/>
                  <a:gd name="connsiteY192" fmla="*/ 660014 h 1399264"/>
                  <a:gd name="connsiteX193" fmla="*/ 161085 w 1122372"/>
                  <a:gd name="connsiteY193" fmla="*/ 641729 h 1399264"/>
                  <a:gd name="connsiteX194" fmla="*/ 154119 w 1122372"/>
                  <a:gd name="connsiteY194" fmla="*/ 635634 h 1399264"/>
                  <a:gd name="connsiteX195" fmla="*/ 134963 w 1122372"/>
                  <a:gd name="connsiteY195" fmla="*/ 625185 h 1399264"/>
                  <a:gd name="connsiteX196" fmla="*/ 130610 w 1122372"/>
                  <a:gd name="connsiteY196" fmla="*/ 624314 h 1399264"/>
                  <a:gd name="connsiteX197" fmla="*/ 121032 w 1122372"/>
                  <a:gd name="connsiteY197" fmla="*/ 625185 h 1399264"/>
                  <a:gd name="connsiteX198" fmla="*/ 115807 w 1122372"/>
                  <a:gd name="connsiteY198" fmla="*/ 625185 h 1399264"/>
                  <a:gd name="connsiteX199" fmla="*/ 111454 w 1122372"/>
                  <a:gd name="connsiteY199" fmla="*/ 622573 h 1399264"/>
                  <a:gd name="connsiteX200" fmla="*/ 102746 w 1122372"/>
                  <a:gd name="connsiteY200" fmla="*/ 615607 h 1399264"/>
                  <a:gd name="connsiteX201" fmla="*/ 94910 w 1122372"/>
                  <a:gd name="connsiteY201" fmla="*/ 612124 h 1399264"/>
                  <a:gd name="connsiteX202" fmla="*/ 90556 w 1122372"/>
                  <a:gd name="connsiteY202" fmla="*/ 606900 h 1399264"/>
                  <a:gd name="connsiteX203" fmla="*/ 85332 w 1122372"/>
                  <a:gd name="connsiteY203" fmla="*/ 605158 h 1399264"/>
                  <a:gd name="connsiteX204" fmla="*/ 75754 w 1122372"/>
                  <a:gd name="connsiteY204" fmla="*/ 606029 h 1399264"/>
                  <a:gd name="connsiteX205" fmla="*/ 67046 w 1122372"/>
                  <a:gd name="connsiteY205" fmla="*/ 601675 h 1399264"/>
                  <a:gd name="connsiteX206" fmla="*/ 58339 w 1122372"/>
                  <a:gd name="connsiteY206" fmla="*/ 592097 h 1399264"/>
                  <a:gd name="connsiteX207" fmla="*/ 55727 w 1122372"/>
                  <a:gd name="connsiteY207" fmla="*/ 581648 h 1399264"/>
                  <a:gd name="connsiteX208" fmla="*/ 68788 w 1122372"/>
                  <a:gd name="connsiteY208" fmla="*/ 572070 h 1399264"/>
                  <a:gd name="connsiteX209" fmla="*/ 74012 w 1122372"/>
                  <a:gd name="connsiteY209" fmla="*/ 559880 h 1399264"/>
                  <a:gd name="connsiteX210" fmla="*/ 86202 w 1122372"/>
                  <a:gd name="connsiteY210" fmla="*/ 552044 h 1399264"/>
                  <a:gd name="connsiteX211" fmla="*/ 88815 w 1122372"/>
                  <a:gd name="connsiteY211" fmla="*/ 547690 h 1399264"/>
                  <a:gd name="connsiteX212" fmla="*/ 87073 w 1122372"/>
                  <a:gd name="connsiteY212" fmla="*/ 537241 h 1399264"/>
                  <a:gd name="connsiteX213" fmla="*/ 80107 w 1122372"/>
                  <a:gd name="connsiteY213" fmla="*/ 528534 h 1399264"/>
                  <a:gd name="connsiteX214" fmla="*/ 64434 w 1122372"/>
                  <a:gd name="connsiteY214" fmla="*/ 518085 h 1399264"/>
                  <a:gd name="connsiteX215" fmla="*/ 58339 w 1122372"/>
                  <a:gd name="connsiteY215" fmla="*/ 515473 h 1399264"/>
                  <a:gd name="connsiteX216" fmla="*/ 46149 w 1122372"/>
                  <a:gd name="connsiteY216" fmla="*/ 516343 h 1399264"/>
                  <a:gd name="connsiteX217" fmla="*/ 28734 w 1122372"/>
                  <a:gd name="connsiteY217" fmla="*/ 508507 h 1399264"/>
                  <a:gd name="connsiteX218" fmla="*/ 22639 w 1122372"/>
                  <a:gd name="connsiteY218" fmla="*/ 505024 h 1399264"/>
                  <a:gd name="connsiteX219" fmla="*/ 19156 w 1122372"/>
                  <a:gd name="connsiteY219" fmla="*/ 499800 h 1399264"/>
                  <a:gd name="connsiteX220" fmla="*/ 18285 w 1122372"/>
                  <a:gd name="connsiteY220" fmla="*/ 496317 h 1399264"/>
                  <a:gd name="connsiteX221" fmla="*/ 17415 w 1122372"/>
                  <a:gd name="connsiteY221" fmla="*/ 487609 h 1399264"/>
                  <a:gd name="connsiteX222" fmla="*/ 16544 w 1122372"/>
                  <a:gd name="connsiteY222" fmla="*/ 483256 h 1399264"/>
                  <a:gd name="connsiteX223" fmla="*/ 11320 w 1122372"/>
                  <a:gd name="connsiteY223" fmla="*/ 478902 h 1399264"/>
                  <a:gd name="connsiteX224" fmla="*/ 5224 w 1122372"/>
                  <a:gd name="connsiteY224" fmla="*/ 476290 h 1399264"/>
                  <a:gd name="connsiteX225" fmla="*/ 871 w 1122372"/>
                  <a:gd name="connsiteY225" fmla="*/ 471066 h 1399264"/>
                  <a:gd name="connsiteX226" fmla="*/ 0 w 1122372"/>
                  <a:gd name="connsiteY226" fmla="*/ 464100 h 1399264"/>
                  <a:gd name="connsiteX227" fmla="*/ 1741 w 1122372"/>
                  <a:gd name="connsiteY227" fmla="*/ 456263 h 1399264"/>
                  <a:gd name="connsiteX228" fmla="*/ 6095 w 1122372"/>
                  <a:gd name="connsiteY228" fmla="*/ 450168 h 1399264"/>
                  <a:gd name="connsiteX229" fmla="*/ 26993 w 1122372"/>
                  <a:gd name="connsiteY229" fmla="*/ 439719 h 1399264"/>
                  <a:gd name="connsiteX230" fmla="*/ 36571 w 1122372"/>
                  <a:gd name="connsiteY230" fmla="*/ 431012 h 1399264"/>
                  <a:gd name="connsiteX231" fmla="*/ 36571 w 1122372"/>
                  <a:gd name="connsiteY231" fmla="*/ 416209 h 1399264"/>
                  <a:gd name="connsiteX232" fmla="*/ 33088 w 1122372"/>
                  <a:gd name="connsiteY232" fmla="*/ 410985 h 1399264"/>
                  <a:gd name="connsiteX233" fmla="*/ 27863 w 1122372"/>
                  <a:gd name="connsiteY233" fmla="*/ 409244 h 1399264"/>
                  <a:gd name="connsiteX234" fmla="*/ 23510 w 1122372"/>
                  <a:gd name="connsiteY234" fmla="*/ 405761 h 1399264"/>
                  <a:gd name="connsiteX235" fmla="*/ 21768 w 1122372"/>
                  <a:gd name="connsiteY235" fmla="*/ 397053 h 1399264"/>
                  <a:gd name="connsiteX236" fmla="*/ 22639 w 1122372"/>
                  <a:gd name="connsiteY236" fmla="*/ 388346 h 1399264"/>
                  <a:gd name="connsiteX237" fmla="*/ 26993 w 1122372"/>
                  <a:gd name="connsiteY237" fmla="*/ 376156 h 1399264"/>
                  <a:gd name="connsiteX238" fmla="*/ 26122 w 1122372"/>
                  <a:gd name="connsiteY238" fmla="*/ 366578 h 1399264"/>
                  <a:gd name="connsiteX239" fmla="*/ 22639 w 1122372"/>
                  <a:gd name="connsiteY239" fmla="*/ 354388 h 1399264"/>
                  <a:gd name="connsiteX240" fmla="*/ 21768 w 1122372"/>
                  <a:gd name="connsiteY240" fmla="*/ 349163 h 1399264"/>
                  <a:gd name="connsiteX241" fmla="*/ 26993 w 1122372"/>
                  <a:gd name="connsiteY241" fmla="*/ 351775 h 1399264"/>
                  <a:gd name="connsiteX242" fmla="*/ 32217 w 1122372"/>
                  <a:gd name="connsiteY242" fmla="*/ 351775 h 1399264"/>
                  <a:gd name="connsiteX243" fmla="*/ 60080 w 1122372"/>
                  <a:gd name="connsiteY243" fmla="*/ 348293 h 1399264"/>
                  <a:gd name="connsiteX244" fmla="*/ 64434 w 1122372"/>
                  <a:gd name="connsiteY244" fmla="*/ 344810 h 1399264"/>
                  <a:gd name="connsiteX245" fmla="*/ 69658 w 1122372"/>
                  <a:gd name="connsiteY245" fmla="*/ 338714 h 1399264"/>
                  <a:gd name="connsiteX246" fmla="*/ 79237 w 1122372"/>
                  <a:gd name="connsiteY246" fmla="*/ 328266 h 1399264"/>
                  <a:gd name="connsiteX247" fmla="*/ 101005 w 1122372"/>
                  <a:gd name="connsiteY247" fmla="*/ 315205 h 1399264"/>
                  <a:gd name="connsiteX248" fmla="*/ 110583 w 1122372"/>
                  <a:gd name="connsiteY248" fmla="*/ 305627 h 1399264"/>
                  <a:gd name="connsiteX249" fmla="*/ 111454 w 1122372"/>
                  <a:gd name="connsiteY249" fmla="*/ 295178 h 1399264"/>
                  <a:gd name="connsiteX250" fmla="*/ 106229 w 1122372"/>
                  <a:gd name="connsiteY250" fmla="*/ 282988 h 1399264"/>
                  <a:gd name="connsiteX251" fmla="*/ 102746 w 1122372"/>
                  <a:gd name="connsiteY251" fmla="*/ 269927 h 1399264"/>
                  <a:gd name="connsiteX252" fmla="*/ 107971 w 1122372"/>
                  <a:gd name="connsiteY252" fmla="*/ 257736 h 1399264"/>
                  <a:gd name="connsiteX253" fmla="*/ 110583 w 1122372"/>
                  <a:gd name="connsiteY253" fmla="*/ 253383 h 1399264"/>
                  <a:gd name="connsiteX254" fmla="*/ 114937 w 1122372"/>
                  <a:gd name="connsiteY254" fmla="*/ 239451 h 1399264"/>
                  <a:gd name="connsiteX255" fmla="*/ 118419 w 1122372"/>
                  <a:gd name="connsiteY255" fmla="*/ 234227 h 1399264"/>
                  <a:gd name="connsiteX256" fmla="*/ 125385 w 1122372"/>
                  <a:gd name="connsiteY256" fmla="*/ 229873 h 1399264"/>
                  <a:gd name="connsiteX257" fmla="*/ 174146 w 1122372"/>
                  <a:gd name="connsiteY257" fmla="*/ 220295 h 1399264"/>
                  <a:gd name="connsiteX258" fmla="*/ 180241 w 1122372"/>
                  <a:gd name="connsiteY258" fmla="*/ 220295 h 1399264"/>
                  <a:gd name="connsiteX259" fmla="*/ 193302 w 1122372"/>
                  <a:gd name="connsiteY259" fmla="*/ 224649 h 1399264"/>
                  <a:gd name="connsiteX260" fmla="*/ 199397 w 1122372"/>
                  <a:gd name="connsiteY260" fmla="*/ 225519 h 1399264"/>
                  <a:gd name="connsiteX261" fmla="*/ 216812 w 1122372"/>
                  <a:gd name="connsiteY261" fmla="*/ 224649 h 1399264"/>
                  <a:gd name="connsiteX262" fmla="*/ 222036 w 1122372"/>
                  <a:gd name="connsiteY262" fmla="*/ 222907 h 1399264"/>
                  <a:gd name="connsiteX263" fmla="*/ 233356 w 1122372"/>
                  <a:gd name="connsiteY263" fmla="*/ 215071 h 1399264"/>
                  <a:gd name="connsiteX264" fmla="*/ 237710 w 1122372"/>
                  <a:gd name="connsiteY264" fmla="*/ 213329 h 1399264"/>
                  <a:gd name="connsiteX265" fmla="*/ 242934 w 1122372"/>
                  <a:gd name="connsiteY265" fmla="*/ 214200 h 1399264"/>
                  <a:gd name="connsiteX266" fmla="*/ 246417 w 1122372"/>
                  <a:gd name="connsiteY266" fmla="*/ 217683 h 1399264"/>
                  <a:gd name="connsiteX267" fmla="*/ 253383 w 1122372"/>
                  <a:gd name="connsiteY267" fmla="*/ 227261 h 1399264"/>
                  <a:gd name="connsiteX268" fmla="*/ 259478 w 1122372"/>
                  <a:gd name="connsiteY268" fmla="*/ 232485 h 1399264"/>
                  <a:gd name="connsiteX269" fmla="*/ 265573 w 1122372"/>
                  <a:gd name="connsiteY269" fmla="*/ 234227 h 1399264"/>
                  <a:gd name="connsiteX270" fmla="*/ 306497 w 1122372"/>
                  <a:gd name="connsiteY270" fmla="*/ 236839 h 1399264"/>
                  <a:gd name="connsiteX271" fmla="*/ 308239 w 1122372"/>
                  <a:gd name="connsiteY271" fmla="*/ 235097 h 1399264"/>
                  <a:gd name="connsiteX272" fmla="*/ 302144 w 1122372"/>
                  <a:gd name="connsiteY272" fmla="*/ 221166 h 1399264"/>
                  <a:gd name="connsiteX273" fmla="*/ 303014 w 1122372"/>
                  <a:gd name="connsiteY273" fmla="*/ 205493 h 1399264"/>
                  <a:gd name="connsiteX274" fmla="*/ 303014 w 1122372"/>
                  <a:gd name="connsiteY274" fmla="*/ 199397 h 1399264"/>
                  <a:gd name="connsiteX275" fmla="*/ 305627 w 1122372"/>
                  <a:gd name="connsiteY275" fmla="*/ 195044 h 1399264"/>
                  <a:gd name="connsiteX276" fmla="*/ 311722 w 1122372"/>
                  <a:gd name="connsiteY276" fmla="*/ 193302 h 1399264"/>
                  <a:gd name="connsiteX277" fmla="*/ 316946 w 1122372"/>
                  <a:gd name="connsiteY277" fmla="*/ 195915 h 1399264"/>
                  <a:gd name="connsiteX278" fmla="*/ 319558 w 1122372"/>
                  <a:gd name="connsiteY278" fmla="*/ 201139 h 1399264"/>
                  <a:gd name="connsiteX279" fmla="*/ 322171 w 1122372"/>
                  <a:gd name="connsiteY279" fmla="*/ 207234 h 1399264"/>
                  <a:gd name="connsiteX280" fmla="*/ 331749 w 1122372"/>
                  <a:gd name="connsiteY280" fmla="*/ 226390 h 1399264"/>
                  <a:gd name="connsiteX281" fmla="*/ 335231 w 1122372"/>
                  <a:gd name="connsiteY281" fmla="*/ 229002 h 1399264"/>
                  <a:gd name="connsiteX282" fmla="*/ 345680 w 1122372"/>
                  <a:gd name="connsiteY282" fmla="*/ 227261 h 1399264"/>
                  <a:gd name="connsiteX283" fmla="*/ 384863 w 1122372"/>
                  <a:gd name="connsiteY283" fmla="*/ 208976 h 1399264"/>
                  <a:gd name="connsiteX284" fmla="*/ 394441 w 1122372"/>
                  <a:gd name="connsiteY284" fmla="*/ 201139 h 1399264"/>
                  <a:gd name="connsiteX285" fmla="*/ 399666 w 1122372"/>
                  <a:gd name="connsiteY285" fmla="*/ 191561 h 1399264"/>
                  <a:gd name="connsiteX286" fmla="*/ 396183 w 1122372"/>
                  <a:gd name="connsiteY286" fmla="*/ 181112 h 1399264"/>
                  <a:gd name="connsiteX287" fmla="*/ 390088 w 1122372"/>
                  <a:gd name="connsiteY287" fmla="*/ 169793 h 1399264"/>
                  <a:gd name="connsiteX288" fmla="*/ 391829 w 1122372"/>
                  <a:gd name="connsiteY288" fmla="*/ 159344 h 1399264"/>
                  <a:gd name="connsiteX289" fmla="*/ 399666 w 1122372"/>
                  <a:gd name="connsiteY289" fmla="*/ 154119 h 1399264"/>
                  <a:gd name="connsiteX290" fmla="*/ 409244 w 1122372"/>
                  <a:gd name="connsiteY290" fmla="*/ 156732 h 1399264"/>
                  <a:gd name="connsiteX291" fmla="*/ 425788 w 1122372"/>
                  <a:gd name="connsiteY291" fmla="*/ 171534 h 1399264"/>
                  <a:gd name="connsiteX292" fmla="*/ 433624 w 1122372"/>
                  <a:gd name="connsiteY292" fmla="*/ 176758 h 1399264"/>
                  <a:gd name="connsiteX293" fmla="*/ 442331 w 1122372"/>
                  <a:gd name="connsiteY293" fmla="*/ 176758 h 1399264"/>
                  <a:gd name="connsiteX294" fmla="*/ 449297 w 1122372"/>
                  <a:gd name="connsiteY294" fmla="*/ 168922 h 1399264"/>
                  <a:gd name="connsiteX295" fmla="*/ 454522 w 1122372"/>
                  <a:gd name="connsiteY295" fmla="*/ 158473 h 1399264"/>
                  <a:gd name="connsiteX296" fmla="*/ 460617 w 1122372"/>
                  <a:gd name="connsiteY296" fmla="*/ 150637 h 1399264"/>
                  <a:gd name="connsiteX297" fmla="*/ 470195 w 1122372"/>
                  <a:gd name="connsiteY297" fmla="*/ 150637 h 1399264"/>
                  <a:gd name="connsiteX298" fmla="*/ 482385 w 1122372"/>
                  <a:gd name="connsiteY298" fmla="*/ 142800 h 1399264"/>
                  <a:gd name="connsiteX299" fmla="*/ 507636 w 1122372"/>
                  <a:gd name="connsiteY299" fmla="*/ 133222 h 1399264"/>
                  <a:gd name="connsiteX300" fmla="*/ 525922 w 1122372"/>
                  <a:gd name="connsiteY300" fmla="*/ 123644 h 1399264"/>
                  <a:gd name="connsiteX301" fmla="*/ 531146 w 1122372"/>
                  <a:gd name="connsiteY301" fmla="*/ 118419 h 1399264"/>
                  <a:gd name="connsiteX302" fmla="*/ 533758 w 1122372"/>
                  <a:gd name="connsiteY302" fmla="*/ 112324 h 1399264"/>
                  <a:gd name="connsiteX303" fmla="*/ 531146 w 1122372"/>
                  <a:gd name="connsiteY303" fmla="*/ 104488 h 1399264"/>
                  <a:gd name="connsiteX304" fmla="*/ 525922 w 1122372"/>
                  <a:gd name="connsiteY304" fmla="*/ 101876 h 1399264"/>
                  <a:gd name="connsiteX305" fmla="*/ 513731 w 1122372"/>
                  <a:gd name="connsiteY305" fmla="*/ 95780 h 1399264"/>
                  <a:gd name="connsiteX306" fmla="*/ 511119 w 1122372"/>
                  <a:gd name="connsiteY306" fmla="*/ 90556 h 1399264"/>
                  <a:gd name="connsiteX307" fmla="*/ 511119 w 1122372"/>
                  <a:gd name="connsiteY307" fmla="*/ 86202 h 1399264"/>
                  <a:gd name="connsiteX308" fmla="*/ 514602 w 1122372"/>
                  <a:gd name="connsiteY308" fmla="*/ 81849 h 1399264"/>
                  <a:gd name="connsiteX309" fmla="*/ 513731 w 1122372"/>
                  <a:gd name="connsiteY309" fmla="*/ 74883 h 1399264"/>
                  <a:gd name="connsiteX310" fmla="*/ 509378 w 1122372"/>
                  <a:gd name="connsiteY310" fmla="*/ 70529 h 1399264"/>
                  <a:gd name="connsiteX311" fmla="*/ 507636 w 1122372"/>
                  <a:gd name="connsiteY311" fmla="*/ 67917 h 1399264"/>
                  <a:gd name="connsiteX312" fmla="*/ 507636 w 1122372"/>
                  <a:gd name="connsiteY312" fmla="*/ 62693 h 1399264"/>
                  <a:gd name="connsiteX313" fmla="*/ 510248 w 1122372"/>
                  <a:gd name="connsiteY313" fmla="*/ 41795 h 1399264"/>
                  <a:gd name="connsiteX314" fmla="*/ 521568 w 1122372"/>
                  <a:gd name="connsiteY314" fmla="*/ 32217 h 1399264"/>
                  <a:gd name="connsiteX315" fmla="*/ 536370 w 1122372"/>
                  <a:gd name="connsiteY315" fmla="*/ 26993 h 1399264"/>
                  <a:gd name="connsiteX316" fmla="*/ 575553 w 1122372"/>
                  <a:gd name="connsiteY316" fmla="*/ 25251 h 1399264"/>
                  <a:gd name="connsiteX317" fmla="*/ 590356 w 1122372"/>
                  <a:gd name="connsiteY317" fmla="*/ 21768 h 1399264"/>
                  <a:gd name="connsiteX318" fmla="*/ 603417 w 1122372"/>
                  <a:gd name="connsiteY318" fmla="*/ 14802 h 1399264"/>
                  <a:gd name="connsiteX319" fmla="*/ 610383 w 1122372"/>
                  <a:gd name="connsiteY319" fmla="*/ 4354 h 1399264"/>
                  <a:gd name="connsiteX320" fmla="*/ 611253 w 1122372"/>
                  <a:gd name="connsiteY320" fmla="*/ 0 h 1399264"/>
                  <a:gd name="connsiteX321" fmla="*/ 617348 w 1122372"/>
                  <a:gd name="connsiteY321" fmla="*/ 2612 h 1399264"/>
                  <a:gd name="connsiteX322" fmla="*/ 632151 w 1122372"/>
                  <a:gd name="connsiteY322" fmla="*/ 12190 h 1399264"/>
                  <a:gd name="connsiteX323" fmla="*/ 638246 w 1122372"/>
                  <a:gd name="connsiteY323" fmla="*/ 19156 h 1399264"/>
                  <a:gd name="connsiteX324" fmla="*/ 645212 w 1122372"/>
                  <a:gd name="connsiteY324" fmla="*/ 37441 h 1399264"/>
                  <a:gd name="connsiteX325" fmla="*/ 653048 w 1122372"/>
                  <a:gd name="connsiteY325" fmla="*/ 63563 h 1399264"/>
                  <a:gd name="connsiteX326" fmla="*/ 655661 w 1122372"/>
                  <a:gd name="connsiteY326" fmla="*/ 79237 h 1399264"/>
                  <a:gd name="connsiteX327" fmla="*/ 655661 w 1122372"/>
                  <a:gd name="connsiteY327" fmla="*/ 89685 h 1399264"/>
                  <a:gd name="connsiteX328" fmla="*/ 657402 w 1122372"/>
                  <a:gd name="connsiteY328" fmla="*/ 97522 h 1399264"/>
                  <a:gd name="connsiteX329" fmla="*/ 659143 w 1122372"/>
                  <a:gd name="connsiteY329" fmla="*/ 101005 h 1399264"/>
                  <a:gd name="connsiteX330" fmla="*/ 676558 w 1122372"/>
                  <a:gd name="connsiteY330" fmla="*/ 129739 h 1399264"/>
                  <a:gd name="connsiteX331" fmla="*/ 680912 w 1122372"/>
                  <a:gd name="connsiteY331" fmla="*/ 139317 h 1399264"/>
                  <a:gd name="connsiteX332" fmla="*/ 685265 w 1122372"/>
                  <a:gd name="connsiteY332" fmla="*/ 159344 h 1399264"/>
                  <a:gd name="connsiteX333" fmla="*/ 689619 w 1122372"/>
                  <a:gd name="connsiteY333" fmla="*/ 169793 h 1399264"/>
                  <a:gd name="connsiteX334" fmla="*/ 693102 w 1122372"/>
                  <a:gd name="connsiteY334" fmla="*/ 179371 h 1399264"/>
                  <a:gd name="connsiteX335" fmla="*/ 697456 w 1122372"/>
                  <a:gd name="connsiteY335" fmla="*/ 184595 h 1399264"/>
                  <a:gd name="connsiteX336" fmla="*/ 704422 w 1122372"/>
                  <a:gd name="connsiteY336" fmla="*/ 191561 h 1399264"/>
                  <a:gd name="connsiteX337" fmla="*/ 754053 w 1122372"/>
                  <a:gd name="connsiteY337" fmla="*/ 216812 h 1399264"/>
                  <a:gd name="connsiteX338" fmla="*/ 783658 w 1122372"/>
                  <a:gd name="connsiteY338" fmla="*/ 241193 h 1399264"/>
                  <a:gd name="connsiteX339" fmla="*/ 788882 w 1122372"/>
                  <a:gd name="connsiteY339" fmla="*/ 254254 h 1399264"/>
                  <a:gd name="connsiteX340" fmla="*/ 787141 w 1122372"/>
                  <a:gd name="connsiteY340" fmla="*/ 261219 h 1399264"/>
                  <a:gd name="connsiteX341" fmla="*/ 789753 w 1122372"/>
                  <a:gd name="connsiteY341" fmla="*/ 269927 h 1399264"/>
                  <a:gd name="connsiteX342" fmla="*/ 794107 w 1122372"/>
                  <a:gd name="connsiteY342" fmla="*/ 280375 h 1399264"/>
                  <a:gd name="connsiteX343" fmla="*/ 795848 w 1122372"/>
                  <a:gd name="connsiteY343" fmla="*/ 283858 h 1399264"/>
                  <a:gd name="connsiteX344" fmla="*/ 803685 w 1122372"/>
                  <a:gd name="connsiteY344" fmla="*/ 287341 h 1399264"/>
                  <a:gd name="connsiteX345" fmla="*/ 819358 w 1122372"/>
                  <a:gd name="connsiteY345" fmla="*/ 288212 h 1399264"/>
                  <a:gd name="connsiteX346" fmla="*/ 852446 w 1122372"/>
                  <a:gd name="connsiteY346" fmla="*/ 292566 h 1399264"/>
                  <a:gd name="connsiteX347" fmla="*/ 855929 w 1122372"/>
                  <a:gd name="connsiteY347" fmla="*/ 296919 h 1399264"/>
                  <a:gd name="connsiteX348" fmla="*/ 856799 w 1122372"/>
                  <a:gd name="connsiteY348" fmla="*/ 301273 h 1399264"/>
                  <a:gd name="connsiteX349" fmla="*/ 858541 w 1122372"/>
                  <a:gd name="connsiteY349" fmla="*/ 312592 h 1399264"/>
                  <a:gd name="connsiteX350" fmla="*/ 856799 w 1122372"/>
                  <a:gd name="connsiteY350" fmla="*/ 323912 h 1399264"/>
                  <a:gd name="connsiteX351" fmla="*/ 857670 w 1122372"/>
                  <a:gd name="connsiteY351" fmla="*/ 329136 h 1399264"/>
                  <a:gd name="connsiteX352" fmla="*/ 860282 w 1122372"/>
                  <a:gd name="connsiteY352" fmla="*/ 335232 h 1399264"/>
                  <a:gd name="connsiteX353" fmla="*/ 876826 w 1122372"/>
                  <a:gd name="connsiteY353" fmla="*/ 362224 h 1399264"/>
                  <a:gd name="connsiteX354" fmla="*/ 882921 w 1122372"/>
                  <a:gd name="connsiteY354" fmla="*/ 368319 h 1399264"/>
                  <a:gd name="connsiteX355" fmla="*/ 889016 w 1122372"/>
                  <a:gd name="connsiteY355" fmla="*/ 386605 h 1399264"/>
                  <a:gd name="connsiteX356" fmla="*/ 904690 w 1122372"/>
                  <a:gd name="connsiteY356" fmla="*/ 423175 h 1399264"/>
                  <a:gd name="connsiteX357" fmla="*/ 916009 w 1122372"/>
                  <a:gd name="connsiteY357" fmla="*/ 431012 h 1399264"/>
                  <a:gd name="connsiteX358" fmla="*/ 935165 w 1122372"/>
                  <a:gd name="connsiteY358" fmla="*/ 437978 h 1399264"/>
                  <a:gd name="connsiteX359" fmla="*/ 938648 w 1122372"/>
                  <a:gd name="connsiteY359" fmla="*/ 439719 h 1399264"/>
                  <a:gd name="connsiteX360" fmla="*/ 943002 w 1122372"/>
                  <a:gd name="connsiteY360" fmla="*/ 444944 h 1399264"/>
                  <a:gd name="connsiteX361" fmla="*/ 949097 w 1122372"/>
                  <a:gd name="connsiteY361" fmla="*/ 455392 h 1399264"/>
                  <a:gd name="connsiteX362" fmla="*/ 957804 w 1122372"/>
                  <a:gd name="connsiteY362" fmla="*/ 464100 h 1399264"/>
                  <a:gd name="connsiteX363" fmla="*/ 961287 w 1122372"/>
                  <a:gd name="connsiteY363" fmla="*/ 469324 h 1399264"/>
                  <a:gd name="connsiteX364" fmla="*/ 965641 w 1122372"/>
                  <a:gd name="connsiteY364" fmla="*/ 478902 h 1399264"/>
                  <a:gd name="connsiteX365" fmla="*/ 974348 w 1122372"/>
                  <a:gd name="connsiteY365" fmla="*/ 512861 h 1399264"/>
                  <a:gd name="connsiteX366" fmla="*/ 976960 w 1122372"/>
                  <a:gd name="connsiteY366" fmla="*/ 522439 h 1399264"/>
                  <a:gd name="connsiteX367" fmla="*/ 975219 w 1122372"/>
                  <a:gd name="connsiteY367" fmla="*/ 532017 h 1399264"/>
                  <a:gd name="connsiteX368" fmla="*/ 975219 w 1122372"/>
                  <a:gd name="connsiteY368" fmla="*/ 540724 h 139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1122372" h="1399264">
                    <a:moveTo>
                      <a:pt x="975219" y="540724"/>
                    </a:moveTo>
                    <a:lnTo>
                      <a:pt x="962158" y="540724"/>
                    </a:lnTo>
                    <a:lnTo>
                      <a:pt x="935165" y="534629"/>
                    </a:lnTo>
                    <a:lnTo>
                      <a:pt x="908173" y="539853"/>
                    </a:lnTo>
                    <a:lnTo>
                      <a:pt x="827195" y="578165"/>
                    </a:lnTo>
                    <a:lnTo>
                      <a:pt x="797590" y="584261"/>
                    </a:lnTo>
                    <a:lnTo>
                      <a:pt x="796719" y="588614"/>
                    </a:lnTo>
                    <a:lnTo>
                      <a:pt x="800202" y="596451"/>
                    </a:lnTo>
                    <a:lnTo>
                      <a:pt x="802814" y="599934"/>
                    </a:lnTo>
                    <a:lnTo>
                      <a:pt x="821099" y="607770"/>
                    </a:lnTo>
                    <a:lnTo>
                      <a:pt x="826324" y="612124"/>
                    </a:lnTo>
                    <a:lnTo>
                      <a:pt x="829807" y="619961"/>
                    </a:lnTo>
                    <a:lnTo>
                      <a:pt x="840256" y="650436"/>
                    </a:lnTo>
                    <a:lnTo>
                      <a:pt x="841126" y="658273"/>
                    </a:lnTo>
                    <a:lnTo>
                      <a:pt x="840256" y="664368"/>
                    </a:lnTo>
                    <a:lnTo>
                      <a:pt x="828936" y="680041"/>
                    </a:lnTo>
                    <a:lnTo>
                      <a:pt x="826324" y="689619"/>
                    </a:lnTo>
                    <a:lnTo>
                      <a:pt x="825453" y="699197"/>
                    </a:lnTo>
                    <a:lnTo>
                      <a:pt x="826324" y="711387"/>
                    </a:lnTo>
                    <a:lnTo>
                      <a:pt x="828936" y="722707"/>
                    </a:lnTo>
                    <a:lnTo>
                      <a:pt x="835031" y="758407"/>
                    </a:lnTo>
                    <a:lnTo>
                      <a:pt x="836773" y="773209"/>
                    </a:lnTo>
                    <a:lnTo>
                      <a:pt x="839385" y="780175"/>
                    </a:lnTo>
                    <a:lnTo>
                      <a:pt x="843738" y="785399"/>
                    </a:lnTo>
                    <a:lnTo>
                      <a:pt x="856799" y="794977"/>
                    </a:lnTo>
                    <a:lnTo>
                      <a:pt x="861153" y="799331"/>
                    </a:lnTo>
                    <a:lnTo>
                      <a:pt x="868990" y="808909"/>
                    </a:lnTo>
                    <a:lnTo>
                      <a:pt x="872473" y="812392"/>
                    </a:lnTo>
                    <a:lnTo>
                      <a:pt x="875085" y="819358"/>
                    </a:lnTo>
                    <a:lnTo>
                      <a:pt x="885534" y="857670"/>
                    </a:lnTo>
                    <a:lnTo>
                      <a:pt x="908173" y="924716"/>
                    </a:lnTo>
                    <a:lnTo>
                      <a:pt x="916009" y="938648"/>
                    </a:lnTo>
                    <a:lnTo>
                      <a:pt x="921234" y="945614"/>
                    </a:lnTo>
                    <a:lnTo>
                      <a:pt x="927329" y="953451"/>
                    </a:lnTo>
                    <a:lnTo>
                      <a:pt x="931682" y="963899"/>
                    </a:lnTo>
                    <a:lnTo>
                      <a:pt x="949968" y="1019626"/>
                    </a:lnTo>
                    <a:lnTo>
                      <a:pt x="951709" y="1028333"/>
                    </a:lnTo>
                    <a:lnTo>
                      <a:pt x="952580" y="1037911"/>
                    </a:lnTo>
                    <a:lnTo>
                      <a:pt x="951709" y="1045748"/>
                    </a:lnTo>
                    <a:lnTo>
                      <a:pt x="947355" y="1057938"/>
                    </a:lnTo>
                    <a:lnTo>
                      <a:pt x="946485" y="1064033"/>
                    </a:lnTo>
                    <a:lnTo>
                      <a:pt x="947355" y="1070999"/>
                    </a:lnTo>
                    <a:lnTo>
                      <a:pt x="954321" y="1083190"/>
                    </a:lnTo>
                    <a:lnTo>
                      <a:pt x="990892" y="1128467"/>
                    </a:lnTo>
                    <a:lnTo>
                      <a:pt x="1008307" y="1155460"/>
                    </a:lnTo>
                    <a:lnTo>
                      <a:pt x="1007436" y="1168521"/>
                    </a:lnTo>
                    <a:lnTo>
                      <a:pt x="995246" y="1200738"/>
                    </a:lnTo>
                    <a:lnTo>
                      <a:pt x="992633" y="1209446"/>
                    </a:lnTo>
                    <a:lnTo>
                      <a:pt x="991763" y="1218153"/>
                    </a:lnTo>
                    <a:lnTo>
                      <a:pt x="991763" y="1226860"/>
                    </a:lnTo>
                    <a:lnTo>
                      <a:pt x="994375" y="1235567"/>
                    </a:lnTo>
                    <a:lnTo>
                      <a:pt x="1000470" y="1246887"/>
                    </a:lnTo>
                    <a:lnTo>
                      <a:pt x="1012660" y="1256465"/>
                    </a:lnTo>
                    <a:lnTo>
                      <a:pt x="1021368" y="1261689"/>
                    </a:lnTo>
                    <a:lnTo>
                      <a:pt x="1030946" y="1266043"/>
                    </a:lnTo>
                    <a:lnTo>
                      <a:pt x="1053585" y="1281716"/>
                    </a:lnTo>
                    <a:lnTo>
                      <a:pt x="1080577" y="1306967"/>
                    </a:lnTo>
                    <a:lnTo>
                      <a:pt x="1100604" y="1334831"/>
                    </a:lnTo>
                    <a:lnTo>
                      <a:pt x="1122372" y="1348762"/>
                    </a:lnTo>
                    <a:lnTo>
                      <a:pt x="1121502" y="1359211"/>
                    </a:lnTo>
                    <a:lnTo>
                      <a:pt x="1119760" y="1366177"/>
                    </a:lnTo>
                    <a:lnTo>
                      <a:pt x="1113665" y="1372272"/>
                    </a:lnTo>
                    <a:lnTo>
                      <a:pt x="1108441" y="1374884"/>
                    </a:lnTo>
                    <a:lnTo>
                      <a:pt x="1069258" y="1369660"/>
                    </a:lnTo>
                    <a:lnTo>
                      <a:pt x="1035299" y="1374014"/>
                    </a:lnTo>
                    <a:lnTo>
                      <a:pt x="1030946" y="1371402"/>
                    </a:lnTo>
                    <a:lnTo>
                      <a:pt x="1023109" y="1366177"/>
                    </a:lnTo>
                    <a:lnTo>
                      <a:pt x="1017885" y="1367048"/>
                    </a:lnTo>
                    <a:lnTo>
                      <a:pt x="1014402" y="1370531"/>
                    </a:lnTo>
                    <a:lnTo>
                      <a:pt x="1011790" y="1376626"/>
                    </a:lnTo>
                    <a:lnTo>
                      <a:pt x="1005694" y="1391428"/>
                    </a:lnTo>
                    <a:lnTo>
                      <a:pt x="1001341" y="1396653"/>
                    </a:lnTo>
                    <a:lnTo>
                      <a:pt x="994375" y="1399265"/>
                    </a:lnTo>
                    <a:lnTo>
                      <a:pt x="985668" y="1397523"/>
                    </a:lnTo>
                    <a:lnTo>
                      <a:pt x="976960" y="1391428"/>
                    </a:lnTo>
                    <a:lnTo>
                      <a:pt x="970865" y="1383592"/>
                    </a:lnTo>
                    <a:lnTo>
                      <a:pt x="960416" y="1366177"/>
                    </a:lnTo>
                    <a:lnTo>
                      <a:pt x="954321" y="1360082"/>
                    </a:lnTo>
                    <a:lnTo>
                      <a:pt x="946485" y="1360082"/>
                    </a:lnTo>
                    <a:lnTo>
                      <a:pt x="938648" y="1360953"/>
                    </a:lnTo>
                    <a:lnTo>
                      <a:pt x="929941" y="1360953"/>
                    </a:lnTo>
                    <a:lnTo>
                      <a:pt x="912526" y="1353116"/>
                    </a:lnTo>
                    <a:lnTo>
                      <a:pt x="892499" y="1348762"/>
                    </a:lnTo>
                    <a:lnTo>
                      <a:pt x="885534" y="1348762"/>
                    </a:lnTo>
                    <a:lnTo>
                      <a:pt x="886404" y="1343538"/>
                    </a:lnTo>
                    <a:lnTo>
                      <a:pt x="882921" y="1328736"/>
                    </a:lnTo>
                    <a:lnTo>
                      <a:pt x="875085" y="1314804"/>
                    </a:lnTo>
                    <a:lnTo>
                      <a:pt x="865507" y="1305226"/>
                    </a:lnTo>
                    <a:lnTo>
                      <a:pt x="862024" y="1300001"/>
                    </a:lnTo>
                    <a:lnTo>
                      <a:pt x="860282" y="1292165"/>
                    </a:lnTo>
                    <a:lnTo>
                      <a:pt x="863765" y="1282587"/>
                    </a:lnTo>
                    <a:lnTo>
                      <a:pt x="863765" y="1275621"/>
                    </a:lnTo>
                    <a:lnTo>
                      <a:pt x="857670" y="1268655"/>
                    </a:lnTo>
                    <a:lnTo>
                      <a:pt x="850704" y="1247758"/>
                    </a:lnTo>
                    <a:lnTo>
                      <a:pt x="846351" y="1241663"/>
                    </a:lnTo>
                    <a:lnTo>
                      <a:pt x="841126" y="1236438"/>
                    </a:lnTo>
                    <a:lnTo>
                      <a:pt x="835031" y="1232955"/>
                    </a:lnTo>
                    <a:lnTo>
                      <a:pt x="828936" y="1231214"/>
                    </a:lnTo>
                    <a:lnTo>
                      <a:pt x="822841" y="1231214"/>
                    </a:lnTo>
                    <a:lnTo>
                      <a:pt x="812392" y="1229472"/>
                    </a:lnTo>
                    <a:lnTo>
                      <a:pt x="803685" y="1219894"/>
                    </a:lnTo>
                    <a:lnTo>
                      <a:pt x="738380" y="1103216"/>
                    </a:lnTo>
                    <a:lnTo>
                      <a:pt x="738380" y="1097121"/>
                    </a:lnTo>
                    <a:lnTo>
                      <a:pt x="742734" y="1088414"/>
                    </a:lnTo>
                    <a:lnTo>
                      <a:pt x="743604" y="1082319"/>
                    </a:lnTo>
                    <a:lnTo>
                      <a:pt x="743604" y="1075353"/>
                    </a:lnTo>
                    <a:lnTo>
                      <a:pt x="740121" y="1070129"/>
                    </a:lnTo>
                    <a:lnTo>
                      <a:pt x="733156" y="1064904"/>
                    </a:lnTo>
                    <a:lnTo>
                      <a:pt x="731414" y="1054455"/>
                    </a:lnTo>
                    <a:lnTo>
                      <a:pt x="731414" y="1041394"/>
                    </a:lnTo>
                    <a:lnTo>
                      <a:pt x="730543" y="1029204"/>
                    </a:lnTo>
                    <a:lnTo>
                      <a:pt x="727060" y="1023980"/>
                    </a:lnTo>
                    <a:lnTo>
                      <a:pt x="718353" y="1017014"/>
                    </a:lnTo>
                    <a:lnTo>
                      <a:pt x="714870" y="1010919"/>
                    </a:lnTo>
                    <a:lnTo>
                      <a:pt x="707034" y="991763"/>
                    </a:lnTo>
                    <a:lnTo>
                      <a:pt x="702680" y="985668"/>
                    </a:lnTo>
                    <a:lnTo>
                      <a:pt x="700068" y="977831"/>
                    </a:lnTo>
                    <a:lnTo>
                      <a:pt x="702680" y="971736"/>
                    </a:lnTo>
                    <a:lnTo>
                      <a:pt x="706163" y="967382"/>
                    </a:lnTo>
                    <a:lnTo>
                      <a:pt x="704422" y="963029"/>
                    </a:lnTo>
                    <a:lnTo>
                      <a:pt x="699197" y="958675"/>
                    </a:lnTo>
                    <a:lnTo>
                      <a:pt x="693102" y="955192"/>
                    </a:lnTo>
                    <a:lnTo>
                      <a:pt x="668722" y="948226"/>
                    </a:lnTo>
                    <a:lnTo>
                      <a:pt x="655661" y="942131"/>
                    </a:lnTo>
                    <a:lnTo>
                      <a:pt x="644341" y="934294"/>
                    </a:lnTo>
                    <a:lnTo>
                      <a:pt x="633892" y="923846"/>
                    </a:lnTo>
                    <a:lnTo>
                      <a:pt x="630409" y="918621"/>
                    </a:lnTo>
                    <a:lnTo>
                      <a:pt x="627797" y="910785"/>
                    </a:lnTo>
                    <a:lnTo>
                      <a:pt x="626056" y="902077"/>
                    </a:lnTo>
                    <a:lnTo>
                      <a:pt x="626926" y="895112"/>
                    </a:lnTo>
                    <a:lnTo>
                      <a:pt x="628668" y="885534"/>
                    </a:lnTo>
                    <a:lnTo>
                      <a:pt x="627797" y="878568"/>
                    </a:lnTo>
                    <a:lnTo>
                      <a:pt x="623443" y="874214"/>
                    </a:lnTo>
                    <a:lnTo>
                      <a:pt x="612124" y="874214"/>
                    </a:lnTo>
                    <a:lnTo>
                      <a:pt x="601675" y="870731"/>
                    </a:lnTo>
                    <a:lnTo>
                      <a:pt x="597322" y="872473"/>
                    </a:lnTo>
                    <a:lnTo>
                      <a:pt x="595580" y="877697"/>
                    </a:lnTo>
                    <a:lnTo>
                      <a:pt x="593839" y="888146"/>
                    </a:lnTo>
                    <a:lnTo>
                      <a:pt x="590356" y="893370"/>
                    </a:lnTo>
                    <a:lnTo>
                      <a:pt x="581648" y="896853"/>
                    </a:lnTo>
                    <a:lnTo>
                      <a:pt x="552914" y="898595"/>
                    </a:lnTo>
                    <a:lnTo>
                      <a:pt x="544207" y="896853"/>
                    </a:lnTo>
                    <a:lnTo>
                      <a:pt x="541595" y="891629"/>
                    </a:lnTo>
                    <a:lnTo>
                      <a:pt x="538983" y="880309"/>
                    </a:lnTo>
                    <a:lnTo>
                      <a:pt x="537241" y="875085"/>
                    </a:lnTo>
                    <a:lnTo>
                      <a:pt x="532887" y="870731"/>
                    </a:lnTo>
                    <a:lnTo>
                      <a:pt x="523309" y="868119"/>
                    </a:lnTo>
                    <a:lnTo>
                      <a:pt x="518956" y="866377"/>
                    </a:lnTo>
                    <a:lnTo>
                      <a:pt x="515473" y="861153"/>
                    </a:lnTo>
                    <a:lnTo>
                      <a:pt x="511119" y="848092"/>
                    </a:lnTo>
                    <a:lnTo>
                      <a:pt x="502412" y="844609"/>
                    </a:lnTo>
                    <a:lnTo>
                      <a:pt x="498929" y="841126"/>
                    </a:lnTo>
                    <a:lnTo>
                      <a:pt x="497187" y="835031"/>
                    </a:lnTo>
                    <a:lnTo>
                      <a:pt x="497187" y="828936"/>
                    </a:lnTo>
                    <a:lnTo>
                      <a:pt x="496317" y="817617"/>
                    </a:lnTo>
                    <a:lnTo>
                      <a:pt x="487609" y="813263"/>
                    </a:lnTo>
                    <a:lnTo>
                      <a:pt x="477161" y="813263"/>
                    </a:lnTo>
                    <a:lnTo>
                      <a:pt x="470195" y="816746"/>
                    </a:lnTo>
                    <a:lnTo>
                      <a:pt x="456263" y="816746"/>
                    </a:lnTo>
                    <a:lnTo>
                      <a:pt x="451909" y="816746"/>
                    </a:lnTo>
                    <a:lnTo>
                      <a:pt x="441461" y="810651"/>
                    </a:lnTo>
                    <a:lnTo>
                      <a:pt x="437107" y="809780"/>
                    </a:lnTo>
                    <a:lnTo>
                      <a:pt x="431883" y="812392"/>
                    </a:lnTo>
                    <a:lnTo>
                      <a:pt x="418822" y="823712"/>
                    </a:lnTo>
                    <a:lnTo>
                      <a:pt x="414468" y="828065"/>
                    </a:lnTo>
                    <a:lnTo>
                      <a:pt x="407502" y="833290"/>
                    </a:lnTo>
                    <a:lnTo>
                      <a:pt x="400536" y="835031"/>
                    </a:lnTo>
                    <a:lnTo>
                      <a:pt x="386605" y="832419"/>
                    </a:lnTo>
                    <a:lnTo>
                      <a:pt x="361353" y="832419"/>
                    </a:lnTo>
                    <a:lnTo>
                      <a:pt x="353517" y="828065"/>
                    </a:lnTo>
                    <a:lnTo>
                      <a:pt x="323041" y="786270"/>
                    </a:lnTo>
                    <a:lnTo>
                      <a:pt x="318688" y="782787"/>
                    </a:lnTo>
                    <a:lnTo>
                      <a:pt x="311722" y="781046"/>
                    </a:lnTo>
                    <a:lnTo>
                      <a:pt x="296049" y="782787"/>
                    </a:lnTo>
                    <a:lnTo>
                      <a:pt x="289083" y="782787"/>
                    </a:lnTo>
                    <a:lnTo>
                      <a:pt x="281246" y="776692"/>
                    </a:lnTo>
                    <a:lnTo>
                      <a:pt x="262961" y="758407"/>
                    </a:lnTo>
                    <a:lnTo>
                      <a:pt x="255124" y="755795"/>
                    </a:lnTo>
                    <a:lnTo>
                      <a:pt x="248158" y="756665"/>
                    </a:lnTo>
                    <a:lnTo>
                      <a:pt x="242934" y="754053"/>
                    </a:lnTo>
                    <a:lnTo>
                      <a:pt x="232485" y="745346"/>
                    </a:lnTo>
                    <a:lnTo>
                      <a:pt x="228132" y="740121"/>
                    </a:lnTo>
                    <a:lnTo>
                      <a:pt x="226390" y="732285"/>
                    </a:lnTo>
                    <a:lnTo>
                      <a:pt x="224649" y="724448"/>
                    </a:lnTo>
                    <a:lnTo>
                      <a:pt x="222907" y="716612"/>
                    </a:lnTo>
                    <a:lnTo>
                      <a:pt x="222036" y="708775"/>
                    </a:lnTo>
                    <a:lnTo>
                      <a:pt x="226390" y="693973"/>
                    </a:lnTo>
                    <a:lnTo>
                      <a:pt x="223778" y="687007"/>
                    </a:lnTo>
                    <a:lnTo>
                      <a:pt x="207234" y="666109"/>
                    </a:lnTo>
                    <a:lnTo>
                      <a:pt x="201139" y="663497"/>
                    </a:lnTo>
                    <a:lnTo>
                      <a:pt x="189819" y="666109"/>
                    </a:lnTo>
                    <a:lnTo>
                      <a:pt x="183724" y="666109"/>
                    </a:lnTo>
                    <a:lnTo>
                      <a:pt x="175017" y="660014"/>
                    </a:lnTo>
                    <a:lnTo>
                      <a:pt x="161085" y="641729"/>
                    </a:lnTo>
                    <a:lnTo>
                      <a:pt x="154119" y="635634"/>
                    </a:lnTo>
                    <a:lnTo>
                      <a:pt x="134963" y="625185"/>
                    </a:lnTo>
                    <a:lnTo>
                      <a:pt x="130610" y="624314"/>
                    </a:lnTo>
                    <a:lnTo>
                      <a:pt x="121032" y="625185"/>
                    </a:lnTo>
                    <a:lnTo>
                      <a:pt x="115807" y="625185"/>
                    </a:lnTo>
                    <a:lnTo>
                      <a:pt x="111454" y="622573"/>
                    </a:lnTo>
                    <a:lnTo>
                      <a:pt x="102746" y="615607"/>
                    </a:lnTo>
                    <a:lnTo>
                      <a:pt x="94910" y="612124"/>
                    </a:lnTo>
                    <a:lnTo>
                      <a:pt x="90556" y="606900"/>
                    </a:lnTo>
                    <a:lnTo>
                      <a:pt x="85332" y="605158"/>
                    </a:lnTo>
                    <a:lnTo>
                      <a:pt x="75754" y="606029"/>
                    </a:lnTo>
                    <a:lnTo>
                      <a:pt x="67046" y="601675"/>
                    </a:lnTo>
                    <a:lnTo>
                      <a:pt x="58339" y="592097"/>
                    </a:lnTo>
                    <a:lnTo>
                      <a:pt x="55727" y="581648"/>
                    </a:lnTo>
                    <a:lnTo>
                      <a:pt x="68788" y="572070"/>
                    </a:lnTo>
                    <a:lnTo>
                      <a:pt x="74012" y="559880"/>
                    </a:lnTo>
                    <a:lnTo>
                      <a:pt x="86202" y="552044"/>
                    </a:lnTo>
                    <a:lnTo>
                      <a:pt x="88815" y="547690"/>
                    </a:lnTo>
                    <a:lnTo>
                      <a:pt x="87073" y="537241"/>
                    </a:lnTo>
                    <a:lnTo>
                      <a:pt x="80107" y="528534"/>
                    </a:lnTo>
                    <a:lnTo>
                      <a:pt x="64434" y="518085"/>
                    </a:lnTo>
                    <a:lnTo>
                      <a:pt x="58339" y="515473"/>
                    </a:lnTo>
                    <a:lnTo>
                      <a:pt x="46149" y="516343"/>
                    </a:lnTo>
                    <a:lnTo>
                      <a:pt x="28734" y="508507"/>
                    </a:lnTo>
                    <a:lnTo>
                      <a:pt x="22639" y="505024"/>
                    </a:lnTo>
                    <a:lnTo>
                      <a:pt x="19156" y="499800"/>
                    </a:lnTo>
                    <a:lnTo>
                      <a:pt x="18285" y="496317"/>
                    </a:lnTo>
                    <a:lnTo>
                      <a:pt x="17415" y="487609"/>
                    </a:lnTo>
                    <a:lnTo>
                      <a:pt x="16544" y="483256"/>
                    </a:lnTo>
                    <a:lnTo>
                      <a:pt x="11320" y="478902"/>
                    </a:lnTo>
                    <a:lnTo>
                      <a:pt x="5224" y="476290"/>
                    </a:lnTo>
                    <a:lnTo>
                      <a:pt x="871" y="471066"/>
                    </a:lnTo>
                    <a:lnTo>
                      <a:pt x="0" y="464100"/>
                    </a:lnTo>
                    <a:lnTo>
                      <a:pt x="1741" y="456263"/>
                    </a:lnTo>
                    <a:lnTo>
                      <a:pt x="6095" y="450168"/>
                    </a:lnTo>
                    <a:lnTo>
                      <a:pt x="26993" y="439719"/>
                    </a:lnTo>
                    <a:lnTo>
                      <a:pt x="36571" y="431012"/>
                    </a:lnTo>
                    <a:lnTo>
                      <a:pt x="36571" y="416209"/>
                    </a:lnTo>
                    <a:lnTo>
                      <a:pt x="33088" y="410985"/>
                    </a:lnTo>
                    <a:lnTo>
                      <a:pt x="27863" y="409244"/>
                    </a:lnTo>
                    <a:lnTo>
                      <a:pt x="23510" y="405761"/>
                    </a:lnTo>
                    <a:lnTo>
                      <a:pt x="21768" y="397053"/>
                    </a:lnTo>
                    <a:lnTo>
                      <a:pt x="22639" y="388346"/>
                    </a:lnTo>
                    <a:lnTo>
                      <a:pt x="26993" y="376156"/>
                    </a:lnTo>
                    <a:lnTo>
                      <a:pt x="26122" y="366578"/>
                    </a:lnTo>
                    <a:lnTo>
                      <a:pt x="22639" y="354388"/>
                    </a:lnTo>
                    <a:lnTo>
                      <a:pt x="21768" y="349163"/>
                    </a:lnTo>
                    <a:lnTo>
                      <a:pt x="26993" y="351775"/>
                    </a:lnTo>
                    <a:lnTo>
                      <a:pt x="32217" y="351775"/>
                    </a:lnTo>
                    <a:lnTo>
                      <a:pt x="60080" y="348293"/>
                    </a:lnTo>
                    <a:lnTo>
                      <a:pt x="64434" y="344810"/>
                    </a:lnTo>
                    <a:lnTo>
                      <a:pt x="69658" y="338714"/>
                    </a:lnTo>
                    <a:lnTo>
                      <a:pt x="79237" y="328266"/>
                    </a:lnTo>
                    <a:lnTo>
                      <a:pt x="101005" y="315205"/>
                    </a:lnTo>
                    <a:lnTo>
                      <a:pt x="110583" y="305627"/>
                    </a:lnTo>
                    <a:lnTo>
                      <a:pt x="111454" y="295178"/>
                    </a:lnTo>
                    <a:lnTo>
                      <a:pt x="106229" y="282988"/>
                    </a:lnTo>
                    <a:lnTo>
                      <a:pt x="102746" y="269927"/>
                    </a:lnTo>
                    <a:lnTo>
                      <a:pt x="107971" y="257736"/>
                    </a:lnTo>
                    <a:lnTo>
                      <a:pt x="110583" y="253383"/>
                    </a:lnTo>
                    <a:lnTo>
                      <a:pt x="114937" y="239451"/>
                    </a:lnTo>
                    <a:lnTo>
                      <a:pt x="118419" y="234227"/>
                    </a:lnTo>
                    <a:lnTo>
                      <a:pt x="125385" y="229873"/>
                    </a:lnTo>
                    <a:lnTo>
                      <a:pt x="174146" y="220295"/>
                    </a:lnTo>
                    <a:lnTo>
                      <a:pt x="180241" y="220295"/>
                    </a:lnTo>
                    <a:lnTo>
                      <a:pt x="193302" y="224649"/>
                    </a:lnTo>
                    <a:lnTo>
                      <a:pt x="199397" y="225519"/>
                    </a:lnTo>
                    <a:lnTo>
                      <a:pt x="216812" y="224649"/>
                    </a:lnTo>
                    <a:lnTo>
                      <a:pt x="222036" y="222907"/>
                    </a:lnTo>
                    <a:lnTo>
                      <a:pt x="233356" y="215071"/>
                    </a:lnTo>
                    <a:lnTo>
                      <a:pt x="237710" y="213329"/>
                    </a:lnTo>
                    <a:lnTo>
                      <a:pt x="242934" y="214200"/>
                    </a:lnTo>
                    <a:lnTo>
                      <a:pt x="246417" y="217683"/>
                    </a:lnTo>
                    <a:lnTo>
                      <a:pt x="253383" y="227261"/>
                    </a:lnTo>
                    <a:lnTo>
                      <a:pt x="259478" y="232485"/>
                    </a:lnTo>
                    <a:lnTo>
                      <a:pt x="265573" y="234227"/>
                    </a:lnTo>
                    <a:lnTo>
                      <a:pt x="306497" y="236839"/>
                    </a:lnTo>
                    <a:lnTo>
                      <a:pt x="308239" y="235097"/>
                    </a:lnTo>
                    <a:lnTo>
                      <a:pt x="302144" y="221166"/>
                    </a:lnTo>
                    <a:lnTo>
                      <a:pt x="303014" y="205493"/>
                    </a:lnTo>
                    <a:lnTo>
                      <a:pt x="303014" y="199397"/>
                    </a:lnTo>
                    <a:lnTo>
                      <a:pt x="305627" y="195044"/>
                    </a:lnTo>
                    <a:lnTo>
                      <a:pt x="311722" y="193302"/>
                    </a:lnTo>
                    <a:lnTo>
                      <a:pt x="316946" y="195915"/>
                    </a:lnTo>
                    <a:lnTo>
                      <a:pt x="319558" y="201139"/>
                    </a:lnTo>
                    <a:lnTo>
                      <a:pt x="322171" y="207234"/>
                    </a:lnTo>
                    <a:lnTo>
                      <a:pt x="331749" y="226390"/>
                    </a:lnTo>
                    <a:lnTo>
                      <a:pt x="335231" y="229002"/>
                    </a:lnTo>
                    <a:lnTo>
                      <a:pt x="345680" y="227261"/>
                    </a:lnTo>
                    <a:lnTo>
                      <a:pt x="384863" y="208976"/>
                    </a:lnTo>
                    <a:lnTo>
                      <a:pt x="394441" y="201139"/>
                    </a:lnTo>
                    <a:lnTo>
                      <a:pt x="399666" y="191561"/>
                    </a:lnTo>
                    <a:lnTo>
                      <a:pt x="396183" y="181112"/>
                    </a:lnTo>
                    <a:lnTo>
                      <a:pt x="390088" y="169793"/>
                    </a:lnTo>
                    <a:lnTo>
                      <a:pt x="391829" y="159344"/>
                    </a:lnTo>
                    <a:lnTo>
                      <a:pt x="399666" y="154119"/>
                    </a:lnTo>
                    <a:lnTo>
                      <a:pt x="409244" y="156732"/>
                    </a:lnTo>
                    <a:lnTo>
                      <a:pt x="425788" y="171534"/>
                    </a:lnTo>
                    <a:lnTo>
                      <a:pt x="433624" y="176758"/>
                    </a:lnTo>
                    <a:lnTo>
                      <a:pt x="442331" y="176758"/>
                    </a:lnTo>
                    <a:lnTo>
                      <a:pt x="449297" y="168922"/>
                    </a:lnTo>
                    <a:lnTo>
                      <a:pt x="454522" y="158473"/>
                    </a:lnTo>
                    <a:lnTo>
                      <a:pt x="460617" y="150637"/>
                    </a:lnTo>
                    <a:lnTo>
                      <a:pt x="470195" y="150637"/>
                    </a:lnTo>
                    <a:lnTo>
                      <a:pt x="482385" y="142800"/>
                    </a:lnTo>
                    <a:lnTo>
                      <a:pt x="507636" y="133222"/>
                    </a:lnTo>
                    <a:lnTo>
                      <a:pt x="525922" y="123644"/>
                    </a:lnTo>
                    <a:lnTo>
                      <a:pt x="531146" y="118419"/>
                    </a:lnTo>
                    <a:lnTo>
                      <a:pt x="533758" y="112324"/>
                    </a:lnTo>
                    <a:lnTo>
                      <a:pt x="531146" y="104488"/>
                    </a:lnTo>
                    <a:lnTo>
                      <a:pt x="525922" y="101876"/>
                    </a:lnTo>
                    <a:lnTo>
                      <a:pt x="513731" y="95780"/>
                    </a:lnTo>
                    <a:lnTo>
                      <a:pt x="511119" y="90556"/>
                    </a:lnTo>
                    <a:lnTo>
                      <a:pt x="511119" y="86202"/>
                    </a:lnTo>
                    <a:lnTo>
                      <a:pt x="514602" y="81849"/>
                    </a:lnTo>
                    <a:lnTo>
                      <a:pt x="513731" y="74883"/>
                    </a:lnTo>
                    <a:lnTo>
                      <a:pt x="509378" y="70529"/>
                    </a:lnTo>
                    <a:lnTo>
                      <a:pt x="507636" y="67917"/>
                    </a:lnTo>
                    <a:lnTo>
                      <a:pt x="507636" y="62693"/>
                    </a:lnTo>
                    <a:lnTo>
                      <a:pt x="510248" y="41795"/>
                    </a:lnTo>
                    <a:lnTo>
                      <a:pt x="521568" y="32217"/>
                    </a:lnTo>
                    <a:lnTo>
                      <a:pt x="536370" y="26993"/>
                    </a:lnTo>
                    <a:lnTo>
                      <a:pt x="575553" y="25251"/>
                    </a:lnTo>
                    <a:lnTo>
                      <a:pt x="590356" y="21768"/>
                    </a:lnTo>
                    <a:lnTo>
                      <a:pt x="603417" y="14802"/>
                    </a:lnTo>
                    <a:lnTo>
                      <a:pt x="610383" y="4354"/>
                    </a:lnTo>
                    <a:lnTo>
                      <a:pt x="611253" y="0"/>
                    </a:lnTo>
                    <a:lnTo>
                      <a:pt x="617348" y="2612"/>
                    </a:lnTo>
                    <a:lnTo>
                      <a:pt x="632151" y="12190"/>
                    </a:lnTo>
                    <a:lnTo>
                      <a:pt x="638246" y="19156"/>
                    </a:lnTo>
                    <a:lnTo>
                      <a:pt x="645212" y="37441"/>
                    </a:lnTo>
                    <a:lnTo>
                      <a:pt x="653048" y="63563"/>
                    </a:lnTo>
                    <a:lnTo>
                      <a:pt x="655661" y="79237"/>
                    </a:lnTo>
                    <a:lnTo>
                      <a:pt x="655661" y="89685"/>
                    </a:lnTo>
                    <a:lnTo>
                      <a:pt x="657402" y="97522"/>
                    </a:lnTo>
                    <a:lnTo>
                      <a:pt x="659143" y="101005"/>
                    </a:lnTo>
                    <a:lnTo>
                      <a:pt x="676558" y="129739"/>
                    </a:lnTo>
                    <a:lnTo>
                      <a:pt x="680912" y="139317"/>
                    </a:lnTo>
                    <a:lnTo>
                      <a:pt x="685265" y="159344"/>
                    </a:lnTo>
                    <a:lnTo>
                      <a:pt x="689619" y="169793"/>
                    </a:lnTo>
                    <a:lnTo>
                      <a:pt x="693102" y="179371"/>
                    </a:lnTo>
                    <a:lnTo>
                      <a:pt x="697456" y="184595"/>
                    </a:lnTo>
                    <a:lnTo>
                      <a:pt x="704422" y="191561"/>
                    </a:lnTo>
                    <a:lnTo>
                      <a:pt x="754053" y="216812"/>
                    </a:lnTo>
                    <a:lnTo>
                      <a:pt x="783658" y="241193"/>
                    </a:lnTo>
                    <a:lnTo>
                      <a:pt x="788882" y="254254"/>
                    </a:lnTo>
                    <a:lnTo>
                      <a:pt x="787141" y="261219"/>
                    </a:lnTo>
                    <a:lnTo>
                      <a:pt x="789753" y="269927"/>
                    </a:lnTo>
                    <a:lnTo>
                      <a:pt x="794107" y="280375"/>
                    </a:lnTo>
                    <a:lnTo>
                      <a:pt x="795848" y="283858"/>
                    </a:lnTo>
                    <a:lnTo>
                      <a:pt x="803685" y="287341"/>
                    </a:lnTo>
                    <a:lnTo>
                      <a:pt x="819358" y="288212"/>
                    </a:lnTo>
                    <a:lnTo>
                      <a:pt x="852446" y="292566"/>
                    </a:lnTo>
                    <a:lnTo>
                      <a:pt x="855929" y="296919"/>
                    </a:lnTo>
                    <a:lnTo>
                      <a:pt x="856799" y="301273"/>
                    </a:lnTo>
                    <a:lnTo>
                      <a:pt x="858541" y="312592"/>
                    </a:lnTo>
                    <a:lnTo>
                      <a:pt x="856799" y="323912"/>
                    </a:lnTo>
                    <a:lnTo>
                      <a:pt x="857670" y="329136"/>
                    </a:lnTo>
                    <a:lnTo>
                      <a:pt x="860282" y="335232"/>
                    </a:lnTo>
                    <a:lnTo>
                      <a:pt x="876826" y="362224"/>
                    </a:lnTo>
                    <a:lnTo>
                      <a:pt x="882921" y="368319"/>
                    </a:lnTo>
                    <a:lnTo>
                      <a:pt x="889016" y="386605"/>
                    </a:lnTo>
                    <a:lnTo>
                      <a:pt x="904690" y="423175"/>
                    </a:lnTo>
                    <a:lnTo>
                      <a:pt x="916009" y="431012"/>
                    </a:lnTo>
                    <a:lnTo>
                      <a:pt x="935165" y="437978"/>
                    </a:lnTo>
                    <a:lnTo>
                      <a:pt x="938648" y="439719"/>
                    </a:lnTo>
                    <a:lnTo>
                      <a:pt x="943002" y="444944"/>
                    </a:lnTo>
                    <a:lnTo>
                      <a:pt x="949097" y="455392"/>
                    </a:lnTo>
                    <a:lnTo>
                      <a:pt x="957804" y="464100"/>
                    </a:lnTo>
                    <a:lnTo>
                      <a:pt x="961287" y="469324"/>
                    </a:lnTo>
                    <a:lnTo>
                      <a:pt x="965641" y="478902"/>
                    </a:lnTo>
                    <a:lnTo>
                      <a:pt x="974348" y="512861"/>
                    </a:lnTo>
                    <a:lnTo>
                      <a:pt x="976960" y="522439"/>
                    </a:lnTo>
                    <a:lnTo>
                      <a:pt x="975219" y="532017"/>
                    </a:lnTo>
                    <a:lnTo>
                      <a:pt x="975219" y="540724"/>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FDB707"/>
                  </a:solidFill>
                  <a:effectLst/>
                  <a:uLnTx/>
                  <a:uFillTx/>
                  <a:latin typeface="Montserrat Medium" pitchFamily="2" charset="0"/>
                  <a:ea typeface="+mn-ea"/>
                  <a:cs typeface="+mn-cs"/>
                </a:endParaRPr>
              </a:p>
            </p:txBody>
          </p:sp>
          <p:sp>
            <p:nvSpPr>
              <p:cNvPr id="55" name="Freeform: Shape 54">
                <a:extLst>
                  <a:ext uri="{FF2B5EF4-FFF2-40B4-BE49-F238E27FC236}">
                    <a16:creationId xmlns:a16="http://schemas.microsoft.com/office/drawing/2014/main" id="{EC6CD00A-553D-50D5-62B1-841BEBEEC6A8}"/>
                  </a:ext>
                </a:extLst>
              </p:cNvPr>
              <p:cNvSpPr>
                <a:spLocks/>
              </p:cNvSpPr>
              <p:nvPr/>
            </p:nvSpPr>
            <p:spPr>
              <a:xfrm>
                <a:off x="9472061" y="3840572"/>
                <a:ext cx="1166779" cy="1756264"/>
              </a:xfrm>
              <a:custGeom>
                <a:avLst/>
                <a:gdLst>
                  <a:gd name="connsiteX0" fmla="*/ 963029 w 1166779"/>
                  <a:gd name="connsiteY0" fmla="*/ 307368 h 1756264"/>
                  <a:gd name="connsiteX1" fmla="*/ 1063163 w 1166779"/>
                  <a:gd name="connsiteY1" fmla="*/ 353517 h 1756264"/>
                  <a:gd name="connsiteX2" fmla="*/ 1068387 w 1166779"/>
                  <a:gd name="connsiteY2" fmla="*/ 359612 h 1756264"/>
                  <a:gd name="connsiteX3" fmla="*/ 1070999 w 1166779"/>
                  <a:gd name="connsiteY3" fmla="*/ 366578 h 1756264"/>
                  <a:gd name="connsiteX4" fmla="*/ 1075353 w 1166779"/>
                  <a:gd name="connsiteY4" fmla="*/ 382251 h 1756264"/>
                  <a:gd name="connsiteX5" fmla="*/ 1099733 w 1166779"/>
                  <a:gd name="connsiteY5" fmla="*/ 435366 h 1756264"/>
                  <a:gd name="connsiteX6" fmla="*/ 1104958 w 1166779"/>
                  <a:gd name="connsiteY6" fmla="*/ 453651 h 1756264"/>
                  <a:gd name="connsiteX7" fmla="*/ 1109312 w 1166779"/>
                  <a:gd name="connsiteY7" fmla="*/ 472807 h 1756264"/>
                  <a:gd name="connsiteX8" fmla="*/ 1104087 w 1166779"/>
                  <a:gd name="connsiteY8" fmla="*/ 575553 h 1756264"/>
                  <a:gd name="connsiteX9" fmla="*/ 1104958 w 1166779"/>
                  <a:gd name="connsiteY9" fmla="*/ 587743 h 1756264"/>
                  <a:gd name="connsiteX10" fmla="*/ 1110182 w 1166779"/>
                  <a:gd name="connsiteY10" fmla="*/ 595580 h 1756264"/>
                  <a:gd name="connsiteX11" fmla="*/ 1118019 w 1166779"/>
                  <a:gd name="connsiteY11" fmla="*/ 599934 h 1756264"/>
                  <a:gd name="connsiteX12" fmla="*/ 1126726 w 1166779"/>
                  <a:gd name="connsiteY12" fmla="*/ 607770 h 1756264"/>
                  <a:gd name="connsiteX13" fmla="*/ 1129338 w 1166779"/>
                  <a:gd name="connsiteY13" fmla="*/ 617348 h 1756264"/>
                  <a:gd name="connsiteX14" fmla="*/ 1132822 w 1166779"/>
                  <a:gd name="connsiteY14" fmla="*/ 640858 h 1756264"/>
                  <a:gd name="connsiteX15" fmla="*/ 1137175 w 1166779"/>
                  <a:gd name="connsiteY15" fmla="*/ 648695 h 1756264"/>
                  <a:gd name="connsiteX16" fmla="*/ 1143270 w 1166779"/>
                  <a:gd name="connsiteY16" fmla="*/ 654790 h 1756264"/>
                  <a:gd name="connsiteX17" fmla="*/ 1150236 w 1166779"/>
                  <a:gd name="connsiteY17" fmla="*/ 659144 h 1756264"/>
                  <a:gd name="connsiteX18" fmla="*/ 1156331 w 1166779"/>
                  <a:gd name="connsiteY18" fmla="*/ 664368 h 1756264"/>
                  <a:gd name="connsiteX19" fmla="*/ 1163297 w 1166779"/>
                  <a:gd name="connsiteY19" fmla="*/ 673946 h 1756264"/>
                  <a:gd name="connsiteX20" fmla="*/ 1165909 w 1166779"/>
                  <a:gd name="connsiteY20" fmla="*/ 680912 h 1756264"/>
                  <a:gd name="connsiteX21" fmla="*/ 1166780 w 1166779"/>
                  <a:gd name="connsiteY21" fmla="*/ 689619 h 1756264"/>
                  <a:gd name="connsiteX22" fmla="*/ 1165038 w 1166779"/>
                  <a:gd name="connsiteY22" fmla="*/ 707905 h 1756264"/>
                  <a:gd name="connsiteX23" fmla="*/ 1165038 w 1166779"/>
                  <a:gd name="connsiteY23" fmla="*/ 725319 h 1756264"/>
                  <a:gd name="connsiteX24" fmla="*/ 1166780 w 1166779"/>
                  <a:gd name="connsiteY24" fmla="*/ 749700 h 1756264"/>
                  <a:gd name="connsiteX25" fmla="*/ 1159814 w 1166779"/>
                  <a:gd name="connsiteY25" fmla="*/ 750570 h 1756264"/>
                  <a:gd name="connsiteX26" fmla="*/ 1151107 w 1166779"/>
                  <a:gd name="connsiteY26" fmla="*/ 759278 h 1756264"/>
                  <a:gd name="connsiteX27" fmla="*/ 1145883 w 1166779"/>
                  <a:gd name="connsiteY27" fmla="*/ 761890 h 1756264"/>
                  <a:gd name="connsiteX28" fmla="*/ 1133692 w 1166779"/>
                  <a:gd name="connsiteY28" fmla="*/ 765373 h 1756264"/>
                  <a:gd name="connsiteX29" fmla="*/ 1128468 w 1166779"/>
                  <a:gd name="connsiteY29" fmla="*/ 767985 h 1756264"/>
                  <a:gd name="connsiteX30" fmla="*/ 1113665 w 1166779"/>
                  <a:gd name="connsiteY30" fmla="*/ 779304 h 1756264"/>
                  <a:gd name="connsiteX31" fmla="*/ 1106700 w 1166779"/>
                  <a:gd name="connsiteY31" fmla="*/ 787141 h 1756264"/>
                  <a:gd name="connsiteX32" fmla="*/ 1100604 w 1166779"/>
                  <a:gd name="connsiteY32" fmla="*/ 795848 h 1756264"/>
                  <a:gd name="connsiteX33" fmla="*/ 1050102 w 1166779"/>
                  <a:gd name="connsiteY33" fmla="*/ 899465 h 1756264"/>
                  <a:gd name="connsiteX34" fmla="*/ 1046619 w 1166779"/>
                  <a:gd name="connsiteY34" fmla="*/ 909043 h 1756264"/>
                  <a:gd name="connsiteX35" fmla="*/ 1046619 w 1166779"/>
                  <a:gd name="connsiteY35" fmla="*/ 915138 h 1756264"/>
                  <a:gd name="connsiteX36" fmla="*/ 1047489 w 1166779"/>
                  <a:gd name="connsiteY36" fmla="*/ 928199 h 1756264"/>
                  <a:gd name="connsiteX37" fmla="*/ 1047489 w 1166779"/>
                  <a:gd name="connsiteY37" fmla="*/ 935165 h 1756264"/>
                  <a:gd name="connsiteX38" fmla="*/ 1046619 w 1166779"/>
                  <a:gd name="connsiteY38" fmla="*/ 941260 h 1756264"/>
                  <a:gd name="connsiteX39" fmla="*/ 1044007 w 1166779"/>
                  <a:gd name="connsiteY39" fmla="*/ 946485 h 1756264"/>
                  <a:gd name="connsiteX40" fmla="*/ 1037912 w 1166779"/>
                  <a:gd name="connsiteY40" fmla="*/ 955192 h 1756264"/>
                  <a:gd name="connsiteX41" fmla="*/ 1031816 w 1166779"/>
                  <a:gd name="connsiteY41" fmla="*/ 970865 h 1756264"/>
                  <a:gd name="connsiteX42" fmla="*/ 1028334 w 1166779"/>
                  <a:gd name="connsiteY42" fmla="*/ 976090 h 1756264"/>
                  <a:gd name="connsiteX43" fmla="*/ 1021368 w 1166779"/>
                  <a:gd name="connsiteY43" fmla="*/ 982185 h 1756264"/>
                  <a:gd name="connsiteX44" fmla="*/ 1015273 w 1166779"/>
                  <a:gd name="connsiteY44" fmla="*/ 992633 h 1756264"/>
                  <a:gd name="connsiteX45" fmla="*/ 1010919 w 1166779"/>
                  <a:gd name="connsiteY45" fmla="*/ 1004824 h 1756264"/>
                  <a:gd name="connsiteX46" fmla="*/ 1008307 w 1166779"/>
                  <a:gd name="connsiteY46" fmla="*/ 1016143 h 1756264"/>
                  <a:gd name="connsiteX47" fmla="*/ 1008307 w 1166779"/>
                  <a:gd name="connsiteY47" fmla="*/ 1030946 h 1756264"/>
                  <a:gd name="connsiteX48" fmla="*/ 1011790 w 1166779"/>
                  <a:gd name="connsiteY48" fmla="*/ 1038782 h 1756264"/>
                  <a:gd name="connsiteX49" fmla="*/ 1028334 w 1166779"/>
                  <a:gd name="connsiteY49" fmla="*/ 1049231 h 1756264"/>
                  <a:gd name="connsiteX50" fmla="*/ 1033558 w 1166779"/>
                  <a:gd name="connsiteY50" fmla="*/ 1055326 h 1756264"/>
                  <a:gd name="connsiteX51" fmla="*/ 1035300 w 1166779"/>
                  <a:gd name="connsiteY51" fmla="*/ 1062292 h 1756264"/>
                  <a:gd name="connsiteX52" fmla="*/ 1037041 w 1166779"/>
                  <a:gd name="connsiteY52" fmla="*/ 1077094 h 1756264"/>
                  <a:gd name="connsiteX53" fmla="*/ 1041395 w 1166779"/>
                  <a:gd name="connsiteY53" fmla="*/ 1091026 h 1756264"/>
                  <a:gd name="connsiteX54" fmla="*/ 1047489 w 1166779"/>
                  <a:gd name="connsiteY54" fmla="*/ 1103216 h 1756264"/>
                  <a:gd name="connsiteX55" fmla="*/ 1071870 w 1166779"/>
                  <a:gd name="connsiteY55" fmla="*/ 1137175 h 1756264"/>
                  <a:gd name="connsiteX56" fmla="*/ 1081448 w 1166779"/>
                  <a:gd name="connsiteY56" fmla="*/ 1146753 h 1756264"/>
                  <a:gd name="connsiteX57" fmla="*/ 1111924 w 1166779"/>
                  <a:gd name="connsiteY57" fmla="*/ 1166780 h 1756264"/>
                  <a:gd name="connsiteX58" fmla="*/ 1119761 w 1166779"/>
                  <a:gd name="connsiteY58" fmla="*/ 1175487 h 1756264"/>
                  <a:gd name="connsiteX59" fmla="*/ 1127597 w 1166779"/>
                  <a:gd name="connsiteY59" fmla="*/ 1185065 h 1756264"/>
                  <a:gd name="connsiteX60" fmla="*/ 1151977 w 1166779"/>
                  <a:gd name="connsiteY60" fmla="*/ 1229472 h 1756264"/>
                  <a:gd name="connsiteX61" fmla="*/ 1156331 w 1166779"/>
                  <a:gd name="connsiteY61" fmla="*/ 1241663 h 1756264"/>
                  <a:gd name="connsiteX62" fmla="*/ 1157202 w 1166779"/>
                  <a:gd name="connsiteY62" fmla="*/ 1252982 h 1756264"/>
                  <a:gd name="connsiteX63" fmla="*/ 1156331 w 1166779"/>
                  <a:gd name="connsiteY63" fmla="*/ 1265172 h 1756264"/>
                  <a:gd name="connsiteX64" fmla="*/ 1152848 w 1166779"/>
                  <a:gd name="connsiteY64" fmla="*/ 1275621 h 1756264"/>
                  <a:gd name="connsiteX65" fmla="*/ 1146753 w 1166779"/>
                  <a:gd name="connsiteY65" fmla="*/ 1279975 h 1756264"/>
                  <a:gd name="connsiteX66" fmla="*/ 1142399 w 1166779"/>
                  <a:gd name="connsiteY66" fmla="*/ 1280845 h 1756264"/>
                  <a:gd name="connsiteX67" fmla="*/ 1129338 w 1166779"/>
                  <a:gd name="connsiteY67" fmla="*/ 1286941 h 1756264"/>
                  <a:gd name="connsiteX68" fmla="*/ 1109312 w 1166779"/>
                  <a:gd name="connsiteY68" fmla="*/ 1286070 h 1756264"/>
                  <a:gd name="connsiteX69" fmla="*/ 1104087 w 1166779"/>
                  <a:gd name="connsiteY69" fmla="*/ 1287811 h 1756264"/>
                  <a:gd name="connsiteX70" fmla="*/ 1062292 w 1166779"/>
                  <a:gd name="connsiteY70" fmla="*/ 1340055 h 1756264"/>
                  <a:gd name="connsiteX71" fmla="*/ 1054456 w 1166779"/>
                  <a:gd name="connsiteY71" fmla="*/ 1347892 h 1756264"/>
                  <a:gd name="connsiteX72" fmla="*/ 1045748 w 1166779"/>
                  <a:gd name="connsiteY72" fmla="*/ 1352246 h 1756264"/>
                  <a:gd name="connsiteX73" fmla="*/ 1017014 w 1166779"/>
                  <a:gd name="connsiteY73" fmla="*/ 1354858 h 1756264"/>
                  <a:gd name="connsiteX74" fmla="*/ 1009178 w 1166779"/>
                  <a:gd name="connsiteY74" fmla="*/ 1358341 h 1756264"/>
                  <a:gd name="connsiteX75" fmla="*/ 992633 w 1166779"/>
                  <a:gd name="connsiteY75" fmla="*/ 1372272 h 1756264"/>
                  <a:gd name="connsiteX76" fmla="*/ 926458 w 1166779"/>
                  <a:gd name="connsiteY76" fmla="*/ 1398394 h 1756264"/>
                  <a:gd name="connsiteX77" fmla="*/ 893370 w 1166779"/>
                  <a:gd name="connsiteY77" fmla="*/ 1417550 h 1756264"/>
                  <a:gd name="connsiteX78" fmla="*/ 882922 w 1166779"/>
                  <a:gd name="connsiteY78" fmla="*/ 1427999 h 1756264"/>
                  <a:gd name="connsiteX79" fmla="*/ 846351 w 1166779"/>
                  <a:gd name="connsiteY79" fmla="*/ 1479372 h 1756264"/>
                  <a:gd name="connsiteX80" fmla="*/ 814134 w 1166779"/>
                  <a:gd name="connsiteY80" fmla="*/ 1513331 h 1756264"/>
                  <a:gd name="connsiteX81" fmla="*/ 810651 w 1166779"/>
                  <a:gd name="connsiteY81" fmla="*/ 1521167 h 1756264"/>
                  <a:gd name="connsiteX82" fmla="*/ 803685 w 1166779"/>
                  <a:gd name="connsiteY82" fmla="*/ 1539453 h 1756264"/>
                  <a:gd name="connsiteX83" fmla="*/ 794977 w 1166779"/>
                  <a:gd name="connsiteY83" fmla="*/ 1555126 h 1756264"/>
                  <a:gd name="connsiteX84" fmla="*/ 783658 w 1166779"/>
                  <a:gd name="connsiteY84" fmla="*/ 1567316 h 1756264"/>
                  <a:gd name="connsiteX85" fmla="*/ 758407 w 1166779"/>
                  <a:gd name="connsiteY85" fmla="*/ 1588213 h 1756264"/>
                  <a:gd name="connsiteX86" fmla="*/ 752312 w 1166779"/>
                  <a:gd name="connsiteY86" fmla="*/ 1594309 h 1756264"/>
                  <a:gd name="connsiteX87" fmla="*/ 745346 w 1166779"/>
                  <a:gd name="connsiteY87" fmla="*/ 1613465 h 1756264"/>
                  <a:gd name="connsiteX88" fmla="*/ 740121 w 1166779"/>
                  <a:gd name="connsiteY88" fmla="*/ 1620431 h 1756264"/>
                  <a:gd name="connsiteX89" fmla="*/ 668721 w 1166779"/>
                  <a:gd name="connsiteY89" fmla="*/ 1651777 h 1756264"/>
                  <a:gd name="connsiteX90" fmla="*/ 659144 w 1166779"/>
                  <a:gd name="connsiteY90" fmla="*/ 1657872 h 1756264"/>
                  <a:gd name="connsiteX91" fmla="*/ 651307 w 1166779"/>
                  <a:gd name="connsiteY91" fmla="*/ 1665709 h 1756264"/>
                  <a:gd name="connsiteX92" fmla="*/ 642599 w 1166779"/>
                  <a:gd name="connsiteY92" fmla="*/ 1669192 h 1756264"/>
                  <a:gd name="connsiteX93" fmla="*/ 626926 w 1166779"/>
                  <a:gd name="connsiteY93" fmla="*/ 1668321 h 1756264"/>
                  <a:gd name="connsiteX94" fmla="*/ 606900 w 1166779"/>
                  <a:gd name="connsiteY94" fmla="*/ 1671804 h 1756264"/>
                  <a:gd name="connsiteX95" fmla="*/ 540724 w 1166779"/>
                  <a:gd name="connsiteY95" fmla="*/ 1700538 h 1756264"/>
                  <a:gd name="connsiteX96" fmla="*/ 500670 w 1166779"/>
                  <a:gd name="connsiteY96" fmla="*/ 1731014 h 1756264"/>
                  <a:gd name="connsiteX97" fmla="*/ 495446 w 1166779"/>
                  <a:gd name="connsiteY97" fmla="*/ 1731884 h 1756264"/>
                  <a:gd name="connsiteX98" fmla="*/ 491963 w 1166779"/>
                  <a:gd name="connsiteY98" fmla="*/ 1737109 h 1756264"/>
                  <a:gd name="connsiteX99" fmla="*/ 449298 w 1166779"/>
                  <a:gd name="connsiteY99" fmla="*/ 1740591 h 1756264"/>
                  <a:gd name="connsiteX100" fmla="*/ 436237 w 1166779"/>
                  <a:gd name="connsiteY100" fmla="*/ 1744945 h 1756264"/>
                  <a:gd name="connsiteX101" fmla="*/ 429270 w 1166779"/>
                  <a:gd name="connsiteY101" fmla="*/ 1745816 h 1756264"/>
                  <a:gd name="connsiteX102" fmla="*/ 358741 w 1166779"/>
                  <a:gd name="connsiteY102" fmla="*/ 1737109 h 1756264"/>
                  <a:gd name="connsiteX103" fmla="*/ 350034 w 1166779"/>
                  <a:gd name="connsiteY103" fmla="*/ 1737979 h 1756264"/>
                  <a:gd name="connsiteX104" fmla="*/ 323042 w 1166779"/>
                  <a:gd name="connsiteY104" fmla="*/ 1751911 h 1756264"/>
                  <a:gd name="connsiteX105" fmla="*/ 314334 w 1166779"/>
                  <a:gd name="connsiteY105" fmla="*/ 1755394 h 1756264"/>
                  <a:gd name="connsiteX106" fmla="*/ 305627 w 1166779"/>
                  <a:gd name="connsiteY106" fmla="*/ 1756265 h 1756264"/>
                  <a:gd name="connsiteX107" fmla="*/ 235097 w 1166779"/>
                  <a:gd name="connsiteY107" fmla="*/ 1742333 h 1756264"/>
                  <a:gd name="connsiteX108" fmla="*/ 176758 w 1166779"/>
                  <a:gd name="connsiteY108" fmla="*/ 1743204 h 1756264"/>
                  <a:gd name="connsiteX109" fmla="*/ 154120 w 1166779"/>
                  <a:gd name="connsiteY109" fmla="*/ 1737109 h 1756264"/>
                  <a:gd name="connsiteX110" fmla="*/ 138446 w 1166779"/>
                  <a:gd name="connsiteY110" fmla="*/ 1735367 h 1756264"/>
                  <a:gd name="connsiteX111" fmla="*/ 103617 w 1166779"/>
                  <a:gd name="connsiteY111" fmla="*/ 1741462 h 1756264"/>
                  <a:gd name="connsiteX112" fmla="*/ 95780 w 1166779"/>
                  <a:gd name="connsiteY112" fmla="*/ 1564704 h 1756264"/>
                  <a:gd name="connsiteX113" fmla="*/ 95780 w 1166779"/>
                  <a:gd name="connsiteY113" fmla="*/ 1555997 h 1756264"/>
                  <a:gd name="connsiteX114" fmla="*/ 100134 w 1166779"/>
                  <a:gd name="connsiteY114" fmla="*/ 1540323 h 1756264"/>
                  <a:gd name="connsiteX115" fmla="*/ 102746 w 1166779"/>
                  <a:gd name="connsiteY115" fmla="*/ 1522909 h 1756264"/>
                  <a:gd name="connsiteX116" fmla="*/ 104488 w 1166779"/>
                  <a:gd name="connsiteY116" fmla="*/ 1506365 h 1756264"/>
                  <a:gd name="connsiteX117" fmla="*/ 104488 w 1166779"/>
                  <a:gd name="connsiteY117" fmla="*/ 1492433 h 1756264"/>
                  <a:gd name="connsiteX118" fmla="*/ 103617 w 1166779"/>
                  <a:gd name="connsiteY118" fmla="*/ 1477631 h 1756264"/>
                  <a:gd name="connsiteX119" fmla="*/ 89685 w 1166779"/>
                  <a:gd name="connsiteY119" fmla="*/ 1406231 h 1756264"/>
                  <a:gd name="connsiteX120" fmla="*/ 87073 w 1166779"/>
                  <a:gd name="connsiteY120" fmla="*/ 1372272 h 1756264"/>
                  <a:gd name="connsiteX121" fmla="*/ 86203 w 1166779"/>
                  <a:gd name="connsiteY121" fmla="*/ 1327865 h 1756264"/>
                  <a:gd name="connsiteX122" fmla="*/ 84461 w 1166779"/>
                  <a:gd name="connsiteY122" fmla="*/ 1271267 h 1756264"/>
                  <a:gd name="connsiteX123" fmla="*/ 27864 w 1166779"/>
                  <a:gd name="connsiteY123" fmla="*/ 1097992 h 1756264"/>
                  <a:gd name="connsiteX124" fmla="*/ 3483 w 1166779"/>
                  <a:gd name="connsiteY124" fmla="*/ 1050102 h 1756264"/>
                  <a:gd name="connsiteX125" fmla="*/ 871 w 1166779"/>
                  <a:gd name="connsiteY125" fmla="*/ 1041394 h 1756264"/>
                  <a:gd name="connsiteX126" fmla="*/ 0 w 1166779"/>
                  <a:gd name="connsiteY126" fmla="*/ 1034429 h 1756264"/>
                  <a:gd name="connsiteX127" fmla="*/ 871 w 1166779"/>
                  <a:gd name="connsiteY127" fmla="*/ 1023109 h 1756264"/>
                  <a:gd name="connsiteX128" fmla="*/ 11319 w 1166779"/>
                  <a:gd name="connsiteY128" fmla="*/ 969124 h 1756264"/>
                  <a:gd name="connsiteX129" fmla="*/ 26122 w 1166779"/>
                  <a:gd name="connsiteY129" fmla="*/ 958675 h 1756264"/>
                  <a:gd name="connsiteX130" fmla="*/ 29605 w 1166779"/>
                  <a:gd name="connsiteY130" fmla="*/ 951709 h 1756264"/>
                  <a:gd name="connsiteX131" fmla="*/ 33959 w 1166779"/>
                  <a:gd name="connsiteY131" fmla="*/ 940390 h 1756264"/>
                  <a:gd name="connsiteX132" fmla="*/ 41795 w 1166779"/>
                  <a:gd name="connsiteY132" fmla="*/ 878568 h 1756264"/>
                  <a:gd name="connsiteX133" fmla="*/ 45278 w 1166779"/>
                  <a:gd name="connsiteY133" fmla="*/ 863765 h 1756264"/>
                  <a:gd name="connsiteX134" fmla="*/ 50502 w 1166779"/>
                  <a:gd name="connsiteY134" fmla="*/ 856799 h 1756264"/>
                  <a:gd name="connsiteX135" fmla="*/ 57469 w 1166779"/>
                  <a:gd name="connsiteY135" fmla="*/ 854187 h 1756264"/>
                  <a:gd name="connsiteX136" fmla="*/ 77495 w 1166779"/>
                  <a:gd name="connsiteY136" fmla="*/ 851575 h 1756264"/>
                  <a:gd name="connsiteX137" fmla="*/ 173276 w 1166779"/>
                  <a:gd name="connsiteY137" fmla="*/ 839385 h 1756264"/>
                  <a:gd name="connsiteX138" fmla="*/ 200268 w 1166779"/>
                  <a:gd name="connsiteY138" fmla="*/ 823712 h 1756264"/>
                  <a:gd name="connsiteX139" fmla="*/ 212459 w 1166779"/>
                  <a:gd name="connsiteY139" fmla="*/ 799331 h 1756264"/>
                  <a:gd name="connsiteX140" fmla="*/ 221166 w 1166779"/>
                  <a:gd name="connsiteY140" fmla="*/ 785400 h 1756264"/>
                  <a:gd name="connsiteX141" fmla="*/ 230744 w 1166779"/>
                  <a:gd name="connsiteY141" fmla="*/ 777563 h 1756264"/>
                  <a:gd name="connsiteX142" fmla="*/ 240322 w 1166779"/>
                  <a:gd name="connsiteY142" fmla="*/ 775821 h 1756264"/>
                  <a:gd name="connsiteX143" fmla="*/ 250770 w 1166779"/>
                  <a:gd name="connsiteY143" fmla="*/ 775821 h 1756264"/>
                  <a:gd name="connsiteX144" fmla="*/ 255995 w 1166779"/>
                  <a:gd name="connsiteY144" fmla="*/ 774080 h 1756264"/>
                  <a:gd name="connsiteX145" fmla="*/ 258607 w 1166779"/>
                  <a:gd name="connsiteY145" fmla="*/ 769726 h 1756264"/>
                  <a:gd name="connsiteX146" fmla="*/ 258607 w 1166779"/>
                  <a:gd name="connsiteY146" fmla="*/ 761890 h 1756264"/>
                  <a:gd name="connsiteX147" fmla="*/ 252512 w 1166779"/>
                  <a:gd name="connsiteY147" fmla="*/ 740992 h 1756264"/>
                  <a:gd name="connsiteX148" fmla="*/ 232485 w 1166779"/>
                  <a:gd name="connsiteY148" fmla="*/ 616478 h 1756264"/>
                  <a:gd name="connsiteX149" fmla="*/ 227261 w 1166779"/>
                  <a:gd name="connsiteY149" fmla="*/ 538112 h 1756264"/>
                  <a:gd name="connsiteX150" fmla="*/ 228132 w 1166779"/>
                  <a:gd name="connsiteY150" fmla="*/ 509378 h 1756264"/>
                  <a:gd name="connsiteX151" fmla="*/ 235097 w 1166779"/>
                  <a:gd name="connsiteY151" fmla="*/ 469324 h 1756264"/>
                  <a:gd name="connsiteX152" fmla="*/ 250770 w 1166779"/>
                  <a:gd name="connsiteY152" fmla="*/ 423175 h 1756264"/>
                  <a:gd name="connsiteX153" fmla="*/ 240322 w 1166779"/>
                  <a:gd name="connsiteY153" fmla="*/ 422305 h 1756264"/>
                  <a:gd name="connsiteX154" fmla="*/ 203751 w 1166779"/>
                  <a:gd name="connsiteY154" fmla="*/ 435366 h 1756264"/>
                  <a:gd name="connsiteX155" fmla="*/ 195915 w 1166779"/>
                  <a:gd name="connsiteY155" fmla="*/ 431883 h 1756264"/>
                  <a:gd name="connsiteX156" fmla="*/ 188078 w 1166779"/>
                  <a:gd name="connsiteY156" fmla="*/ 424046 h 1756264"/>
                  <a:gd name="connsiteX157" fmla="*/ 178500 w 1166779"/>
                  <a:gd name="connsiteY157" fmla="*/ 406632 h 1756264"/>
                  <a:gd name="connsiteX158" fmla="*/ 172405 w 1166779"/>
                  <a:gd name="connsiteY158" fmla="*/ 396183 h 1756264"/>
                  <a:gd name="connsiteX159" fmla="*/ 169793 w 1166779"/>
                  <a:gd name="connsiteY159" fmla="*/ 382251 h 1756264"/>
                  <a:gd name="connsiteX160" fmla="*/ 170664 w 1166779"/>
                  <a:gd name="connsiteY160" fmla="*/ 370931 h 1756264"/>
                  <a:gd name="connsiteX161" fmla="*/ 177629 w 1166779"/>
                  <a:gd name="connsiteY161" fmla="*/ 312592 h 1756264"/>
                  <a:gd name="connsiteX162" fmla="*/ 178500 w 1166779"/>
                  <a:gd name="connsiteY162" fmla="*/ 286470 h 1756264"/>
                  <a:gd name="connsiteX163" fmla="*/ 178500 w 1166779"/>
                  <a:gd name="connsiteY163" fmla="*/ 278634 h 1756264"/>
                  <a:gd name="connsiteX164" fmla="*/ 175888 w 1166779"/>
                  <a:gd name="connsiteY164" fmla="*/ 266444 h 1756264"/>
                  <a:gd name="connsiteX165" fmla="*/ 168922 w 1166779"/>
                  <a:gd name="connsiteY165" fmla="*/ 248158 h 1756264"/>
                  <a:gd name="connsiteX166" fmla="*/ 158473 w 1166779"/>
                  <a:gd name="connsiteY166" fmla="*/ 231615 h 1756264"/>
                  <a:gd name="connsiteX167" fmla="*/ 115807 w 1166779"/>
                  <a:gd name="connsiteY167" fmla="*/ 185466 h 1756264"/>
                  <a:gd name="connsiteX168" fmla="*/ 110583 w 1166779"/>
                  <a:gd name="connsiteY168" fmla="*/ 178500 h 1756264"/>
                  <a:gd name="connsiteX169" fmla="*/ 110583 w 1166779"/>
                  <a:gd name="connsiteY169" fmla="*/ 173275 h 1756264"/>
                  <a:gd name="connsiteX170" fmla="*/ 112325 w 1166779"/>
                  <a:gd name="connsiteY170" fmla="*/ 167180 h 1756264"/>
                  <a:gd name="connsiteX171" fmla="*/ 118420 w 1166779"/>
                  <a:gd name="connsiteY171" fmla="*/ 159344 h 1756264"/>
                  <a:gd name="connsiteX172" fmla="*/ 145412 w 1166779"/>
                  <a:gd name="connsiteY172" fmla="*/ 137576 h 1756264"/>
                  <a:gd name="connsiteX173" fmla="*/ 147154 w 1166779"/>
                  <a:gd name="connsiteY173" fmla="*/ 134093 h 1756264"/>
                  <a:gd name="connsiteX174" fmla="*/ 134093 w 1166779"/>
                  <a:gd name="connsiteY174" fmla="*/ 131480 h 1756264"/>
                  <a:gd name="connsiteX175" fmla="*/ 115807 w 1166779"/>
                  <a:gd name="connsiteY175" fmla="*/ 131480 h 1756264"/>
                  <a:gd name="connsiteX176" fmla="*/ 104488 w 1166779"/>
                  <a:gd name="connsiteY176" fmla="*/ 128868 h 1756264"/>
                  <a:gd name="connsiteX177" fmla="*/ 95780 w 1166779"/>
                  <a:gd name="connsiteY177" fmla="*/ 125385 h 1756264"/>
                  <a:gd name="connsiteX178" fmla="*/ 88815 w 1166779"/>
                  <a:gd name="connsiteY178" fmla="*/ 118419 h 1756264"/>
                  <a:gd name="connsiteX179" fmla="*/ 82719 w 1166779"/>
                  <a:gd name="connsiteY179" fmla="*/ 110583 h 1756264"/>
                  <a:gd name="connsiteX180" fmla="*/ 78366 w 1166779"/>
                  <a:gd name="connsiteY180" fmla="*/ 93168 h 1756264"/>
                  <a:gd name="connsiteX181" fmla="*/ 91427 w 1166779"/>
                  <a:gd name="connsiteY181" fmla="*/ 86202 h 1756264"/>
                  <a:gd name="connsiteX182" fmla="*/ 103617 w 1166779"/>
                  <a:gd name="connsiteY182" fmla="*/ 82719 h 1756264"/>
                  <a:gd name="connsiteX183" fmla="*/ 121902 w 1166779"/>
                  <a:gd name="connsiteY183" fmla="*/ 79237 h 1756264"/>
                  <a:gd name="connsiteX184" fmla="*/ 145412 w 1166779"/>
                  <a:gd name="connsiteY184" fmla="*/ 79237 h 1756264"/>
                  <a:gd name="connsiteX185" fmla="*/ 187207 w 1166779"/>
                  <a:gd name="connsiteY185" fmla="*/ 87073 h 1756264"/>
                  <a:gd name="connsiteX186" fmla="*/ 220295 w 1166779"/>
                  <a:gd name="connsiteY186" fmla="*/ 91427 h 1756264"/>
                  <a:gd name="connsiteX187" fmla="*/ 262961 w 1166779"/>
                  <a:gd name="connsiteY187" fmla="*/ 70529 h 1756264"/>
                  <a:gd name="connsiteX188" fmla="*/ 282117 w 1166779"/>
                  <a:gd name="connsiteY188" fmla="*/ 59210 h 1756264"/>
                  <a:gd name="connsiteX189" fmla="*/ 291695 w 1166779"/>
                  <a:gd name="connsiteY189" fmla="*/ 50502 h 1756264"/>
                  <a:gd name="connsiteX190" fmla="*/ 295178 w 1166779"/>
                  <a:gd name="connsiteY190" fmla="*/ 46149 h 1756264"/>
                  <a:gd name="connsiteX191" fmla="*/ 314334 w 1166779"/>
                  <a:gd name="connsiteY191" fmla="*/ 0 h 1756264"/>
                  <a:gd name="connsiteX192" fmla="*/ 346551 w 1166779"/>
                  <a:gd name="connsiteY192" fmla="*/ 14803 h 1756264"/>
                  <a:gd name="connsiteX193" fmla="*/ 351776 w 1166779"/>
                  <a:gd name="connsiteY193" fmla="*/ 30476 h 1756264"/>
                  <a:gd name="connsiteX194" fmla="*/ 353517 w 1166779"/>
                  <a:gd name="connsiteY194" fmla="*/ 44407 h 1756264"/>
                  <a:gd name="connsiteX195" fmla="*/ 352646 w 1166779"/>
                  <a:gd name="connsiteY195" fmla="*/ 72271 h 1756264"/>
                  <a:gd name="connsiteX196" fmla="*/ 356129 w 1166779"/>
                  <a:gd name="connsiteY196" fmla="*/ 78366 h 1756264"/>
                  <a:gd name="connsiteX197" fmla="*/ 360483 w 1166779"/>
                  <a:gd name="connsiteY197" fmla="*/ 75754 h 1756264"/>
                  <a:gd name="connsiteX198" fmla="*/ 370061 w 1166779"/>
                  <a:gd name="connsiteY198" fmla="*/ 61822 h 1756264"/>
                  <a:gd name="connsiteX199" fmla="*/ 374414 w 1166779"/>
                  <a:gd name="connsiteY199" fmla="*/ 56598 h 1756264"/>
                  <a:gd name="connsiteX200" fmla="*/ 379639 w 1166779"/>
                  <a:gd name="connsiteY200" fmla="*/ 54856 h 1756264"/>
                  <a:gd name="connsiteX201" fmla="*/ 383993 w 1166779"/>
                  <a:gd name="connsiteY201" fmla="*/ 55727 h 1756264"/>
                  <a:gd name="connsiteX202" fmla="*/ 388346 w 1166779"/>
                  <a:gd name="connsiteY202" fmla="*/ 61822 h 1756264"/>
                  <a:gd name="connsiteX203" fmla="*/ 390958 w 1166779"/>
                  <a:gd name="connsiteY203" fmla="*/ 72271 h 1756264"/>
                  <a:gd name="connsiteX204" fmla="*/ 392700 w 1166779"/>
                  <a:gd name="connsiteY204" fmla="*/ 83590 h 1756264"/>
                  <a:gd name="connsiteX205" fmla="*/ 392700 w 1166779"/>
                  <a:gd name="connsiteY205" fmla="*/ 94039 h 1756264"/>
                  <a:gd name="connsiteX206" fmla="*/ 391829 w 1166779"/>
                  <a:gd name="connsiteY206" fmla="*/ 101876 h 1756264"/>
                  <a:gd name="connsiteX207" fmla="*/ 390087 w 1166779"/>
                  <a:gd name="connsiteY207" fmla="*/ 112324 h 1756264"/>
                  <a:gd name="connsiteX208" fmla="*/ 385734 w 1166779"/>
                  <a:gd name="connsiteY208" fmla="*/ 125385 h 1756264"/>
                  <a:gd name="connsiteX209" fmla="*/ 365707 w 1166779"/>
                  <a:gd name="connsiteY209" fmla="*/ 162827 h 1756264"/>
                  <a:gd name="connsiteX210" fmla="*/ 363095 w 1166779"/>
                  <a:gd name="connsiteY210" fmla="*/ 170663 h 1756264"/>
                  <a:gd name="connsiteX211" fmla="*/ 360483 w 1166779"/>
                  <a:gd name="connsiteY211" fmla="*/ 184595 h 1756264"/>
                  <a:gd name="connsiteX212" fmla="*/ 361353 w 1166779"/>
                  <a:gd name="connsiteY212" fmla="*/ 195914 h 1756264"/>
                  <a:gd name="connsiteX213" fmla="*/ 363966 w 1166779"/>
                  <a:gd name="connsiteY213" fmla="*/ 205493 h 1756264"/>
                  <a:gd name="connsiteX214" fmla="*/ 372673 w 1166779"/>
                  <a:gd name="connsiteY214" fmla="*/ 223778 h 1756264"/>
                  <a:gd name="connsiteX215" fmla="*/ 397924 w 1166779"/>
                  <a:gd name="connsiteY215" fmla="*/ 249029 h 1756264"/>
                  <a:gd name="connsiteX216" fmla="*/ 404890 w 1166779"/>
                  <a:gd name="connsiteY216" fmla="*/ 261219 h 1756264"/>
                  <a:gd name="connsiteX217" fmla="*/ 413597 w 1166779"/>
                  <a:gd name="connsiteY217" fmla="*/ 282988 h 1756264"/>
                  <a:gd name="connsiteX218" fmla="*/ 419693 w 1166779"/>
                  <a:gd name="connsiteY218" fmla="*/ 291695 h 1756264"/>
                  <a:gd name="connsiteX219" fmla="*/ 426658 w 1166779"/>
                  <a:gd name="connsiteY219" fmla="*/ 299531 h 1756264"/>
                  <a:gd name="connsiteX220" fmla="*/ 466712 w 1166779"/>
                  <a:gd name="connsiteY220" fmla="*/ 327395 h 1756264"/>
                  <a:gd name="connsiteX221" fmla="*/ 493705 w 1166779"/>
                  <a:gd name="connsiteY221" fmla="*/ 330878 h 1756264"/>
                  <a:gd name="connsiteX222" fmla="*/ 560751 w 1166779"/>
                  <a:gd name="connsiteY222" fmla="*/ 323041 h 1756264"/>
                  <a:gd name="connsiteX223" fmla="*/ 572941 w 1166779"/>
                  <a:gd name="connsiteY223" fmla="*/ 319558 h 1756264"/>
                  <a:gd name="connsiteX224" fmla="*/ 586002 w 1166779"/>
                  <a:gd name="connsiteY224" fmla="*/ 310851 h 1756264"/>
                  <a:gd name="connsiteX225" fmla="*/ 627797 w 1166779"/>
                  <a:gd name="connsiteY225" fmla="*/ 276022 h 1756264"/>
                  <a:gd name="connsiteX226" fmla="*/ 629539 w 1166779"/>
                  <a:gd name="connsiteY226" fmla="*/ 272539 h 1756264"/>
                  <a:gd name="connsiteX227" fmla="*/ 638246 w 1166779"/>
                  <a:gd name="connsiteY227" fmla="*/ 252512 h 1756264"/>
                  <a:gd name="connsiteX228" fmla="*/ 648695 w 1166779"/>
                  <a:gd name="connsiteY228" fmla="*/ 216812 h 1756264"/>
                  <a:gd name="connsiteX229" fmla="*/ 649566 w 1166779"/>
                  <a:gd name="connsiteY229" fmla="*/ 209846 h 1756264"/>
                  <a:gd name="connsiteX230" fmla="*/ 649566 w 1166779"/>
                  <a:gd name="connsiteY230" fmla="*/ 202010 h 1756264"/>
                  <a:gd name="connsiteX231" fmla="*/ 642599 w 1166779"/>
                  <a:gd name="connsiteY231" fmla="*/ 166310 h 1756264"/>
                  <a:gd name="connsiteX232" fmla="*/ 642599 w 1166779"/>
                  <a:gd name="connsiteY232" fmla="*/ 154120 h 1756264"/>
                  <a:gd name="connsiteX233" fmla="*/ 645212 w 1166779"/>
                  <a:gd name="connsiteY233" fmla="*/ 149766 h 1756264"/>
                  <a:gd name="connsiteX234" fmla="*/ 656531 w 1166779"/>
                  <a:gd name="connsiteY234" fmla="*/ 148024 h 1756264"/>
                  <a:gd name="connsiteX235" fmla="*/ 672205 w 1166779"/>
                  <a:gd name="connsiteY235" fmla="*/ 148895 h 1756264"/>
                  <a:gd name="connsiteX236" fmla="*/ 679170 w 1166779"/>
                  <a:gd name="connsiteY236" fmla="*/ 153249 h 1756264"/>
                  <a:gd name="connsiteX237" fmla="*/ 686136 w 1166779"/>
                  <a:gd name="connsiteY237" fmla="*/ 161085 h 1756264"/>
                  <a:gd name="connsiteX238" fmla="*/ 693973 w 1166779"/>
                  <a:gd name="connsiteY238" fmla="*/ 175888 h 1756264"/>
                  <a:gd name="connsiteX239" fmla="*/ 709646 w 1166779"/>
                  <a:gd name="connsiteY239" fmla="*/ 199397 h 1756264"/>
                  <a:gd name="connsiteX240" fmla="*/ 753182 w 1166779"/>
                  <a:gd name="connsiteY240" fmla="*/ 245546 h 1756264"/>
                  <a:gd name="connsiteX241" fmla="*/ 758407 w 1166779"/>
                  <a:gd name="connsiteY241" fmla="*/ 253383 h 1756264"/>
                  <a:gd name="connsiteX242" fmla="*/ 763631 w 1166779"/>
                  <a:gd name="connsiteY242" fmla="*/ 264702 h 1756264"/>
                  <a:gd name="connsiteX243" fmla="*/ 771468 w 1166779"/>
                  <a:gd name="connsiteY243" fmla="*/ 288212 h 1756264"/>
                  <a:gd name="connsiteX244" fmla="*/ 780175 w 1166779"/>
                  <a:gd name="connsiteY244" fmla="*/ 303015 h 1756264"/>
                  <a:gd name="connsiteX245" fmla="*/ 803685 w 1166779"/>
                  <a:gd name="connsiteY245" fmla="*/ 326524 h 1756264"/>
                  <a:gd name="connsiteX246" fmla="*/ 860282 w 1166779"/>
                  <a:gd name="connsiteY246" fmla="*/ 360483 h 1756264"/>
                  <a:gd name="connsiteX247" fmla="*/ 877697 w 1166779"/>
                  <a:gd name="connsiteY247" fmla="*/ 367449 h 1756264"/>
                  <a:gd name="connsiteX248" fmla="*/ 893370 w 1166779"/>
                  <a:gd name="connsiteY248" fmla="*/ 368319 h 1756264"/>
                  <a:gd name="connsiteX249" fmla="*/ 911656 w 1166779"/>
                  <a:gd name="connsiteY249" fmla="*/ 355258 h 1756264"/>
                  <a:gd name="connsiteX250" fmla="*/ 963029 w 1166779"/>
                  <a:gd name="connsiteY250" fmla="*/ 307368 h 175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Lst>
                <a:rect l="l" t="t" r="r" b="b"/>
                <a:pathLst>
                  <a:path w="1166779" h="1756264">
                    <a:moveTo>
                      <a:pt x="963029" y="307368"/>
                    </a:moveTo>
                    <a:lnTo>
                      <a:pt x="1063163" y="353517"/>
                    </a:lnTo>
                    <a:lnTo>
                      <a:pt x="1068387" y="359612"/>
                    </a:lnTo>
                    <a:lnTo>
                      <a:pt x="1070999" y="366578"/>
                    </a:lnTo>
                    <a:lnTo>
                      <a:pt x="1075353" y="382251"/>
                    </a:lnTo>
                    <a:lnTo>
                      <a:pt x="1099733" y="435366"/>
                    </a:lnTo>
                    <a:lnTo>
                      <a:pt x="1104958" y="453651"/>
                    </a:lnTo>
                    <a:lnTo>
                      <a:pt x="1109312" y="472807"/>
                    </a:lnTo>
                    <a:lnTo>
                      <a:pt x="1104087" y="575553"/>
                    </a:lnTo>
                    <a:lnTo>
                      <a:pt x="1104958" y="587743"/>
                    </a:lnTo>
                    <a:lnTo>
                      <a:pt x="1110182" y="595580"/>
                    </a:lnTo>
                    <a:lnTo>
                      <a:pt x="1118019" y="599934"/>
                    </a:lnTo>
                    <a:lnTo>
                      <a:pt x="1126726" y="607770"/>
                    </a:lnTo>
                    <a:lnTo>
                      <a:pt x="1129338" y="617348"/>
                    </a:lnTo>
                    <a:lnTo>
                      <a:pt x="1132822" y="640858"/>
                    </a:lnTo>
                    <a:lnTo>
                      <a:pt x="1137175" y="648695"/>
                    </a:lnTo>
                    <a:lnTo>
                      <a:pt x="1143270" y="654790"/>
                    </a:lnTo>
                    <a:lnTo>
                      <a:pt x="1150236" y="659144"/>
                    </a:lnTo>
                    <a:lnTo>
                      <a:pt x="1156331" y="664368"/>
                    </a:lnTo>
                    <a:lnTo>
                      <a:pt x="1163297" y="673946"/>
                    </a:lnTo>
                    <a:lnTo>
                      <a:pt x="1165909" y="680912"/>
                    </a:lnTo>
                    <a:lnTo>
                      <a:pt x="1166780" y="689619"/>
                    </a:lnTo>
                    <a:lnTo>
                      <a:pt x="1165038" y="707905"/>
                    </a:lnTo>
                    <a:lnTo>
                      <a:pt x="1165038" y="725319"/>
                    </a:lnTo>
                    <a:lnTo>
                      <a:pt x="1166780" y="749700"/>
                    </a:lnTo>
                    <a:lnTo>
                      <a:pt x="1159814" y="750570"/>
                    </a:lnTo>
                    <a:lnTo>
                      <a:pt x="1151107" y="759278"/>
                    </a:lnTo>
                    <a:lnTo>
                      <a:pt x="1145883" y="761890"/>
                    </a:lnTo>
                    <a:lnTo>
                      <a:pt x="1133692" y="765373"/>
                    </a:lnTo>
                    <a:lnTo>
                      <a:pt x="1128468" y="767985"/>
                    </a:lnTo>
                    <a:lnTo>
                      <a:pt x="1113665" y="779304"/>
                    </a:lnTo>
                    <a:lnTo>
                      <a:pt x="1106700" y="787141"/>
                    </a:lnTo>
                    <a:lnTo>
                      <a:pt x="1100604" y="795848"/>
                    </a:lnTo>
                    <a:lnTo>
                      <a:pt x="1050102" y="899465"/>
                    </a:lnTo>
                    <a:lnTo>
                      <a:pt x="1046619" y="909043"/>
                    </a:lnTo>
                    <a:lnTo>
                      <a:pt x="1046619" y="915138"/>
                    </a:lnTo>
                    <a:lnTo>
                      <a:pt x="1047489" y="928199"/>
                    </a:lnTo>
                    <a:lnTo>
                      <a:pt x="1047489" y="935165"/>
                    </a:lnTo>
                    <a:lnTo>
                      <a:pt x="1046619" y="941260"/>
                    </a:lnTo>
                    <a:lnTo>
                      <a:pt x="1044007" y="946485"/>
                    </a:lnTo>
                    <a:lnTo>
                      <a:pt x="1037912" y="955192"/>
                    </a:lnTo>
                    <a:lnTo>
                      <a:pt x="1031816" y="970865"/>
                    </a:lnTo>
                    <a:lnTo>
                      <a:pt x="1028334" y="976090"/>
                    </a:lnTo>
                    <a:lnTo>
                      <a:pt x="1021368" y="982185"/>
                    </a:lnTo>
                    <a:lnTo>
                      <a:pt x="1015273" y="992633"/>
                    </a:lnTo>
                    <a:lnTo>
                      <a:pt x="1010919" y="1004824"/>
                    </a:lnTo>
                    <a:lnTo>
                      <a:pt x="1008307" y="1016143"/>
                    </a:lnTo>
                    <a:lnTo>
                      <a:pt x="1008307" y="1030946"/>
                    </a:lnTo>
                    <a:lnTo>
                      <a:pt x="1011790" y="1038782"/>
                    </a:lnTo>
                    <a:lnTo>
                      <a:pt x="1028334" y="1049231"/>
                    </a:lnTo>
                    <a:lnTo>
                      <a:pt x="1033558" y="1055326"/>
                    </a:lnTo>
                    <a:lnTo>
                      <a:pt x="1035300" y="1062292"/>
                    </a:lnTo>
                    <a:lnTo>
                      <a:pt x="1037041" y="1077094"/>
                    </a:lnTo>
                    <a:lnTo>
                      <a:pt x="1041395" y="1091026"/>
                    </a:lnTo>
                    <a:lnTo>
                      <a:pt x="1047489" y="1103216"/>
                    </a:lnTo>
                    <a:lnTo>
                      <a:pt x="1071870" y="1137175"/>
                    </a:lnTo>
                    <a:lnTo>
                      <a:pt x="1081448" y="1146753"/>
                    </a:lnTo>
                    <a:lnTo>
                      <a:pt x="1111924" y="1166780"/>
                    </a:lnTo>
                    <a:lnTo>
                      <a:pt x="1119761" y="1175487"/>
                    </a:lnTo>
                    <a:lnTo>
                      <a:pt x="1127597" y="1185065"/>
                    </a:lnTo>
                    <a:lnTo>
                      <a:pt x="1151977" y="1229472"/>
                    </a:lnTo>
                    <a:lnTo>
                      <a:pt x="1156331" y="1241663"/>
                    </a:lnTo>
                    <a:lnTo>
                      <a:pt x="1157202" y="1252982"/>
                    </a:lnTo>
                    <a:lnTo>
                      <a:pt x="1156331" y="1265172"/>
                    </a:lnTo>
                    <a:lnTo>
                      <a:pt x="1152848" y="1275621"/>
                    </a:lnTo>
                    <a:lnTo>
                      <a:pt x="1146753" y="1279975"/>
                    </a:lnTo>
                    <a:lnTo>
                      <a:pt x="1142399" y="1280845"/>
                    </a:lnTo>
                    <a:lnTo>
                      <a:pt x="1129338" y="1286941"/>
                    </a:lnTo>
                    <a:lnTo>
                      <a:pt x="1109312" y="1286070"/>
                    </a:lnTo>
                    <a:lnTo>
                      <a:pt x="1104087" y="1287811"/>
                    </a:lnTo>
                    <a:lnTo>
                      <a:pt x="1062292" y="1340055"/>
                    </a:lnTo>
                    <a:lnTo>
                      <a:pt x="1054456" y="1347892"/>
                    </a:lnTo>
                    <a:lnTo>
                      <a:pt x="1045748" y="1352246"/>
                    </a:lnTo>
                    <a:lnTo>
                      <a:pt x="1017014" y="1354858"/>
                    </a:lnTo>
                    <a:lnTo>
                      <a:pt x="1009178" y="1358341"/>
                    </a:lnTo>
                    <a:lnTo>
                      <a:pt x="992633" y="1372272"/>
                    </a:lnTo>
                    <a:lnTo>
                      <a:pt x="926458" y="1398394"/>
                    </a:lnTo>
                    <a:lnTo>
                      <a:pt x="893370" y="1417550"/>
                    </a:lnTo>
                    <a:lnTo>
                      <a:pt x="882922" y="1427999"/>
                    </a:lnTo>
                    <a:lnTo>
                      <a:pt x="846351" y="1479372"/>
                    </a:lnTo>
                    <a:lnTo>
                      <a:pt x="814134" y="1513331"/>
                    </a:lnTo>
                    <a:lnTo>
                      <a:pt x="810651" y="1521167"/>
                    </a:lnTo>
                    <a:lnTo>
                      <a:pt x="803685" y="1539453"/>
                    </a:lnTo>
                    <a:lnTo>
                      <a:pt x="794977" y="1555126"/>
                    </a:lnTo>
                    <a:lnTo>
                      <a:pt x="783658" y="1567316"/>
                    </a:lnTo>
                    <a:lnTo>
                      <a:pt x="758407" y="1588213"/>
                    </a:lnTo>
                    <a:lnTo>
                      <a:pt x="752312" y="1594309"/>
                    </a:lnTo>
                    <a:lnTo>
                      <a:pt x="745346" y="1613465"/>
                    </a:lnTo>
                    <a:lnTo>
                      <a:pt x="740121" y="1620431"/>
                    </a:lnTo>
                    <a:lnTo>
                      <a:pt x="668721" y="1651777"/>
                    </a:lnTo>
                    <a:lnTo>
                      <a:pt x="659144" y="1657872"/>
                    </a:lnTo>
                    <a:lnTo>
                      <a:pt x="651307" y="1665709"/>
                    </a:lnTo>
                    <a:lnTo>
                      <a:pt x="642599" y="1669192"/>
                    </a:lnTo>
                    <a:lnTo>
                      <a:pt x="626926" y="1668321"/>
                    </a:lnTo>
                    <a:lnTo>
                      <a:pt x="606900" y="1671804"/>
                    </a:lnTo>
                    <a:lnTo>
                      <a:pt x="540724" y="1700538"/>
                    </a:lnTo>
                    <a:lnTo>
                      <a:pt x="500670" y="1731014"/>
                    </a:lnTo>
                    <a:lnTo>
                      <a:pt x="495446" y="1731884"/>
                    </a:lnTo>
                    <a:lnTo>
                      <a:pt x="491963" y="1737109"/>
                    </a:lnTo>
                    <a:lnTo>
                      <a:pt x="449298" y="1740591"/>
                    </a:lnTo>
                    <a:lnTo>
                      <a:pt x="436237" y="1744945"/>
                    </a:lnTo>
                    <a:lnTo>
                      <a:pt x="429270" y="1745816"/>
                    </a:lnTo>
                    <a:lnTo>
                      <a:pt x="358741" y="1737109"/>
                    </a:lnTo>
                    <a:lnTo>
                      <a:pt x="350034" y="1737979"/>
                    </a:lnTo>
                    <a:lnTo>
                      <a:pt x="323042" y="1751911"/>
                    </a:lnTo>
                    <a:lnTo>
                      <a:pt x="314334" y="1755394"/>
                    </a:lnTo>
                    <a:lnTo>
                      <a:pt x="305627" y="1756265"/>
                    </a:lnTo>
                    <a:lnTo>
                      <a:pt x="235097" y="1742333"/>
                    </a:lnTo>
                    <a:lnTo>
                      <a:pt x="176758" y="1743204"/>
                    </a:lnTo>
                    <a:lnTo>
                      <a:pt x="154120" y="1737109"/>
                    </a:lnTo>
                    <a:lnTo>
                      <a:pt x="138446" y="1735367"/>
                    </a:lnTo>
                    <a:lnTo>
                      <a:pt x="103617" y="1741462"/>
                    </a:lnTo>
                    <a:lnTo>
                      <a:pt x="95780" y="1564704"/>
                    </a:lnTo>
                    <a:lnTo>
                      <a:pt x="95780" y="1555997"/>
                    </a:lnTo>
                    <a:lnTo>
                      <a:pt x="100134" y="1540323"/>
                    </a:lnTo>
                    <a:lnTo>
                      <a:pt x="102746" y="1522909"/>
                    </a:lnTo>
                    <a:lnTo>
                      <a:pt x="104488" y="1506365"/>
                    </a:lnTo>
                    <a:lnTo>
                      <a:pt x="104488" y="1492433"/>
                    </a:lnTo>
                    <a:lnTo>
                      <a:pt x="103617" y="1477631"/>
                    </a:lnTo>
                    <a:lnTo>
                      <a:pt x="89685" y="1406231"/>
                    </a:lnTo>
                    <a:lnTo>
                      <a:pt x="87073" y="1372272"/>
                    </a:lnTo>
                    <a:lnTo>
                      <a:pt x="86203" y="1327865"/>
                    </a:lnTo>
                    <a:lnTo>
                      <a:pt x="84461" y="1271267"/>
                    </a:lnTo>
                    <a:lnTo>
                      <a:pt x="27864" y="1097992"/>
                    </a:lnTo>
                    <a:lnTo>
                      <a:pt x="3483" y="1050102"/>
                    </a:lnTo>
                    <a:lnTo>
                      <a:pt x="871" y="1041394"/>
                    </a:lnTo>
                    <a:lnTo>
                      <a:pt x="0" y="1034429"/>
                    </a:lnTo>
                    <a:lnTo>
                      <a:pt x="871" y="1023109"/>
                    </a:lnTo>
                    <a:lnTo>
                      <a:pt x="11319" y="969124"/>
                    </a:lnTo>
                    <a:lnTo>
                      <a:pt x="26122" y="958675"/>
                    </a:lnTo>
                    <a:lnTo>
                      <a:pt x="29605" y="951709"/>
                    </a:lnTo>
                    <a:lnTo>
                      <a:pt x="33959" y="940390"/>
                    </a:lnTo>
                    <a:lnTo>
                      <a:pt x="41795" y="878568"/>
                    </a:lnTo>
                    <a:lnTo>
                      <a:pt x="45278" y="863765"/>
                    </a:lnTo>
                    <a:lnTo>
                      <a:pt x="50502" y="856799"/>
                    </a:lnTo>
                    <a:lnTo>
                      <a:pt x="57469" y="854187"/>
                    </a:lnTo>
                    <a:lnTo>
                      <a:pt x="77495" y="851575"/>
                    </a:lnTo>
                    <a:lnTo>
                      <a:pt x="173276" y="839385"/>
                    </a:lnTo>
                    <a:lnTo>
                      <a:pt x="200268" y="823712"/>
                    </a:lnTo>
                    <a:lnTo>
                      <a:pt x="212459" y="799331"/>
                    </a:lnTo>
                    <a:lnTo>
                      <a:pt x="221166" y="785400"/>
                    </a:lnTo>
                    <a:lnTo>
                      <a:pt x="230744" y="777563"/>
                    </a:lnTo>
                    <a:lnTo>
                      <a:pt x="240322" y="775821"/>
                    </a:lnTo>
                    <a:lnTo>
                      <a:pt x="250770" y="775821"/>
                    </a:lnTo>
                    <a:lnTo>
                      <a:pt x="255995" y="774080"/>
                    </a:lnTo>
                    <a:lnTo>
                      <a:pt x="258607" y="769726"/>
                    </a:lnTo>
                    <a:lnTo>
                      <a:pt x="258607" y="761890"/>
                    </a:lnTo>
                    <a:lnTo>
                      <a:pt x="252512" y="740992"/>
                    </a:lnTo>
                    <a:lnTo>
                      <a:pt x="232485" y="616478"/>
                    </a:lnTo>
                    <a:lnTo>
                      <a:pt x="227261" y="538112"/>
                    </a:lnTo>
                    <a:lnTo>
                      <a:pt x="228132" y="509378"/>
                    </a:lnTo>
                    <a:lnTo>
                      <a:pt x="235097" y="469324"/>
                    </a:lnTo>
                    <a:lnTo>
                      <a:pt x="250770" y="423175"/>
                    </a:lnTo>
                    <a:lnTo>
                      <a:pt x="240322" y="422305"/>
                    </a:lnTo>
                    <a:lnTo>
                      <a:pt x="203751" y="435366"/>
                    </a:lnTo>
                    <a:lnTo>
                      <a:pt x="195915" y="431883"/>
                    </a:lnTo>
                    <a:lnTo>
                      <a:pt x="188078" y="424046"/>
                    </a:lnTo>
                    <a:lnTo>
                      <a:pt x="178500" y="406632"/>
                    </a:lnTo>
                    <a:lnTo>
                      <a:pt x="172405" y="396183"/>
                    </a:lnTo>
                    <a:lnTo>
                      <a:pt x="169793" y="382251"/>
                    </a:lnTo>
                    <a:lnTo>
                      <a:pt x="170664" y="370931"/>
                    </a:lnTo>
                    <a:lnTo>
                      <a:pt x="177629" y="312592"/>
                    </a:lnTo>
                    <a:lnTo>
                      <a:pt x="178500" y="286470"/>
                    </a:lnTo>
                    <a:lnTo>
                      <a:pt x="178500" y="278634"/>
                    </a:lnTo>
                    <a:lnTo>
                      <a:pt x="175888" y="266444"/>
                    </a:lnTo>
                    <a:lnTo>
                      <a:pt x="168922" y="248158"/>
                    </a:lnTo>
                    <a:lnTo>
                      <a:pt x="158473" y="231615"/>
                    </a:lnTo>
                    <a:lnTo>
                      <a:pt x="115807" y="185466"/>
                    </a:lnTo>
                    <a:lnTo>
                      <a:pt x="110583" y="178500"/>
                    </a:lnTo>
                    <a:lnTo>
                      <a:pt x="110583" y="173275"/>
                    </a:lnTo>
                    <a:lnTo>
                      <a:pt x="112325" y="167180"/>
                    </a:lnTo>
                    <a:lnTo>
                      <a:pt x="118420" y="159344"/>
                    </a:lnTo>
                    <a:lnTo>
                      <a:pt x="145412" y="137576"/>
                    </a:lnTo>
                    <a:lnTo>
                      <a:pt x="147154" y="134093"/>
                    </a:lnTo>
                    <a:lnTo>
                      <a:pt x="134093" y="131480"/>
                    </a:lnTo>
                    <a:lnTo>
                      <a:pt x="115807" y="131480"/>
                    </a:lnTo>
                    <a:lnTo>
                      <a:pt x="104488" y="128868"/>
                    </a:lnTo>
                    <a:lnTo>
                      <a:pt x="95780" y="125385"/>
                    </a:lnTo>
                    <a:lnTo>
                      <a:pt x="88815" y="118419"/>
                    </a:lnTo>
                    <a:lnTo>
                      <a:pt x="82719" y="110583"/>
                    </a:lnTo>
                    <a:lnTo>
                      <a:pt x="78366" y="93168"/>
                    </a:lnTo>
                    <a:lnTo>
                      <a:pt x="91427" y="86202"/>
                    </a:lnTo>
                    <a:lnTo>
                      <a:pt x="103617" y="82719"/>
                    </a:lnTo>
                    <a:lnTo>
                      <a:pt x="121902" y="79237"/>
                    </a:lnTo>
                    <a:lnTo>
                      <a:pt x="145412" y="79237"/>
                    </a:lnTo>
                    <a:lnTo>
                      <a:pt x="187207" y="87073"/>
                    </a:lnTo>
                    <a:lnTo>
                      <a:pt x="220295" y="91427"/>
                    </a:lnTo>
                    <a:lnTo>
                      <a:pt x="262961" y="70529"/>
                    </a:lnTo>
                    <a:lnTo>
                      <a:pt x="282117" y="59210"/>
                    </a:lnTo>
                    <a:lnTo>
                      <a:pt x="291695" y="50502"/>
                    </a:lnTo>
                    <a:lnTo>
                      <a:pt x="295178" y="46149"/>
                    </a:lnTo>
                    <a:lnTo>
                      <a:pt x="314334" y="0"/>
                    </a:lnTo>
                    <a:lnTo>
                      <a:pt x="346551" y="14803"/>
                    </a:lnTo>
                    <a:lnTo>
                      <a:pt x="351776" y="30476"/>
                    </a:lnTo>
                    <a:lnTo>
                      <a:pt x="353517" y="44407"/>
                    </a:lnTo>
                    <a:lnTo>
                      <a:pt x="352646" y="72271"/>
                    </a:lnTo>
                    <a:lnTo>
                      <a:pt x="356129" y="78366"/>
                    </a:lnTo>
                    <a:lnTo>
                      <a:pt x="360483" y="75754"/>
                    </a:lnTo>
                    <a:lnTo>
                      <a:pt x="370061" y="61822"/>
                    </a:lnTo>
                    <a:lnTo>
                      <a:pt x="374414" y="56598"/>
                    </a:lnTo>
                    <a:lnTo>
                      <a:pt x="379639" y="54856"/>
                    </a:lnTo>
                    <a:lnTo>
                      <a:pt x="383993" y="55727"/>
                    </a:lnTo>
                    <a:lnTo>
                      <a:pt x="388346" y="61822"/>
                    </a:lnTo>
                    <a:lnTo>
                      <a:pt x="390958" y="72271"/>
                    </a:lnTo>
                    <a:lnTo>
                      <a:pt x="392700" y="83590"/>
                    </a:lnTo>
                    <a:lnTo>
                      <a:pt x="392700" y="94039"/>
                    </a:lnTo>
                    <a:lnTo>
                      <a:pt x="391829" y="101876"/>
                    </a:lnTo>
                    <a:lnTo>
                      <a:pt x="390087" y="112324"/>
                    </a:lnTo>
                    <a:lnTo>
                      <a:pt x="385734" y="125385"/>
                    </a:lnTo>
                    <a:lnTo>
                      <a:pt x="365707" y="162827"/>
                    </a:lnTo>
                    <a:lnTo>
                      <a:pt x="363095" y="170663"/>
                    </a:lnTo>
                    <a:lnTo>
                      <a:pt x="360483" y="184595"/>
                    </a:lnTo>
                    <a:lnTo>
                      <a:pt x="361353" y="195914"/>
                    </a:lnTo>
                    <a:lnTo>
                      <a:pt x="363966" y="205493"/>
                    </a:lnTo>
                    <a:lnTo>
                      <a:pt x="372673" y="223778"/>
                    </a:lnTo>
                    <a:lnTo>
                      <a:pt x="397924" y="249029"/>
                    </a:lnTo>
                    <a:lnTo>
                      <a:pt x="404890" y="261219"/>
                    </a:lnTo>
                    <a:lnTo>
                      <a:pt x="413597" y="282988"/>
                    </a:lnTo>
                    <a:lnTo>
                      <a:pt x="419693" y="291695"/>
                    </a:lnTo>
                    <a:lnTo>
                      <a:pt x="426658" y="299531"/>
                    </a:lnTo>
                    <a:lnTo>
                      <a:pt x="466712" y="327395"/>
                    </a:lnTo>
                    <a:lnTo>
                      <a:pt x="493705" y="330878"/>
                    </a:lnTo>
                    <a:lnTo>
                      <a:pt x="560751" y="323041"/>
                    </a:lnTo>
                    <a:lnTo>
                      <a:pt x="572941" y="319558"/>
                    </a:lnTo>
                    <a:lnTo>
                      <a:pt x="586002" y="310851"/>
                    </a:lnTo>
                    <a:lnTo>
                      <a:pt x="627797" y="276022"/>
                    </a:lnTo>
                    <a:lnTo>
                      <a:pt x="629539" y="272539"/>
                    </a:lnTo>
                    <a:lnTo>
                      <a:pt x="638246" y="252512"/>
                    </a:lnTo>
                    <a:lnTo>
                      <a:pt x="648695" y="216812"/>
                    </a:lnTo>
                    <a:lnTo>
                      <a:pt x="649566" y="209846"/>
                    </a:lnTo>
                    <a:lnTo>
                      <a:pt x="649566" y="202010"/>
                    </a:lnTo>
                    <a:lnTo>
                      <a:pt x="642599" y="166310"/>
                    </a:lnTo>
                    <a:lnTo>
                      <a:pt x="642599" y="154120"/>
                    </a:lnTo>
                    <a:lnTo>
                      <a:pt x="645212" y="149766"/>
                    </a:lnTo>
                    <a:lnTo>
                      <a:pt x="656531" y="148024"/>
                    </a:lnTo>
                    <a:lnTo>
                      <a:pt x="672205" y="148895"/>
                    </a:lnTo>
                    <a:lnTo>
                      <a:pt x="679170" y="153249"/>
                    </a:lnTo>
                    <a:lnTo>
                      <a:pt x="686136" y="161085"/>
                    </a:lnTo>
                    <a:lnTo>
                      <a:pt x="693973" y="175888"/>
                    </a:lnTo>
                    <a:lnTo>
                      <a:pt x="709646" y="199397"/>
                    </a:lnTo>
                    <a:lnTo>
                      <a:pt x="753182" y="245546"/>
                    </a:lnTo>
                    <a:lnTo>
                      <a:pt x="758407" y="253383"/>
                    </a:lnTo>
                    <a:lnTo>
                      <a:pt x="763631" y="264702"/>
                    </a:lnTo>
                    <a:lnTo>
                      <a:pt x="771468" y="288212"/>
                    </a:lnTo>
                    <a:lnTo>
                      <a:pt x="780175" y="303015"/>
                    </a:lnTo>
                    <a:lnTo>
                      <a:pt x="803685" y="326524"/>
                    </a:lnTo>
                    <a:lnTo>
                      <a:pt x="860282" y="360483"/>
                    </a:lnTo>
                    <a:lnTo>
                      <a:pt x="877697" y="367449"/>
                    </a:lnTo>
                    <a:lnTo>
                      <a:pt x="893370" y="368319"/>
                    </a:lnTo>
                    <a:lnTo>
                      <a:pt x="911656" y="355258"/>
                    </a:lnTo>
                    <a:lnTo>
                      <a:pt x="963029" y="307368"/>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56" name="Freeform: Shape 55">
                <a:extLst>
                  <a:ext uri="{FF2B5EF4-FFF2-40B4-BE49-F238E27FC236}">
                    <a16:creationId xmlns:a16="http://schemas.microsoft.com/office/drawing/2014/main" id="{AC4E1FE6-14C2-A796-9F21-AD0437A67D8B}"/>
                  </a:ext>
                </a:extLst>
              </p:cNvPr>
              <p:cNvSpPr>
                <a:spLocks/>
              </p:cNvSpPr>
              <p:nvPr/>
            </p:nvSpPr>
            <p:spPr>
              <a:xfrm>
                <a:off x="7258662" y="4551088"/>
                <a:ext cx="2317886" cy="1340925"/>
              </a:xfrm>
              <a:custGeom>
                <a:avLst/>
                <a:gdLst>
                  <a:gd name="connsiteX0" fmla="*/ 2224718 w 2317886"/>
                  <a:gd name="connsiteY0" fmla="*/ 258607 h 1340925"/>
                  <a:gd name="connsiteX1" fmla="*/ 2214269 w 2317886"/>
                  <a:gd name="connsiteY1" fmla="*/ 312592 h 1340925"/>
                  <a:gd name="connsiteX2" fmla="*/ 2213398 w 2317886"/>
                  <a:gd name="connsiteY2" fmla="*/ 323912 h 1340925"/>
                  <a:gd name="connsiteX3" fmla="*/ 2214269 w 2317886"/>
                  <a:gd name="connsiteY3" fmla="*/ 330878 h 1340925"/>
                  <a:gd name="connsiteX4" fmla="*/ 2216882 w 2317886"/>
                  <a:gd name="connsiteY4" fmla="*/ 339585 h 1340925"/>
                  <a:gd name="connsiteX5" fmla="*/ 2241262 w 2317886"/>
                  <a:gd name="connsiteY5" fmla="*/ 387475 h 1340925"/>
                  <a:gd name="connsiteX6" fmla="*/ 2297859 w 2317886"/>
                  <a:gd name="connsiteY6" fmla="*/ 560751 h 1340925"/>
                  <a:gd name="connsiteX7" fmla="*/ 2299601 w 2317886"/>
                  <a:gd name="connsiteY7" fmla="*/ 617348 h 1340925"/>
                  <a:gd name="connsiteX8" fmla="*/ 2300472 w 2317886"/>
                  <a:gd name="connsiteY8" fmla="*/ 661756 h 1340925"/>
                  <a:gd name="connsiteX9" fmla="*/ 2303084 w 2317886"/>
                  <a:gd name="connsiteY9" fmla="*/ 695714 h 1340925"/>
                  <a:gd name="connsiteX10" fmla="*/ 2317016 w 2317886"/>
                  <a:gd name="connsiteY10" fmla="*/ 767114 h 1340925"/>
                  <a:gd name="connsiteX11" fmla="*/ 2317886 w 2317886"/>
                  <a:gd name="connsiteY11" fmla="*/ 781916 h 1340925"/>
                  <a:gd name="connsiteX12" fmla="*/ 2317886 w 2317886"/>
                  <a:gd name="connsiteY12" fmla="*/ 795848 h 1340925"/>
                  <a:gd name="connsiteX13" fmla="*/ 2316145 w 2317886"/>
                  <a:gd name="connsiteY13" fmla="*/ 812392 h 1340925"/>
                  <a:gd name="connsiteX14" fmla="*/ 2313532 w 2317886"/>
                  <a:gd name="connsiteY14" fmla="*/ 829807 h 1340925"/>
                  <a:gd name="connsiteX15" fmla="*/ 2309179 w 2317886"/>
                  <a:gd name="connsiteY15" fmla="*/ 845480 h 1340925"/>
                  <a:gd name="connsiteX16" fmla="*/ 2309179 w 2317886"/>
                  <a:gd name="connsiteY16" fmla="*/ 854187 h 1340925"/>
                  <a:gd name="connsiteX17" fmla="*/ 2317016 w 2317886"/>
                  <a:gd name="connsiteY17" fmla="*/ 1030946 h 1340925"/>
                  <a:gd name="connsiteX18" fmla="*/ 1971335 w 2317886"/>
                  <a:gd name="connsiteY18" fmla="*/ 1086672 h 1340925"/>
                  <a:gd name="connsiteX19" fmla="*/ 1849433 w 2317886"/>
                  <a:gd name="connsiteY19" fmla="*/ 1139787 h 1340925"/>
                  <a:gd name="connsiteX20" fmla="*/ 1728401 w 2317886"/>
                  <a:gd name="connsiteY20" fmla="*/ 1192902 h 1340925"/>
                  <a:gd name="connsiteX21" fmla="*/ 1621301 w 2317886"/>
                  <a:gd name="connsiteY21" fmla="*/ 1248628 h 1340925"/>
                  <a:gd name="connsiteX22" fmla="*/ 1602145 w 2317886"/>
                  <a:gd name="connsiteY22" fmla="*/ 1259077 h 1340925"/>
                  <a:gd name="connsiteX23" fmla="*/ 1589955 w 2317886"/>
                  <a:gd name="connsiteY23" fmla="*/ 1268655 h 1340925"/>
                  <a:gd name="connsiteX24" fmla="*/ 1581248 w 2317886"/>
                  <a:gd name="connsiteY24" fmla="*/ 1272138 h 1340925"/>
                  <a:gd name="connsiteX25" fmla="*/ 1567316 w 2317886"/>
                  <a:gd name="connsiteY25" fmla="*/ 1279975 h 1340925"/>
                  <a:gd name="connsiteX26" fmla="*/ 1552514 w 2317886"/>
                  <a:gd name="connsiteY26" fmla="*/ 1282587 h 1340925"/>
                  <a:gd name="connsiteX27" fmla="*/ 1547289 w 2317886"/>
                  <a:gd name="connsiteY27" fmla="*/ 1284328 h 1340925"/>
                  <a:gd name="connsiteX28" fmla="*/ 1497657 w 2317886"/>
                  <a:gd name="connsiteY28" fmla="*/ 1337443 h 1340925"/>
                  <a:gd name="connsiteX29" fmla="*/ 1486338 w 2317886"/>
                  <a:gd name="connsiteY29" fmla="*/ 1340926 h 1340925"/>
                  <a:gd name="connsiteX30" fmla="*/ 1475889 w 2317886"/>
                  <a:gd name="connsiteY30" fmla="*/ 1327865 h 1340925"/>
                  <a:gd name="connsiteX31" fmla="*/ 1469794 w 2317886"/>
                  <a:gd name="connsiteY31" fmla="*/ 1321770 h 1340925"/>
                  <a:gd name="connsiteX32" fmla="*/ 1464570 w 2317886"/>
                  <a:gd name="connsiteY32" fmla="*/ 1320028 h 1340925"/>
                  <a:gd name="connsiteX33" fmla="*/ 1385333 w 2317886"/>
                  <a:gd name="connsiteY33" fmla="*/ 1319158 h 1340925"/>
                  <a:gd name="connsiteX34" fmla="*/ 1360082 w 2317886"/>
                  <a:gd name="connsiteY34" fmla="*/ 1315675 h 1340925"/>
                  <a:gd name="connsiteX35" fmla="*/ 1357470 w 2317886"/>
                  <a:gd name="connsiteY35" fmla="*/ 1312192 h 1340925"/>
                  <a:gd name="connsiteX36" fmla="*/ 1358340 w 2317886"/>
                  <a:gd name="connsiteY36" fmla="*/ 1238180 h 1340925"/>
                  <a:gd name="connsiteX37" fmla="*/ 1147624 w 2317886"/>
                  <a:gd name="connsiteY37" fmla="*/ 1279975 h 1340925"/>
                  <a:gd name="connsiteX38" fmla="*/ 1139787 w 2317886"/>
                  <a:gd name="connsiteY38" fmla="*/ 1278233 h 1340925"/>
                  <a:gd name="connsiteX39" fmla="*/ 981314 w 2317886"/>
                  <a:gd name="connsiteY39" fmla="*/ 1192902 h 1340925"/>
                  <a:gd name="connsiteX40" fmla="*/ 972607 w 2317886"/>
                  <a:gd name="connsiteY40" fmla="*/ 1189419 h 1340925"/>
                  <a:gd name="connsiteX41" fmla="*/ 692231 w 2317886"/>
                  <a:gd name="connsiteY41" fmla="*/ 1123243 h 1340925"/>
                  <a:gd name="connsiteX42" fmla="*/ 675687 w 2317886"/>
                  <a:gd name="connsiteY42" fmla="*/ 1115407 h 1340925"/>
                  <a:gd name="connsiteX43" fmla="*/ 652178 w 2317886"/>
                  <a:gd name="connsiteY43" fmla="*/ 1089285 h 1340925"/>
                  <a:gd name="connsiteX44" fmla="*/ 611253 w 2317886"/>
                  <a:gd name="connsiteY44" fmla="*/ 1022238 h 1340925"/>
                  <a:gd name="connsiteX45" fmla="*/ 585131 w 2317886"/>
                  <a:gd name="connsiteY45" fmla="*/ 1002212 h 1340925"/>
                  <a:gd name="connsiteX46" fmla="*/ 554656 w 2317886"/>
                  <a:gd name="connsiteY46" fmla="*/ 994375 h 1340925"/>
                  <a:gd name="connsiteX47" fmla="*/ 524180 w 2317886"/>
                  <a:gd name="connsiteY47" fmla="*/ 991763 h 1340925"/>
                  <a:gd name="connsiteX48" fmla="*/ 471936 w 2317886"/>
                  <a:gd name="connsiteY48" fmla="*/ 996987 h 1340925"/>
                  <a:gd name="connsiteX49" fmla="*/ 147154 w 2317886"/>
                  <a:gd name="connsiteY49" fmla="*/ 943002 h 1340925"/>
                  <a:gd name="connsiteX50" fmla="*/ 134963 w 2317886"/>
                  <a:gd name="connsiteY50" fmla="*/ 943872 h 1340925"/>
                  <a:gd name="connsiteX51" fmla="*/ 40924 w 2317886"/>
                  <a:gd name="connsiteY51" fmla="*/ 972607 h 1340925"/>
                  <a:gd name="connsiteX52" fmla="*/ 12190 w 2317886"/>
                  <a:gd name="connsiteY52" fmla="*/ 749700 h 1340925"/>
                  <a:gd name="connsiteX53" fmla="*/ 0 w 2317886"/>
                  <a:gd name="connsiteY53" fmla="*/ 439719 h 1340925"/>
                  <a:gd name="connsiteX54" fmla="*/ 871 w 2317886"/>
                  <a:gd name="connsiteY54" fmla="*/ 416209 h 1340925"/>
                  <a:gd name="connsiteX55" fmla="*/ 1741 w 2317886"/>
                  <a:gd name="connsiteY55" fmla="*/ 410985 h 1340925"/>
                  <a:gd name="connsiteX56" fmla="*/ 4354 w 2317886"/>
                  <a:gd name="connsiteY56" fmla="*/ 408373 h 1340925"/>
                  <a:gd name="connsiteX57" fmla="*/ 85332 w 2317886"/>
                  <a:gd name="connsiteY57" fmla="*/ 386605 h 1340925"/>
                  <a:gd name="connsiteX58" fmla="*/ 93168 w 2317886"/>
                  <a:gd name="connsiteY58" fmla="*/ 387475 h 1340925"/>
                  <a:gd name="connsiteX59" fmla="*/ 96651 w 2317886"/>
                  <a:gd name="connsiteY59" fmla="*/ 390087 h 1340925"/>
                  <a:gd name="connsiteX60" fmla="*/ 142800 w 2317886"/>
                  <a:gd name="connsiteY60" fmla="*/ 432753 h 1340925"/>
                  <a:gd name="connsiteX61" fmla="*/ 172405 w 2317886"/>
                  <a:gd name="connsiteY61" fmla="*/ 473678 h 1340925"/>
                  <a:gd name="connsiteX62" fmla="*/ 212458 w 2317886"/>
                  <a:gd name="connsiteY62" fmla="*/ 513731 h 1340925"/>
                  <a:gd name="connsiteX63" fmla="*/ 230744 w 2317886"/>
                  <a:gd name="connsiteY63" fmla="*/ 520697 h 1340925"/>
                  <a:gd name="connsiteX64" fmla="*/ 255124 w 2317886"/>
                  <a:gd name="connsiteY64" fmla="*/ 515473 h 1340925"/>
                  <a:gd name="connsiteX65" fmla="*/ 463229 w 2317886"/>
                  <a:gd name="connsiteY65" fmla="*/ 518956 h 1340925"/>
                  <a:gd name="connsiteX66" fmla="*/ 469324 w 2317886"/>
                  <a:gd name="connsiteY66" fmla="*/ 517214 h 1340925"/>
                  <a:gd name="connsiteX67" fmla="*/ 482385 w 2317886"/>
                  <a:gd name="connsiteY67" fmla="*/ 512861 h 1340925"/>
                  <a:gd name="connsiteX68" fmla="*/ 616478 w 2317886"/>
                  <a:gd name="connsiteY68" fmla="*/ 430141 h 1340925"/>
                  <a:gd name="connsiteX69" fmla="*/ 637375 w 2317886"/>
                  <a:gd name="connsiteY69" fmla="*/ 420563 h 1340925"/>
                  <a:gd name="connsiteX70" fmla="*/ 716612 w 2317886"/>
                  <a:gd name="connsiteY70" fmla="*/ 395312 h 1340925"/>
                  <a:gd name="connsiteX71" fmla="*/ 852446 w 2317886"/>
                  <a:gd name="connsiteY71" fmla="*/ 384863 h 1340925"/>
                  <a:gd name="connsiteX72" fmla="*/ 953451 w 2317886"/>
                  <a:gd name="connsiteY72" fmla="*/ 393571 h 1340925"/>
                  <a:gd name="connsiteX73" fmla="*/ 953451 w 2317886"/>
                  <a:gd name="connsiteY73" fmla="*/ 386605 h 1340925"/>
                  <a:gd name="connsiteX74" fmla="*/ 951709 w 2317886"/>
                  <a:gd name="connsiteY74" fmla="*/ 377026 h 1340925"/>
                  <a:gd name="connsiteX75" fmla="*/ 934294 w 2317886"/>
                  <a:gd name="connsiteY75" fmla="*/ 330878 h 1340925"/>
                  <a:gd name="connsiteX76" fmla="*/ 934294 w 2317886"/>
                  <a:gd name="connsiteY76" fmla="*/ 318688 h 1340925"/>
                  <a:gd name="connsiteX77" fmla="*/ 937777 w 2317886"/>
                  <a:gd name="connsiteY77" fmla="*/ 308239 h 1340925"/>
                  <a:gd name="connsiteX78" fmla="*/ 950838 w 2317886"/>
                  <a:gd name="connsiteY78" fmla="*/ 296049 h 1340925"/>
                  <a:gd name="connsiteX79" fmla="*/ 955192 w 2317886"/>
                  <a:gd name="connsiteY79" fmla="*/ 289953 h 1340925"/>
                  <a:gd name="connsiteX80" fmla="*/ 960416 w 2317886"/>
                  <a:gd name="connsiteY80" fmla="*/ 279505 h 1340925"/>
                  <a:gd name="connsiteX81" fmla="*/ 964770 w 2317886"/>
                  <a:gd name="connsiteY81" fmla="*/ 261219 h 1340925"/>
                  <a:gd name="connsiteX82" fmla="*/ 968253 w 2317886"/>
                  <a:gd name="connsiteY82" fmla="*/ 249029 h 1340925"/>
                  <a:gd name="connsiteX83" fmla="*/ 1015273 w 2317886"/>
                  <a:gd name="connsiteY83" fmla="*/ 147154 h 1340925"/>
                  <a:gd name="connsiteX84" fmla="*/ 1023109 w 2317886"/>
                  <a:gd name="connsiteY84" fmla="*/ 132351 h 1340925"/>
                  <a:gd name="connsiteX85" fmla="*/ 1078836 w 2317886"/>
                  <a:gd name="connsiteY85" fmla="*/ 102746 h 1340925"/>
                  <a:gd name="connsiteX86" fmla="*/ 1124984 w 2317886"/>
                  <a:gd name="connsiteY86" fmla="*/ 67046 h 1340925"/>
                  <a:gd name="connsiteX87" fmla="*/ 1132821 w 2317886"/>
                  <a:gd name="connsiteY87" fmla="*/ 58339 h 1340925"/>
                  <a:gd name="connsiteX88" fmla="*/ 1138916 w 2317886"/>
                  <a:gd name="connsiteY88" fmla="*/ 49632 h 1340925"/>
                  <a:gd name="connsiteX89" fmla="*/ 1157202 w 2317886"/>
                  <a:gd name="connsiteY89" fmla="*/ 13061 h 1340925"/>
                  <a:gd name="connsiteX90" fmla="*/ 1161555 w 2317886"/>
                  <a:gd name="connsiteY90" fmla="*/ 0 h 1340925"/>
                  <a:gd name="connsiteX91" fmla="*/ 1250370 w 2317886"/>
                  <a:gd name="connsiteY91" fmla="*/ 1742 h 1340925"/>
                  <a:gd name="connsiteX92" fmla="*/ 1257336 w 2317886"/>
                  <a:gd name="connsiteY92" fmla="*/ 13061 h 1340925"/>
                  <a:gd name="connsiteX93" fmla="*/ 1256465 w 2317886"/>
                  <a:gd name="connsiteY93" fmla="*/ 28734 h 1340925"/>
                  <a:gd name="connsiteX94" fmla="*/ 1258207 w 2317886"/>
                  <a:gd name="connsiteY94" fmla="*/ 46149 h 1340925"/>
                  <a:gd name="connsiteX95" fmla="*/ 1254724 w 2317886"/>
                  <a:gd name="connsiteY95" fmla="*/ 55727 h 1340925"/>
                  <a:gd name="connsiteX96" fmla="*/ 1253853 w 2317886"/>
                  <a:gd name="connsiteY96" fmla="*/ 65305 h 1340925"/>
                  <a:gd name="connsiteX97" fmla="*/ 1256465 w 2317886"/>
                  <a:gd name="connsiteY97" fmla="*/ 75754 h 1340925"/>
                  <a:gd name="connsiteX98" fmla="*/ 1256465 w 2317886"/>
                  <a:gd name="connsiteY98" fmla="*/ 80107 h 1340925"/>
                  <a:gd name="connsiteX99" fmla="*/ 1253853 w 2317886"/>
                  <a:gd name="connsiteY99" fmla="*/ 93168 h 1340925"/>
                  <a:gd name="connsiteX100" fmla="*/ 1253853 w 2317886"/>
                  <a:gd name="connsiteY100" fmla="*/ 100134 h 1340925"/>
                  <a:gd name="connsiteX101" fmla="*/ 1264301 w 2317886"/>
                  <a:gd name="connsiteY101" fmla="*/ 122773 h 1340925"/>
                  <a:gd name="connsiteX102" fmla="*/ 1271267 w 2317886"/>
                  <a:gd name="connsiteY102" fmla="*/ 131480 h 1340925"/>
                  <a:gd name="connsiteX103" fmla="*/ 1278233 w 2317886"/>
                  <a:gd name="connsiteY103" fmla="*/ 136705 h 1340925"/>
                  <a:gd name="connsiteX104" fmla="*/ 1298260 w 2317886"/>
                  <a:gd name="connsiteY104" fmla="*/ 143671 h 1340925"/>
                  <a:gd name="connsiteX105" fmla="*/ 1417550 w 2317886"/>
                  <a:gd name="connsiteY105" fmla="*/ 162827 h 1340925"/>
                  <a:gd name="connsiteX106" fmla="*/ 1529004 w 2317886"/>
                  <a:gd name="connsiteY106" fmla="*/ 175017 h 1340925"/>
                  <a:gd name="connsiteX107" fmla="*/ 1606499 w 2317886"/>
                  <a:gd name="connsiteY107" fmla="*/ 181983 h 1340925"/>
                  <a:gd name="connsiteX108" fmla="*/ 1622172 w 2317886"/>
                  <a:gd name="connsiteY108" fmla="*/ 186336 h 1340925"/>
                  <a:gd name="connsiteX109" fmla="*/ 1627396 w 2317886"/>
                  <a:gd name="connsiteY109" fmla="*/ 189819 h 1340925"/>
                  <a:gd name="connsiteX110" fmla="*/ 1662226 w 2317886"/>
                  <a:gd name="connsiteY110" fmla="*/ 253383 h 1340925"/>
                  <a:gd name="connsiteX111" fmla="*/ 1679640 w 2317886"/>
                  <a:gd name="connsiteY111" fmla="*/ 278634 h 1340925"/>
                  <a:gd name="connsiteX112" fmla="*/ 1687477 w 2317886"/>
                  <a:gd name="connsiteY112" fmla="*/ 293436 h 1340925"/>
                  <a:gd name="connsiteX113" fmla="*/ 1690960 w 2317886"/>
                  <a:gd name="connsiteY113" fmla="*/ 303014 h 1340925"/>
                  <a:gd name="connsiteX114" fmla="*/ 1690960 w 2317886"/>
                  <a:gd name="connsiteY114" fmla="*/ 318688 h 1340925"/>
                  <a:gd name="connsiteX115" fmla="*/ 1694443 w 2317886"/>
                  <a:gd name="connsiteY115" fmla="*/ 328266 h 1340925"/>
                  <a:gd name="connsiteX116" fmla="*/ 1699667 w 2317886"/>
                  <a:gd name="connsiteY116" fmla="*/ 336102 h 1340925"/>
                  <a:gd name="connsiteX117" fmla="*/ 1721435 w 2317886"/>
                  <a:gd name="connsiteY117" fmla="*/ 353517 h 1340925"/>
                  <a:gd name="connsiteX118" fmla="*/ 1742333 w 2317886"/>
                  <a:gd name="connsiteY118" fmla="*/ 365707 h 1340925"/>
                  <a:gd name="connsiteX119" fmla="*/ 1762360 w 2317886"/>
                  <a:gd name="connsiteY119" fmla="*/ 375285 h 1340925"/>
                  <a:gd name="connsiteX120" fmla="*/ 1771067 w 2317886"/>
                  <a:gd name="connsiteY120" fmla="*/ 377026 h 1340925"/>
                  <a:gd name="connsiteX121" fmla="*/ 1855528 w 2317886"/>
                  <a:gd name="connsiteY121" fmla="*/ 363965 h 1340925"/>
                  <a:gd name="connsiteX122" fmla="*/ 1879038 w 2317886"/>
                  <a:gd name="connsiteY122" fmla="*/ 359612 h 1340925"/>
                  <a:gd name="connsiteX123" fmla="*/ 1892099 w 2317886"/>
                  <a:gd name="connsiteY123" fmla="*/ 356129 h 1340925"/>
                  <a:gd name="connsiteX124" fmla="*/ 1911255 w 2317886"/>
                  <a:gd name="connsiteY124" fmla="*/ 347422 h 1340925"/>
                  <a:gd name="connsiteX125" fmla="*/ 1935635 w 2317886"/>
                  <a:gd name="connsiteY125" fmla="*/ 328266 h 1340925"/>
                  <a:gd name="connsiteX126" fmla="*/ 1954791 w 2317886"/>
                  <a:gd name="connsiteY126" fmla="*/ 317817 h 1340925"/>
                  <a:gd name="connsiteX127" fmla="*/ 2108911 w 2317886"/>
                  <a:gd name="connsiteY127" fmla="*/ 264702 h 1340925"/>
                  <a:gd name="connsiteX128" fmla="*/ 2116747 w 2317886"/>
                  <a:gd name="connsiteY128" fmla="*/ 263831 h 1340925"/>
                  <a:gd name="connsiteX129" fmla="*/ 2129808 w 2317886"/>
                  <a:gd name="connsiteY129" fmla="*/ 265573 h 1340925"/>
                  <a:gd name="connsiteX130" fmla="*/ 2148965 w 2317886"/>
                  <a:gd name="connsiteY130" fmla="*/ 276022 h 1340925"/>
                  <a:gd name="connsiteX131" fmla="*/ 2154189 w 2317886"/>
                  <a:gd name="connsiteY131" fmla="*/ 276022 h 1340925"/>
                  <a:gd name="connsiteX132" fmla="*/ 2181181 w 2317886"/>
                  <a:gd name="connsiteY132" fmla="*/ 272539 h 1340925"/>
                  <a:gd name="connsiteX133" fmla="*/ 2224718 w 2317886"/>
                  <a:gd name="connsiteY133" fmla="*/ 258607 h 134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2317886" h="1340925">
                    <a:moveTo>
                      <a:pt x="2224718" y="258607"/>
                    </a:moveTo>
                    <a:lnTo>
                      <a:pt x="2214269" y="312592"/>
                    </a:lnTo>
                    <a:lnTo>
                      <a:pt x="2213398" y="323912"/>
                    </a:lnTo>
                    <a:lnTo>
                      <a:pt x="2214269" y="330878"/>
                    </a:lnTo>
                    <a:lnTo>
                      <a:pt x="2216882" y="339585"/>
                    </a:lnTo>
                    <a:lnTo>
                      <a:pt x="2241262" y="387475"/>
                    </a:lnTo>
                    <a:lnTo>
                      <a:pt x="2297859" y="560751"/>
                    </a:lnTo>
                    <a:lnTo>
                      <a:pt x="2299601" y="617348"/>
                    </a:lnTo>
                    <a:lnTo>
                      <a:pt x="2300472" y="661756"/>
                    </a:lnTo>
                    <a:lnTo>
                      <a:pt x="2303084" y="695714"/>
                    </a:lnTo>
                    <a:lnTo>
                      <a:pt x="2317016" y="767114"/>
                    </a:lnTo>
                    <a:lnTo>
                      <a:pt x="2317886" y="781916"/>
                    </a:lnTo>
                    <a:lnTo>
                      <a:pt x="2317886" y="795848"/>
                    </a:lnTo>
                    <a:lnTo>
                      <a:pt x="2316145" y="812392"/>
                    </a:lnTo>
                    <a:lnTo>
                      <a:pt x="2313532" y="829807"/>
                    </a:lnTo>
                    <a:lnTo>
                      <a:pt x="2309179" y="845480"/>
                    </a:lnTo>
                    <a:lnTo>
                      <a:pt x="2309179" y="854187"/>
                    </a:lnTo>
                    <a:lnTo>
                      <a:pt x="2317016" y="1030946"/>
                    </a:lnTo>
                    <a:lnTo>
                      <a:pt x="1971335" y="1086672"/>
                    </a:lnTo>
                    <a:lnTo>
                      <a:pt x="1849433" y="1139787"/>
                    </a:lnTo>
                    <a:lnTo>
                      <a:pt x="1728401" y="1192902"/>
                    </a:lnTo>
                    <a:lnTo>
                      <a:pt x="1621301" y="1248628"/>
                    </a:lnTo>
                    <a:lnTo>
                      <a:pt x="1602145" y="1259077"/>
                    </a:lnTo>
                    <a:lnTo>
                      <a:pt x="1589955" y="1268655"/>
                    </a:lnTo>
                    <a:lnTo>
                      <a:pt x="1581248" y="1272138"/>
                    </a:lnTo>
                    <a:lnTo>
                      <a:pt x="1567316" y="1279975"/>
                    </a:lnTo>
                    <a:lnTo>
                      <a:pt x="1552514" y="1282587"/>
                    </a:lnTo>
                    <a:lnTo>
                      <a:pt x="1547289" y="1284328"/>
                    </a:lnTo>
                    <a:lnTo>
                      <a:pt x="1497657" y="1337443"/>
                    </a:lnTo>
                    <a:lnTo>
                      <a:pt x="1486338" y="1340926"/>
                    </a:lnTo>
                    <a:lnTo>
                      <a:pt x="1475889" y="1327865"/>
                    </a:lnTo>
                    <a:lnTo>
                      <a:pt x="1469794" y="1321770"/>
                    </a:lnTo>
                    <a:lnTo>
                      <a:pt x="1464570" y="1320028"/>
                    </a:lnTo>
                    <a:lnTo>
                      <a:pt x="1385333" y="1319158"/>
                    </a:lnTo>
                    <a:lnTo>
                      <a:pt x="1360082" y="1315675"/>
                    </a:lnTo>
                    <a:lnTo>
                      <a:pt x="1357470" y="1312192"/>
                    </a:lnTo>
                    <a:lnTo>
                      <a:pt x="1358340" y="1238180"/>
                    </a:lnTo>
                    <a:lnTo>
                      <a:pt x="1147624" y="1279975"/>
                    </a:lnTo>
                    <a:lnTo>
                      <a:pt x="1139787" y="1278233"/>
                    </a:lnTo>
                    <a:lnTo>
                      <a:pt x="981314" y="1192902"/>
                    </a:lnTo>
                    <a:lnTo>
                      <a:pt x="972607" y="1189419"/>
                    </a:lnTo>
                    <a:lnTo>
                      <a:pt x="692231" y="1123243"/>
                    </a:lnTo>
                    <a:lnTo>
                      <a:pt x="675687" y="1115407"/>
                    </a:lnTo>
                    <a:lnTo>
                      <a:pt x="652178" y="1089285"/>
                    </a:lnTo>
                    <a:lnTo>
                      <a:pt x="611253" y="1022238"/>
                    </a:lnTo>
                    <a:lnTo>
                      <a:pt x="585131" y="1002212"/>
                    </a:lnTo>
                    <a:lnTo>
                      <a:pt x="554656" y="994375"/>
                    </a:lnTo>
                    <a:lnTo>
                      <a:pt x="524180" y="991763"/>
                    </a:lnTo>
                    <a:lnTo>
                      <a:pt x="471936" y="996987"/>
                    </a:lnTo>
                    <a:lnTo>
                      <a:pt x="147154" y="943002"/>
                    </a:lnTo>
                    <a:lnTo>
                      <a:pt x="134963" y="943872"/>
                    </a:lnTo>
                    <a:lnTo>
                      <a:pt x="40924" y="972607"/>
                    </a:lnTo>
                    <a:lnTo>
                      <a:pt x="12190" y="749700"/>
                    </a:lnTo>
                    <a:lnTo>
                      <a:pt x="0" y="439719"/>
                    </a:lnTo>
                    <a:lnTo>
                      <a:pt x="871" y="416209"/>
                    </a:lnTo>
                    <a:lnTo>
                      <a:pt x="1741" y="410985"/>
                    </a:lnTo>
                    <a:lnTo>
                      <a:pt x="4354" y="408373"/>
                    </a:lnTo>
                    <a:lnTo>
                      <a:pt x="85332" y="386605"/>
                    </a:lnTo>
                    <a:lnTo>
                      <a:pt x="93168" y="387475"/>
                    </a:lnTo>
                    <a:lnTo>
                      <a:pt x="96651" y="390087"/>
                    </a:lnTo>
                    <a:lnTo>
                      <a:pt x="142800" y="432753"/>
                    </a:lnTo>
                    <a:lnTo>
                      <a:pt x="172405" y="473678"/>
                    </a:lnTo>
                    <a:lnTo>
                      <a:pt x="212458" y="513731"/>
                    </a:lnTo>
                    <a:lnTo>
                      <a:pt x="230744" y="520697"/>
                    </a:lnTo>
                    <a:lnTo>
                      <a:pt x="255124" y="515473"/>
                    </a:lnTo>
                    <a:lnTo>
                      <a:pt x="463229" y="518956"/>
                    </a:lnTo>
                    <a:lnTo>
                      <a:pt x="469324" y="517214"/>
                    </a:lnTo>
                    <a:lnTo>
                      <a:pt x="482385" y="512861"/>
                    </a:lnTo>
                    <a:lnTo>
                      <a:pt x="616478" y="430141"/>
                    </a:lnTo>
                    <a:lnTo>
                      <a:pt x="637375" y="420563"/>
                    </a:lnTo>
                    <a:lnTo>
                      <a:pt x="716612" y="395312"/>
                    </a:lnTo>
                    <a:lnTo>
                      <a:pt x="852446" y="384863"/>
                    </a:lnTo>
                    <a:lnTo>
                      <a:pt x="953451" y="393571"/>
                    </a:lnTo>
                    <a:lnTo>
                      <a:pt x="953451" y="386605"/>
                    </a:lnTo>
                    <a:lnTo>
                      <a:pt x="951709" y="377026"/>
                    </a:lnTo>
                    <a:lnTo>
                      <a:pt x="934294" y="330878"/>
                    </a:lnTo>
                    <a:lnTo>
                      <a:pt x="934294" y="318688"/>
                    </a:lnTo>
                    <a:lnTo>
                      <a:pt x="937777" y="308239"/>
                    </a:lnTo>
                    <a:lnTo>
                      <a:pt x="950838" y="296049"/>
                    </a:lnTo>
                    <a:lnTo>
                      <a:pt x="955192" y="289953"/>
                    </a:lnTo>
                    <a:lnTo>
                      <a:pt x="960416" y="279505"/>
                    </a:lnTo>
                    <a:lnTo>
                      <a:pt x="964770" y="261219"/>
                    </a:lnTo>
                    <a:lnTo>
                      <a:pt x="968253" y="249029"/>
                    </a:lnTo>
                    <a:lnTo>
                      <a:pt x="1015273" y="147154"/>
                    </a:lnTo>
                    <a:lnTo>
                      <a:pt x="1023109" y="132351"/>
                    </a:lnTo>
                    <a:lnTo>
                      <a:pt x="1078836" y="102746"/>
                    </a:lnTo>
                    <a:lnTo>
                      <a:pt x="1124984" y="67046"/>
                    </a:lnTo>
                    <a:lnTo>
                      <a:pt x="1132821" y="58339"/>
                    </a:lnTo>
                    <a:lnTo>
                      <a:pt x="1138916" y="49632"/>
                    </a:lnTo>
                    <a:lnTo>
                      <a:pt x="1157202" y="13061"/>
                    </a:lnTo>
                    <a:lnTo>
                      <a:pt x="1161555" y="0"/>
                    </a:lnTo>
                    <a:lnTo>
                      <a:pt x="1250370" y="1742"/>
                    </a:lnTo>
                    <a:lnTo>
                      <a:pt x="1257336" y="13061"/>
                    </a:lnTo>
                    <a:lnTo>
                      <a:pt x="1256465" y="28734"/>
                    </a:lnTo>
                    <a:lnTo>
                      <a:pt x="1258207" y="46149"/>
                    </a:lnTo>
                    <a:lnTo>
                      <a:pt x="1254724" y="55727"/>
                    </a:lnTo>
                    <a:lnTo>
                      <a:pt x="1253853" y="65305"/>
                    </a:lnTo>
                    <a:lnTo>
                      <a:pt x="1256465" y="75754"/>
                    </a:lnTo>
                    <a:lnTo>
                      <a:pt x="1256465" y="80107"/>
                    </a:lnTo>
                    <a:lnTo>
                      <a:pt x="1253853" y="93168"/>
                    </a:lnTo>
                    <a:lnTo>
                      <a:pt x="1253853" y="100134"/>
                    </a:lnTo>
                    <a:lnTo>
                      <a:pt x="1264301" y="122773"/>
                    </a:lnTo>
                    <a:lnTo>
                      <a:pt x="1271267" y="131480"/>
                    </a:lnTo>
                    <a:lnTo>
                      <a:pt x="1278233" y="136705"/>
                    </a:lnTo>
                    <a:lnTo>
                      <a:pt x="1298260" y="143671"/>
                    </a:lnTo>
                    <a:lnTo>
                      <a:pt x="1417550" y="162827"/>
                    </a:lnTo>
                    <a:lnTo>
                      <a:pt x="1529004" y="175017"/>
                    </a:lnTo>
                    <a:lnTo>
                      <a:pt x="1606499" y="181983"/>
                    </a:lnTo>
                    <a:lnTo>
                      <a:pt x="1622172" y="186336"/>
                    </a:lnTo>
                    <a:lnTo>
                      <a:pt x="1627396" y="189819"/>
                    </a:lnTo>
                    <a:lnTo>
                      <a:pt x="1662226" y="253383"/>
                    </a:lnTo>
                    <a:lnTo>
                      <a:pt x="1679640" y="278634"/>
                    </a:lnTo>
                    <a:lnTo>
                      <a:pt x="1687477" y="293436"/>
                    </a:lnTo>
                    <a:lnTo>
                      <a:pt x="1690960" y="303014"/>
                    </a:lnTo>
                    <a:lnTo>
                      <a:pt x="1690960" y="318688"/>
                    </a:lnTo>
                    <a:lnTo>
                      <a:pt x="1694443" y="328266"/>
                    </a:lnTo>
                    <a:lnTo>
                      <a:pt x="1699667" y="336102"/>
                    </a:lnTo>
                    <a:lnTo>
                      <a:pt x="1721435" y="353517"/>
                    </a:lnTo>
                    <a:lnTo>
                      <a:pt x="1742333" y="365707"/>
                    </a:lnTo>
                    <a:lnTo>
                      <a:pt x="1762360" y="375285"/>
                    </a:lnTo>
                    <a:lnTo>
                      <a:pt x="1771067" y="377026"/>
                    </a:lnTo>
                    <a:lnTo>
                      <a:pt x="1855528" y="363965"/>
                    </a:lnTo>
                    <a:lnTo>
                      <a:pt x="1879038" y="359612"/>
                    </a:lnTo>
                    <a:lnTo>
                      <a:pt x="1892099" y="356129"/>
                    </a:lnTo>
                    <a:lnTo>
                      <a:pt x="1911255" y="347422"/>
                    </a:lnTo>
                    <a:lnTo>
                      <a:pt x="1935635" y="328266"/>
                    </a:lnTo>
                    <a:lnTo>
                      <a:pt x="1954791" y="317817"/>
                    </a:lnTo>
                    <a:lnTo>
                      <a:pt x="2108911" y="264702"/>
                    </a:lnTo>
                    <a:lnTo>
                      <a:pt x="2116747" y="263831"/>
                    </a:lnTo>
                    <a:lnTo>
                      <a:pt x="2129808" y="265573"/>
                    </a:lnTo>
                    <a:lnTo>
                      <a:pt x="2148965" y="276022"/>
                    </a:lnTo>
                    <a:lnTo>
                      <a:pt x="2154189" y="276022"/>
                    </a:lnTo>
                    <a:lnTo>
                      <a:pt x="2181181" y="272539"/>
                    </a:lnTo>
                    <a:lnTo>
                      <a:pt x="2224718" y="258607"/>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57" name="Freeform: Shape 56">
                <a:extLst>
                  <a:ext uri="{FF2B5EF4-FFF2-40B4-BE49-F238E27FC236}">
                    <a16:creationId xmlns:a16="http://schemas.microsoft.com/office/drawing/2014/main" id="{1C5FBDDE-D017-7BA9-3C5B-BDEF24315761}"/>
                  </a:ext>
                </a:extLst>
              </p:cNvPr>
              <p:cNvSpPr>
                <a:spLocks/>
              </p:cNvSpPr>
              <p:nvPr/>
            </p:nvSpPr>
            <p:spPr>
              <a:xfrm>
                <a:off x="9669716" y="2854034"/>
                <a:ext cx="1158942" cy="1354857"/>
              </a:xfrm>
              <a:custGeom>
                <a:avLst/>
                <a:gdLst>
                  <a:gd name="connsiteX0" fmla="*/ 1158943 w 1158942"/>
                  <a:gd name="connsiteY0" fmla="*/ 666980 h 1354857"/>
                  <a:gd name="connsiteX1" fmla="*/ 1139787 w 1158942"/>
                  <a:gd name="connsiteY1" fmla="*/ 670463 h 1354857"/>
                  <a:gd name="connsiteX2" fmla="*/ 1131080 w 1158942"/>
                  <a:gd name="connsiteY2" fmla="*/ 675687 h 1354857"/>
                  <a:gd name="connsiteX3" fmla="*/ 1126726 w 1158942"/>
                  <a:gd name="connsiteY3" fmla="*/ 677429 h 1354857"/>
                  <a:gd name="connsiteX4" fmla="*/ 1112794 w 1158942"/>
                  <a:gd name="connsiteY4" fmla="*/ 678299 h 1354857"/>
                  <a:gd name="connsiteX5" fmla="*/ 1030075 w 1158942"/>
                  <a:gd name="connsiteY5" fmla="*/ 710516 h 1354857"/>
                  <a:gd name="connsiteX6" fmla="*/ 1014402 w 1158942"/>
                  <a:gd name="connsiteY6" fmla="*/ 720965 h 1354857"/>
                  <a:gd name="connsiteX7" fmla="*/ 1009178 w 1158942"/>
                  <a:gd name="connsiteY7" fmla="*/ 727060 h 1354857"/>
                  <a:gd name="connsiteX8" fmla="*/ 1003953 w 1158942"/>
                  <a:gd name="connsiteY8" fmla="*/ 732285 h 1354857"/>
                  <a:gd name="connsiteX9" fmla="*/ 997858 w 1158942"/>
                  <a:gd name="connsiteY9" fmla="*/ 743604 h 1354857"/>
                  <a:gd name="connsiteX10" fmla="*/ 994375 w 1158942"/>
                  <a:gd name="connsiteY10" fmla="*/ 755794 h 1354857"/>
                  <a:gd name="connsiteX11" fmla="*/ 992633 w 1158942"/>
                  <a:gd name="connsiteY11" fmla="*/ 764502 h 1354857"/>
                  <a:gd name="connsiteX12" fmla="*/ 990892 w 1158942"/>
                  <a:gd name="connsiteY12" fmla="*/ 784529 h 1354857"/>
                  <a:gd name="connsiteX13" fmla="*/ 990892 w 1158942"/>
                  <a:gd name="connsiteY13" fmla="*/ 796719 h 1354857"/>
                  <a:gd name="connsiteX14" fmla="*/ 992633 w 1158942"/>
                  <a:gd name="connsiteY14" fmla="*/ 815004 h 1354857"/>
                  <a:gd name="connsiteX15" fmla="*/ 997858 w 1158942"/>
                  <a:gd name="connsiteY15" fmla="*/ 838514 h 1354857"/>
                  <a:gd name="connsiteX16" fmla="*/ 965641 w 1158942"/>
                  <a:gd name="connsiteY16" fmla="*/ 836772 h 1354857"/>
                  <a:gd name="connsiteX17" fmla="*/ 930812 w 1158942"/>
                  <a:gd name="connsiteY17" fmla="*/ 829807 h 1354857"/>
                  <a:gd name="connsiteX18" fmla="*/ 922104 w 1158942"/>
                  <a:gd name="connsiteY18" fmla="*/ 830677 h 1354857"/>
                  <a:gd name="connsiteX19" fmla="*/ 909914 w 1158942"/>
                  <a:gd name="connsiteY19" fmla="*/ 835902 h 1354857"/>
                  <a:gd name="connsiteX20" fmla="*/ 898595 w 1158942"/>
                  <a:gd name="connsiteY20" fmla="*/ 843738 h 1354857"/>
                  <a:gd name="connsiteX21" fmla="*/ 889887 w 1158942"/>
                  <a:gd name="connsiteY21" fmla="*/ 851575 h 1354857"/>
                  <a:gd name="connsiteX22" fmla="*/ 862894 w 1158942"/>
                  <a:gd name="connsiteY22" fmla="*/ 882921 h 1354857"/>
                  <a:gd name="connsiteX23" fmla="*/ 853317 w 1158942"/>
                  <a:gd name="connsiteY23" fmla="*/ 899465 h 1354857"/>
                  <a:gd name="connsiteX24" fmla="*/ 848963 w 1158942"/>
                  <a:gd name="connsiteY24" fmla="*/ 909043 h 1354857"/>
                  <a:gd name="connsiteX25" fmla="*/ 846351 w 1158942"/>
                  <a:gd name="connsiteY25" fmla="*/ 920363 h 1354857"/>
                  <a:gd name="connsiteX26" fmla="*/ 837643 w 1158942"/>
                  <a:gd name="connsiteY26" fmla="*/ 995246 h 1354857"/>
                  <a:gd name="connsiteX27" fmla="*/ 829807 w 1158942"/>
                  <a:gd name="connsiteY27" fmla="*/ 1022238 h 1354857"/>
                  <a:gd name="connsiteX28" fmla="*/ 810650 w 1158942"/>
                  <a:gd name="connsiteY28" fmla="*/ 1059680 h 1354857"/>
                  <a:gd name="connsiteX29" fmla="*/ 786270 w 1158942"/>
                  <a:gd name="connsiteY29" fmla="*/ 1104087 h 1354857"/>
                  <a:gd name="connsiteX30" fmla="*/ 779304 w 1158942"/>
                  <a:gd name="connsiteY30" fmla="*/ 1118019 h 1354857"/>
                  <a:gd name="connsiteX31" fmla="*/ 774951 w 1158942"/>
                  <a:gd name="connsiteY31" fmla="*/ 1132821 h 1354857"/>
                  <a:gd name="connsiteX32" fmla="*/ 774080 w 1158942"/>
                  <a:gd name="connsiteY32" fmla="*/ 1164167 h 1354857"/>
                  <a:gd name="connsiteX33" fmla="*/ 774951 w 1158942"/>
                  <a:gd name="connsiteY33" fmla="*/ 1172875 h 1354857"/>
                  <a:gd name="connsiteX34" fmla="*/ 777563 w 1158942"/>
                  <a:gd name="connsiteY34" fmla="*/ 1185065 h 1354857"/>
                  <a:gd name="connsiteX35" fmla="*/ 786270 w 1158942"/>
                  <a:gd name="connsiteY35" fmla="*/ 1214670 h 1354857"/>
                  <a:gd name="connsiteX36" fmla="*/ 788012 w 1158942"/>
                  <a:gd name="connsiteY36" fmla="*/ 1223377 h 1354857"/>
                  <a:gd name="connsiteX37" fmla="*/ 788882 w 1158942"/>
                  <a:gd name="connsiteY37" fmla="*/ 1231214 h 1354857"/>
                  <a:gd name="connsiteX38" fmla="*/ 787141 w 1158942"/>
                  <a:gd name="connsiteY38" fmla="*/ 1239050 h 1354857"/>
                  <a:gd name="connsiteX39" fmla="*/ 784529 w 1158942"/>
                  <a:gd name="connsiteY39" fmla="*/ 1245145 h 1354857"/>
                  <a:gd name="connsiteX40" fmla="*/ 767985 w 1158942"/>
                  <a:gd name="connsiteY40" fmla="*/ 1270397 h 1354857"/>
                  <a:gd name="connsiteX41" fmla="*/ 763631 w 1158942"/>
                  <a:gd name="connsiteY41" fmla="*/ 1281716 h 1354857"/>
                  <a:gd name="connsiteX42" fmla="*/ 765373 w 1158942"/>
                  <a:gd name="connsiteY42" fmla="*/ 1293906 h 1354857"/>
                  <a:gd name="connsiteX43" fmla="*/ 714000 w 1158942"/>
                  <a:gd name="connsiteY43" fmla="*/ 1341797 h 1354857"/>
                  <a:gd name="connsiteX44" fmla="*/ 695714 w 1158942"/>
                  <a:gd name="connsiteY44" fmla="*/ 1354858 h 1354857"/>
                  <a:gd name="connsiteX45" fmla="*/ 680041 w 1158942"/>
                  <a:gd name="connsiteY45" fmla="*/ 1353987 h 1354857"/>
                  <a:gd name="connsiteX46" fmla="*/ 662626 w 1158942"/>
                  <a:gd name="connsiteY46" fmla="*/ 1347021 h 1354857"/>
                  <a:gd name="connsiteX47" fmla="*/ 606029 w 1158942"/>
                  <a:gd name="connsiteY47" fmla="*/ 1313062 h 1354857"/>
                  <a:gd name="connsiteX48" fmla="*/ 582519 w 1158942"/>
                  <a:gd name="connsiteY48" fmla="*/ 1289553 h 1354857"/>
                  <a:gd name="connsiteX49" fmla="*/ 573812 w 1158942"/>
                  <a:gd name="connsiteY49" fmla="*/ 1274750 h 1354857"/>
                  <a:gd name="connsiteX50" fmla="*/ 565975 w 1158942"/>
                  <a:gd name="connsiteY50" fmla="*/ 1251240 h 1354857"/>
                  <a:gd name="connsiteX51" fmla="*/ 560751 w 1158942"/>
                  <a:gd name="connsiteY51" fmla="*/ 1239921 h 1354857"/>
                  <a:gd name="connsiteX52" fmla="*/ 555526 w 1158942"/>
                  <a:gd name="connsiteY52" fmla="*/ 1232085 h 1354857"/>
                  <a:gd name="connsiteX53" fmla="*/ 511990 w 1158942"/>
                  <a:gd name="connsiteY53" fmla="*/ 1185936 h 1354857"/>
                  <a:gd name="connsiteX54" fmla="*/ 496317 w 1158942"/>
                  <a:gd name="connsiteY54" fmla="*/ 1162426 h 1354857"/>
                  <a:gd name="connsiteX55" fmla="*/ 488480 w 1158942"/>
                  <a:gd name="connsiteY55" fmla="*/ 1147623 h 1354857"/>
                  <a:gd name="connsiteX56" fmla="*/ 481514 w 1158942"/>
                  <a:gd name="connsiteY56" fmla="*/ 1139787 h 1354857"/>
                  <a:gd name="connsiteX57" fmla="*/ 474548 w 1158942"/>
                  <a:gd name="connsiteY57" fmla="*/ 1135433 h 1354857"/>
                  <a:gd name="connsiteX58" fmla="*/ 458875 w 1158942"/>
                  <a:gd name="connsiteY58" fmla="*/ 1134563 h 1354857"/>
                  <a:gd name="connsiteX59" fmla="*/ 447556 w 1158942"/>
                  <a:gd name="connsiteY59" fmla="*/ 1136304 h 1354857"/>
                  <a:gd name="connsiteX60" fmla="*/ 444943 w 1158942"/>
                  <a:gd name="connsiteY60" fmla="*/ 1140658 h 1354857"/>
                  <a:gd name="connsiteX61" fmla="*/ 444943 w 1158942"/>
                  <a:gd name="connsiteY61" fmla="*/ 1152848 h 1354857"/>
                  <a:gd name="connsiteX62" fmla="*/ 451910 w 1158942"/>
                  <a:gd name="connsiteY62" fmla="*/ 1188548 h 1354857"/>
                  <a:gd name="connsiteX63" fmla="*/ 451910 w 1158942"/>
                  <a:gd name="connsiteY63" fmla="*/ 1196384 h 1354857"/>
                  <a:gd name="connsiteX64" fmla="*/ 451039 w 1158942"/>
                  <a:gd name="connsiteY64" fmla="*/ 1203350 h 1354857"/>
                  <a:gd name="connsiteX65" fmla="*/ 440590 w 1158942"/>
                  <a:gd name="connsiteY65" fmla="*/ 1239050 h 1354857"/>
                  <a:gd name="connsiteX66" fmla="*/ 431882 w 1158942"/>
                  <a:gd name="connsiteY66" fmla="*/ 1259077 h 1354857"/>
                  <a:gd name="connsiteX67" fmla="*/ 430141 w 1158942"/>
                  <a:gd name="connsiteY67" fmla="*/ 1262560 h 1354857"/>
                  <a:gd name="connsiteX68" fmla="*/ 388346 w 1158942"/>
                  <a:gd name="connsiteY68" fmla="*/ 1297389 h 1354857"/>
                  <a:gd name="connsiteX69" fmla="*/ 375285 w 1158942"/>
                  <a:gd name="connsiteY69" fmla="*/ 1306097 h 1354857"/>
                  <a:gd name="connsiteX70" fmla="*/ 363095 w 1158942"/>
                  <a:gd name="connsiteY70" fmla="*/ 1309580 h 1354857"/>
                  <a:gd name="connsiteX71" fmla="*/ 296049 w 1158942"/>
                  <a:gd name="connsiteY71" fmla="*/ 1317416 h 1354857"/>
                  <a:gd name="connsiteX72" fmla="*/ 269056 w 1158942"/>
                  <a:gd name="connsiteY72" fmla="*/ 1313933 h 1354857"/>
                  <a:gd name="connsiteX73" fmla="*/ 229002 w 1158942"/>
                  <a:gd name="connsiteY73" fmla="*/ 1286070 h 1354857"/>
                  <a:gd name="connsiteX74" fmla="*/ 222036 w 1158942"/>
                  <a:gd name="connsiteY74" fmla="*/ 1278233 h 1354857"/>
                  <a:gd name="connsiteX75" fmla="*/ 215941 w 1158942"/>
                  <a:gd name="connsiteY75" fmla="*/ 1269526 h 1354857"/>
                  <a:gd name="connsiteX76" fmla="*/ 207234 w 1158942"/>
                  <a:gd name="connsiteY76" fmla="*/ 1247758 h 1354857"/>
                  <a:gd name="connsiteX77" fmla="*/ 200268 w 1158942"/>
                  <a:gd name="connsiteY77" fmla="*/ 1235567 h 1354857"/>
                  <a:gd name="connsiteX78" fmla="*/ 175017 w 1158942"/>
                  <a:gd name="connsiteY78" fmla="*/ 1210316 h 1354857"/>
                  <a:gd name="connsiteX79" fmla="*/ 166309 w 1158942"/>
                  <a:gd name="connsiteY79" fmla="*/ 1192031 h 1354857"/>
                  <a:gd name="connsiteX80" fmla="*/ 163697 w 1158942"/>
                  <a:gd name="connsiteY80" fmla="*/ 1182453 h 1354857"/>
                  <a:gd name="connsiteX81" fmla="*/ 162827 w 1158942"/>
                  <a:gd name="connsiteY81" fmla="*/ 1171133 h 1354857"/>
                  <a:gd name="connsiteX82" fmla="*/ 165439 w 1158942"/>
                  <a:gd name="connsiteY82" fmla="*/ 1157202 h 1354857"/>
                  <a:gd name="connsiteX83" fmla="*/ 168051 w 1158942"/>
                  <a:gd name="connsiteY83" fmla="*/ 1149365 h 1354857"/>
                  <a:gd name="connsiteX84" fmla="*/ 188078 w 1158942"/>
                  <a:gd name="connsiteY84" fmla="*/ 1111923 h 1354857"/>
                  <a:gd name="connsiteX85" fmla="*/ 192431 w 1158942"/>
                  <a:gd name="connsiteY85" fmla="*/ 1098862 h 1354857"/>
                  <a:gd name="connsiteX86" fmla="*/ 194173 w 1158942"/>
                  <a:gd name="connsiteY86" fmla="*/ 1088414 h 1354857"/>
                  <a:gd name="connsiteX87" fmla="*/ 195044 w 1158942"/>
                  <a:gd name="connsiteY87" fmla="*/ 1080577 h 1354857"/>
                  <a:gd name="connsiteX88" fmla="*/ 195044 w 1158942"/>
                  <a:gd name="connsiteY88" fmla="*/ 1070128 h 1354857"/>
                  <a:gd name="connsiteX89" fmla="*/ 193302 w 1158942"/>
                  <a:gd name="connsiteY89" fmla="*/ 1058809 h 1354857"/>
                  <a:gd name="connsiteX90" fmla="*/ 190690 w 1158942"/>
                  <a:gd name="connsiteY90" fmla="*/ 1048360 h 1354857"/>
                  <a:gd name="connsiteX91" fmla="*/ 186337 w 1158942"/>
                  <a:gd name="connsiteY91" fmla="*/ 1042265 h 1354857"/>
                  <a:gd name="connsiteX92" fmla="*/ 181983 w 1158942"/>
                  <a:gd name="connsiteY92" fmla="*/ 1041394 h 1354857"/>
                  <a:gd name="connsiteX93" fmla="*/ 176758 w 1158942"/>
                  <a:gd name="connsiteY93" fmla="*/ 1043136 h 1354857"/>
                  <a:gd name="connsiteX94" fmla="*/ 172405 w 1158942"/>
                  <a:gd name="connsiteY94" fmla="*/ 1048360 h 1354857"/>
                  <a:gd name="connsiteX95" fmla="*/ 162827 w 1158942"/>
                  <a:gd name="connsiteY95" fmla="*/ 1062292 h 1354857"/>
                  <a:gd name="connsiteX96" fmla="*/ 158473 w 1158942"/>
                  <a:gd name="connsiteY96" fmla="*/ 1064904 h 1354857"/>
                  <a:gd name="connsiteX97" fmla="*/ 154990 w 1158942"/>
                  <a:gd name="connsiteY97" fmla="*/ 1058809 h 1354857"/>
                  <a:gd name="connsiteX98" fmla="*/ 155861 w 1158942"/>
                  <a:gd name="connsiteY98" fmla="*/ 1030946 h 1354857"/>
                  <a:gd name="connsiteX99" fmla="*/ 154120 w 1158942"/>
                  <a:gd name="connsiteY99" fmla="*/ 1017014 h 1354857"/>
                  <a:gd name="connsiteX100" fmla="*/ 148895 w 1158942"/>
                  <a:gd name="connsiteY100" fmla="*/ 1001341 h 1354857"/>
                  <a:gd name="connsiteX101" fmla="*/ 116678 w 1158942"/>
                  <a:gd name="connsiteY101" fmla="*/ 986538 h 1354857"/>
                  <a:gd name="connsiteX102" fmla="*/ 98393 w 1158942"/>
                  <a:gd name="connsiteY102" fmla="*/ 972607 h 1354857"/>
                  <a:gd name="connsiteX103" fmla="*/ 88815 w 1158942"/>
                  <a:gd name="connsiteY103" fmla="*/ 963028 h 1354857"/>
                  <a:gd name="connsiteX104" fmla="*/ 80107 w 1158942"/>
                  <a:gd name="connsiteY104" fmla="*/ 951709 h 1354857"/>
                  <a:gd name="connsiteX105" fmla="*/ 76624 w 1158942"/>
                  <a:gd name="connsiteY105" fmla="*/ 944743 h 1354857"/>
                  <a:gd name="connsiteX106" fmla="*/ 72271 w 1158942"/>
                  <a:gd name="connsiteY106" fmla="*/ 929070 h 1354857"/>
                  <a:gd name="connsiteX107" fmla="*/ 60951 w 1158942"/>
                  <a:gd name="connsiteY107" fmla="*/ 897724 h 1354857"/>
                  <a:gd name="connsiteX108" fmla="*/ 58339 w 1158942"/>
                  <a:gd name="connsiteY108" fmla="*/ 891629 h 1354857"/>
                  <a:gd name="connsiteX109" fmla="*/ 49632 w 1158942"/>
                  <a:gd name="connsiteY109" fmla="*/ 882921 h 1354857"/>
                  <a:gd name="connsiteX110" fmla="*/ 47020 w 1158942"/>
                  <a:gd name="connsiteY110" fmla="*/ 877697 h 1354857"/>
                  <a:gd name="connsiteX111" fmla="*/ 39183 w 1158942"/>
                  <a:gd name="connsiteY111" fmla="*/ 848092 h 1354857"/>
                  <a:gd name="connsiteX112" fmla="*/ 21768 w 1158942"/>
                  <a:gd name="connsiteY112" fmla="*/ 830677 h 1354857"/>
                  <a:gd name="connsiteX113" fmla="*/ 20027 w 1158942"/>
                  <a:gd name="connsiteY113" fmla="*/ 828065 h 1354857"/>
                  <a:gd name="connsiteX114" fmla="*/ 16544 w 1158942"/>
                  <a:gd name="connsiteY114" fmla="*/ 819358 h 1354857"/>
                  <a:gd name="connsiteX115" fmla="*/ 11319 w 1158942"/>
                  <a:gd name="connsiteY115" fmla="*/ 801943 h 1354857"/>
                  <a:gd name="connsiteX116" fmla="*/ 9578 w 1158942"/>
                  <a:gd name="connsiteY116" fmla="*/ 798460 h 1354857"/>
                  <a:gd name="connsiteX117" fmla="*/ 871 w 1158942"/>
                  <a:gd name="connsiteY117" fmla="*/ 792365 h 1354857"/>
                  <a:gd name="connsiteX118" fmla="*/ 0 w 1158942"/>
                  <a:gd name="connsiteY118" fmla="*/ 788012 h 1354857"/>
                  <a:gd name="connsiteX119" fmla="*/ 1742 w 1158942"/>
                  <a:gd name="connsiteY119" fmla="*/ 781046 h 1354857"/>
                  <a:gd name="connsiteX120" fmla="*/ 5224 w 1158942"/>
                  <a:gd name="connsiteY120" fmla="*/ 775821 h 1354857"/>
                  <a:gd name="connsiteX121" fmla="*/ 8707 w 1158942"/>
                  <a:gd name="connsiteY121" fmla="*/ 768855 h 1354857"/>
                  <a:gd name="connsiteX122" fmla="*/ 8707 w 1158942"/>
                  <a:gd name="connsiteY122" fmla="*/ 759277 h 1354857"/>
                  <a:gd name="connsiteX123" fmla="*/ 7837 w 1158942"/>
                  <a:gd name="connsiteY123" fmla="*/ 754924 h 1354857"/>
                  <a:gd name="connsiteX124" fmla="*/ 4354 w 1158942"/>
                  <a:gd name="connsiteY124" fmla="*/ 748829 h 1354857"/>
                  <a:gd name="connsiteX125" fmla="*/ 3483 w 1158942"/>
                  <a:gd name="connsiteY125" fmla="*/ 743604 h 1354857"/>
                  <a:gd name="connsiteX126" fmla="*/ 4354 w 1158942"/>
                  <a:gd name="connsiteY126" fmla="*/ 740121 h 1354857"/>
                  <a:gd name="connsiteX127" fmla="*/ 12190 w 1158942"/>
                  <a:gd name="connsiteY127" fmla="*/ 733156 h 1354857"/>
                  <a:gd name="connsiteX128" fmla="*/ 21768 w 1158942"/>
                  <a:gd name="connsiteY128" fmla="*/ 713999 h 1354857"/>
                  <a:gd name="connsiteX129" fmla="*/ 23510 w 1158942"/>
                  <a:gd name="connsiteY129" fmla="*/ 707034 h 1354857"/>
                  <a:gd name="connsiteX130" fmla="*/ 24380 w 1158942"/>
                  <a:gd name="connsiteY130" fmla="*/ 693973 h 1354857"/>
                  <a:gd name="connsiteX131" fmla="*/ 26122 w 1158942"/>
                  <a:gd name="connsiteY131" fmla="*/ 687878 h 1354857"/>
                  <a:gd name="connsiteX132" fmla="*/ 21768 w 1158942"/>
                  <a:gd name="connsiteY132" fmla="*/ 681782 h 1354857"/>
                  <a:gd name="connsiteX133" fmla="*/ 20027 w 1158942"/>
                  <a:gd name="connsiteY133" fmla="*/ 677429 h 1354857"/>
                  <a:gd name="connsiteX134" fmla="*/ 20027 w 1158942"/>
                  <a:gd name="connsiteY134" fmla="*/ 665239 h 1354857"/>
                  <a:gd name="connsiteX135" fmla="*/ 20027 w 1158942"/>
                  <a:gd name="connsiteY135" fmla="*/ 660014 h 1354857"/>
                  <a:gd name="connsiteX136" fmla="*/ 16544 w 1158942"/>
                  <a:gd name="connsiteY136" fmla="*/ 643470 h 1354857"/>
                  <a:gd name="connsiteX137" fmla="*/ 18285 w 1158942"/>
                  <a:gd name="connsiteY137" fmla="*/ 639117 h 1354857"/>
                  <a:gd name="connsiteX138" fmla="*/ 22639 w 1158942"/>
                  <a:gd name="connsiteY138" fmla="*/ 631280 h 1354857"/>
                  <a:gd name="connsiteX139" fmla="*/ 23510 w 1158942"/>
                  <a:gd name="connsiteY139" fmla="*/ 625185 h 1354857"/>
                  <a:gd name="connsiteX140" fmla="*/ 41795 w 1158942"/>
                  <a:gd name="connsiteY140" fmla="*/ 621702 h 1354857"/>
                  <a:gd name="connsiteX141" fmla="*/ 54856 w 1158942"/>
                  <a:gd name="connsiteY141" fmla="*/ 617348 h 1354857"/>
                  <a:gd name="connsiteX142" fmla="*/ 60951 w 1158942"/>
                  <a:gd name="connsiteY142" fmla="*/ 614736 h 1354857"/>
                  <a:gd name="connsiteX143" fmla="*/ 77495 w 1158942"/>
                  <a:gd name="connsiteY143" fmla="*/ 605158 h 1354857"/>
                  <a:gd name="connsiteX144" fmla="*/ 89685 w 1158942"/>
                  <a:gd name="connsiteY144" fmla="*/ 593839 h 1354857"/>
                  <a:gd name="connsiteX145" fmla="*/ 105358 w 1158942"/>
                  <a:gd name="connsiteY145" fmla="*/ 577295 h 1354857"/>
                  <a:gd name="connsiteX146" fmla="*/ 119290 w 1158942"/>
                  <a:gd name="connsiteY146" fmla="*/ 566846 h 1354857"/>
                  <a:gd name="connsiteX147" fmla="*/ 128868 w 1158942"/>
                  <a:gd name="connsiteY147" fmla="*/ 561622 h 1354857"/>
                  <a:gd name="connsiteX148" fmla="*/ 134963 w 1158942"/>
                  <a:gd name="connsiteY148" fmla="*/ 555526 h 1354857"/>
                  <a:gd name="connsiteX149" fmla="*/ 138446 w 1158942"/>
                  <a:gd name="connsiteY149" fmla="*/ 546819 h 1354857"/>
                  <a:gd name="connsiteX150" fmla="*/ 142800 w 1158942"/>
                  <a:gd name="connsiteY150" fmla="*/ 526792 h 1354857"/>
                  <a:gd name="connsiteX151" fmla="*/ 148895 w 1158942"/>
                  <a:gd name="connsiteY151" fmla="*/ 511119 h 1354857"/>
                  <a:gd name="connsiteX152" fmla="*/ 154990 w 1158942"/>
                  <a:gd name="connsiteY152" fmla="*/ 500670 h 1354857"/>
                  <a:gd name="connsiteX153" fmla="*/ 162827 w 1158942"/>
                  <a:gd name="connsiteY153" fmla="*/ 492834 h 1354857"/>
                  <a:gd name="connsiteX154" fmla="*/ 168051 w 1158942"/>
                  <a:gd name="connsiteY154" fmla="*/ 483256 h 1354857"/>
                  <a:gd name="connsiteX155" fmla="*/ 172405 w 1158942"/>
                  <a:gd name="connsiteY155" fmla="*/ 470195 h 1354857"/>
                  <a:gd name="connsiteX156" fmla="*/ 173276 w 1158942"/>
                  <a:gd name="connsiteY156" fmla="*/ 460617 h 1354857"/>
                  <a:gd name="connsiteX157" fmla="*/ 172405 w 1158942"/>
                  <a:gd name="connsiteY157" fmla="*/ 450168 h 1354857"/>
                  <a:gd name="connsiteX158" fmla="*/ 167180 w 1158942"/>
                  <a:gd name="connsiteY158" fmla="*/ 426658 h 1354857"/>
                  <a:gd name="connsiteX159" fmla="*/ 160215 w 1158942"/>
                  <a:gd name="connsiteY159" fmla="*/ 406631 h 1354857"/>
                  <a:gd name="connsiteX160" fmla="*/ 156732 w 1158942"/>
                  <a:gd name="connsiteY160" fmla="*/ 390087 h 1354857"/>
                  <a:gd name="connsiteX161" fmla="*/ 149766 w 1158942"/>
                  <a:gd name="connsiteY161" fmla="*/ 365707 h 1354857"/>
                  <a:gd name="connsiteX162" fmla="*/ 141059 w 1158942"/>
                  <a:gd name="connsiteY162" fmla="*/ 318688 h 1354857"/>
                  <a:gd name="connsiteX163" fmla="*/ 136705 w 1158942"/>
                  <a:gd name="connsiteY163" fmla="*/ 304756 h 1354857"/>
                  <a:gd name="connsiteX164" fmla="*/ 130610 w 1158942"/>
                  <a:gd name="connsiteY164" fmla="*/ 291695 h 1354857"/>
                  <a:gd name="connsiteX165" fmla="*/ 128868 w 1158942"/>
                  <a:gd name="connsiteY165" fmla="*/ 285600 h 1354857"/>
                  <a:gd name="connsiteX166" fmla="*/ 125385 w 1158942"/>
                  <a:gd name="connsiteY166" fmla="*/ 264702 h 1354857"/>
                  <a:gd name="connsiteX167" fmla="*/ 123644 w 1158942"/>
                  <a:gd name="connsiteY167" fmla="*/ 257736 h 1354857"/>
                  <a:gd name="connsiteX168" fmla="*/ 113195 w 1158942"/>
                  <a:gd name="connsiteY168" fmla="*/ 238580 h 1354857"/>
                  <a:gd name="connsiteX169" fmla="*/ 101876 w 1158942"/>
                  <a:gd name="connsiteY169" fmla="*/ 210717 h 1354857"/>
                  <a:gd name="connsiteX170" fmla="*/ 92297 w 1158942"/>
                  <a:gd name="connsiteY170" fmla="*/ 193302 h 1354857"/>
                  <a:gd name="connsiteX171" fmla="*/ 81849 w 1158942"/>
                  <a:gd name="connsiteY171" fmla="*/ 181112 h 1354857"/>
                  <a:gd name="connsiteX172" fmla="*/ 65305 w 1158942"/>
                  <a:gd name="connsiteY172" fmla="*/ 165439 h 1354857"/>
                  <a:gd name="connsiteX173" fmla="*/ 60081 w 1158942"/>
                  <a:gd name="connsiteY173" fmla="*/ 159344 h 1354857"/>
                  <a:gd name="connsiteX174" fmla="*/ 53985 w 1158942"/>
                  <a:gd name="connsiteY174" fmla="*/ 154119 h 1354857"/>
                  <a:gd name="connsiteX175" fmla="*/ 48761 w 1158942"/>
                  <a:gd name="connsiteY175" fmla="*/ 148024 h 1354857"/>
                  <a:gd name="connsiteX176" fmla="*/ 41795 w 1158942"/>
                  <a:gd name="connsiteY176" fmla="*/ 141929 h 1354857"/>
                  <a:gd name="connsiteX177" fmla="*/ 33959 w 1158942"/>
                  <a:gd name="connsiteY177" fmla="*/ 131480 h 1354857"/>
                  <a:gd name="connsiteX178" fmla="*/ 37441 w 1158942"/>
                  <a:gd name="connsiteY178" fmla="*/ 88815 h 1354857"/>
                  <a:gd name="connsiteX179" fmla="*/ 47020 w 1158942"/>
                  <a:gd name="connsiteY179" fmla="*/ 47890 h 1354857"/>
                  <a:gd name="connsiteX180" fmla="*/ 57468 w 1158942"/>
                  <a:gd name="connsiteY180" fmla="*/ 48761 h 1354857"/>
                  <a:gd name="connsiteX181" fmla="*/ 95780 w 1158942"/>
                  <a:gd name="connsiteY181" fmla="*/ 41795 h 1354857"/>
                  <a:gd name="connsiteX182" fmla="*/ 124514 w 1158942"/>
                  <a:gd name="connsiteY182" fmla="*/ 41795 h 1354857"/>
                  <a:gd name="connsiteX183" fmla="*/ 144541 w 1158942"/>
                  <a:gd name="connsiteY183" fmla="*/ 38312 h 1354857"/>
                  <a:gd name="connsiteX184" fmla="*/ 171534 w 1158942"/>
                  <a:gd name="connsiteY184" fmla="*/ 47019 h 1354857"/>
                  <a:gd name="connsiteX185" fmla="*/ 178500 w 1158942"/>
                  <a:gd name="connsiteY185" fmla="*/ 46149 h 1354857"/>
                  <a:gd name="connsiteX186" fmla="*/ 206363 w 1158942"/>
                  <a:gd name="connsiteY186" fmla="*/ 39183 h 1354857"/>
                  <a:gd name="connsiteX187" fmla="*/ 240322 w 1158942"/>
                  <a:gd name="connsiteY187" fmla="*/ 42666 h 1354857"/>
                  <a:gd name="connsiteX188" fmla="*/ 247288 w 1158942"/>
                  <a:gd name="connsiteY188" fmla="*/ 45278 h 1354857"/>
                  <a:gd name="connsiteX189" fmla="*/ 253383 w 1158942"/>
                  <a:gd name="connsiteY189" fmla="*/ 48761 h 1354857"/>
                  <a:gd name="connsiteX190" fmla="*/ 274280 w 1158942"/>
                  <a:gd name="connsiteY190" fmla="*/ 57468 h 1354857"/>
                  <a:gd name="connsiteX191" fmla="*/ 284729 w 1158942"/>
                  <a:gd name="connsiteY191" fmla="*/ 55727 h 1354857"/>
                  <a:gd name="connsiteX192" fmla="*/ 287341 w 1158942"/>
                  <a:gd name="connsiteY192" fmla="*/ 58339 h 1354857"/>
                  <a:gd name="connsiteX193" fmla="*/ 290824 w 1158942"/>
                  <a:gd name="connsiteY193" fmla="*/ 71400 h 1354857"/>
                  <a:gd name="connsiteX194" fmla="*/ 302144 w 1158942"/>
                  <a:gd name="connsiteY194" fmla="*/ 76624 h 1354857"/>
                  <a:gd name="connsiteX195" fmla="*/ 359612 w 1158942"/>
                  <a:gd name="connsiteY195" fmla="*/ 72271 h 1354857"/>
                  <a:gd name="connsiteX196" fmla="*/ 375285 w 1158942"/>
                  <a:gd name="connsiteY196" fmla="*/ 78366 h 1354857"/>
                  <a:gd name="connsiteX197" fmla="*/ 383992 w 1158942"/>
                  <a:gd name="connsiteY197" fmla="*/ 88815 h 1354857"/>
                  <a:gd name="connsiteX198" fmla="*/ 387475 w 1158942"/>
                  <a:gd name="connsiteY198" fmla="*/ 88815 h 1354857"/>
                  <a:gd name="connsiteX199" fmla="*/ 409244 w 1158942"/>
                  <a:gd name="connsiteY199" fmla="*/ 94039 h 1354857"/>
                  <a:gd name="connsiteX200" fmla="*/ 482385 w 1158942"/>
                  <a:gd name="connsiteY200" fmla="*/ 115807 h 1354857"/>
                  <a:gd name="connsiteX201" fmla="*/ 493705 w 1158942"/>
                  <a:gd name="connsiteY201" fmla="*/ 114066 h 1354857"/>
                  <a:gd name="connsiteX202" fmla="*/ 505895 w 1158942"/>
                  <a:gd name="connsiteY202" fmla="*/ 109712 h 1354857"/>
                  <a:gd name="connsiteX203" fmla="*/ 516343 w 1158942"/>
                  <a:gd name="connsiteY203" fmla="*/ 101876 h 1354857"/>
                  <a:gd name="connsiteX204" fmla="*/ 525922 w 1158942"/>
                  <a:gd name="connsiteY204" fmla="*/ 91427 h 1354857"/>
                  <a:gd name="connsiteX205" fmla="*/ 532888 w 1158942"/>
                  <a:gd name="connsiteY205" fmla="*/ 82719 h 1354857"/>
                  <a:gd name="connsiteX206" fmla="*/ 536370 w 1158942"/>
                  <a:gd name="connsiteY206" fmla="*/ 83590 h 1354857"/>
                  <a:gd name="connsiteX207" fmla="*/ 550302 w 1158942"/>
                  <a:gd name="connsiteY207" fmla="*/ 99263 h 1354857"/>
                  <a:gd name="connsiteX208" fmla="*/ 554656 w 1158942"/>
                  <a:gd name="connsiteY208" fmla="*/ 101876 h 1354857"/>
                  <a:gd name="connsiteX209" fmla="*/ 570329 w 1158942"/>
                  <a:gd name="connsiteY209" fmla="*/ 106229 h 1354857"/>
                  <a:gd name="connsiteX210" fmla="*/ 596451 w 1158942"/>
                  <a:gd name="connsiteY210" fmla="*/ 122773 h 1354857"/>
                  <a:gd name="connsiteX211" fmla="*/ 606900 w 1158942"/>
                  <a:gd name="connsiteY211" fmla="*/ 126256 h 1354857"/>
                  <a:gd name="connsiteX212" fmla="*/ 619090 w 1158942"/>
                  <a:gd name="connsiteY212" fmla="*/ 127127 h 1354857"/>
                  <a:gd name="connsiteX213" fmla="*/ 630410 w 1158942"/>
                  <a:gd name="connsiteY213" fmla="*/ 125385 h 1354857"/>
                  <a:gd name="connsiteX214" fmla="*/ 660014 w 1158942"/>
                  <a:gd name="connsiteY214" fmla="*/ 115807 h 1354857"/>
                  <a:gd name="connsiteX215" fmla="*/ 693973 w 1158942"/>
                  <a:gd name="connsiteY215" fmla="*/ 96651 h 1354857"/>
                  <a:gd name="connsiteX216" fmla="*/ 740992 w 1158942"/>
                  <a:gd name="connsiteY216" fmla="*/ 61822 h 1354857"/>
                  <a:gd name="connsiteX217" fmla="*/ 776692 w 1158942"/>
                  <a:gd name="connsiteY217" fmla="*/ 48761 h 1354857"/>
                  <a:gd name="connsiteX218" fmla="*/ 781916 w 1158942"/>
                  <a:gd name="connsiteY218" fmla="*/ 46149 h 1354857"/>
                  <a:gd name="connsiteX219" fmla="*/ 789753 w 1158942"/>
                  <a:gd name="connsiteY219" fmla="*/ 35700 h 1354857"/>
                  <a:gd name="connsiteX220" fmla="*/ 794977 w 1158942"/>
                  <a:gd name="connsiteY220" fmla="*/ 31346 h 1354857"/>
                  <a:gd name="connsiteX221" fmla="*/ 801073 w 1158942"/>
                  <a:gd name="connsiteY221" fmla="*/ 30476 h 1354857"/>
                  <a:gd name="connsiteX222" fmla="*/ 807168 w 1158942"/>
                  <a:gd name="connsiteY222" fmla="*/ 33088 h 1354857"/>
                  <a:gd name="connsiteX223" fmla="*/ 819358 w 1158942"/>
                  <a:gd name="connsiteY223" fmla="*/ 39183 h 1354857"/>
                  <a:gd name="connsiteX224" fmla="*/ 826324 w 1158942"/>
                  <a:gd name="connsiteY224" fmla="*/ 40924 h 1354857"/>
                  <a:gd name="connsiteX225" fmla="*/ 832419 w 1158942"/>
                  <a:gd name="connsiteY225" fmla="*/ 40924 h 1354857"/>
                  <a:gd name="connsiteX226" fmla="*/ 839385 w 1158942"/>
                  <a:gd name="connsiteY226" fmla="*/ 39183 h 1354857"/>
                  <a:gd name="connsiteX227" fmla="*/ 869861 w 1158942"/>
                  <a:gd name="connsiteY227" fmla="*/ 22639 h 1354857"/>
                  <a:gd name="connsiteX228" fmla="*/ 882051 w 1158942"/>
                  <a:gd name="connsiteY228" fmla="*/ 18285 h 1354857"/>
                  <a:gd name="connsiteX229" fmla="*/ 981314 w 1158942"/>
                  <a:gd name="connsiteY229" fmla="*/ 12190 h 1354857"/>
                  <a:gd name="connsiteX230" fmla="*/ 1007436 w 1158942"/>
                  <a:gd name="connsiteY230" fmla="*/ 0 h 1354857"/>
                  <a:gd name="connsiteX231" fmla="*/ 1027463 w 1158942"/>
                  <a:gd name="connsiteY231" fmla="*/ 30476 h 1354857"/>
                  <a:gd name="connsiteX232" fmla="*/ 1029204 w 1158942"/>
                  <a:gd name="connsiteY232" fmla="*/ 35700 h 1354857"/>
                  <a:gd name="connsiteX233" fmla="*/ 1025721 w 1158942"/>
                  <a:gd name="connsiteY233" fmla="*/ 41795 h 1354857"/>
                  <a:gd name="connsiteX234" fmla="*/ 1019626 w 1158942"/>
                  <a:gd name="connsiteY234" fmla="*/ 49632 h 1354857"/>
                  <a:gd name="connsiteX235" fmla="*/ 1020497 w 1158942"/>
                  <a:gd name="connsiteY235" fmla="*/ 68788 h 1354857"/>
                  <a:gd name="connsiteX236" fmla="*/ 1029204 w 1158942"/>
                  <a:gd name="connsiteY236" fmla="*/ 124514 h 1354857"/>
                  <a:gd name="connsiteX237" fmla="*/ 1038782 w 1158942"/>
                  <a:gd name="connsiteY237" fmla="*/ 154990 h 1354857"/>
                  <a:gd name="connsiteX238" fmla="*/ 1040524 w 1158942"/>
                  <a:gd name="connsiteY238" fmla="*/ 165439 h 1354857"/>
                  <a:gd name="connsiteX239" fmla="*/ 1040524 w 1158942"/>
                  <a:gd name="connsiteY239" fmla="*/ 174146 h 1354857"/>
                  <a:gd name="connsiteX240" fmla="*/ 1030946 w 1158942"/>
                  <a:gd name="connsiteY240" fmla="*/ 203751 h 1354857"/>
                  <a:gd name="connsiteX241" fmla="*/ 1035300 w 1158942"/>
                  <a:gd name="connsiteY241" fmla="*/ 217683 h 1354857"/>
                  <a:gd name="connsiteX242" fmla="*/ 1045748 w 1158942"/>
                  <a:gd name="connsiteY242" fmla="*/ 242934 h 1354857"/>
                  <a:gd name="connsiteX243" fmla="*/ 1097992 w 1158942"/>
                  <a:gd name="connsiteY243" fmla="*/ 341327 h 1354857"/>
                  <a:gd name="connsiteX244" fmla="*/ 1114536 w 1158942"/>
                  <a:gd name="connsiteY244" fmla="*/ 382251 h 1354857"/>
                  <a:gd name="connsiteX245" fmla="*/ 1119760 w 1158942"/>
                  <a:gd name="connsiteY245" fmla="*/ 398795 h 1354857"/>
                  <a:gd name="connsiteX246" fmla="*/ 1123243 w 1158942"/>
                  <a:gd name="connsiteY246" fmla="*/ 421434 h 1354857"/>
                  <a:gd name="connsiteX247" fmla="*/ 1122373 w 1158942"/>
                  <a:gd name="connsiteY247" fmla="*/ 445814 h 1354857"/>
                  <a:gd name="connsiteX248" fmla="*/ 1116277 w 1158942"/>
                  <a:gd name="connsiteY248" fmla="*/ 463229 h 1354857"/>
                  <a:gd name="connsiteX249" fmla="*/ 1111924 w 1158942"/>
                  <a:gd name="connsiteY249" fmla="*/ 490221 h 1354857"/>
                  <a:gd name="connsiteX250" fmla="*/ 1118890 w 1158942"/>
                  <a:gd name="connsiteY250" fmla="*/ 559880 h 1354857"/>
                  <a:gd name="connsiteX251" fmla="*/ 1132821 w 1158942"/>
                  <a:gd name="connsiteY251" fmla="*/ 586873 h 1354857"/>
                  <a:gd name="connsiteX252" fmla="*/ 1136304 w 1158942"/>
                  <a:gd name="connsiteY252" fmla="*/ 592968 h 1354857"/>
                  <a:gd name="connsiteX253" fmla="*/ 1147624 w 1158942"/>
                  <a:gd name="connsiteY253" fmla="*/ 616478 h 1354857"/>
                  <a:gd name="connsiteX254" fmla="*/ 1158943 w 1158942"/>
                  <a:gd name="connsiteY254" fmla="*/ 666980 h 1354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158942" h="1354857">
                    <a:moveTo>
                      <a:pt x="1158943" y="666980"/>
                    </a:moveTo>
                    <a:lnTo>
                      <a:pt x="1139787" y="670463"/>
                    </a:lnTo>
                    <a:lnTo>
                      <a:pt x="1131080" y="675687"/>
                    </a:lnTo>
                    <a:lnTo>
                      <a:pt x="1126726" y="677429"/>
                    </a:lnTo>
                    <a:lnTo>
                      <a:pt x="1112794" y="678299"/>
                    </a:lnTo>
                    <a:lnTo>
                      <a:pt x="1030075" y="710516"/>
                    </a:lnTo>
                    <a:lnTo>
                      <a:pt x="1014402" y="720965"/>
                    </a:lnTo>
                    <a:lnTo>
                      <a:pt x="1009178" y="727060"/>
                    </a:lnTo>
                    <a:lnTo>
                      <a:pt x="1003953" y="732285"/>
                    </a:lnTo>
                    <a:lnTo>
                      <a:pt x="997858" y="743604"/>
                    </a:lnTo>
                    <a:lnTo>
                      <a:pt x="994375" y="755794"/>
                    </a:lnTo>
                    <a:lnTo>
                      <a:pt x="992633" y="764502"/>
                    </a:lnTo>
                    <a:lnTo>
                      <a:pt x="990892" y="784529"/>
                    </a:lnTo>
                    <a:lnTo>
                      <a:pt x="990892" y="796719"/>
                    </a:lnTo>
                    <a:lnTo>
                      <a:pt x="992633" y="815004"/>
                    </a:lnTo>
                    <a:lnTo>
                      <a:pt x="997858" y="838514"/>
                    </a:lnTo>
                    <a:lnTo>
                      <a:pt x="965641" y="836772"/>
                    </a:lnTo>
                    <a:lnTo>
                      <a:pt x="930812" y="829807"/>
                    </a:lnTo>
                    <a:lnTo>
                      <a:pt x="922104" y="830677"/>
                    </a:lnTo>
                    <a:lnTo>
                      <a:pt x="909914" y="835902"/>
                    </a:lnTo>
                    <a:lnTo>
                      <a:pt x="898595" y="843738"/>
                    </a:lnTo>
                    <a:lnTo>
                      <a:pt x="889887" y="851575"/>
                    </a:lnTo>
                    <a:lnTo>
                      <a:pt x="862894" y="882921"/>
                    </a:lnTo>
                    <a:lnTo>
                      <a:pt x="853317" y="899465"/>
                    </a:lnTo>
                    <a:lnTo>
                      <a:pt x="848963" y="909043"/>
                    </a:lnTo>
                    <a:lnTo>
                      <a:pt x="846351" y="920363"/>
                    </a:lnTo>
                    <a:lnTo>
                      <a:pt x="837643" y="995246"/>
                    </a:lnTo>
                    <a:lnTo>
                      <a:pt x="829807" y="1022238"/>
                    </a:lnTo>
                    <a:lnTo>
                      <a:pt x="810650" y="1059680"/>
                    </a:lnTo>
                    <a:lnTo>
                      <a:pt x="786270" y="1104087"/>
                    </a:lnTo>
                    <a:lnTo>
                      <a:pt x="779304" y="1118019"/>
                    </a:lnTo>
                    <a:lnTo>
                      <a:pt x="774951" y="1132821"/>
                    </a:lnTo>
                    <a:lnTo>
                      <a:pt x="774080" y="1164167"/>
                    </a:lnTo>
                    <a:lnTo>
                      <a:pt x="774951" y="1172875"/>
                    </a:lnTo>
                    <a:lnTo>
                      <a:pt x="777563" y="1185065"/>
                    </a:lnTo>
                    <a:lnTo>
                      <a:pt x="786270" y="1214670"/>
                    </a:lnTo>
                    <a:lnTo>
                      <a:pt x="788012" y="1223377"/>
                    </a:lnTo>
                    <a:lnTo>
                      <a:pt x="788882" y="1231214"/>
                    </a:lnTo>
                    <a:lnTo>
                      <a:pt x="787141" y="1239050"/>
                    </a:lnTo>
                    <a:lnTo>
                      <a:pt x="784529" y="1245145"/>
                    </a:lnTo>
                    <a:lnTo>
                      <a:pt x="767985" y="1270397"/>
                    </a:lnTo>
                    <a:lnTo>
                      <a:pt x="763631" y="1281716"/>
                    </a:lnTo>
                    <a:lnTo>
                      <a:pt x="765373" y="1293906"/>
                    </a:lnTo>
                    <a:lnTo>
                      <a:pt x="714000" y="1341797"/>
                    </a:lnTo>
                    <a:lnTo>
                      <a:pt x="695714" y="1354858"/>
                    </a:lnTo>
                    <a:lnTo>
                      <a:pt x="680041" y="1353987"/>
                    </a:lnTo>
                    <a:lnTo>
                      <a:pt x="662626" y="1347021"/>
                    </a:lnTo>
                    <a:lnTo>
                      <a:pt x="606029" y="1313062"/>
                    </a:lnTo>
                    <a:lnTo>
                      <a:pt x="582519" y="1289553"/>
                    </a:lnTo>
                    <a:lnTo>
                      <a:pt x="573812" y="1274750"/>
                    </a:lnTo>
                    <a:lnTo>
                      <a:pt x="565975" y="1251240"/>
                    </a:lnTo>
                    <a:lnTo>
                      <a:pt x="560751" y="1239921"/>
                    </a:lnTo>
                    <a:lnTo>
                      <a:pt x="555526" y="1232085"/>
                    </a:lnTo>
                    <a:lnTo>
                      <a:pt x="511990" y="1185936"/>
                    </a:lnTo>
                    <a:lnTo>
                      <a:pt x="496317" y="1162426"/>
                    </a:lnTo>
                    <a:lnTo>
                      <a:pt x="488480" y="1147623"/>
                    </a:lnTo>
                    <a:lnTo>
                      <a:pt x="481514" y="1139787"/>
                    </a:lnTo>
                    <a:lnTo>
                      <a:pt x="474548" y="1135433"/>
                    </a:lnTo>
                    <a:lnTo>
                      <a:pt x="458875" y="1134563"/>
                    </a:lnTo>
                    <a:lnTo>
                      <a:pt x="447556" y="1136304"/>
                    </a:lnTo>
                    <a:lnTo>
                      <a:pt x="444943" y="1140658"/>
                    </a:lnTo>
                    <a:lnTo>
                      <a:pt x="444943" y="1152848"/>
                    </a:lnTo>
                    <a:lnTo>
                      <a:pt x="451910" y="1188548"/>
                    </a:lnTo>
                    <a:lnTo>
                      <a:pt x="451910" y="1196384"/>
                    </a:lnTo>
                    <a:lnTo>
                      <a:pt x="451039" y="1203350"/>
                    </a:lnTo>
                    <a:lnTo>
                      <a:pt x="440590" y="1239050"/>
                    </a:lnTo>
                    <a:lnTo>
                      <a:pt x="431882" y="1259077"/>
                    </a:lnTo>
                    <a:lnTo>
                      <a:pt x="430141" y="1262560"/>
                    </a:lnTo>
                    <a:lnTo>
                      <a:pt x="388346" y="1297389"/>
                    </a:lnTo>
                    <a:lnTo>
                      <a:pt x="375285" y="1306097"/>
                    </a:lnTo>
                    <a:lnTo>
                      <a:pt x="363095" y="1309580"/>
                    </a:lnTo>
                    <a:lnTo>
                      <a:pt x="296049" y="1317416"/>
                    </a:lnTo>
                    <a:lnTo>
                      <a:pt x="269056" y="1313933"/>
                    </a:lnTo>
                    <a:lnTo>
                      <a:pt x="229002" y="1286070"/>
                    </a:lnTo>
                    <a:lnTo>
                      <a:pt x="222036" y="1278233"/>
                    </a:lnTo>
                    <a:lnTo>
                      <a:pt x="215941" y="1269526"/>
                    </a:lnTo>
                    <a:lnTo>
                      <a:pt x="207234" y="1247758"/>
                    </a:lnTo>
                    <a:lnTo>
                      <a:pt x="200268" y="1235567"/>
                    </a:lnTo>
                    <a:lnTo>
                      <a:pt x="175017" y="1210316"/>
                    </a:lnTo>
                    <a:lnTo>
                      <a:pt x="166309" y="1192031"/>
                    </a:lnTo>
                    <a:lnTo>
                      <a:pt x="163697" y="1182453"/>
                    </a:lnTo>
                    <a:lnTo>
                      <a:pt x="162827" y="1171133"/>
                    </a:lnTo>
                    <a:lnTo>
                      <a:pt x="165439" y="1157202"/>
                    </a:lnTo>
                    <a:lnTo>
                      <a:pt x="168051" y="1149365"/>
                    </a:lnTo>
                    <a:lnTo>
                      <a:pt x="188078" y="1111923"/>
                    </a:lnTo>
                    <a:lnTo>
                      <a:pt x="192431" y="1098862"/>
                    </a:lnTo>
                    <a:lnTo>
                      <a:pt x="194173" y="1088414"/>
                    </a:lnTo>
                    <a:lnTo>
                      <a:pt x="195044" y="1080577"/>
                    </a:lnTo>
                    <a:lnTo>
                      <a:pt x="195044" y="1070128"/>
                    </a:lnTo>
                    <a:lnTo>
                      <a:pt x="193302" y="1058809"/>
                    </a:lnTo>
                    <a:lnTo>
                      <a:pt x="190690" y="1048360"/>
                    </a:lnTo>
                    <a:lnTo>
                      <a:pt x="186337" y="1042265"/>
                    </a:lnTo>
                    <a:lnTo>
                      <a:pt x="181983" y="1041394"/>
                    </a:lnTo>
                    <a:lnTo>
                      <a:pt x="176758" y="1043136"/>
                    </a:lnTo>
                    <a:lnTo>
                      <a:pt x="172405" y="1048360"/>
                    </a:lnTo>
                    <a:lnTo>
                      <a:pt x="162827" y="1062292"/>
                    </a:lnTo>
                    <a:lnTo>
                      <a:pt x="158473" y="1064904"/>
                    </a:lnTo>
                    <a:lnTo>
                      <a:pt x="154990" y="1058809"/>
                    </a:lnTo>
                    <a:lnTo>
                      <a:pt x="155861" y="1030946"/>
                    </a:lnTo>
                    <a:lnTo>
                      <a:pt x="154120" y="1017014"/>
                    </a:lnTo>
                    <a:lnTo>
                      <a:pt x="148895" y="1001341"/>
                    </a:lnTo>
                    <a:lnTo>
                      <a:pt x="116678" y="986538"/>
                    </a:lnTo>
                    <a:lnTo>
                      <a:pt x="98393" y="972607"/>
                    </a:lnTo>
                    <a:lnTo>
                      <a:pt x="88815" y="963028"/>
                    </a:lnTo>
                    <a:lnTo>
                      <a:pt x="80107" y="951709"/>
                    </a:lnTo>
                    <a:lnTo>
                      <a:pt x="76624" y="944743"/>
                    </a:lnTo>
                    <a:lnTo>
                      <a:pt x="72271" y="929070"/>
                    </a:lnTo>
                    <a:lnTo>
                      <a:pt x="60951" y="897724"/>
                    </a:lnTo>
                    <a:lnTo>
                      <a:pt x="58339" y="891629"/>
                    </a:lnTo>
                    <a:lnTo>
                      <a:pt x="49632" y="882921"/>
                    </a:lnTo>
                    <a:lnTo>
                      <a:pt x="47020" y="877697"/>
                    </a:lnTo>
                    <a:lnTo>
                      <a:pt x="39183" y="848092"/>
                    </a:lnTo>
                    <a:lnTo>
                      <a:pt x="21768" y="830677"/>
                    </a:lnTo>
                    <a:lnTo>
                      <a:pt x="20027" y="828065"/>
                    </a:lnTo>
                    <a:lnTo>
                      <a:pt x="16544" y="819358"/>
                    </a:lnTo>
                    <a:lnTo>
                      <a:pt x="11319" y="801943"/>
                    </a:lnTo>
                    <a:lnTo>
                      <a:pt x="9578" y="798460"/>
                    </a:lnTo>
                    <a:lnTo>
                      <a:pt x="871" y="792365"/>
                    </a:lnTo>
                    <a:lnTo>
                      <a:pt x="0" y="788012"/>
                    </a:lnTo>
                    <a:lnTo>
                      <a:pt x="1742" y="781046"/>
                    </a:lnTo>
                    <a:lnTo>
                      <a:pt x="5224" y="775821"/>
                    </a:lnTo>
                    <a:lnTo>
                      <a:pt x="8707" y="768855"/>
                    </a:lnTo>
                    <a:lnTo>
                      <a:pt x="8707" y="759277"/>
                    </a:lnTo>
                    <a:lnTo>
                      <a:pt x="7837" y="754924"/>
                    </a:lnTo>
                    <a:lnTo>
                      <a:pt x="4354" y="748829"/>
                    </a:lnTo>
                    <a:lnTo>
                      <a:pt x="3483" y="743604"/>
                    </a:lnTo>
                    <a:lnTo>
                      <a:pt x="4354" y="740121"/>
                    </a:lnTo>
                    <a:lnTo>
                      <a:pt x="12190" y="733156"/>
                    </a:lnTo>
                    <a:lnTo>
                      <a:pt x="21768" y="713999"/>
                    </a:lnTo>
                    <a:lnTo>
                      <a:pt x="23510" y="707034"/>
                    </a:lnTo>
                    <a:lnTo>
                      <a:pt x="24380" y="693973"/>
                    </a:lnTo>
                    <a:lnTo>
                      <a:pt x="26122" y="687878"/>
                    </a:lnTo>
                    <a:lnTo>
                      <a:pt x="21768" y="681782"/>
                    </a:lnTo>
                    <a:lnTo>
                      <a:pt x="20027" y="677429"/>
                    </a:lnTo>
                    <a:lnTo>
                      <a:pt x="20027" y="665239"/>
                    </a:lnTo>
                    <a:lnTo>
                      <a:pt x="20027" y="660014"/>
                    </a:lnTo>
                    <a:lnTo>
                      <a:pt x="16544" y="643470"/>
                    </a:lnTo>
                    <a:lnTo>
                      <a:pt x="18285" y="639117"/>
                    </a:lnTo>
                    <a:lnTo>
                      <a:pt x="22639" y="631280"/>
                    </a:lnTo>
                    <a:lnTo>
                      <a:pt x="23510" y="625185"/>
                    </a:lnTo>
                    <a:lnTo>
                      <a:pt x="41795" y="621702"/>
                    </a:lnTo>
                    <a:lnTo>
                      <a:pt x="54856" y="617348"/>
                    </a:lnTo>
                    <a:lnTo>
                      <a:pt x="60951" y="614736"/>
                    </a:lnTo>
                    <a:lnTo>
                      <a:pt x="77495" y="605158"/>
                    </a:lnTo>
                    <a:lnTo>
                      <a:pt x="89685" y="593839"/>
                    </a:lnTo>
                    <a:lnTo>
                      <a:pt x="105358" y="577295"/>
                    </a:lnTo>
                    <a:lnTo>
                      <a:pt x="119290" y="566846"/>
                    </a:lnTo>
                    <a:lnTo>
                      <a:pt x="128868" y="561622"/>
                    </a:lnTo>
                    <a:lnTo>
                      <a:pt x="134963" y="555526"/>
                    </a:lnTo>
                    <a:lnTo>
                      <a:pt x="138446" y="546819"/>
                    </a:lnTo>
                    <a:lnTo>
                      <a:pt x="142800" y="526792"/>
                    </a:lnTo>
                    <a:lnTo>
                      <a:pt x="148895" y="511119"/>
                    </a:lnTo>
                    <a:lnTo>
                      <a:pt x="154990" y="500670"/>
                    </a:lnTo>
                    <a:lnTo>
                      <a:pt x="162827" y="492834"/>
                    </a:lnTo>
                    <a:lnTo>
                      <a:pt x="168051" y="483256"/>
                    </a:lnTo>
                    <a:lnTo>
                      <a:pt x="172405" y="470195"/>
                    </a:lnTo>
                    <a:lnTo>
                      <a:pt x="173276" y="460617"/>
                    </a:lnTo>
                    <a:lnTo>
                      <a:pt x="172405" y="450168"/>
                    </a:lnTo>
                    <a:lnTo>
                      <a:pt x="167180" y="426658"/>
                    </a:lnTo>
                    <a:lnTo>
                      <a:pt x="160215" y="406631"/>
                    </a:lnTo>
                    <a:lnTo>
                      <a:pt x="156732" y="390087"/>
                    </a:lnTo>
                    <a:lnTo>
                      <a:pt x="149766" y="365707"/>
                    </a:lnTo>
                    <a:lnTo>
                      <a:pt x="141059" y="318688"/>
                    </a:lnTo>
                    <a:lnTo>
                      <a:pt x="136705" y="304756"/>
                    </a:lnTo>
                    <a:lnTo>
                      <a:pt x="130610" y="291695"/>
                    </a:lnTo>
                    <a:lnTo>
                      <a:pt x="128868" y="285600"/>
                    </a:lnTo>
                    <a:lnTo>
                      <a:pt x="125385" y="264702"/>
                    </a:lnTo>
                    <a:lnTo>
                      <a:pt x="123644" y="257736"/>
                    </a:lnTo>
                    <a:lnTo>
                      <a:pt x="113195" y="238580"/>
                    </a:lnTo>
                    <a:lnTo>
                      <a:pt x="101876" y="210717"/>
                    </a:lnTo>
                    <a:lnTo>
                      <a:pt x="92297" y="193302"/>
                    </a:lnTo>
                    <a:lnTo>
                      <a:pt x="81849" y="181112"/>
                    </a:lnTo>
                    <a:lnTo>
                      <a:pt x="65305" y="165439"/>
                    </a:lnTo>
                    <a:lnTo>
                      <a:pt x="60081" y="159344"/>
                    </a:lnTo>
                    <a:lnTo>
                      <a:pt x="53985" y="154119"/>
                    </a:lnTo>
                    <a:lnTo>
                      <a:pt x="48761" y="148024"/>
                    </a:lnTo>
                    <a:lnTo>
                      <a:pt x="41795" y="141929"/>
                    </a:lnTo>
                    <a:lnTo>
                      <a:pt x="33959" y="131480"/>
                    </a:lnTo>
                    <a:lnTo>
                      <a:pt x="37441" y="88815"/>
                    </a:lnTo>
                    <a:lnTo>
                      <a:pt x="47020" y="47890"/>
                    </a:lnTo>
                    <a:lnTo>
                      <a:pt x="57468" y="48761"/>
                    </a:lnTo>
                    <a:lnTo>
                      <a:pt x="95780" y="41795"/>
                    </a:lnTo>
                    <a:lnTo>
                      <a:pt x="124514" y="41795"/>
                    </a:lnTo>
                    <a:lnTo>
                      <a:pt x="144541" y="38312"/>
                    </a:lnTo>
                    <a:lnTo>
                      <a:pt x="171534" y="47019"/>
                    </a:lnTo>
                    <a:lnTo>
                      <a:pt x="178500" y="46149"/>
                    </a:lnTo>
                    <a:lnTo>
                      <a:pt x="206363" y="39183"/>
                    </a:lnTo>
                    <a:lnTo>
                      <a:pt x="240322" y="42666"/>
                    </a:lnTo>
                    <a:lnTo>
                      <a:pt x="247288" y="45278"/>
                    </a:lnTo>
                    <a:lnTo>
                      <a:pt x="253383" y="48761"/>
                    </a:lnTo>
                    <a:lnTo>
                      <a:pt x="274280" y="57468"/>
                    </a:lnTo>
                    <a:lnTo>
                      <a:pt x="284729" y="55727"/>
                    </a:lnTo>
                    <a:lnTo>
                      <a:pt x="287341" y="58339"/>
                    </a:lnTo>
                    <a:lnTo>
                      <a:pt x="290824" y="71400"/>
                    </a:lnTo>
                    <a:lnTo>
                      <a:pt x="302144" y="76624"/>
                    </a:lnTo>
                    <a:lnTo>
                      <a:pt x="359612" y="72271"/>
                    </a:lnTo>
                    <a:lnTo>
                      <a:pt x="375285" y="78366"/>
                    </a:lnTo>
                    <a:lnTo>
                      <a:pt x="383992" y="88815"/>
                    </a:lnTo>
                    <a:lnTo>
                      <a:pt x="387475" y="88815"/>
                    </a:lnTo>
                    <a:lnTo>
                      <a:pt x="409244" y="94039"/>
                    </a:lnTo>
                    <a:lnTo>
                      <a:pt x="482385" y="115807"/>
                    </a:lnTo>
                    <a:lnTo>
                      <a:pt x="493705" y="114066"/>
                    </a:lnTo>
                    <a:lnTo>
                      <a:pt x="505895" y="109712"/>
                    </a:lnTo>
                    <a:lnTo>
                      <a:pt x="516343" y="101876"/>
                    </a:lnTo>
                    <a:lnTo>
                      <a:pt x="525922" y="91427"/>
                    </a:lnTo>
                    <a:lnTo>
                      <a:pt x="532888" y="82719"/>
                    </a:lnTo>
                    <a:lnTo>
                      <a:pt x="536370" y="83590"/>
                    </a:lnTo>
                    <a:lnTo>
                      <a:pt x="550302" y="99263"/>
                    </a:lnTo>
                    <a:lnTo>
                      <a:pt x="554656" y="101876"/>
                    </a:lnTo>
                    <a:lnTo>
                      <a:pt x="570329" y="106229"/>
                    </a:lnTo>
                    <a:lnTo>
                      <a:pt x="596451" y="122773"/>
                    </a:lnTo>
                    <a:lnTo>
                      <a:pt x="606900" y="126256"/>
                    </a:lnTo>
                    <a:lnTo>
                      <a:pt x="619090" y="127127"/>
                    </a:lnTo>
                    <a:lnTo>
                      <a:pt x="630410" y="125385"/>
                    </a:lnTo>
                    <a:lnTo>
                      <a:pt x="660014" y="115807"/>
                    </a:lnTo>
                    <a:lnTo>
                      <a:pt x="693973" y="96651"/>
                    </a:lnTo>
                    <a:lnTo>
                      <a:pt x="740992" y="61822"/>
                    </a:lnTo>
                    <a:lnTo>
                      <a:pt x="776692" y="48761"/>
                    </a:lnTo>
                    <a:lnTo>
                      <a:pt x="781916" y="46149"/>
                    </a:lnTo>
                    <a:lnTo>
                      <a:pt x="789753" y="35700"/>
                    </a:lnTo>
                    <a:lnTo>
                      <a:pt x="794977" y="31346"/>
                    </a:lnTo>
                    <a:lnTo>
                      <a:pt x="801073" y="30476"/>
                    </a:lnTo>
                    <a:lnTo>
                      <a:pt x="807168" y="33088"/>
                    </a:lnTo>
                    <a:lnTo>
                      <a:pt x="819358" y="39183"/>
                    </a:lnTo>
                    <a:lnTo>
                      <a:pt x="826324" y="40924"/>
                    </a:lnTo>
                    <a:lnTo>
                      <a:pt x="832419" y="40924"/>
                    </a:lnTo>
                    <a:lnTo>
                      <a:pt x="839385" y="39183"/>
                    </a:lnTo>
                    <a:lnTo>
                      <a:pt x="869861" y="22639"/>
                    </a:lnTo>
                    <a:lnTo>
                      <a:pt x="882051" y="18285"/>
                    </a:lnTo>
                    <a:lnTo>
                      <a:pt x="981314" y="12190"/>
                    </a:lnTo>
                    <a:lnTo>
                      <a:pt x="1007436" y="0"/>
                    </a:lnTo>
                    <a:lnTo>
                      <a:pt x="1027463" y="30476"/>
                    </a:lnTo>
                    <a:lnTo>
                      <a:pt x="1029204" y="35700"/>
                    </a:lnTo>
                    <a:lnTo>
                      <a:pt x="1025721" y="41795"/>
                    </a:lnTo>
                    <a:lnTo>
                      <a:pt x="1019626" y="49632"/>
                    </a:lnTo>
                    <a:lnTo>
                      <a:pt x="1020497" y="68788"/>
                    </a:lnTo>
                    <a:lnTo>
                      <a:pt x="1029204" y="124514"/>
                    </a:lnTo>
                    <a:lnTo>
                      <a:pt x="1038782" y="154990"/>
                    </a:lnTo>
                    <a:lnTo>
                      <a:pt x="1040524" y="165439"/>
                    </a:lnTo>
                    <a:lnTo>
                      <a:pt x="1040524" y="174146"/>
                    </a:lnTo>
                    <a:lnTo>
                      <a:pt x="1030946" y="203751"/>
                    </a:lnTo>
                    <a:lnTo>
                      <a:pt x="1035300" y="217683"/>
                    </a:lnTo>
                    <a:lnTo>
                      <a:pt x="1045748" y="242934"/>
                    </a:lnTo>
                    <a:lnTo>
                      <a:pt x="1097992" y="341327"/>
                    </a:lnTo>
                    <a:lnTo>
                      <a:pt x="1114536" y="382251"/>
                    </a:lnTo>
                    <a:lnTo>
                      <a:pt x="1119760" y="398795"/>
                    </a:lnTo>
                    <a:lnTo>
                      <a:pt x="1123243" y="421434"/>
                    </a:lnTo>
                    <a:lnTo>
                      <a:pt x="1122373" y="445814"/>
                    </a:lnTo>
                    <a:lnTo>
                      <a:pt x="1116277" y="463229"/>
                    </a:lnTo>
                    <a:lnTo>
                      <a:pt x="1111924" y="490221"/>
                    </a:lnTo>
                    <a:lnTo>
                      <a:pt x="1118890" y="559880"/>
                    </a:lnTo>
                    <a:lnTo>
                      <a:pt x="1132821" y="586873"/>
                    </a:lnTo>
                    <a:lnTo>
                      <a:pt x="1136304" y="592968"/>
                    </a:lnTo>
                    <a:lnTo>
                      <a:pt x="1147624" y="616478"/>
                    </a:lnTo>
                    <a:lnTo>
                      <a:pt x="1158943" y="666980"/>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58" name="Freeform: Shape 57">
                <a:extLst>
                  <a:ext uri="{FF2B5EF4-FFF2-40B4-BE49-F238E27FC236}">
                    <a16:creationId xmlns:a16="http://schemas.microsoft.com/office/drawing/2014/main" id="{A471931B-FC64-4ACB-A46B-609377C64E1E}"/>
                  </a:ext>
                </a:extLst>
              </p:cNvPr>
              <p:cNvSpPr>
                <a:spLocks/>
              </p:cNvSpPr>
              <p:nvPr/>
            </p:nvSpPr>
            <p:spPr>
              <a:xfrm>
                <a:off x="6904274" y="2946331"/>
                <a:ext cx="1490691" cy="969994"/>
              </a:xfrm>
              <a:custGeom>
                <a:avLst/>
                <a:gdLst>
                  <a:gd name="connsiteX0" fmla="*/ 943872 w 1490691"/>
                  <a:gd name="connsiteY0" fmla="*/ 90556 h 969994"/>
                  <a:gd name="connsiteX1" fmla="*/ 947356 w 1490691"/>
                  <a:gd name="connsiteY1" fmla="*/ 105359 h 969994"/>
                  <a:gd name="connsiteX2" fmla="*/ 950838 w 1490691"/>
                  <a:gd name="connsiteY2" fmla="*/ 113195 h 969994"/>
                  <a:gd name="connsiteX3" fmla="*/ 960417 w 1490691"/>
                  <a:gd name="connsiteY3" fmla="*/ 125385 h 969994"/>
                  <a:gd name="connsiteX4" fmla="*/ 971736 w 1490691"/>
                  <a:gd name="connsiteY4" fmla="*/ 135834 h 969994"/>
                  <a:gd name="connsiteX5" fmla="*/ 984797 w 1490691"/>
                  <a:gd name="connsiteY5" fmla="*/ 144541 h 969994"/>
                  <a:gd name="connsiteX6" fmla="*/ 995246 w 1490691"/>
                  <a:gd name="connsiteY6" fmla="*/ 145412 h 969994"/>
                  <a:gd name="connsiteX7" fmla="*/ 1004824 w 1490691"/>
                  <a:gd name="connsiteY7" fmla="*/ 148024 h 969994"/>
                  <a:gd name="connsiteX8" fmla="*/ 1010919 w 1490691"/>
                  <a:gd name="connsiteY8" fmla="*/ 152378 h 969994"/>
                  <a:gd name="connsiteX9" fmla="*/ 1017885 w 1490691"/>
                  <a:gd name="connsiteY9" fmla="*/ 160215 h 969994"/>
                  <a:gd name="connsiteX10" fmla="*/ 1021368 w 1490691"/>
                  <a:gd name="connsiteY10" fmla="*/ 165439 h 969994"/>
                  <a:gd name="connsiteX11" fmla="*/ 1023980 w 1490691"/>
                  <a:gd name="connsiteY11" fmla="*/ 174146 h 969994"/>
                  <a:gd name="connsiteX12" fmla="*/ 1026592 w 1490691"/>
                  <a:gd name="connsiteY12" fmla="*/ 178500 h 969994"/>
                  <a:gd name="connsiteX13" fmla="*/ 1030946 w 1490691"/>
                  <a:gd name="connsiteY13" fmla="*/ 181983 h 969994"/>
                  <a:gd name="connsiteX14" fmla="*/ 1036170 w 1490691"/>
                  <a:gd name="connsiteY14" fmla="*/ 183724 h 969994"/>
                  <a:gd name="connsiteX15" fmla="*/ 1042265 w 1490691"/>
                  <a:gd name="connsiteY15" fmla="*/ 184595 h 969994"/>
                  <a:gd name="connsiteX16" fmla="*/ 1050973 w 1490691"/>
                  <a:gd name="connsiteY16" fmla="*/ 181983 h 969994"/>
                  <a:gd name="connsiteX17" fmla="*/ 1061421 w 1490691"/>
                  <a:gd name="connsiteY17" fmla="*/ 174146 h 969994"/>
                  <a:gd name="connsiteX18" fmla="*/ 1072741 w 1490691"/>
                  <a:gd name="connsiteY18" fmla="*/ 168051 h 969994"/>
                  <a:gd name="connsiteX19" fmla="*/ 1080577 w 1490691"/>
                  <a:gd name="connsiteY19" fmla="*/ 186337 h 969994"/>
                  <a:gd name="connsiteX20" fmla="*/ 1091026 w 1490691"/>
                  <a:gd name="connsiteY20" fmla="*/ 222907 h 969994"/>
                  <a:gd name="connsiteX21" fmla="*/ 1097992 w 1490691"/>
                  <a:gd name="connsiteY21" fmla="*/ 269927 h 969994"/>
                  <a:gd name="connsiteX22" fmla="*/ 1097992 w 1490691"/>
                  <a:gd name="connsiteY22" fmla="*/ 276893 h 969994"/>
                  <a:gd name="connsiteX23" fmla="*/ 1097121 w 1490691"/>
                  <a:gd name="connsiteY23" fmla="*/ 288212 h 969994"/>
                  <a:gd name="connsiteX24" fmla="*/ 1099734 w 1490691"/>
                  <a:gd name="connsiteY24" fmla="*/ 296919 h 969994"/>
                  <a:gd name="connsiteX25" fmla="*/ 1101475 w 1490691"/>
                  <a:gd name="connsiteY25" fmla="*/ 303014 h 969994"/>
                  <a:gd name="connsiteX26" fmla="*/ 1105829 w 1490691"/>
                  <a:gd name="connsiteY26" fmla="*/ 308239 h 969994"/>
                  <a:gd name="connsiteX27" fmla="*/ 1110182 w 1490691"/>
                  <a:gd name="connsiteY27" fmla="*/ 312593 h 969994"/>
                  <a:gd name="connsiteX28" fmla="*/ 1123243 w 1490691"/>
                  <a:gd name="connsiteY28" fmla="*/ 322171 h 969994"/>
                  <a:gd name="connsiteX29" fmla="*/ 1130209 w 1490691"/>
                  <a:gd name="connsiteY29" fmla="*/ 330878 h 969994"/>
                  <a:gd name="connsiteX30" fmla="*/ 1133692 w 1490691"/>
                  <a:gd name="connsiteY30" fmla="*/ 340456 h 969994"/>
                  <a:gd name="connsiteX31" fmla="*/ 1137175 w 1490691"/>
                  <a:gd name="connsiteY31" fmla="*/ 363966 h 969994"/>
                  <a:gd name="connsiteX32" fmla="*/ 1149365 w 1490691"/>
                  <a:gd name="connsiteY32" fmla="*/ 377027 h 969994"/>
                  <a:gd name="connsiteX33" fmla="*/ 1166780 w 1490691"/>
                  <a:gd name="connsiteY33" fmla="*/ 390088 h 969994"/>
                  <a:gd name="connsiteX34" fmla="*/ 1178970 w 1490691"/>
                  <a:gd name="connsiteY34" fmla="*/ 394441 h 969994"/>
                  <a:gd name="connsiteX35" fmla="*/ 1192031 w 1490691"/>
                  <a:gd name="connsiteY35" fmla="*/ 394441 h 969994"/>
                  <a:gd name="connsiteX36" fmla="*/ 1208575 w 1490691"/>
                  <a:gd name="connsiteY36" fmla="*/ 396183 h 969994"/>
                  <a:gd name="connsiteX37" fmla="*/ 1220765 w 1490691"/>
                  <a:gd name="connsiteY37" fmla="*/ 409244 h 969994"/>
                  <a:gd name="connsiteX38" fmla="*/ 1234697 w 1490691"/>
                  <a:gd name="connsiteY38" fmla="*/ 428400 h 969994"/>
                  <a:gd name="connsiteX39" fmla="*/ 1240792 w 1490691"/>
                  <a:gd name="connsiteY39" fmla="*/ 441461 h 969994"/>
                  <a:gd name="connsiteX40" fmla="*/ 1247758 w 1490691"/>
                  <a:gd name="connsiteY40" fmla="*/ 452780 h 969994"/>
                  <a:gd name="connsiteX41" fmla="*/ 1255594 w 1490691"/>
                  <a:gd name="connsiteY41" fmla="*/ 466712 h 969994"/>
                  <a:gd name="connsiteX42" fmla="*/ 1259077 w 1490691"/>
                  <a:gd name="connsiteY42" fmla="*/ 476290 h 969994"/>
                  <a:gd name="connsiteX43" fmla="*/ 1262560 w 1490691"/>
                  <a:gd name="connsiteY43" fmla="*/ 497188 h 969994"/>
                  <a:gd name="connsiteX44" fmla="*/ 1265173 w 1490691"/>
                  <a:gd name="connsiteY44" fmla="*/ 526792 h 969994"/>
                  <a:gd name="connsiteX45" fmla="*/ 1267785 w 1490691"/>
                  <a:gd name="connsiteY45" fmla="*/ 537241 h 969994"/>
                  <a:gd name="connsiteX46" fmla="*/ 1272138 w 1490691"/>
                  <a:gd name="connsiteY46" fmla="*/ 542466 h 969994"/>
                  <a:gd name="connsiteX47" fmla="*/ 1277363 w 1490691"/>
                  <a:gd name="connsiteY47" fmla="*/ 545948 h 969994"/>
                  <a:gd name="connsiteX48" fmla="*/ 1311321 w 1490691"/>
                  <a:gd name="connsiteY48" fmla="*/ 561622 h 969994"/>
                  <a:gd name="connsiteX49" fmla="*/ 1314804 w 1490691"/>
                  <a:gd name="connsiteY49" fmla="*/ 572941 h 969994"/>
                  <a:gd name="connsiteX50" fmla="*/ 1316546 w 1490691"/>
                  <a:gd name="connsiteY50" fmla="*/ 579036 h 969994"/>
                  <a:gd name="connsiteX51" fmla="*/ 1326124 w 1490691"/>
                  <a:gd name="connsiteY51" fmla="*/ 599063 h 969994"/>
                  <a:gd name="connsiteX52" fmla="*/ 1332219 w 1490691"/>
                  <a:gd name="connsiteY52" fmla="*/ 610383 h 969994"/>
                  <a:gd name="connsiteX53" fmla="*/ 1345280 w 1490691"/>
                  <a:gd name="connsiteY53" fmla="*/ 610383 h 969994"/>
                  <a:gd name="connsiteX54" fmla="*/ 1351375 w 1490691"/>
                  <a:gd name="connsiteY54" fmla="*/ 612124 h 969994"/>
                  <a:gd name="connsiteX55" fmla="*/ 1357470 w 1490691"/>
                  <a:gd name="connsiteY55" fmla="*/ 614736 h 969994"/>
                  <a:gd name="connsiteX56" fmla="*/ 1363565 w 1490691"/>
                  <a:gd name="connsiteY56" fmla="*/ 619961 h 969994"/>
                  <a:gd name="connsiteX57" fmla="*/ 1377497 w 1490691"/>
                  <a:gd name="connsiteY57" fmla="*/ 637375 h 969994"/>
                  <a:gd name="connsiteX58" fmla="*/ 1385333 w 1490691"/>
                  <a:gd name="connsiteY58" fmla="*/ 652178 h 969994"/>
                  <a:gd name="connsiteX59" fmla="*/ 1391429 w 1490691"/>
                  <a:gd name="connsiteY59" fmla="*/ 666109 h 969994"/>
                  <a:gd name="connsiteX60" fmla="*/ 1400136 w 1490691"/>
                  <a:gd name="connsiteY60" fmla="*/ 680912 h 969994"/>
                  <a:gd name="connsiteX61" fmla="*/ 1407102 w 1490691"/>
                  <a:gd name="connsiteY61" fmla="*/ 688748 h 969994"/>
                  <a:gd name="connsiteX62" fmla="*/ 1415809 w 1490691"/>
                  <a:gd name="connsiteY62" fmla="*/ 701809 h 969994"/>
                  <a:gd name="connsiteX63" fmla="*/ 1427128 w 1490691"/>
                  <a:gd name="connsiteY63" fmla="*/ 712258 h 969994"/>
                  <a:gd name="connsiteX64" fmla="*/ 1439319 w 1490691"/>
                  <a:gd name="connsiteY64" fmla="*/ 720965 h 969994"/>
                  <a:gd name="connsiteX65" fmla="*/ 1455863 w 1490691"/>
                  <a:gd name="connsiteY65" fmla="*/ 736639 h 969994"/>
                  <a:gd name="connsiteX66" fmla="*/ 1468053 w 1490691"/>
                  <a:gd name="connsiteY66" fmla="*/ 745346 h 969994"/>
                  <a:gd name="connsiteX67" fmla="*/ 1486338 w 1490691"/>
                  <a:gd name="connsiteY67" fmla="*/ 763631 h 969994"/>
                  <a:gd name="connsiteX68" fmla="*/ 1488950 w 1490691"/>
                  <a:gd name="connsiteY68" fmla="*/ 782787 h 969994"/>
                  <a:gd name="connsiteX69" fmla="*/ 1490692 w 1490691"/>
                  <a:gd name="connsiteY69" fmla="*/ 799331 h 969994"/>
                  <a:gd name="connsiteX70" fmla="*/ 1461958 w 1490691"/>
                  <a:gd name="connsiteY70" fmla="*/ 816746 h 969994"/>
                  <a:gd name="connsiteX71" fmla="*/ 1449767 w 1490691"/>
                  <a:gd name="connsiteY71" fmla="*/ 820229 h 969994"/>
                  <a:gd name="connsiteX72" fmla="*/ 1407102 w 1490691"/>
                  <a:gd name="connsiteY72" fmla="*/ 821970 h 969994"/>
                  <a:gd name="connsiteX73" fmla="*/ 1359211 w 1490691"/>
                  <a:gd name="connsiteY73" fmla="*/ 816746 h 969994"/>
                  <a:gd name="connsiteX74" fmla="*/ 1349633 w 1490691"/>
                  <a:gd name="connsiteY74" fmla="*/ 812392 h 969994"/>
                  <a:gd name="connsiteX75" fmla="*/ 1343538 w 1490691"/>
                  <a:gd name="connsiteY75" fmla="*/ 808038 h 969994"/>
                  <a:gd name="connsiteX76" fmla="*/ 1328736 w 1490691"/>
                  <a:gd name="connsiteY76" fmla="*/ 775821 h 969994"/>
                  <a:gd name="connsiteX77" fmla="*/ 1323511 w 1490691"/>
                  <a:gd name="connsiteY77" fmla="*/ 767114 h 969994"/>
                  <a:gd name="connsiteX78" fmla="*/ 1315675 w 1490691"/>
                  <a:gd name="connsiteY78" fmla="*/ 759277 h 969994"/>
                  <a:gd name="connsiteX79" fmla="*/ 1269526 w 1490691"/>
                  <a:gd name="connsiteY79" fmla="*/ 741863 h 969994"/>
                  <a:gd name="connsiteX80" fmla="*/ 1262560 w 1490691"/>
                  <a:gd name="connsiteY80" fmla="*/ 740992 h 969994"/>
                  <a:gd name="connsiteX81" fmla="*/ 1247758 w 1490691"/>
                  <a:gd name="connsiteY81" fmla="*/ 740992 h 969994"/>
                  <a:gd name="connsiteX82" fmla="*/ 1225119 w 1490691"/>
                  <a:gd name="connsiteY82" fmla="*/ 727931 h 969994"/>
                  <a:gd name="connsiteX83" fmla="*/ 1214670 w 1490691"/>
                  <a:gd name="connsiteY83" fmla="*/ 726190 h 969994"/>
                  <a:gd name="connsiteX84" fmla="*/ 1210316 w 1490691"/>
                  <a:gd name="connsiteY84" fmla="*/ 729673 h 969994"/>
                  <a:gd name="connsiteX85" fmla="*/ 1207704 w 1490691"/>
                  <a:gd name="connsiteY85" fmla="*/ 735768 h 969994"/>
                  <a:gd name="connsiteX86" fmla="*/ 1209446 w 1490691"/>
                  <a:gd name="connsiteY86" fmla="*/ 744475 h 969994"/>
                  <a:gd name="connsiteX87" fmla="*/ 1212058 w 1490691"/>
                  <a:gd name="connsiteY87" fmla="*/ 752312 h 969994"/>
                  <a:gd name="connsiteX88" fmla="*/ 1215541 w 1490691"/>
                  <a:gd name="connsiteY88" fmla="*/ 758407 h 969994"/>
                  <a:gd name="connsiteX89" fmla="*/ 1219894 w 1490691"/>
                  <a:gd name="connsiteY89" fmla="*/ 763631 h 969994"/>
                  <a:gd name="connsiteX90" fmla="*/ 1231214 w 1490691"/>
                  <a:gd name="connsiteY90" fmla="*/ 768856 h 969994"/>
                  <a:gd name="connsiteX91" fmla="*/ 1235567 w 1490691"/>
                  <a:gd name="connsiteY91" fmla="*/ 773209 h 969994"/>
                  <a:gd name="connsiteX92" fmla="*/ 1234697 w 1490691"/>
                  <a:gd name="connsiteY92" fmla="*/ 784529 h 969994"/>
                  <a:gd name="connsiteX93" fmla="*/ 1219024 w 1490691"/>
                  <a:gd name="connsiteY93" fmla="*/ 821099 h 969994"/>
                  <a:gd name="connsiteX94" fmla="*/ 1207704 w 1490691"/>
                  <a:gd name="connsiteY94" fmla="*/ 839385 h 969994"/>
                  <a:gd name="connsiteX95" fmla="*/ 1186807 w 1490691"/>
                  <a:gd name="connsiteY95" fmla="*/ 853316 h 969994"/>
                  <a:gd name="connsiteX96" fmla="*/ 1184194 w 1490691"/>
                  <a:gd name="connsiteY96" fmla="*/ 859412 h 969994"/>
                  <a:gd name="connsiteX97" fmla="*/ 1180711 w 1490691"/>
                  <a:gd name="connsiteY97" fmla="*/ 867248 h 969994"/>
                  <a:gd name="connsiteX98" fmla="*/ 1179841 w 1490691"/>
                  <a:gd name="connsiteY98" fmla="*/ 886404 h 969994"/>
                  <a:gd name="connsiteX99" fmla="*/ 1175487 w 1490691"/>
                  <a:gd name="connsiteY99" fmla="*/ 909043 h 969994"/>
                  <a:gd name="connsiteX100" fmla="*/ 1161555 w 1490691"/>
                  <a:gd name="connsiteY100" fmla="*/ 915138 h 969994"/>
                  <a:gd name="connsiteX101" fmla="*/ 1153719 w 1490691"/>
                  <a:gd name="connsiteY101" fmla="*/ 913397 h 969994"/>
                  <a:gd name="connsiteX102" fmla="*/ 1147624 w 1490691"/>
                  <a:gd name="connsiteY102" fmla="*/ 908173 h 969994"/>
                  <a:gd name="connsiteX103" fmla="*/ 1142399 w 1490691"/>
                  <a:gd name="connsiteY103" fmla="*/ 902077 h 969994"/>
                  <a:gd name="connsiteX104" fmla="*/ 1131080 w 1490691"/>
                  <a:gd name="connsiteY104" fmla="*/ 885533 h 969994"/>
                  <a:gd name="connsiteX105" fmla="*/ 1124114 w 1490691"/>
                  <a:gd name="connsiteY105" fmla="*/ 878568 h 969994"/>
                  <a:gd name="connsiteX106" fmla="*/ 1118019 w 1490691"/>
                  <a:gd name="connsiteY106" fmla="*/ 875956 h 969994"/>
                  <a:gd name="connsiteX107" fmla="*/ 1110182 w 1490691"/>
                  <a:gd name="connsiteY107" fmla="*/ 876826 h 969994"/>
                  <a:gd name="connsiteX108" fmla="*/ 1078836 w 1490691"/>
                  <a:gd name="connsiteY108" fmla="*/ 890758 h 969994"/>
                  <a:gd name="connsiteX109" fmla="*/ 1022238 w 1490691"/>
                  <a:gd name="connsiteY109" fmla="*/ 906431 h 969994"/>
                  <a:gd name="connsiteX110" fmla="*/ 1003082 w 1490691"/>
                  <a:gd name="connsiteY110" fmla="*/ 920363 h 969994"/>
                  <a:gd name="connsiteX111" fmla="*/ 996116 w 1490691"/>
                  <a:gd name="connsiteY111" fmla="*/ 929070 h 969994"/>
                  <a:gd name="connsiteX112" fmla="*/ 983926 w 1490691"/>
                  <a:gd name="connsiteY112" fmla="*/ 937777 h 969994"/>
                  <a:gd name="connsiteX113" fmla="*/ 838514 w 1490691"/>
                  <a:gd name="connsiteY113" fmla="*/ 969995 h 969994"/>
                  <a:gd name="connsiteX114" fmla="*/ 821970 w 1490691"/>
                  <a:gd name="connsiteY114" fmla="*/ 953451 h 969994"/>
                  <a:gd name="connsiteX115" fmla="*/ 815875 w 1490691"/>
                  <a:gd name="connsiteY115" fmla="*/ 950838 h 969994"/>
                  <a:gd name="connsiteX116" fmla="*/ 781917 w 1490691"/>
                  <a:gd name="connsiteY116" fmla="*/ 958675 h 969994"/>
                  <a:gd name="connsiteX117" fmla="*/ 769726 w 1490691"/>
                  <a:gd name="connsiteY117" fmla="*/ 958675 h 969994"/>
                  <a:gd name="connsiteX118" fmla="*/ 739251 w 1490691"/>
                  <a:gd name="connsiteY118" fmla="*/ 953451 h 969994"/>
                  <a:gd name="connsiteX119" fmla="*/ 729673 w 1490691"/>
                  <a:gd name="connsiteY119" fmla="*/ 954321 h 969994"/>
                  <a:gd name="connsiteX120" fmla="*/ 710517 w 1490691"/>
                  <a:gd name="connsiteY120" fmla="*/ 961287 h 969994"/>
                  <a:gd name="connsiteX121" fmla="*/ 689619 w 1490691"/>
                  <a:gd name="connsiteY121" fmla="*/ 961287 h 969994"/>
                  <a:gd name="connsiteX122" fmla="*/ 683524 w 1490691"/>
                  <a:gd name="connsiteY122" fmla="*/ 957804 h 969994"/>
                  <a:gd name="connsiteX123" fmla="*/ 680041 w 1490691"/>
                  <a:gd name="connsiteY123" fmla="*/ 952580 h 969994"/>
                  <a:gd name="connsiteX124" fmla="*/ 676558 w 1490691"/>
                  <a:gd name="connsiteY124" fmla="*/ 943002 h 969994"/>
                  <a:gd name="connsiteX125" fmla="*/ 670463 w 1490691"/>
                  <a:gd name="connsiteY125" fmla="*/ 925587 h 969994"/>
                  <a:gd name="connsiteX126" fmla="*/ 666109 w 1490691"/>
                  <a:gd name="connsiteY126" fmla="*/ 917751 h 969994"/>
                  <a:gd name="connsiteX127" fmla="*/ 657402 w 1490691"/>
                  <a:gd name="connsiteY127" fmla="*/ 910785 h 969994"/>
                  <a:gd name="connsiteX128" fmla="*/ 648695 w 1490691"/>
                  <a:gd name="connsiteY128" fmla="*/ 907302 h 969994"/>
                  <a:gd name="connsiteX129" fmla="*/ 634763 w 1490691"/>
                  <a:gd name="connsiteY129" fmla="*/ 902948 h 969994"/>
                  <a:gd name="connsiteX130" fmla="*/ 632151 w 1490691"/>
                  <a:gd name="connsiteY130" fmla="*/ 902077 h 969994"/>
                  <a:gd name="connsiteX131" fmla="*/ 629539 w 1490691"/>
                  <a:gd name="connsiteY131" fmla="*/ 897724 h 969994"/>
                  <a:gd name="connsiteX132" fmla="*/ 625185 w 1490691"/>
                  <a:gd name="connsiteY132" fmla="*/ 883792 h 969994"/>
                  <a:gd name="connsiteX133" fmla="*/ 621702 w 1490691"/>
                  <a:gd name="connsiteY133" fmla="*/ 874214 h 969994"/>
                  <a:gd name="connsiteX134" fmla="*/ 615607 w 1490691"/>
                  <a:gd name="connsiteY134" fmla="*/ 862895 h 969994"/>
                  <a:gd name="connsiteX135" fmla="*/ 611253 w 1490691"/>
                  <a:gd name="connsiteY135" fmla="*/ 853316 h 969994"/>
                  <a:gd name="connsiteX136" fmla="*/ 608641 w 1490691"/>
                  <a:gd name="connsiteY136" fmla="*/ 828936 h 969994"/>
                  <a:gd name="connsiteX137" fmla="*/ 605158 w 1490691"/>
                  <a:gd name="connsiteY137" fmla="*/ 825453 h 969994"/>
                  <a:gd name="connsiteX138" fmla="*/ 599934 w 1490691"/>
                  <a:gd name="connsiteY138" fmla="*/ 824582 h 969994"/>
                  <a:gd name="connsiteX139" fmla="*/ 591226 w 1490691"/>
                  <a:gd name="connsiteY139" fmla="*/ 825453 h 969994"/>
                  <a:gd name="connsiteX140" fmla="*/ 497188 w 1490691"/>
                  <a:gd name="connsiteY140" fmla="*/ 854187 h 969994"/>
                  <a:gd name="connsiteX141" fmla="*/ 472807 w 1490691"/>
                  <a:gd name="connsiteY141" fmla="*/ 860282 h 969994"/>
                  <a:gd name="connsiteX142" fmla="*/ 467583 w 1490691"/>
                  <a:gd name="connsiteY142" fmla="*/ 860282 h 969994"/>
                  <a:gd name="connsiteX143" fmla="*/ 462358 w 1490691"/>
                  <a:gd name="connsiteY143" fmla="*/ 856799 h 969994"/>
                  <a:gd name="connsiteX144" fmla="*/ 458875 w 1490691"/>
                  <a:gd name="connsiteY144" fmla="*/ 849834 h 969994"/>
                  <a:gd name="connsiteX145" fmla="*/ 457134 w 1490691"/>
                  <a:gd name="connsiteY145" fmla="*/ 840256 h 969994"/>
                  <a:gd name="connsiteX146" fmla="*/ 458005 w 1490691"/>
                  <a:gd name="connsiteY146" fmla="*/ 824582 h 969994"/>
                  <a:gd name="connsiteX147" fmla="*/ 456263 w 1490691"/>
                  <a:gd name="connsiteY147" fmla="*/ 813263 h 969994"/>
                  <a:gd name="connsiteX148" fmla="*/ 451039 w 1490691"/>
                  <a:gd name="connsiteY148" fmla="*/ 798460 h 969994"/>
                  <a:gd name="connsiteX149" fmla="*/ 449297 w 1490691"/>
                  <a:gd name="connsiteY149" fmla="*/ 788012 h 969994"/>
                  <a:gd name="connsiteX150" fmla="*/ 450168 w 1490691"/>
                  <a:gd name="connsiteY150" fmla="*/ 777563 h 969994"/>
                  <a:gd name="connsiteX151" fmla="*/ 451909 w 1490691"/>
                  <a:gd name="connsiteY151" fmla="*/ 757536 h 969994"/>
                  <a:gd name="connsiteX152" fmla="*/ 452780 w 1490691"/>
                  <a:gd name="connsiteY152" fmla="*/ 747958 h 969994"/>
                  <a:gd name="connsiteX153" fmla="*/ 451909 w 1490691"/>
                  <a:gd name="connsiteY153" fmla="*/ 737509 h 969994"/>
                  <a:gd name="connsiteX154" fmla="*/ 448427 w 1490691"/>
                  <a:gd name="connsiteY154" fmla="*/ 727060 h 969994"/>
                  <a:gd name="connsiteX155" fmla="*/ 441461 w 1490691"/>
                  <a:gd name="connsiteY155" fmla="*/ 718353 h 969994"/>
                  <a:gd name="connsiteX156" fmla="*/ 421434 w 1490691"/>
                  <a:gd name="connsiteY156" fmla="*/ 701809 h 969994"/>
                  <a:gd name="connsiteX157" fmla="*/ 412727 w 1490691"/>
                  <a:gd name="connsiteY157" fmla="*/ 693973 h 969994"/>
                  <a:gd name="connsiteX158" fmla="*/ 408373 w 1490691"/>
                  <a:gd name="connsiteY158" fmla="*/ 687878 h 969994"/>
                  <a:gd name="connsiteX159" fmla="*/ 404890 w 1490691"/>
                  <a:gd name="connsiteY159" fmla="*/ 677429 h 969994"/>
                  <a:gd name="connsiteX160" fmla="*/ 403149 w 1490691"/>
                  <a:gd name="connsiteY160" fmla="*/ 665239 h 969994"/>
                  <a:gd name="connsiteX161" fmla="*/ 403149 w 1490691"/>
                  <a:gd name="connsiteY161" fmla="*/ 633892 h 969994"/>
                  <a:gd name="connsiteX162" fmla="*/ 397053 w 1490691"/>
                  <a:gd name="connsiteY162" fmla="*/ 634763 h 969994"/>
                  <a:gd name="connsiteX163" fmla="*/ 377897 w 1490691"/>
                  <a:gd name="connsiteY163" fmla="*/ 646082 h 969994"/>
                  <a:gd name="connsiteX164" fmla="*/ 370932 w 1490691"/>
                  <a:gd name="connsiteY164" fmla="*/ 653048 h 969994"/>
                  <a:gd name="connsiteX165" fmla="*/ 365707 w 1490691"/>
                  <a:gd name="connsiteY165" fmla="*/ 659143 h 969994"/>
                  <a:gd name="connsiteX166" fmla="*/ 360483 w 1490691"/>
                  <a:gd name="connsiteY166" fmla="*/ 663497 h 969994"/>
                  <a:gd name="connsiteX167" fmla="*/ 355258 w 1490691"/>
                  <a:gd name="connsiteY167" fmla="*/ 666980 h 969994"/>
                  <a:gd name="connsiteX168" fmla="*/ 337844 w 1490691"/>
                  <a:gd name="connsiteY168" fmla="*/ 669592 h 969994"/>
                  <a:gd name="connsiteX169" fmla="*/ 330878 w 1490691"/>
                  <a:gd name="connsiteY169" fmla="*/ 672204 h 969994"/>
                  <a:gd name="connsiteX170" fmla="*/ 325653 w 1490691"/>
                  <a:gd name="connsiteY170" fmla="*/ 676558 h 969994"/>
                  <a:gd name="connsiteX171" fmla="*/ 311722 w 1490691"/>
                  <a:gd name="connsiteY171" fmla="*/ 693973 h 969994"/>
                  <a:gd name="connsiteX172" fmla="*/ 302144 w 1490691"/>
                  <a:gd name="connsiteY172" fmla="*/ 700939 h 969994"/>
                  <a:gd name="connsiteX173" fmla="*/ 293437 w 1490691"/>
                  <a:gd name="connsiteY173" fmla="*/ 703551 h 969994"/>
                  <a:gd name="connsiteX174" fmla="*/ 271668 w 1490691"/>
                  <a:gd name="connsiteY174" fmla="*/ 707904 h 969994"/>
                  <a:gd name="connsiteX175" fmla="*/ 238580 w 1490691"/>
                  <a:gd name="connsiteY175" fmla="*/ 707904 h 969994"/>
                  <a:gd name="connsiteX176" fmla="*/ 229873 w 1490691"/>
                  <a:gd name="connsiteY176" fmla="*/ 707904 h 969994"/>
                  <a:gd name="connsiteX177" fmla="*/ 222907 w 1490691"/>
                  <a:gd name="connsiteY177" fmla="*/ 705292 h 969994"/>
                  <a:gd name="connsiteX178" fmla="*/ 175888 w 1490691"/>
                  <a:gd name="connsiteY178" fmla="*/ 673946 h 969994"/>
                  <a:gd name="connsiteX179" fmla="*/ 170663 w 1490691"/>
                  <a:gd name="connsiteY179" fmla="*/ 667851 h 969994"/>
                  <a:gd name="connsiteX180" fmla="*/ 167180 w 1490691"/>
                  <a:gd name="connsiteY180" fmla="*/ 660885 h 969994"/>
                  <a:gd name="connsiteX181" fmla="*/ 167180 w 1490691"/>
                  <a:gd name="connsiteY181" fmla="*/ 634763 h 969994"/>
                  <a:gd name="connsiteX182" fmla="*/ 161085 w 1490691"/>
                  <a:gd name="connsiteY182" fmla="*/ 617348 h 969994"/>
                  <a:gd name="connsiteX183" fmla="*/ 156732 w 1490691"/>
                  <a:gd name="connsiteY183" fmla="*/ 612995 h 969994"/>
                  <a:gd name="connsiteX184" fmla="*/ 148895 w 1490691"/>
                  <a:gd name="connsiteY184" fmla="*/ 607770 h 969994"/>
                  <a:gd name="connsiteX185" fmla="*/ 139317 w 1490691"/>
                  <a:gd name="connsiteY185" fmla="*/ 605158 h 969994"/>
                  <a:gd name="connsiteX186" fmla="*/ 117549 w 1490691"/>
                  <a:gd name="connsiteY186" fmla="*/ 608641 h 969994"/>
                  <a:gd name="connsiteX187" fmla="*/ 90556 w 1490691"/>
                  <a:gd name="connsiteY187" fmla="*/ 615607 h 969994"/>
                  <a:gd name="connsiteX188" fmla="*/ 80107 w 1490691"/>
                  <a:gd name="connsiteY188" fmla="*/ 622573 h 969994"/>
                  <a:gd name="connsiteX189" fmla="*/ 62693 w 1490691"/>
                  <a:gd name="connsiteY189" fmla="*/ 639117 h 969994"/>
                  <a:gd name="connsiteX190" fmla="*/ 22639 w 1490691"/>
                  <a:gd name="connsiteY190" fmla="*/ 634763 h 969994"/>
                  <a:gd name="connsiteX191" fmla="*/ 15673 w 1490691"/>
                  <a:gd name="connsiteY191" fmla="*/ 632151 h 969994"/>
                  <a:gd name="connsiteX192" fmla="*/ 6966 w 1490691"/>
                  <a:gd name="connsiteY192" fmla="*/ 626926 h 969994"/>
                  <a:gd name="connsiteX193" fmla="*/ 3483 w 1490691"/>
                  <a:gd name="connsiteY193" fmla="*/ 620831 h 969994"/>
                  <a:gd name="connsiteX194" fmla="*/ 2612 w 1490691"/>
                  <a:gd name="connsiteY194" fmla="*/ 612995 h 969994"/>
                  <a:gd name="connsiteX195" fmla="*/ 3483 w 1490691"/>
                  <a:gd name="connsiteY195" fmla="*/ 603417 h 969994"/>
                  <a:gd name="connsiteX196" fmla="*/ 14803 w 1490691"/>
                  <a:gd name="connsiteY196" fmla="*/ 565105 h 969994"/>
                  <a:gd name="connsiteX197" fmla="*/ 16544 w 1490691"/>
                  <a:gd name="connsiteY197" fmla="*/ 556397 h 969994"/>
                  <a:gd name="connsiteX198" fmla="*/ 15673 w 1490691"/>
                  <a:gd name="connsiteY198" fmla="*/ 545078 h 969994"/>
                  <a:gd name="connsiteX199" fmla="*/ 12190 w 1490691"/>
                  <a:gd name="connsiteY199" fmla="*/ 531146 h 969994"/>
                  <a:gd name="connsiteX200" fmla="*/ 2612 w 1490691"/>
                  <a:gd name="connsiteY200" fmla="*/ 507636 h 969994"/>
                  <a:gd name="connsiteX201" fmla="*/ 0 w 1490691"/>
                  <a:gd name="connsiteY201" fmla="*/ 497188 h 969994"/>
                  <a:gd name="connsiteX202" fmla="*/ 6966 w 1490691"/>
                  <a:gd name="connsiteY202" fmla="*/ 476290 h 969994"/>
                  <a:gd name="connsiteX203" fmla="*/ 16544 w 1490691"/>
                  <a:gd name="connsiteY203" fmla="*/ 464970 h 969994"/>
                  <a:gd name="connsiteX204" fmla="*/ 22639 w 1490691"/>
                  <a:gd name="connsiteY204" fmla="*/ 461487 h 969994"/>
                  <a:gd name="connsiteX205" fmla="*/ 30476 w 1490691"/>
                  <a:gd name="connsiteY205" fmla="*/ 458875 h 969994"/>
                  <a:gd name="connsiteX206" fmla="*/ 87073 w 1490691"/>
                  <a:gd name="connsiteY206" fmla="*/ 457134 h 969994"/>
                  <a:gd name="connsiteX207" fmla="*/ 107971 w 1490691"/>
                  <a:gd name="connsiteY207" fmla="*/ 450168 h 969994"/>
                  <a:gd name="connsiteX208" fmla="*/ 120161 w 1490691"/>
                  <a:gd name="connsiteY208" fmla="*/ 443202 h 969994"/>
                  <a:gd name="connsiteX209" fmla="*/ 127998 w 1490691"/>
                  <a:gd name="connsiteY209" fmla="*/ 433624 h 969994"/>
                  <a:gd name="connsiteX210" fmla="*/ 137576 w 1490691"/>
                  <a:gd name="connsiteY210" fmla="*/ 414468 h 969994"/>
                  <a:gd name="connsiteX211" fmla="*/ 145412 w 1490691"/>
                  <a:gd name="connsiteY211" fmla="*/ 405761 h 969994"/>
                  <a:gd name="connsiteX212" fmla="*/ 153249 w 1490691"/>
                  <a:gd name="connsiteY212" fmla="*/ 402278 h 969994"/>
                  <a:gd name="connsiteX213" fmla="*/ 168922 w 1490691"/>
                  <a:gd name="connsiteY213" fmla="*/ 400536 h 969994"/>
                  <a:gd name="connsiteX214" fmla="*/ 253383 w 1490691"/>
                  <a:gd name="connsiteY214" fmla="*/ 361353 h 969994"/>
                  <a:gd name="connsiteX215" fmla="*/ 276022 w 1490691"/>
                  <a:gd name="connsiteY215" fmla="*/ 386605 h 969994"/>
                  <a:gd name="connsiteX216" fmla="*/ 284729 w 1490691"/>
                  <a:gd name="connsiteY216" fmla="*/ 391829 h 969994"/>
                  <a:gd name="connsiteX217" fmla="*/ 290824 w 1490691"/>
                  <a:gd name="connsiteY217" fmla="*/ 392700 h 969994"/>
                  <a:gd name="connsiteX218" fmla="*/ 298661 w 1490691"/>
                  <a:gd name="connsiteY218" fmla="*/ 390958 h 969994"/>
                  <a:gd name="connsiteX219" fmla="*/ 306497 w 1490691"/>
                  <a:gd name="connsiteY219" fmla="*/ 384863 h 969994"/>
                  <a:gd name="connsiteX220" fmla="*/ 315205 w 1490691"/>
                  <a:gd name="connsiteY220" fmla="*/ 372673 h 969994"/>
                  <a:gd name="connsiteX221" fmla="*/ 318688 w 1490691"/>
                  <a:gd name="connsiteY221" fmla="*/ 369190 h 969994"/>
                  <a:gd name="connsiteX222" fmla="*/ 322171 w 1490691"/>
                  <a:gd name="connsiteY222" fmla="*/ 367448 h 969994"/>
                  <a:gd name="connsiteX223" fmla="*/ 327395 w 1490691"/>
                  <a:gd name="connsiteY223" fmla="*/ 370061 h 969994"/>
                  <a:gd name="connsiteX224" fmla="*/ 338714 w 1490691"/>
                  <a:gd name="connsiteY224" fmla="*/ 376156 h 969994"/>
                  <a:gd name="connsiteX225" fmla="*/ 345680 w 1490691"/>
                  <a:gd name="connsiteY225" fmla="*/ 377027 h 969994"/>
                  <a:gd name="connsiteX226" fmla="*/ 405761 w 1490691"/>
                  <a:gd name="connsiteY226" fmla="*/ 371802 h 969994"/>
                  <a:gd name="connsiteX227" fmla="*/ 410985 w 1490691"/>
                  <a:gd name="connsiteY227" fmla="*/ 370061 h 969994"/>
                  <a:gd name="connsiteX228" fmla="*/ 415339 w 1490691"/>
                  <a:gd name="connsiteY228" fmla="*/ 365707 h 969994"/>
                  <a:gd name="connsiteX229" fmla="*/ 417951 w 1490691"/>
                  <a:gd name="connsiteY229" fmla="*/ 357000 h 969994"/>
                  <a:gd name="connsiteX230" fmla="*/ 421434 w 1490691"/>
                  <a:gd name="connsiteY230" fmla="*/ 323041 h 969994"/>
                  <a:gd name="connsiteX231" fmla="*/ 424046 w 1490691"/>
                  <a:gd name="connsiteY231" fmla="*/ 315205 h 969994"/>
                  <a:gd name="connsiteX232" fmla="*/ 426658 w 1490691"/>
                  <a:gd name="connsiteY232" fmla="*/ 309110 h 969994"/>
                  <a:gd name="connsiteX233" fmla="*/ 432753 w 1490691"/>
                  <a:gd name="connsiteY233" fmla="*/ 304756 h 969994"/>
                  <a:gd name="connsiteX234" fmla="*/ 438848 w 1490691"/>
                  <a:gd name="connsiteY234" fmla="*/ 302144 h 969994"/>
                  <a:gd name="connsiteX235" fmla="*/ 464100 w 1490691"/>
                  <a:gd name="connsiteY235" fmla="*/ 303885 h 969994"/>
                  <a:gd name="connsiteX236" fmla="*/ 473678 w 1490691"/>
                  <a:gd name="connsiteY236" fmla="*/ 308239 h 969994"/>
                  <a:gd name="connsiteX237" fmla="*/ 514602 w 1490691"/>
                  <a:gd name="connsiteY237" fmla="*/ 332619 h 969994"/>
                  <a:gd name="connsiteX238" fmla="*/ 522439 w 1490691"/>
                  <a:gd name="connsiteY238" fmla="*/ 335231 h 969994"/>
                  <a:gd name="connsiteX239" fmla="*/ 530275 w 1490691"/>
                  <a:gd name="connsiteY239" fmla="*/ 336973 h 969994"/>
                  <a:gd name="connsiteX240" fmla="*/ 539853 w 1490691"/>
                  <a:gd name="connsiteY240" fmla="*/ 335231 h 969994"/>
                  <a:gd name="connsiteX241" fmla="*/ 547690 w 1490691"/>
                  <a:gd name="connsiteY241" fmla="*/ 330878 h 969994"/>
                  <a:gd name="connsiteX242" fmla="*/ 552043 w 1490691"/>
                  <a:gd name="connsiteY242" fmla="*/ 321300 h 969994"/>
                  <a:gd name="connsiteX243" fmla="*/ 551173 w 1490691"/>
                  <a:gd name="connsiteY243" fmla="*/ 314334 h 969994"/>
                  <a:gd name="connsiteX244" fmla="*/ 549431 w 1490691"/>
                  <a:gd name="connsiteY244" fmla="*/ 305627 h 969994"/>
                  <a:gd name="connsiteX245" fmla="*/ 552043 w 1490691"/>
                  <a:gd name="connsiteY245" fmla="*/ 297790 h 969994"/>
                  <a:gd name="connsiteX246" fmla="*/ 559880 w 1490691"/>
                  <a:gd name="connsiteY246" fmla="*/ 293436 h 969994"/>
                  <a:gd name="connsiteX247" fmla="*/ 585131 w 1490691"/>
                  <a:gd name="connsiteY247" fmla="*/ 288212 h 969994"/>
                  <a:gd name="connsiteX248" fmla="*/ 608641 w 1490691"/>
                  <a:gd name="connsiteY248" fmla="*/ 280375 h 969994"/>
                  <a:gd name="connsiteX249" fmla="*/ 619961 w 1490691"/>
                  <a:gd name="connsiteY249" fmla="*/ 271668 h 969994"/>
                  <a:gd name="connsiteX250" fmla="*/ 614736 w 1490691"/>
                  <a:gd name="connsiteY250" fmla="*/ 262961 h 969994"/>
                  <a:gd name="connsiteX251" fmla="*/ 608641 w 1490691"/>
                  <a:gd name="connsiteY251" fmla="*/ 257736 h 969994"/>
                  <a:gd name="connsiteX252" fmla="*/ 599934 w 1490691"/>
                  <a:gd name="connsiteY252" fmla="*/ 255995 h 969994"/>
                  <a:gd name="connsiteX253" fmla="*/ 594710 w 1490691"/>
                  <a:gd name="connsiteY253" fmla="*/ 250771 h 969994"/>
                  <a:gd name="connsiteX254" fmla="*/ 591226 w 1490691"/>
                  <a:gd name="connsiteY254" fmla="*/ 240322 h 969994"/>
                  <a:gd name="connsiteX255" fmla="*/ 589485 w 1490691"/>
                  <a:gd name="connsiteY255" fmla="*/ 229873 h 969994"/>
                  <a:gd name="connsiteX256" fmla="*/ 586002 w 1490691"/>
                  <a:gd name="connsiteY256" fmla="*/ 220295 h 969994"/>
                  <a:gd name="connsiteX257" fmla="*/ 587744 w 1490691"/>
                  <a:gd name="connsiteY257" fmla="*/ 210717 h 969994"/>
                  <a:gd name="connsiteX258" fmla="*/ 592968 w 1490691"/>
                  <a:gd name="connsiteY258" fmla="*/ 199397 h 969994"/>
                  <a:gd name="connsiteX259" fmla="*/ 592097 w 1490691"/>
                  <a:gd name="connsiteY259" fmla="*/ 191561 h 969994"/>
                  <a:gd name="connsiteX260" fmla="*/ 592968 w 1490691"/>
                  <a:gd name="connsiteY260" fmla="*/ 188078 h 969994"/>
                  <a:gd name="connsiteX261" fmla="*/ 599934 w 1490691"/>
                  <a:gd name="connsiteY261" fmla="*/ 181112 h 969994"/>
                  <a:gd name="connsiteX262" fmla="*/ 598192 w 1490691"/>
                  <a:gd name="connsiteY262" fmla="*/ 178500 h 969994"/>
                  <a:gd name="connsiteX263" fmla="*/ 593839 w 1490691"/>
                  <a:gd name="connsiteY263" fmla="*/ 174146 h 969994"/>
                  <a:gd name="connsiteX264" fmla="*/ 599063 w 1490691"/>
                  <a:gd name="connsiteY264" fmla="*/ 164568 h 969994"/>
                  <a:gd name="connsiteX265" fmla="*/ 604287 w 1490691"/>
                  <a:gd name="connsiteY265" fmla="*/ 159344 h 969994"/>
                  <a:gd name="connsiteX266" fmla="*/ 609512 w 1490691"/>
                  <a:gd name="connsiteY266" fmla="*/ 152378 h 969994"/>
                  <a:gd name="connsiteX267" fmla="*/ 608641 w 1490691"/>
                  <a:gd name="connsiteY267" fmla="*/ 146283 h 969994"/>
                  <a:gd name="connsiteX268" fmla="*/ 608641 w 1490691"/>
                  <a:gd name="connsiteY268" fmla="*/ 143671 h 969994"/>
                  <a:gd name="connsiteX269" fmla="*/ 618219 w 1490691"/>
                  <a:gd name="connsiteY269" fmla="*/ 139317 h 969994"/>
                  <a:gd name="connsiteX270" fmla="*/ 629539 w 1490691"/>
                  <a:gd name="connsiteY270" fmla="*/ 131480 h 969994"/>
                  <a:gd name="connsiteX271" fmla="*/ 639117 w 1490691"/>
                  <a:gd name="connsiteY271" fmla="*/ 127997 h 969994"/>
                  <a:gd name="connsiteX272" fmla="*/ 647824 w 1490691"/>
                  <a:gd name="connsiteY272" fmla="*/ 121902 h 969994"/>
                  <a:gd name="connsiteX273" fmla="*/ 651307 w 1490691"/>
                  <a:gd name="connsiteY273" fmla="*/ 114936 h 969994"/>
                  <a:gd name="connsiteX274" fmla="*/ 651307 w 1490691"/>
                  <a:gd name="connsiteY274" fmla="*/ 111454 h 969994"/>
                  <a:gd name="connsiteX275" fmla="*/ 646083 w 1490691"/>
                  <a:gd name="connsiteY275" fmla="*/ 103617 h 969994"/>
                  <a:gd name="connsiteX276" fmla="*/ 613865 w 1490691"/>
                  <a:gd name="connsiteY276" fmla="*/ 85332 h 969994"/>
                  <a:gd name="connsiteX277" fmla="*/ 608641 w 1490691"/>
                  <a:gd name="connsiteY277" fmla="*/ 80107 h 969994"/>
                  <a:gd name="connsiteX278" fmla="*/ 607770 w 1490691"/>
                  <a:gd name="connsiteY278" fmla="*/ 76624 h 969994"/>
                  <a:gd name="connsiteX279" fmla="*/ 610383 w 1490691"/>
                  <a:gd name="connsiteY279" fmla="*/ 63563 h 969994"/>
                  <a:gd name="connsiteX280" fmla="*/ 613865 w 1490691"/>
                  <a:gd name="connsiteY280" fmla="*/ 59210 h 969994"/>
                  <a:gd name="connsiteX281" fmla="*/ 619090 w 1490691"/>
                  <a:gd name="connsiteY281" fmla="*/ 65305 h 969994"/>
                  <a:gd name="connsiteX282" fmla="*/ 625185 w 1490691"/>
                  <a:gd name="connsiteY282" fmla="*/ 65305 h 969994"/>
                  <a:gd name="connsiteX283" fmla="*/ 656531 w 1490691"/>
                  <a:gd name="connsiteY283" fmla="*/ 58339 h 969994"/>
                  <a:gd name="connsiteX284" fmla="*/ 658273 w 1490691"/>
                  <a:gd name="connsiteY284" fmla="*/ 54856 h 969994"/>
                  <a:gd name="connsiteX285" fmla="*/ 658273 w 1490691"/>
                  <a:gd name="connsiteY285" fmla="*/ 48761 h 969994"/>
                  <a:gd name="connsiteX286" fmla="*/ 662626 w 1490691"/>
                  <a:gd name="connsiteY286" fmla="*/ 43537 h 969994"/>
                  <a:gd name="connsiteX287" fmla="*/ 673075 w 1490691"/>
                  <a:gd name="connsiteY287" fmla="*/ 35700 h 969994"/>
                  <a:gd name="connsiteX288" fmla="*/ 677429 w 1490691"/>
                  <a:gd name="connsiteY288" fmla="*/ 30476 h 969994"/>
                  <a:gd name="connsiteX289" fmla="*/ 680912 w 1490691"/>
                  <a:gd name="connsiteY289" fmla="*/ 24380 h 969994"/>
                  <a:gd name="connsiteX290" fmla="*/ 682653 w 1490691"/>
                  <a:gd name="connsiteY290" fmla="*/ 13061 h 969994"/>
                  <a:gd name="connsiteX291" fmla="*/ 687007 w 1490691"/>
                  <a:gd name="connsiteY291" fmla="*/ 5224 h 969994"/>
                  <a:gd name="connsiteX292" fmla="*/ 689619 w 1490691"/>
                  <a:gd name="connsiteY292" fmla="*/ 1741 h 969994"/>
                  <a:gd name="connsiteX293" fmla="*/ 696585 w 1490691"/>
                  <a:gd name="connsiteY293" fmla="*/ 0 h 969994"/>
                  <a:gd name="connsiteX294" fmla="*/ 787141 w 1490691"/>
                  <a:gd name="connsiteY294" fmla="*/ 48761 h 969994"/>
                  <a:gd name="connsiteX295" fmla="*/ 849834 w 1490691"/>
                  <a:gd name="connsiteY295" fmla="*/ 94910 h 969994"/>
                  <a:gd name="connsiteX296" fmla="*/ 859412 w 1490691"/>
                  <a:gd name="connsiteY296" fmla="*/ 100134 h 969994"/>
                  <a:gd name="connsiteX297" fmla="*/ 889017 w 1490691"/>
                  <a:gd name="connsiteY297" fmla="*/ 101876 h 969994"/>
                  <a:gd name="connsiteX298" fmla="*/ 943872 w 1490691"/>
                  <a:gd name="connsiteY298" fmla="*/ 90556 h 96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Lst>
                <a:rect l="l" t="t" r="r" b="b"/>
                <a:pathLst>
                  <a:path w="1490691" h="969994">
                    <a:moveTo>
                      <a:pt x="943872" y="90556"/>
                    </a:moveTo>
                    <a:lnTo>
                      <a:pt x="947356" y="105359"/>
                    </a:lnTo>
                    <a:lnTo>
                      <a:pt x="950838" y="113195"/>
                    </a:lnTo>
                    <a:lnTo>
                      <a:pt x="960417" y="125385"/>
                    </a:lnTo>
                    <a:lnTo>
                      <a:pt x="971736" y="135834"/>
                    </a:lnTo>
                    <a:lnTo>
                      <a:pt x="984797" y="144541"/>
                    </a:lnTo>
                    <a:lnTo>
                      <a:pt x="995246" y="145412"/>
                    </a:lnTo>
                    <a:lnTo>
                      <a:pt x="1004824" y="148024"/>
                    </a:lnTo>
                    <a:lnTo>
                      <a:pt x="1010919" y="152378"/>
                    </a:lnTo>
                    <a:lnTo>
                      <a:pt x="1017885" y="160215"/>
                    </a:lnTo>
                    <a:lnTo>
                      <a:pt x="1021368" y="165439"/>
                    </a:lnTo>
                    <a:lnTo>
                      <a:pt x="1023980" y="174146"/>
                    </a:lnTo>
                    <a:lnTo>
                      <a:pt x="1026592" y="178500"/>
                    </a:lnTo>
                    <a:lnTo>
                      <a:pt x="1030946" y="181983"/>
                    </a:lnTo>
                    <a:lnTo>
                      <a:pt x="1036170" y="183724"/>
                    </a:lnTo>
                    <a:lnTo>
                      <a:pt x="1042265" y="184595"/>
                    </a:lnTo>
                    <a:lnTo>
                      <a:pt x="1050973" y="181983"/>
                    </a:lnTo>
                    <a:lnTo>
                      <a:pt x="1061421" y="174146"/>
                    </a:lnTo>
                    <a:lnTo>
                      <a:pt x="1072741" y="168051"/>
                    </a:lnTo>
                    <a:lnTo>
                      <a:pt x="1080577" y="186337"/>
                    </a:lnTo>
                    <a:lnTo>
                      <a:pt x="1091026" y="222907"/>
                    </a:lnTo>
                    <a:lnTo>
                      <a:pt x="1097992" y="269927"/>
                    </a:lnTo>
                    <a:lnTo>
                      <a:pt x="1097992" y="276893"/>
                    </a:lnTo>
                    <a:lnTo>
                      <a:pt x="1097121" y="288212"/>
                    </a:lnTo>
                    <a:lnTo>
                      <a:pt x="1099734" y="296919"/>
                    </a:lnTo>
                    <a:lnTo>
                      <a:pt x="1101475" y="303014"/>
                    </a:lnTo>
                    <a:lnTo>
                      <a:pt x="1105829" y="308239"/>
                    </a:lnTo>
                    <a:lnTo>
                      <a:pt x="1110182" y="312593"/>
                    </a:lnTo>
                    <a:lnTo>
                      <a:pt x="1123243" y="322171"/>
                    </a:lnTo>
                    <a:lnTo>
                      <a:pt x="1130209" y="330878"/>
                    </a:lnTo>
                    <a:lnTo>
                      <a:pt x="1133692" y="340456"/>
                    </a:lnTo>
                    <a:lnTo>
                      <a:pt x="1137175" y="363966"/>
                    </a:lnTo>
                    <a:lnTo>
                      <a:pt x="1149365" y="377027"/>
                    </a:lnTo>
                    <a:lnTo>
                      <a:pt x="1166780" y="390088"/>
                    </a:lnTo>
                    <a:lnTo>
                      <a:pt x="1178970" y="394441"/>
                    </a:lnTo>
                    <a:lnTo>
                      <a:pt x="1192031" y="394441"/>
                    </a:lnTo>
                    <a:lnTo>
                      <a:pt x="1208575" y="396183"/>
                    </a:lnTo>
                    <a:lnTo>
                      <a:pt x="1220765" y="409244"/>
                    </a:lnTo>
                    <a:lnTo>
                      <a:pt x="1234697" y="428400"/>
                    </a:lnTo>
                    <a:lnTo>
                      <a:pt x="1240792" y="441461"/>
                    </a:lnTo>
                    <a:lnTo>
                      <a:pt x="1247758" y="452780"/>
                    </a:lnTo>
                    <a:lnTo>
                      <a:pt x="1255594" y="466712"/>
                    </a:lnTo>
                    <a:lnTo>
                      <a:pt x="1259077" y="476290"/>
                    </a:lnTo>
                    <a:lnTo>
                      <a:pt x="1262560" y="497188"/>
                    </a:lnTo>
                    <a:lnTo>
                      <a:pt x="1265173" y="526792"/>
                    </a:lnTo>
                    <a:lnTo>
                      <a:pt x="1267785" y="537241"/>
                    </a:lnTo>
                    <a:lnTo>
                      <a:pt x="1272138" y="542466"/>
                    </a:lnTo>
                    <a:lnTo>
                      <a:pt x="1277363" y="545948"/>
                    </a:lnTo>
                    <a:lnTo>
                      <a:pt x="1311321" y="561622"/>
                    </a:lnTo>
                    <a:lnTo>
                      <a:pt x="1314804" y="572941"/>
                    </a:lnTo>
                    <a:lnTo>
                      <a:pt x="1316546" y="579036"/>
                    </a:lnTo>
                    <a:lnTo>
                      <a:pt x="1326124" y="599063"/>
                    </a:lnTo>
                    <a:lnTo>
                      <a:pt x="1332219" y="610383"/>
                    </a:lnTo>
                    <a:lnTo>
                      <a:pt x="1345280" y="610383"/>
                    </a:lnTo>
                    <a:lnTo>
                      <a:pt x="1351375" y="612124"/>
                    </a:lnTo>
                    <a:lnTo>
                      <a:pt x="1357470" y="614736"/>
                    </a:lnTo>
                    <a:lnTo>
                      <a:pt x="1363565" y="619961"/>
                    </a:lnTo>
                    <a:lnTo>
                      <a:pt x="1377497" y="637375"/>
                    </a:lnTo>
                    <a:lnTo>
                      <a:pt x="1385333" y="652178"/>
                    </a:lnTo>
                    <a:lnTo>
                      <a:pt x="1391429" y="666109"/>
                    </a:lnTo>
                    <a:lnTo>
                      <a:pt x="1400136" y="680912"/>
                    </a:lnTo>
                    <a:lnTo>
                      <a:pt x="1407102" y="688748"/>
                    </a:lnTo>
                    <a:lnTo>
                      <a:pt x="1415809" y="701809"/>
                    </a:lnTo>
                    <a:lnTo>
                      <a:pt x="1427128" y="712258"/>
                    </a:lnTo>
                    <a:lnTo>
                      <a:pt x="1439319" y="720965"/>
                    </a:lnTo>
                    <a:lnTo>
                      <a:pt x="1455863" y="736639"/>
                    </a:lnTo>
                    <a:lnTo>
                      <a:pt x="1468053" y="745346"/>
                    </a:lnTo>
                    <a:lnTo>
                      <a:pt x="1486338" y="763631"/>
                    </a:lnTo>
                    <a:lnTo>
                      <a:pt x="1488950" y="782787"/>
                    </a:lnTo>
                    <a:lnTo>
                      <a:pt x="1490692" y="799331"/>
                    </a:lnTo>
                    <a:lnTo>
                      <a:pt x="1461958" y="816746"/>
                    </a:lnTo>
                    <a:lnTo>
                      <a:pt x="1449767" y="820229"/>
                    </a:lnTo>
                    <a:lnTo>
                      <a:pt x="1407102" y="821970"/>
                    </a:lnTo>
                    <a:lnTo>
                      <a:pt x="1359211" y="816746"/>
                    </a:lnTo>
                    <a:lnTo>
                      <a:pt x="1349633" y="812392"/>
                    </a:lnTo>
                    <a:lnTo>
                      <a:pt x="1343538" y="808038"/>
                    </a:lnTo>
                    <a:lnTo>
                      <a:pt x="1328736" y="775821"/>
                    </a:lnTo>
                    <a:lnTo>
                      <a:pt x="1323511" y="767114"/>
                    </a:lnTo>
                    <a:lnTo>
                      <a:pt x="1315675" y="759277"/>
                    </a:lnTo>
                    <a:lnTo>
                      <a:pt x="1269526" y="741863"/>
                    </a:lnTo>
                    <a:lnTo>
                      <a:pt x="1262560" y="740992"/>
                    </a:lnTo>
                    <a:lnTo>
                      <a:pt x="1247758" y="740992"/>
                    </a:lnTo>
                    <a:lnTo>
                      <a:pt x="1225119" y="727931"/>
                    </a:lnTo>
                    <a:lnTo>
                      <a:pt x="1214670" y="726190"/>
                    </a:lnTo>
                    <a:lnTo>
                      <a:pt x="1210316" y="729673"/>
                    </a:lnTo>
                    <a:lnTo>
                      <a:pt x="1207704" y="735768"/>
                    </a:lnTo>
                    <a:lnTo>
                      <a:pt x="1209446" y="744475"/>
                    </a:lnTo>
                    <a:lnTo>
                      <a:pt x="1212058" y="752312"/>
                    </a:lnTo>
                    <a:lnTo>
                      <a:pt x="1215541" y="758407"/>
                    </a:lnTo>
                    <a:lnTo>
                      <a:pt x="1219894" y="763631"/>
                    </a:lnTo>
                    <a:lnTo>
                      <a:pt x="1231214" y="768856"/>
                    </a:lnTo>
                    <a:lnTo>
                      <a:pt x="1235567" y="773209"/>
                    </a:lnTo>
                    <a:lnTo>
                      <a:pt x="1234697" y="784529"/>
                    </a:lnTo>
                    <a:lnTo>
                      <a:pt x="1219024" y="821099"/>
                    </a:lnTo>
                    <a:lnTo>
                      <a:pt x="1207704" y="839385"/>
                    </a:lnTo>
                    <a:lnTo>
                      <a:pt x="1186807" y="853316"/>
                    </a:lnTo>
                    <a:lnTo>
                      <a:pt x="1184194" y="859412"/>
                    </a:lnTo>
                    <a:lnTo>
                      <a:pt x="1180711" y="867248"/>
                    </a:lnTo>
                    <a:lnTo>
                      <a:pt x="1179841" y="886404"/>
                    </a:lnTo>
                    <a:lnTo>
                      <a:pt x="1175487" y="909043"/>
                    </a:lnTo>
                    <a:lnTo>
                      <a:pt x="1161555" y="915138"/>
                    </a:lnTo>
                    <a:lnTo>
                      <a:pt x="1153719" y="913397"/>
                    </a:lnTo>
                    <a:lnTo>
                      <a:pt x="1147624" y="908173"/>
                    </a:lnTo>
                    <a:lnTo>
                      <a:pt x="1142399" y="902077"/>
                    </a:lnTo>
                    <a:lnTo>
                      <a:pt x="1131080" y="885533"/>
                    </a:lnTo>
                    <a:lnTo>
                      <a:pt x="1124114" y="878568"/>
                    </a:lnTo>
                    <a:lnTo>
                      <a:pt x="1118019" y="875956"/>
                    </a:lnTo>
                    <a:lnTo>
                      <a:pt x="1110182" y="876826"/>
                    </a:lnTo>
                    <a:lnTo>
                      <a:pt x="1078836" y="890758"/>
                    </a:lnTo>
                    <a:lnTo>
                      <a:pt x="1022238" y="906431"/>
                    </a:lnTo>
                    <a:lnTo>
                      <a:pt x="1003082" y="920363"/>
                    </a:lnTo>
                    <a:lnTo>
                      <a:pt x="996116" y="929070"/>
                    </a:lnTo>
                    <a:lnTo>
                      <a:pt x="983926" y="937777"/>
                    </a:lnTo>
                    <a:lnTo>
                      <a:pt x="838514" y="969995"/>
                    </a:lnTo>
                    <a:lnTo>
                      <a:pt x="821970" y="953451"/>
                    </a:lnTo>
                    <a:lnTo>
                      <a:pt x="815875" y="950838"/>
                    </a:lnTo>
                    <a:lnTo>
                      <a:pt x="781917" y="958675"/>
                    </a:lnTo>
                    <a:lnTo>
                      <a:pt x="769726" y="958675"/>
                    </a:lnTo>
                    <a:lnTo>
                      <a:pt x="739251" y="953451"/>
                    </a:lnTo>
                    <a:lnTo>
                      <a:pt x="729673" y="954321"/>
                    </a:lnTo>
                    <a:lnTo>
                      <a:pt x="710517" y="961287"/>
                    </a:lnTo>
                    <a:lnTo>
                      <a:pt x="689619" y="961287"/>
                    </a:lnTo>
                    <a:lnTo>
                      <a:pt x="683524" y="957804"/>
                    </a:lnTo>
                    <a:lnTo>
                      <a:pt x="680041" y="952580"/>
                    </a:lnTo>
                    <a:lnTo>
                      <a:pt x="676558" y="943002"/>
                    </a:lnTo>
                    <a:lnTo>
                      <a:pt x="670463" y="925587"/>
                    </a:lnTo>
                    <a:lnTo>
                      <a:pt x="666109" y="917751"/>
                    </a:lnTo>
                    <a:lnTo>
                      <a:pt x="657402" y="910785"/>
                    </a:lnTo>
                    <a:lnTo>
                      <a:pt x="648695" y="907302"/>
                    </a:lnTo>
                    <a:lnTo>
                      <a:pt x="634763" y="902948"/>
                    </a:lnTo>
                    <a:lnTo>
                      <a:pt x="632151" y="902077"/>
                    </a:lnTo>
                    <a:lnTo>
                      <a:pt x="629539" y="897724"/>
                    </a:lnTo>
                    <a:lnTo>
                      <a:pt x="625185" y="883792"/>
                    </a:lnTo>
                    <a:lnTo>
                      <a:pt x="621702" y="874214"/>
                    </a:lnTo>
                    <a:lnTo>
                      <a:pt x="615607" y="862895"/>
                    </a:lnTo>
                    <a:lnTo>
                      <a:pt x="611253" y="853316"/>
                    </a:lnTo>
                    <a:lnTo>
                      <a:pt x="608641" y="828936"/>
                    </a:lnTo>
                    <a:lnTo>
                      <a:pt x="605158" y="825453"/>
                    </a:lnTo>
                    <a:lnTo>
                      <a:pt x="599934" y="824582"/>
                    </a:lnTo>
                    <a:lnTo>
                      <a:pt x="591226" y="825453"/>
                    </a:lnTo>
                    <a:lnTo>
                      <a:pt x="497188" y="854187"/>
                    </a:lnTo>
                    <a:lnTo>
                      <a:pt x="472807" y="860282"/>
                    </a:lnTo>
                    <a:lnTo>
                      <a:pt x="467583" y="860282"/>
                    </a:lnTo>
                    <a:lnTo>
                      <a:pt x="462358" y="856799"/>
                    </a:lnTo>
                    <a:lnTo>
                      <a:pt x="458875" y="849834"/>
                    </a:lnTo>
                    <a:lnTo>
                      <a:pt x="457134" y="840256"/>
                    </a:lnTo>
                    <a:lnTo>
                      <a:pt x="458005" y="824582"/>
                    </a:lnTo>
                    <a:lnTo>
                      <a:pt x="456263" y="813263"/>
                    </a:lnTo>
                    <a:lnTo>
                      <a:pt x="451039" y="798460"/>
                    </a:lnTo>
                    <a:lnTo>
                      <a:pt x="449297" y="788012"/>
                    </a:lnTo>
                    <a:lnTo>
                      <a:pt x="450168" y="777563"/>
                    </a:lnTo>
                    <a:lnTo>
                      <a:pt x="451909" y="757536"/>
                    </a:lnTo>
                    <a:lnTo>
                      <a:pt x="452780" y="747958"/>
                    </a:lnTo>
                    <a:lnTo>
                      <a:pt x="451909" y="737509"/>
                    </a:lnTo>
                    <a:lnTo>
                      <a:pt x="448427" y="727060"/>
                    </a:lnTo>
                    <a:lnTo>
                      <a:pt x="441461" y="718353"/>
                    </a:lnTo>
                    <a:lnTo>
                      <a:pt x="421434" y="701809"/>
                    </a:lnTo>
                    <a:lnTo>
                      <a:pt x="412727" y="693973"/>
                    </a:lnTo>
                    <a:lnTo>
                      <a:pt x="408373" y="687878"/>
                    </a:lnTo>
                    <a:lnTo>
                      <a:pt x="404890" y="677429"/>
                    </a:lnTo>
                    <a:lnTo>
                      <a:pt x="403149" y="665239"/>
                    </a:lnTo>
                    <a:lnTo>
                      <a:pt x="403149" y="633892"/>
                    </a:lnTo>
                    <a:lnTo>
                      <a:pt x="397053" y="634763"/>
                    </a:lnTo>
                    <a:lnTo>
                      <a:pt x="377897" y="646082"/>
                    </a:lnTo>
                    <a:lnTo>
                      <a:pt x="370932" y="653048"/>
                    </a:lnTo>
                    <a:lnTo>
                      <a:pt x="365707" y="659143"/>
                    </a:lnTo>
                    <a:lnTo>
                      <a:pt x="360483" y="663497"/>
                    </a:lnTo>
                    <a:lnTo>
                      <a:pt x="355258" y="666980"/>
                    </a:lnTo>
                    <a:lnTo>
                      <a:pt x="337844" y="669592"/>
                    </a:lnTo>
                    <a:lnTo>
                      <a:pt x="330878" y="672204"/>
                    </a:lnTo>
                    <a:lnTo>
                      <a:pt x="325653" y="676558"/>
                    </a:lnTo>
                    <a:lnTo>
                      <a:pt x="311722" y="693973"/>
                    </a:lnTo>
                    <a:lnTo>
                      <a:pt x="302144" y="700939"/>
                    </a:lnTo>
                    <a:lnTo>
                      <a:pt x="293437" y="703551"/>
                    </a:lnTo>
                    <a:lnTo>
                      <a:pt x="271668" y="707904"/>
                    </a:lnTo>
                    <a:lnTo>
                      <a:pt x="238580" y="707904"/>
                    </a:lnTo>
                    <a:lnTo>
                      <a:pt x="229873" y="707904"/>
                    </a:lnTo>
                    <a:lnTo>
                      <a:pt x="222907" y="705292"/>
                    </a:lnTo>
                    <a:lnTo>
                      <a:pt x="175888" y="673946"/>
                    </a:lnTo>
                    <a:lnTo>
                      <a:pt x="170663" y="667851"/>
                    </a:lnTo>
                    <a:lnTo>
                      <a:pt x="167180" y="660885"/>
                    </a:lnTo>
                    <a:lnTo>
                      <a:pt x="167180" y="634763"/>
                    </a:lnTo>
                    <a:lnTo>
                      <a:pt x="161085" y="617348"/>
                    </a:lnTo>
                    <a:lnTo>
                      <a:pt x="156732" y="612995"/>
                    </a:lnTo>
                    <a:lnTo>
                      <a:pt x="148895" y="607770"/>
                    </a:lnTo>
                    <a:lnTo>
                      <a:pt x="139317" y="605158"/>
                    </a:lnTo>
                    <a:lnTo>
                      <a:pt x="117549" y="608641"/>
                    </a:lnTo>
                    <a:lnTo>
                      <a:pt x="90556" y="615607"/>
                    </a:lnTo>
                    <a:lnTo>
                      <a:pt x="80107" y="622573"/>
                    </a:lnTo>
                    <a:lnTo>
                      <a:pt x="62693" y="639117"/>
                    </a:lnTo>
                    <a:lnTo>
                      <a:pt x="22639" y="634763"/>
                    </a:lnTo>
                    <a:lnTo>
                      <a:pt x="15673" y="632151"/>
                    </a:lnTo>
                    <a:lnTo>
                      <a:pt x="6966" y="626926"/>
                    </a:lnTo>
                    <a:lnTo>
                      <a:pt x="3483" y="620831"/>
                    </a:lnTo>
                    <a:lnTo>
                      <a:pt x="2612" y="612995"/>
                    </a:lnTo>
                    <a:lnTo>
                      <a:pt x="3483" y="603417"/>
                    </a:lnTo>
                    <a:lnTo>
                      <a:pt x="14803" y="565105"/>
                    </a:lnTo>
                    <a:lnTo>
                      <a:pt x="16544" y="556397"/>
                    </a:lnTo>
                    <a:lnTo>
                      <a:pt x="15673" y="545078"/>
                    </a:lnTo>
                    <a:lnTo>
                      <a:pt x="12190" y="531146"/>
                    </a:lnTo>
                    <a:lnTo>
                      <a:pt x="2612" y="507636"/>
                    </a:lnTo>
                    <a:lnTo>
                      <a:pt x="0" y="497188"/>
                    </a:lnTo>
                    <a:lnTo>
                      <a:pt x="6966" y="476290"/>
                    </a:lnTo>
                    <a:lnTo>
                      <a:pt x="16544" y="464970"/>
                    </a:lnTo>
                    <a:lnTo>
                      <a:pt x="22639" y="461487"/>
                    </a:lnTo>
                    <a:lnTo>
                      <a:pt x="30476" y="458875"/>
                    </a:lnTo>
                    <a:lnTo>
                      <a:pt x="87073" y="457134"/>
                    </a:lnTo>
                    <a:lnTo>
                      <a:pt x="107971" y="450168"/>
                    </a:lnTo>
                    <a:lnTo>
                      <a:pt x="120161" y="443202"/>
                    </a:lnTo>
                    <a:lnTo>
                      <a:pt x="127998" y="433624"/>
                    </a:lnTo>
                    <a:lnTo>
                      <a:pt x="137576" y="414468"/>
                    </a:lnTo>
                    <a:lnTo>
                      <a:pt x="145412" y="405761"/>
                    </a:lnTo>
                    <a:lnTo>
                      <a:pt x="153249" y="402278"/>
                    </a:lnTo>
                    <a:lnTo>
                      <a:pt x="168922" y="400536"/>
                    </a:lnTo>
                    <a:lnTo>
                      <a:pt x="253383" y="361353"/>
                    </a:lnTo>
                    <a:lnTo>
                      <a:pt x="276022" y="386605"/>
                    </a:lnTo>
                    <a:lnTo>
                      <a:pt x="284729" y="391829"/>
                    </a:lnTo>
                    <a:lnTo>
                      <a:pt x="290824" y="392700"/>
                    </a:lnTo>
                    <a:lnTo>
                      <a:pt x="298661" y="390958"/>
                    </a:lnTo>
                    <a:lnTo>
                      <a:pt x="306497" y="384863"/>
                    </a:lnTo>
                    <a:lnTo>
                      <a:pt x="315205" y="372673"/>
                    </a:lnTo>
                    <a:lnTo>
                      <a:pt x="318688" y="369190"/>
                    </a:lnTo>
                    <a:lnTo>
                      <a:pt x="322171" y="367448"/>
                    </a:lnTo>
                    <a:lnTo>
                      <a:pt x="327395" y="370061"/>
                    </a:lnTo>
                    <a:lnTo>
                      <a:pt x="338714" y="376156"/>
                    </a:lnTo>
                    <a:lnTo>
                      <a:pt x="345680" y="377027"/>
                    </a:lnTo>
                    <a:lnTo>
                      <a:pt x="405761" y="371802"/>
                    </a:lnTo>
                    <a:lnTo>
                      <a:pt x="410985" y="370061"/>
                    </a:lnTo>
                    <a:lnTo>
                      <a:pt x="415339" y="365707"/>
                    </a:lnTo>
                    <a:lnTo>
                      <a:pt x="417951" y="357000"/>
                    </a:lnTo>
                    <a:lnTo>
                      <a:pt x="421434" y="323041"/>
                    </a:lnTo>
                    <a:lnTo>
                      <a:pt x="424046" y="315205"/>
                    </a:lnTo>
                    <a:lnTo>
                      <a:pt x="426658" y="309110"/>
                    </a:lnTo>
                    <a:lnTo>
                      <a:pt x="432753" y="304756"/>
                    </a:lnTo>
                    <a:lnTo>
                      <a:pt x="438848" y="302144"/>
                    </a:lnTo>
                    <a:lnTo>
                      <a:pt x="464100" y="303885"/>
                    </a:lnTo>
                    <a:lnTo>
                      <a:pt x="473678" y="308239"/>
                    </a:lnTo>
                    <a:lnTo>
                      <a:pt x="514602" y="332619"/>
                    </a:lnTo>
                    <a:lnTo>
                      <a:pt x="522439" y="335231"/>
                    </a:lnTo>
                    <a:lnTo>
                      <a:pt x="530275" y="336973"/>
                    </a:lnTo>
                    <a:lnTo>
                      <a:pt x="539853" y="335231"/>
                    </a:lnTo>
                    <a:lnTo>
                      <a:pt x="547690" y="330878"/>
                    </a:lnTo>
                    <a:lnTo>
                      <a:pt x="552043" y="321300"/>
                    </a:lnTo>
                    <a:lnTo>
                      <a:pt x="551173" y="314334"/>
                    </a:lnTo>
                    <a:lnTo>
                      <a:pt x="549431" y="305627"/>
                    </a:lnTo>
                    <a:lnTo>
                      <a:pt x="552043" y="297790"/>
                    </a:lnTo>
                    <a:lnTo>
                      <a:pt x="559880" y="293436"/>
                    </a:lnTo>
                    <a:lnTo>
                      <a:pt x="585131" y="288212"/>
                    </a:lnTo>
                    <a:lnTo>
                      <a:pt x="608641" y="280375"/>
                    </a:lnTo>
                    <a:lnTo>
                      <a:pt x="619961" y="271668"/>
                    </a:lnTo>
                    <a:lnTo>
                      <a:pt x="614736" y="262961"/>
                    </a:lnTo>
                    <a:lnTo>
                      <a:pt x="608641" y="257736"/>
                    </a:lnTo>
                    <a:lnTo>
                      <a:pt x="599934" y="255995"/>
                    </a:lnTo>
                    <a:lnTo>
                      <a:pt x="594710" y="250771"/>
                    </a:lnTo>
                    <a:lnTo>
                      <a:pt x="591226" y="240322"/>
                    </a:lnTo>
                    <a:lnTo>
                      <a:pt x="589485" y="229873"/>
                    </a:lnTo>
                    <a:lnTo>
                      <a:pt x="586002" y="220295"/>
                    </a:lnTo>
                    <a:lnTo>
                      <a:pt x="587744" y="210717"/>
                    </a:lnTo>
                    <a:lnTo>
                      <a:pt x="592968" y="199397"/>
                    </a:lnTo>
                    <a:lnTo>
                      <a:pt x="592097" y="191561"/>
                    </a:lnTo>
                    <a:lnTo>
                      <a:pt x="592968" y="188078"/>
                    </a:lnTo>
                    <a:lnTo>
                      <a:pt x="599934" y="181112"/>
                    </a:lnTo>
                    <a:lnTo>
                      <a:pt x="598192" y="178500"/>
                    </a:lnTo>
                    <a:lnTo>
                      <a:pt x="593839" y="174146"/>
                    </a:lnTo>
                    <a:lnTo>
                      <a:pt x="599063" y="164568"/>
                    </a:lnTo>
                    <a:lnTo>
                      <a:pt x="604287" y="159344"/>
                    </a:lnTo>
                    <a:lnTo>
                      <a:pt x="609512" y="152378"/>
                    </a:lnTo>
                    <a:lnTo>
                      <a:pt x="608641" y="146283"/>
                    </a:lnTo>
                    <a:lnTo>
                      <a:pt x="608641" y="143671"/>
                    </a:lnTo>
                    <a:lnTo>
                      <a:pt x="618219" y="139317"/>
                    </a:lnTo>
                    <a:lnTo>
                      <a:pt x="629539" y="131480"/>
                    </a:lnTo>
                    <a:lnTo>
                      <a:pt x="639117" y="127997"/>
                    </a:lnTo>
                    <a:lnTo>
                      <a:pt x="647824" y="121902"/>
                    </a:lnTo>
                    <a:lnTo>
                      <a:pt x="651307" y="114936"/>
                    </a:lnTo>
                    <a:lnTo>
                      <a:pt x="651307" y="111454"/>
                    </a:lnTo>
                    <a:lnTo>
                      <a:pt x="646083" y="103617"/>
                    </a:lnTo>
                    <a:lnTo>
                      <a:pt x="613865" y="85332"/>
                    </a:lnTo>
                    <a:lnTo>
                      <a:pt x="608641" y="80107"/>
                    </a:lnTo>
                    <a:lnTo>
                      <a:pt x="607770" y="76624"/>
                    </a:lnTo>
                    <a:lnTo>
                      <a:pt x="610383" y="63563"/>
                    </a:lnTo>
                    <a:lnTo>
                      <a:pt x="613865" y="59210"/>
                    </a:lnTo>
                    <a:lnTo>
                      <a:pt x="619090" y="65305"/>
                    </a:lnTo>
                    <a:lnTo>
                      <a:pt x="625185" y="65305"/>
                    </a:lnTo>
                    <a:lnTo>
                      <a:pt x="656531" y="58339"/>
                    </a:lnTo>
                    <a:lnTo>
                      <a:pt x="658273" y="54856"/>
                    </a:lnTo>
                    <a:lnTo>
                      <a:pt x="658273" y="48761"/>
                    </a:lnTo>
                    <a:lnTo>
                      <a:pt x="662626" y="43537"/>
                    </a:lnTo>
                    <a:lnTo>
                      <a:pt x="673075" y="35700"/>
                    </a:lnTo>
                    <a:lnTo>
                      <a:pt x="677429" y="30476"/>
                    </a:lnTo>
                    <a:lnTo>
                      <a:pt x="680912" y="24380"/>
                    </a:lnTo>
                    <a:lnTo>
                      <a:pt x="682653" y="13061"/>
                    </a:lnTo>
                    <a:lnTo>
                      <a:pt x="687007" y="5224"/>
                    </a:lnTo>
                    <a:lnTo>
                      <a:pt x="689619" y="1741"/>
                    </a:lnTo>
                    <a:lnTo>
                      <a:pt x="696585" y="0"/>
                    </a:lnTo>
                    <a:lnTo>
                      <a:pt x="787141" y="48761"/>
                    </a:lnTo>
                    <a:lnTo>
                      <a:pt x="849834" y="94910"/>
                    </a:lnTo>
                    <a:lnTo>
                      <a:pt x="859412" y="100134"/>
                    </a:lnTo>
                    <a:lnTo>
                      <a:pt x="889017" y="101876"/>
                    </a:lnTo>
                    <a:lnTo>
                      <a:pt x="943872" y="90556"/>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59" name="Freeform: Shape 58">
                <a:extLst>
                  <a:ext uri="{FF2B5EF4-FFF2-40B4-BE49-F238E27FC236}">
                    <a16:creationId xmlns:a16="http://schemas.microsoft.com/office/drawing/2014/main" id="{35631066-F732-8D60-419D-4017D37E587E}"/>
                  </a:ext>
                </a:extLst>
              </p:cNvPr>
              <p:cNvSpPr>
                <a:spLocks/>
              </p:cNvSpPr>
              <p:nvPr/>
            </p:nvSpPr>
            <p:spPr>
              <a:xfrm>
                <a:off x="6763216" y="3551489"/>
                <a:ext cx="1111923" cy="1984396"/>
              </a:xfrm>
              <a:custGeom>
                <a:avLst/>
                <a:gdLst>
                  <a:gd name="connsiteX0" fmla="*/ 979573 w 1111923"/>
                  <a:gd name="connsiteY0" fmla="*/ 364836 h 1984396"/>
                  <a:gd name="connsiteX1" fmla="*/ 989150 w 1111923"/>
                  <a:gd name="connsiteY1" fmla="*/ 385734 h 1984396"/>
                  <a:gd name="connsiteX2" fmla="*/ 992633 w 1111923"/>
                  <a:gd name="connsiteY2" fmla="*/ 390958 h 1984396"/>
                  <a:gd name="connsiteX3" fmla="*/ 1023109 w 1111923"/>
                  <a:gd name="connsiteY3" fmla="*/ 420563 h 1984396"/>
                  <a:gd name="connsiteX4" fmla="*/ 1048360 w 1111923"/>
                  <a:gd name="connsiteY4" fmla="*/ 452780 h 1984396"/>
                  <a:gd name="connsiteX5" fmla="*/ 1050972 w 1111923"/>
                  <a:gd name="connsiteY5" fmla="*/ 484126 h 1984396"/>
                  <a:gd name="connsiteX6" fmla="*/ 1051843 w 1111923"/>
                  <a:gd name="connsiteY6" fmla="*/ 491092 h 1984396"/>
                  <a:gd name="connsiteX7" fmla="*/ 1054455 w 1111923"/>
                  <a:gd name="connsiteY7" fmla="*/ 498058 h 1984396"/>
                  <a:gd name="connsiteX8" fmla="*/ 1057938 w 1111923"/>
                  <a:gd name="connsiteY8" fmla="*/ 503283 h 1984396"/>
                  <a:gd name="connsiteX9" fmla="*/ 1059680 w 1111923"/>
                  <a:gd name="connsiteY9" fmla="*/ 509378 h 1984396"/>
                  <a:gd name="connsiteX10" fmla="*/ 1057938 w 1111923"/>
                  <a:gd name="connsiteY10" fmla="*/ 516344 h 1984396"/>
                  <a:gd name="connsiteX11" fmla="*/ 1034428 w 1111923"/>
                  <a:gd name="connsiteY11" fmla="*/ 546819 h 1984396"/>
                  <a:gd name="connsiteX12" fmla="*/ 1030075 w 1111923"/>
                  <a:gd name="connsiteY12" fmla="*/ 557268 h 1984396"/>
                  <a:gd name="connsiteX13" fmla="*/ 1032687 w 1111923"/>
                  <a:gd name="connsiteY13" fmla="*/ 564234 h 1984396"/>
                  <a:gd name="connsiteX14" fmla="*/ 1037041 w 1111923"/>
                  <a:gd name="connsiteY14" fmla="*/ 568587 h 1984396"/>
                  <a:gd name="connsiteX15" fmla="*/ 1040524 w 1111923"/>
                  <a:gd name="connsiteY15" fmla="*/ 575553 h 1984396"/>
                  <a:gd name="connsiteX16" fmla="*/ 1043136 w 1111923"/>
                  <a:gd name="connsiteY16" fmla="*/ 584260 h 1984396"/>
                  <a:gd name="connsiteX17" fmla="*/ 1044877 w 1111923"/>
                  <a:gd name="connsiteY17" fmla="*/ 604287 h 1984396"/>
                  <a:gd name="connsiteX18" fmla="*/ 1044877 w 1111923"/>
                  <a:gd name="connsiteY18" fmla="*/ 619961 h 1984396"/>
                  <a:gd name="connsiteX19" fmla="*/ 1043136 w 1111923"/>
                  <a:gd name="connsiteY19" fmla="*/ 626927 h 1984396"/>
                  <a:gd name="connsiteX20" fmla="*/ 1041394 w 1111923"/>
                  <a:gd name="connsiteY20" fmla="*/ 632151 h 1984396"/>
                  <a:gd name="connsiteX21" fmla="*/ 1036170 w 1111923"/>
                  <a:gd name="connsiteY21" fmla="*/ 639117 h 1984396"/>
                  <a:gd name="connsiteX22" fmla="*/ 1029204 w 1111923"/>
                  <a:gd name="connsiteY22" fmla="*/ 644341 h 1984396"/>
                  <a:gd name="connsiteX23" fmla="*/ 1021368 w 1111923"/>
                  <a:gd name="connsiteY23" fmla="*/ 648695 h 1984396"/>
                  <a:gd name="connsiteX24" fmla="*/ 1006565 w 1111923"/>
                  <a:gd name="connsiteY24" fmla="*/ 654790 h 1984396"/>
                  <a:gd name="connsiteX25" fmla="*/ 1001341 w 1111923"/>
                  <a:gd name="connsiteY25" fmla="*/ 659143 h 1984396"/>
                  <a:gd name="connsiteX26" fmla="*/ 996116 w 1111923"/>
                  <a:gd name="connsiteY26" fmla="*/ 666109 h 1984396"/>
                  <a:gd name="connsiteX27" fmla="*/ 992633 w 1111923"/>
                  <a:gd name="connsiteY27" fmla="*/ 673946 h 1984396"/>
                  <a:gd name="connsiteX28" fmla="*/ 989150 w 1111923"/>
                  <a:gd name="connsiteY28" fmla="*/ 683524 h 1984396"/>
                  <a:gd name="connsiteX29" fmla="*/ 986538 w 1111923"/>
                  <a:gd name="connsiteY29" fmla="*/ 693102 h 1984396"/>
                  <a:gd name="connsiteX30" fmla="*/ 987409 w 1111923"/>
                  <a:gd name="connsiteY30" fmla="*/ 726190 h 1984396"/>
                  <a:gd name="connsiteX31" fmla="*/ 990892 w 1111923"/>
                  <a:gd name="connsiteY31" fmla="*/ 746217 h 1984396"/>
                  <a:gd name="connsiteX32" fmla="*/ 992633 w 1111923"/>
                  <a:gd name="connsiteY32" fmla="*/ 759277 h 1984396"/>
                  <a:gd name="connsiteX33" fmla="*/ 991763 w 1111923"/>
                  <a:gd name="connsiteY33" fmla="*/ 774080 h 1984396"/>
                  <a:gd name="connsiteX34" fmla="*/ 980443 w 1111923"/>
                  <a:gd name="connsiteY34" fmla="*/ 815875 h 1984396"/>
                  <a:gd name="connsiteX35" fmla="*/ 980443 w 1111923"/>
                  <a:gd name="connsiteY35" fmla="*/ 835902 h 1984396"/>
                  <a:gd name="connsiteX36" fmla="*/ 980443 w 1111923"/>
                  <a:gd name="connsiteY36" fmla="*/ 845480 h 1984396"/>
                  <a:gd name="connsiteX37" fmla="*/ 969994 w 1111923"/>
                  <a:gd name="connsiteY37" fmla="*/ 869860 h 1984396"/>
                  <a:gd name="connsiteX38" fmla="*/ 957804 w 1111923"/>
                  <a:gd name="connsiteY38" fmla="*/ 888146 h 1984396"/>
                  <a:gd name="connsiteX39" fmla="*/ 942131 w 1111923"/>
                  <a:gd name="connsiteY39" fmla="*/ 902077 h 1984396"/>
                  <a:gd name="connsiteX40" fmla="*/ 939519 w 1111923"/>
                  <a:gd name="connsiteY40" fmla="*/ 907302 h 1984396"/>
                  <a:gd name="connsiteX41" fmla="*/ 937777 w 1111923"/>
                  <a:gd name="connsiteY41" fmla="*/ 913397 h 1984396"/>
                  <a:gd name="connsiteX42" fmla="*/ 937777 w 1111923"/>
                  <a:gd name="connsiteY42" fmla="*/ 921234 h 1984396"/>
                  <a:gd name="connsiteX43" fmla="*/ 941260 w 1111923"/>
                  <a:gd name="connsiteY43" fmla="*/ 941260 h 1984396"/>
                  <a:gd name="connsiteX44" fmla="*/ 942131 w 1111923"/>
                  <a:gd name="connsiteY44" fmla="*/ 949097 h 1984396"/>
                  <a:gd name="connsiteX45" fmla="*/ 941260 w 1111923"/>
                  <a:gd name="connsiteY45" fmla="*/ 961287 h 1984396"/>
                  <a:gd name="connsiteX46" fmla="*/ 943002 w 1111923"/>
                  <a:gd name="connsiteY46" fmla="*/ 973477 h 1984396"/>
                  <a:gd name="connsiteX47" fmla="*/ 946485 w 1111923"/>
                  <a:gd name="connsiteY47" fmla="*/ 1013531 h 1984396"/>
                  <a:gd name="connsiteX48" fmla="*/ 948226 w 1111923"/>
                  <a:gd name="connsiteY48" fmla="*/ 1028333 h 1984396"/>
                  <a:gd name="connsiteX49" fmla="*/ 952580 w 1111923"/>
                  <a:gd name="connsiteY49" fmla="*/ 1045748 h 1984396"/>
                  <a:gd name="connsiteX50" fmla="*/ 955192 w 1111923"/>
                  <a:gd name="connsiteY50" fmla="*/ 1054455 h 1984396"/>
                  <a:gd name="connsiteX51" fmla="*/ 958675 w 1111923"/>
                  <a:gd name="connsiteY51" fmla="*/ 1061421 h 1984396"/>
                  <a:gd name="connsiteX52" fmla="*/ 963899 w 1111923"/>
                  <a:gd name="connsiteY52" fmla="*/ 1067516 h 1984396"/>
                  <a:gd name="connsiteX53" fmla="*/ 970865 w 1111923"/>
                  <a:gd name="connsiteY53" fmla="*/ 1071870 h 1984396"/>
                  <a:gd name="connsiteX54" fmla="*/ 1003953 w 1111923"/>
                  <a:gd name="connsiteY54" fmla="*/ 1083190 h 1984396"/>
                  <a:gd name="connsiteX55" fmla="*/ 1021368 w 1111923"/>
                  <a:gd name="connsiteY55" fmla="*/ 1093638 h 1984396"/>
                  <a:gd name="connsiteX56" fmla="*/ 1031816 w 1111923"/>
                  <a:gd name="connsiteY56" fmla="*/ 1102345 h 1984396"/>
                  <a:gd name="connsiteX57" fmla="*/ 1056197 w 1111923"/>
                  <a:gd name="connsiteY57" fmla="*/ 1118019 h 1984396"/>
                  <a:gd name="connsiteX58" fmla="*/ 1061421 w 1111923"/>
                  <a:gd name="connsiteY58" fmla="*/ 1128467 h 1984396"/>
                  <a:gd name="connsiteX59" fmla="*/ 1055326 w 1111923"/>
                  <a:gd name="connsiteY59" fmla="*/ 1150236 h 1984396"/>
                  <a:gd name="connsiteX60" fmla="*/ 1044877 w 1111923"/>
                  <a:gd name="connsiteY60" fmla="*/ 1176358 h 1984396"/>
                  <a:gd name="connsiteX61" fmla="*/ 1043136 w 1111923"/>
                  <a:gd name="connsiteY61" fmla="*/ 1185936 h 1984396"/>
                  <a:gd name="connsiteX62" fmla="*/ 1044007 w 1111923"/>
                  <a:gd name="connsiteY62" fmla="*/ 1192902 h 1984396"/>
                  <a:gd name="connsiteX63" fmla="*/ 1047489 w 1111923"/>
                  <a:gd name="connsiteY63" fmla="*/ 1202480 h 1984396"/>
                  <a:gd name="connsiteX64" fmla="*/ 1059680 w 1111923"/>
                  <a:gd name="connsiteY64" fmla="*/ 1229472 h 1984396"/>
                  <a:gd name="connsiteX65" fmla="*/ 1068387 w 1111923"/>
                  <a:gd name="connsiteY65" fmla="*/ 1252111 h 1984396"/>
                  <a:gd name="connsiteX66" fmla="*/ 1111924 w 1111923"/>
                  <a:gd name="connsiteY66" fmla="*/ 1429740 h 1984396"/>
                  <a:gd name="connsiteX67" fmla="*/ 977831 w 1111923"/>
                  <a:gd name="connsiteY67" fmla="*/ 1512460 h 1984396"/>
                  <a:gd name="connsiteX68" fmla="*/ 964770 w 1111923"/>
                  <a:gd name="connsiteY68" fmla="*/ 1516814 h 1984396"/>
                  <a:gd name="connsiteX69" fmla="*/ 958675 w 1111923"/>
                  <a:gd name="connsiteY69" fmla="*/ 1518555 h 1984396"/>
                  <a:gd name="connsiteX70" fmla="*/ 750570 w 1111923"/>
                  <a:gd name="connsiteY70" fmla="*/ 1515072 h 1984396"/>
                  <a:gd name="connsiteX71" fmla="*/ 726190 w 1111923"/>
                  <a:gd name="connsiteY71" fmla="*/ 1520296 h 1984396"/>
                  <a:gd name="connsiteX72" fmla="*/ 707904 w 1111923"/>
                  <a:gd name="connsiteY72" fmla="*/ 1513331 h 1984396"/>
                  <a:gd name="connsiteX73" fmla="*/ 667851 w 1111923"/>
                  <a:gd name="connsiteY73" fmla="*/ 1473277 h 1984396"/>
                  <a:gd name="connsiteX74" fmla="*/ 638246 w 1111923"/>
                  <a:gd name="connsiteY74" fmla="*/ 1432353 h 1984396"/>
                  <a:gd name="connsiteX75" fmla="*/ 592097 w 1111923"/>
                  <a:gd name="connsiteY75" fmla="*/ 1389687 h 1984396"/>
                  <a:gd name="connsiteX76" fmla="*/ 588614 w 1111923"/>
                  <a:gd name="connsiteY76" fmla="*/ 1387075 h 1984396"/>
                  <a:gd name="connsiteX77" fmla="*/ 580778 w 1111923"/>
                  <a:gd name="connsiteY77" fmla="*/ 1386204 h 1984396"/>
                  <a:gd name="connsiteX78" fmla="*/ 499800 w 1111923"/>
                  <a:gd name="connsiteY78" fmla="*/ 1407972 h 1984396"/>
                  <a:gd name="connsiteX79" fmla="*/ 497187 w 1111923"/>
                  <a:gd name="connsiteY79" fmla="*/ 1410585 h 1984396"/>
                  <a:gd name="connsiteX80" fmla="*/ 496317 w 1111923"/>
                  <a:gd name="connsiteY80" fmla="*/ 1415809 h 1984396"/>
                  <a:gd name="connsiteX81" fmla="*/ 495446 w 1111923"/>
                  <a:gd name="connsiteY81" fmla="*/ 1439319 h 1984396"/>
                  <a:gd name="connsiteX82" fmla="*/ 507636 w 1111923"/>
                  <a:gd name="connsiteY82" fmla="*/ 1749299 h 1984396"/>
                  <a:gd name="connsiteX83" fmla="*/ 536370 w 1111923"/>
                  <a:gd name="connsiteY83" fmla="*/ 1972206 h 1984396"/>
                  <a:gd name="connsiteX84" fmla="*/ 496317 w 1111923"/>
                  <a:gd name="connsiteY84" fmla="*/ 1984396 h 1984396"/>
                  <a:gd name="connsiteX85" fmla="*/ 276892 w 1111923"/>
                  <a:gd name="connsiteY85" fmla="*/ 1954791 h 1984396"/>
                  <a:gd name="connsiteX86" fmla="*/ 57468 w 1111923"/>
                  <a:gd name="connsiteY86" fmla="*/ 1926057 h 1984396"/>
                  <a:gd name="connsiteX87" fmla="*/ 43537 w 1111923"/>
                  <a:gd name="connsiteY87" fmla="*/ 1731884 h 1984396"/>
                  <a:gd name="connsiteX88" fmla="*/ 43537 w 1111923"/>
                  <a:gd name="connsiteY88" fmla="*/ 1720565 h 1984396"/>
                  <a:gd name="connsiteX89" fmla="*/ 45278 w 1111923"/>
                  <a:gd name="connsiteY89" fmla="*/ 1710116 h 1984396"/>
                  <a:gd name="connsiteX90" fmla="*/ 59210 w 1111923"/>
                  <a:gd name="connsiteY90" fmla="*/ 1681382 h 1984396"/>
                  <a:gd name="connsiteX91" fmla="*/ 79236 w 1111923"/>
                  <a:gd name="connsiteY91" fmla="*/ 1612594 h 1984396"/>
                  <a:gd name="connsiteX92" fmla="*/ 81849 w 1111923"/>
                  <a:gd name="connsiteY92" fmla="*/ 1600404 h 1984396"/>
                  <a:gd name="connsiteX93" fmla="*/ 81849 w 1111923"/>
                  <a:gd name="connsiteY93" fmla="*/ 1589084 h 1984396"/>
                  <a:gd name="connsiteX94" fmla="*/ 79236 w 1111923"/>
                  <a:gd name="connsiteY94" fmla="*/ 1555126 h 1984396"/>
                  <a:gd name="connsiteX95" fmla="*/ 92297 w 1111923"/>
                  <a:gd name="connsiteY95" fmla="*/ 1452379 h 1984396"/>
                  <a:gd name="connsiteX96" fmla="*/ 92297 w 1111923"/>
                  <a:gd name="connsiteY96" fmla="*/ 1441060 h 1984396"/>
                  <a:gd name="connsiteX97" fmla="*/ 82719 w 1111923"/>
                  <a:gd name="connsiteY97" fmla="*/ 1344409 h 1984396"/>
                  <a:gd name="connsiteX98" fmla="*/ 82719 w 1111923"/>
                  <a:gd name="connsiteY98" fmla="*/ 1310450 h 1984396"/>
                  <a:gd name="connsiteX99" fmla="*/ 84461 w 1111923"/>
                  <a:gd name="connsiteY99" fmla="*/ 1302614 h 1984396"/>
                  <a:gd name="connsiteX100" fmla="*/ 87944 w 1111923"/>
                  <a:gd name="connsiteY100" fmla="*/ 1297389 h 1984396"/>
                  <a:gd name="connsiteX101" fmla="*/ 122773 w 1111923"/>
                  <a:gd name="connsiteY101" fmla="*/ 1279104 h 1984396"/>
                  <a:gd name="connsiteX102" fmla="*/ 135834 w 1111923"/>
                  <a:gd name="connsiteY102" fmla="*/ 1268655 h 1984396"/>
                  <a:gd name="connsiteX103" fmla="*/ 146283 w 1111923"/>
                  <a:gd name="connsiteY103" fmla="*/ 1258207 h 1984396"/>
                  <a:gd name="connsiteX104" fmla="*/ 152378 w 1111923"/>
                  <a:gd name="connsiteY104" fmla="*/ 1247758 h 1984396"/>
                  <a:gd name="connsiteX105" fmla="*/ 156732 w 1111923"/>
                  <a:gd name="connsiteY105" fmla="*/ 1236438 h 1984396"/>
                  <a:gd name="connsiteX106" fmla="*/ 161085 w 1111923"/>
                  <a:gd name="connsiteY106" fmla="*/ 1218153 h 1984396"/>
                  <a:gd name="connsiteX107" fmla="*/ 162827 w 1111923"/>
                  <a:gd name="connsiteY107" fmla="*/ 1207704 h 1984396"/>
                  <a:gd name="connsiteX108" fmla="*/ 162827 w 1111923"/>
                  <a:gd name="connsiteY108" fmla="*/ 1167650 h 1984396"/>
                  <a:gd name="connsiteX109" fmla="*/ 157602 w 1111923"/>
                  <a:gd name="connsiteY109" fmla="*/ 1118019 h 1984396"/>
                  <a:gd name="connsiteX110" fmla="*/ 157602 w 1111923"/>
                  <a:gd name="connsiteY110" fmla="*/ 1105829 h 1984396"/>
                  <a:gd name="connsiteX111" fmla="*/ 158473 w 1111923"/>
                  <a:gd name="connsiteY111" fmla="*/ 1091897 h 1984396"/>
                  <a:gd name="connsiteX112" fmla="*/ 161085 w 1111923"/>
                  <a:gd name="connsiteY112" fmla="*/ 1083190 h 1984396"/>
                  <a:gd name="connsiteX113" fmla="*/ 165439 w 1111923"/>
                  <a:gd name="connsiteY113" fmla="*/ 1076224 h 1984396"/>
                  <a:gd name="connsiteX114" fmla="*/ 168922 w 1111923"/>
                  <a:gd name="connsiteY114" fmla="*/ 1071870 h 1984396"/>
                  <a:gd name="connsiteX115" fmla="*/ 179370 w 1111923"/>
                  <a:gd name="connsiteY115" fmla="*/ 1063163 h 1984396"/>
                  <a:gd name="connsiteX116" fmla="*/ 182854 w 1111923"/>
                  <a:gd name="connsiteY116" fmla="*/ 1058809 h 1984396"/>
                  <a:gd name="connsiteX117" fmla="*/ 191561 w 1111923"/>
                  <a:gd name="connsiteY117" fmla="*/ 1041394 h 1984396"/>
                  <a:gd name="connsiteX118" fmla="*/ 222907 w 1111923"/>
                  <a:gd name="connsiteY118" fmla="*/ 934294 h 1984396"/>
                  <a:gd name="connsiteX119" fmla="*/ 226390 w 1111923"/>
                  <a:gd name="connsiteY119" fmla="*/ 914268 h 1984396"/>
                  <a:gd name="connsiteX120" fmla="*/ 227261 w 1111923"/>
                  <a:gd name="connsiteY120" fmla="*/ 898594 h 1984396"/>
                  <a:gd name="connsiteX121" fmla="*/ 212458 w 1111923"/>
                  <a:gd name="connsiteY121" fmla="*/ 789753 h 1984396"/>
                  <a:gd name="connsiteX122" fmla="*/ 207234 w 1111923"/>
                  <a:gd name="connsiteY122" fmla="*/ 766243 h 1984396"/>
                  <a:gd name="connsiteX123" fmla="*/ 199397 w 1111923"/>
                  <a:gd name="connsiteY123" fmla="*/ 749699 h 1984396"/>
                  <a:gd name="connsiteX124" fmla="*/ 148024 w 1111923"/>
                  <a:gd name="connsiteY124" fmla="*/ 676558 h 1984396"/>
                  <a:gd name="connsiteX125" fmla="*/ 138446 w 1111923"/>
                  <a:gd name="connsiteY125" fmla="*/ 665239 h 1984396"/>
                  <a:gd name="connsiteX126" fmla="*/ 126256 w 1111923"/>
                  <a:gd name="connsiteY126" fmla="*/ 660885 h 1984396"/>
                  <a:gd name="connsiteX127" fmla="*/ 118419 w 1111923"/>
                  <a:gd name="connsiteY127" fmla="*/ 659143 h 1984396"/>
                  <a:gd name="connsiteX128" fmla="*/ 104488 w 1111923"/>
                  <a:gd name="connsiteY128" fmla="*/ 654790 h 1984396"/>
                  <a:gd name="connsiteX129" fmla="*/ 98393 w 1111923"/>
                  <a:gd name="connsiteY129" fmla="*/ 651307 h 1984396"/>
                  <a:gd name="connsiteX130" fmla="*/ 93168 w 1111923"/>
                  <a:gd name="connsiteY130" fmla="*/ 646953 h 1984396"/>
                  <a:gd name="connsiteX131" fmla="*/ 82719 w 1111923"/>
                  <a:gd name="connsiteY131" fmla="*/ 632151 h 1984396"/>
                  <a:gd name="connsiteX132" fmla="*/ 74883 w 1111923"/>
                  <a:gd name="connsiteY132" fmla="*/ 624314 h 1984396"/>
                  <a:gd name="connsiteX133" fmla="*/ 51373 w 1111923"/>
                  <a:gd name="connsiteY133" fmla="*/ 606900 h 1984396"/>
                  <a:gd name="connsiteX134" fmla="*/ 46149 w 1111923"/>
                  <a:gd name="connsiteY134" fmla="*/ 599934 h 1984396"/>
                  <a:gd name="connsiteX135" fmla="*/ 40924 w 1111923"/>
                  <a:gd name="connsiteY135" fmla="*/ 582519 h 1984396"/>
                  <a:gd name="connsiteX136" fmla="*/ 36571 w 1111923"/>
                  <a:gd name="connsiteY136" fmla="*/ 574683 h 1984396"/>
                  <a:gd name="connsiteX137" fmla="*/ 30476 w 1111923"/>
                  <a:gd name="connsiteY137" fmla="*/ 570329 h 1984396"/>
                  <a:gd name="connsiteX138" fmla="*/ 19156 w 1111923"/>
                  <a:gd name="connsiteY138" fmla="*/ 563363 h 1984396"/>
                  <a:gd name="connsiteX139" fmla="*/ 14802 w 1111923"/>
                  <a:gd name="connsiteY139" fmla="*/ 559009 h 1984396"/>
                  <a:gd name="connsiteX140" fmla="*/ 12190 w 1111923"/>
                  <a:gd name="connsiteY140" fmla="*/ 553785 h 1984396"/>
                  <a:gd name="connsiteX141" fmla="*/ 6095 w 1111923"/>
                  <a:gd name="connsiteY141" fmla="*/ 536370 h 1984396"/>
                  <a:gd name="connsiteX142" fmla="*/ 3483 w 1111923"/>
                  <a:gd name="connsiteY142" fmla="*/ 526792 h 1984396"/>
                  <a:gd name="connsiteX143" fmla="*/ 1741 w 1111923"/>
                  <a:gd name="connsiteY143" fmla="*/ 518085 h 1984396"/>
                  <a:gd name="connsiteX144" fmla="*/ 871 w 1111923"/>
                  <a:gd name="connsiteY144" fmla="*/ 508507 h 1984396"/>
                  <a:gd name="connsiteX145" fmla="*/ 3483 w 1111923"/>
                  <a:gd name="connsiteY145" fmla="*/ 476290 h 1984396"/>
                  <a:gd name="connsiteX146" fmla="*/ 0 w 1111923"/>
                  <a:gd name="connsiteY146" fmla="*/ 449297 h 1984396"/>
                  <a:gd name="connsiteX147" fmla="*/ 0 w 1111923"/>
                  <a:gd name="connsiteY147" fmla="*/ 426658 h 1984396"/>
                  <a:gd name="connsiteX148" fmla="*/ 871 w 1111923"/>
                  <a:gd name="connsiteY148" fmla="*/ 418822 h 1984396"/>
                  <a:gd name="connsiteX149" fmla="*/ 13061 w 1111923"/>
                  <a:gd name="connsiteY149" fmla="*/ 390088 h 1984396"/>
                  <a:gd name="connsiteX150" fmla="*/ 53985 w 1111923"/>
                  <a:gd name="connsiteY150" fmla="*/ 259478 h 1984396"/>
                  <a:gd name="connsiteX151" fmla="*/ 56598 w 1111923"/>
                  <a:gd name="connsiteY151" fmla="*/ 247288 h 1984396"/>
                  <a:gd name="connsiteX152" fmla="*/ 58339 w 1111923"/>
                  <a:gd name="connsiteY152" fmla="*/ 235097 h 1984396"/>
                  <a:gd name="connsiteX153" fmla="*/ 60080 w 1111923"/>
                  <a:gd name="connsiteY153" fmla="*/ 223778 h 1984396"/>
                  <a:gd name="connsiteX154" fmla="*/ 64434 w 1111923"/>
                  <a:gd name="connsiteY154" fmla="*/ 215941 h 1984396"/>
                  <a:gd name="connsiteX155" fmla="*/ 72271 w 1111923"/>
                  <a:gd name="connsiteY155" fmla="*/ 211588 h 1984396"/>
                  <a:gd name="connsiteX156" fmla="*/ 81849 w 1111923"/>
                  <a:gd name="connsiteY156" fmla="*/ 209846 h 1984396"/>
                  <a:gd name="connsiteX157" fmla="*/ 107100 w 1111923"/>
                  <a:gd name="connsiteY157" fmla="*/ 209846 h 1984396"/>
                  <a:gd name="connsiteX158" fmla="*/ 123644 w 1111923"/>
                  <a:gd name="connsiteY158" fmla="*/ 205493 h 1984396"/>
                  <a:gd name="connsiteX159" fmla="*/ 139317 w 1111923"/>
                  <a:gd name="connsiteY159" fmla="*/ 198527 h 1984396"/>
                  <a:gd name="connsiteX160" fmla="*/ 161956 w 1111923"/>
                  <a:gd name="connsiteY160" fmla="*/ 165439 h 1984396"/>
                  <a:gd name="connsiteX161" fmla="*/ 169793 w 1111923"/>
                  <a:gd name="connsiteY161" fmla="*/ 149766 h 1984396"/>
                  <a:gd name="connsiteX162" fmla="*/ 173275 w 1111923"/>
                  <a:gd name="connsiteY162" fmla="*/ 137576 h 1984396"/>
                  <a:gd name="connsiteX163" fmla="*/ 171534 w 1111923"/>
                  <a:gd name="connsiteY163" fmla="*/ 129739 h 1984396"/>
                  <a:gd name="connsiteX164" fmla="*/ 168922 w 1111923"/>
                  <a:gd name="connsiteY164" fmla="*/ 121902 h 1984396"/>
                  <a:gd name="connsiteX165" fmla="*/ 169793 w 1111923"/>
                  <a:gd name="connsiteY165" fmla="*/ 113195 h 1984396"/>
                  <a:gd name="connsiteX166" fmla="*/ 173275 w 1111923"/>
                  <a:gd name="connsiteY166" fmla="*/ 106229 h 1984396"/>
                  <a:gd name="connsiteX167" fmla="*/ 185466 w 1111923"/>
                  <a:gd name="connsiteY167" fmla="*/ 93168 h 1984396"/>
                  <a:gd name="connsiteX168" fmla="*/ 193302 w 1111923"/>
                  <a:gd name="connsiteY168" fmla="*/ 80107 h 1984396"/>
                  <a:gd name="connsiteX169" fmla="*/ 197656 w 1111923"/>
                  <a:gd name="connsiteY169" fmla="*/ 70529 h 1984396"/>
                  <a:gd name="connsiteX170" fmla="*/ 201139 w 1111923"/>
                  <a:gd name="connsiteY170" fmla="*/ 62693 h 1984396"/>
                  <a:gd name="connsiteX171" fmla="*/ 202880 w 1111923"/>
                  <a:gd name="connsiteY171" fmla="*/ 55727 h 1984396"/>
                  <a:gd name="connsiteX172" fmla="*/ 204622 w 1111923"/>
                  <a:gd name="connsiteY172" fmla="*/ 44407 h 1984396"/>
                  <a:gd name="connsiteX173" fmla="*/ 203751 w 1111923"/>
                  <a:gd name="connsiteY173" fmla="*/ 33959 h 1984396"/>
                  <a:gd name="connsiteX174" fmla="*/ 221166 w 1111923"/>
                  <a:gd name="connsiteY174" fmla="*/ 17415 h 1984396"/>
                  <a:gd name="connsiteX175" fmla="*/ 231614 w 1111923"/>
                  <a:gd name="connsiteY175" fmla="*/ 10449 h 1984396"/>
                  <a:gd name="connsiteX176" fmla="*/ 258607 w 1111923"/>
                  <a:gd name="connsiteY176" fmla="*/ 3483 h 1984396"/>
                  <a:gd name="connsiteX177" fmla="*/ 280375 w 1111923"/>
                  <a:gd name="connsiteY177" fmla="*/ 0 h 1984396"/>
                  <a:gd name="connsiteX178" fmla="*/ 289953 w 1111923"/>
                  <a:gd name="connsiteY178" fmla="*/ 2612 h 1984396"/>
                  <a:gd name="connsiteX179" fmla="*/ 297790 w 1111923"/>
                  <a:gd name="connsiteY179" fmla="*/ 7837 h 1984396"/>
                  <a:gd name="connsiteX180" fmla="*/ 302144 w 1111923"/>
                  <a:gd name="connsiteY180" fmla="*/ 12190 h 1984396"/>
                  <a:gd name="connsiteX181" fmla="*/ 308239 w 1111923"/>
                  <a:gd name="connsiteY181" fmla="*/ 29605 h 1984396"/>
                  <a:gd name="connsiteX182" fmla="*/ 308239 w 1111923"/>
                  <a:gd name="connsiteY182" fmla="*/ 55727 h 1984396"/>
                  <a:gd name="connsiteX183" fmla="*/ 311722 w 1111923"/>
                  <a:gd name="connsiteY183" fmla="*/ 62693 h 1984396"/>
                  <a:gd name="connsiteX184" fmla="*/ 316946 w 1111923"/>
                  <a:gd name="connsiteY184" fmla="*/ 68788 h 1984396"/>
                  <a:gd name="connsiteX185" fmla="*/ 363966 w 1111923"/>
                  <a:gd name="connsiteY185" fmla="*/ 100134 h 1984396"/>
                  <a:gd name="connsiteX186" fmla="*/ 370931 w 1111923"/>
                  <a:gd name="connsiteY186" fmla="*/ 102746 h 1984396"/>
                  <a:gd name="connsiteX187" fmla="*/ 379639 w 1111923"/>
                  <a:gd name="connsiteY187" fmla="*/ 102746 h 1984396"/>
                  <a:gd name="connsiteX188" fmla="*/ 412727 w 1111923"/>
                  <a:gd name="connsiteY188" fmla="*/ 102746 h 1984396"/>
                  <a:gd name="connsiteX189" fmla="*/ 434495 w 1111923"/>
                  <a:gd name="connsiteY189" fmla="*/ 98393 h 1984396"/>
                  <a:gd name="connsiteX190" fmla="*/ 443202 w 1111923"/>
                  <a:gd name="connsiteY190" fmla="*/ 95780 h 1984396"/>
                  <a:gd name="connsiteX191" fmla="*/ 452780 w 1111923"/>
                  <a:gd name="connsiteY191" fmla="*/ 88815 h 1984396"/>
                  <a:gd name="connsiteX192" fmla="*/ 466712 w 1111923"/>
                  <a:gd name="connsiteY192" fmla="*/ 71400 h 1984396"/>
                  <a:gd name="connsiteX193" fmla="*/ 471936 w 1111923"/>
                  <a:gd name="connsiteY193" fmla="*/ 67046 h 1984396"/>
                  <a:gd name="connsiteX194" fmla="*/ 478902 w 1111923"/>
                  <a:gd name="connsiteY194" fmla="*/ 64434 h 1984396"/>
                  <a:gd name="connsiteX195" fmla="*/ 496317 w 1111923"/>
                  <a:gd name="connsiteY195" fmla="*/ 61822 h 1984396"/>
                  <a:gd name="connsiteX196" fmla="*/ 501541 w 1111923"/>
                  <a:gd name="connsiteY196" fmla="*/ 58339 h 1984396"/>
                  <a:gd name="connsiteX197" fmla="*/ 506765 w 1111923"/>
                  <a:gd name="connsiteY197" fmla="*/ 53985 h 1984396"/>
                  <a:gd name="connsiteX198" fmla="*/ 511990 w 1111923"/>
                  <a:gd name="connsiteY198" fmla="*/ 47890 h 1984396"/>
                  <a:gd name="connsiteX199" fmla="*/ 518956 w 1111923"/>
                  <a:gd name="connsiteY199" fmla="*/ 40924 h 1984396"/>
                  <a:gd name="connsiteX200" fmla="*/ 538112 w 1111923"/>
                  <a:gd name="connsiteY200" fmla="*/ 29605 h 1984396"/>
                  <a:gd name="connsiteX201" fmla="*/ 544207 w 1111923"/>
                  <a:gd name="connsiteY201" fmla="*/ 28734 h 1984396"/>
                  <a:gd name="connsiteX202" fmla="*/ 544207 w 1111923"/>
                  <a:gd name="connsiteY202" fmla="*/ 60081 h 1984396"/>
                  <a:gd name="connsiteX203" fmla="*/ 545948 w 1111923"/>
                  <a:gd name="connsiteY203" fmla="*/ 72271 h 1984396"/>
                  <a:gd name="connsiteX204" fmla="*/ 549431 w 1111923"/>
                  <a:gd name="connsiteY204" fmla="*/ 82719 h 1984396"/>
                  <a:gd name="connsiteX205" fmla="*/ 553785 w 1111923"/>
                  <a:gd name="connsiteY205" fmla="*/ 88815 h 1984396"/>
                  <a:gd name="connsiteX206" fmla="*/ 562492 w 1111923"/>
                  <a:gd name="connsiteY206" fmla="*/ 96651 h 1984396"/>
                  <a:gd name="connsiteX207" fmla="*/ 582519 w 1111923"/>
                  <a:gd name="connsiteY207" fmla="*/ 113195 h 1984396"/>
                  <a:gd name="connsiteX208" fmla="*/ 589485 w 1111923"/>
                  <a:gd name="connsiteY208" fmla="*/ 121902 h 1984396"/>
                  <a:gd name="connsiteX209" fmla="*/ 592968 w 1111923"/>
                  <a:gd name="connsiteY209" fmla="*/ 132351 h 1984396"/>
                  <a:gd name="connsiteX210" fmla="*/ 593838 w 1111923"/>
                  <a:gd name="connsiteY210" fmla="*/ 142800 h 1984396"/>
                  <a:gd name="connsiteX211" fmla="*/ 592968 w 1111923"/>
                  <a:gd name="connsiteY211" fmla="*/ 152378 h 1984396"/>
                  <a:gd name="connsiteX212" fmla="*/ 591226 w 1111923"/>
                  <a:gd name="connsiteY212" fmla="*/ 172405 h 1984396"/>
                  <a:gd name="connsiteX213" fmla="*/ 590356 w 1111923"/>
                  <a:gd name="connsiteY213" fmla="*/ 182854 h 1984396"/>
                  <a:gd name="connsiteX214" fmla="*/ 592097 w 1111923"/>
                  <a:gd name="connsiteY214" fmla="*/ 193302 h 1984396"/>
                  <a:gd name="connsiteX215" fmla="*/ 597321 w 1111923"/>
                  <a:gd name="connsiteY215" fmla="*/ 208105 h 1984396"/>
                  <a:gd name="connsiteX216" fmla="*/ 599063 w 1111923"/>
                  <a:gd name="connsiteY216" fmla="*/ 219424 h 1984396"/>
                  <a:gd name="connsiteX217" fmla="*/ 598192 w 1111923"/>
                  <a:gd name="connsiteY217" fmla="*/ 235097 h 1984396"/>
                  <a:gd name="connsiteX218" fmla="*/ 599934 w 1111923"/>
                  <a:gd name="connsiteY218" fmla="*/ 244675 h 1984396"/>
                  <a:gd name="connsiteX219" fmla="*/ 603417 w 1111923"/>
                  <a:gd name="connsiteY219" fmla="*/ 251641 h 1984396"/>
                  <a:gd name="connsiteX220" fmla="*/ 608641 w 1111923"/>
                  <a:gd name="connsiteY220" fmla="*/ 255124 h 1984396"/>
                  <a:gd name="connsiteX221" fmla="*/ 613865 w 1111923"/>
                  <a:gd name="connsiteY221" fmla="*/ 255124 h 1984396"/>
                  <a:gd name="connsiteX222" fmla="*/ 638246 w 1111923"/>
                  <a:gd name="connsiteY222" fmla="*/ 249029 h 1984396"/>
                  <a:gd name="connsiteX223" fmla="*/ 732285 w 1111923"/>
                  <a:gd name="connsiteY223" fmla="*/ 220295 h 1984396"/>
                  <a:gd name="connsiteX224" fmla="*/ 740992 w 1111923"/>
                  <a:gd name="connsiteY224" fmla="*/ 219424 h 1984396"/>
                  <a:gd name="connsiteX225" fmla="*/ 746216 w 1111923"/>
                  <a:gd name="connsiteY225" fmla="*/ 220295 h 1984396"/>
                  <a:gd name="connsiteX226" fmla="*/ 749699 w 1111923"/>
                  <a:gd name="connsiteY226" fmla="*/ 223778 h 1984396"/>
                  <a:gd name="connsiteX227" fmla="*/ 752312 w 1111923"/>
                  <a:gd name="connsiteY227" fmla="*/ 248158 h 1984396"/>
                  <a:gd name="connsiteX228" fmla="*/ 756665 w 1111923"/>
                  <a:gd name="connsiteY228" fmla="*/ 257736 h 1984396"/>
                  <a:gd name="connsiteX229" fmla="*/ 762760 w 1111923"/>
                  <a:gd name="connsiteY229" fmla="*/ 269056 h 1984396"/>
                  <a:gd name="connsiteX230" fmla="*/ 766243 w 1111923"/>
                  <a:gd name="connsiteY230" fmla="*/ 278634 h 1984396"/>
                  <a:gd name="connsiteX231" fmla="*/ 770597 w 1111923"/>
                  <a:gd name="connsiteY231" fmla="*/ 292566 h 1984396"/>
                  <a:gd name="connsiteX232" fmla="*/ 773209 w 1111923"/>
                  <a:gd name="connsiteY232" fmla="*/ 296919 h 1984396"/>
                  <a:gd name="connsiteX233" fmla="*/ 775821 w 1111923"/>
                  <a:gd name="connsiteY233" fmla="*/ 297790 h 1984396"/>
                  <a:gd name="connsiteX234" fmla="*/ 789753 w 1111923"/>
                  <a:gd name="connsiteY234" fmla="*/ 302144 h 1984396"/>
                  <a:gd name="connsiteX235" fmla="*/ 798460 w 1111923"/>
                  <a:gd name="connsiteY235" fmla="*/ 305627 h 1984396"/>
                  <a:gd name="connsiteX236" fmla="*/ 807168 w 1111923"/>
                  <a:gd name="connsiteY236" fmla="*/ 312593 h 1984396"/>
                  <a:gd name="connsiteX237" fmla="*/ 811521 w 1111923"/>
                  <a:gd name="connsiteY237" fmla="*/ 320429 h 1984396"/>
                  <a:gd name="connsiteX238" fmla="*/ 817616 w 1111923"/>
                  <a:gd name="connsiteY238" fmla="*/ 337844 h 1984396"/>
                  <a:gd name="connsiteX239" fmla="*/ 821099 w 1111923"/>
                  <a:gd name="connsiteY239" fmla="*/ 347422 h 1984396"/>
                  <a:gd name="connsiteX240" fmla="*/ 824582 w 1111923"/>
                  <a:gd name="connsiteY240" fmla="*/ 352646 h 1984396"/>
                  <a:gd name="connsiteX241" fmla="*/ 830677 w 1111923"/>
                  <a:gd name="connsiteY241" fmla="*/ 356129 h 1984396"/>
                  <a:gd name="connsiteX242" fmla="*/ 851575 w 1111923"/>
                  <a:gd name="connsiteY242" fmla="*/ 356129 h 1984396"/>
                  <a:gd name="connsiteX243" fmla="*/ 870731 w 1111923"/>
                  <a:gd name="connsiteY243" fmla="*/ 349163 h 1984396"/>
                  <a:gd name="connsiteX244" fmla="*/ 880309 w 1111923"/>
                  <a:gd name="connsiteY244" fmla="*/ 348292 h 1984396"/>
                  <a:gd name="connsiteX245" fmla="*/ 910785 w 1111923"/>
                  <a:gd name="connsiteY245" fmla="*/ 353517 h 1984396"/>
                  <a:gd name="connsiteX246" fmla="*/ 922975 w 1111923"/>
                  <a:gd name="connsiteY246" fmla="*/ 353517 h 1984396"/>
                  <a:gd name="connsiteX247" fmla="*/ 956933 w 1111923"/>
                  <a:gd name="connsiteY247" fmla="*/ 345680 h 1984396"/>
                  <a:gd name="connsiteX248" fmla="*/ 963028 w 1111923"/>
                  <a:gd name="connsiteY248" fmla="*/ 348292 h 1984396"/>
                  <a:gd name="connsiteX249" fmla="*/ 979573 w 1111923"/>
                  <a:gd name="connsiteY249" fmla="*/ 364836 h 198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111923" h="1984396">
                    <a:moveTo>
                      <a:pt x="979573" y="364836"/>
                    </a:moveTo>
                    <a:lnTo>
                      <a:pt x="989150" y="385734"/>
                    </a:lnTo>
                    <a:lnTo>
                      <a:pt x="992633" y="390958"/>
                    </a:lnTo>
                    <a:lnTo>
                      <a:pt x="1023109" y="420563"/>
                    </a:lnTo>
                    <a:lnTo>
                      <a:pt x="1048360" y="452780"/>
                    </a:lnTo>
                    <a:lnTo>
                      <a:pt x="1050972" y="484126"/>
                    </a:lnTo>
                    <a:lnTo>
                      <a:pt x="1051843" y="491092"/>
                    </a:lnTo>
                    <a:lnTo>
                      <a:pt x="1054455" y="498058"/>
                    </a:lnTo>
                    <a:lnTo>
                      <a:pt x="1057938" y="503283"/>
                    </a:lnTo>
                    <a:lnTo>
                      <a:pt x="1059680" y="509378"/>
                    </a:lnTo>
                    <a:lnTo>
                      <a:pt x="1057938" y="516344"/>
                    </a:lnTo>
                    <a:lnTo>
                      <a:pt x="1034428" y="546819"/>
                    </a:lnTo>
                    <a:lnTo>
                      <a:pt x="1030075" y="557268"/>
                    </a:lnTo>
                    <a:lnTo>
                      <a:pt x="1032687" y="564234"/>
                    </a:lnTo>
                    <a:lnTo>
                      <a:pt x="1037041" y="568587"/>
                    </a:lnTo>
                    <a:lnTo>
                      <a:pt x="1040524" y="575553"/>
                    </a:lnTo>
                    <a:lnTo>
                      <a:pt x="1043136" y="584260"/>
                    </a:lnTo>
                    <a:lnTo>
                      <a:pt x="1044877" y="604287"/>
                    </a:lnTo>
                    <a:lnTo>
                      <a:pt x="1044877" y="619961"/>
                    </a:lnTo>
                    <a:lnTo>
                      <a:pt x="1043136" y="626927"/>
                    </a:lnTo>
                    <a:lnTo>
                      <a:pt x="1041394" y="632151"/>
                    </a:lnTo>
                    <a:lnTo>
                      <a:pt x="1036170" y="639117"/>
                    </a:lnTo>
                    <a:lnTo>
                      <a:pt x="1029204" y="644341"/>
                    </a:lnTo>
                    <a:lnTo>
                      <a:pt x="1021368" y="648695"/>
                    </a:lnTo>
                    <a:lnTo>
                      <a:pt x="1006565" y="654790"/>
                    </a:lnTo>
                    <a:lnTo>
                      <a:pt x="1001341" y="659143"/>
                    </a:lnTo>
                    <a:lnTo>
                      <a:pt x="996116" y="666109"/>
                    </a:lnTo>
                    <a:lnTo>
                      <a:pt x="992633" y="673946"/>
                    </a:lnTo>
                    <a:lnTo>
                      <a:pt x="989150" y="683524"/>
                    </a:lnTo>
                    <a:lnTo>
                      <a:pt x="986538" y="693102"/>
                    </a:lnTo>
                    <a:lnTo>
                      <a:pt x="987409" y="726190"/>
                    </a:lnTo>
                    <a:lnTo>
                      <a:pt x="990892" y="746217"/>
                    </a:lnTo>
                    <a:lnTo>
                      <a:pt x="992633" y="759277"/>
                    </a:lnTo>
                    <a:lnTo>
                      <a:pt x="991763" y="774080"/>
                    </a:lnTo>
                    <a:lnTo>
                      <a:pt x="980443" y="815875"/>
                    </a:lnTo>
                    <a:lnTo>
                      <a:pt x="980443" y="835902"/>
                    </a:lnTo>
                    <a:lnTo>
                      <a:pt x="980443" y="845480"/>
                    </a:lnTo>
                    <a:lnTo>
                      <a:pt x="969994" y="869860"/>
                    </a:lnTo>
                    <a:lnTo>
                      <a:pt x="957804" y="888146"/>
                    </a:lnTo>
                    <a:lnTo>
                      <a:pt x="942131" y="902077"/>
                    </a:lnTo>
                    <a:lnTo>
                      <a:pt x="939519" y="907302"/>
                    </a:lnTo>
                    <a:lnTo>
                      <a:pt x="937777" y="913397"/>
                    </a:lnTo>
                    <a:lnTo>
                      <a:pt x="937777" y="921234"/>
                    </a:lnTo>
                    <a:lnTo>
                      <a:pt x="941260" y="941260"/>
                    </a:lnTo>
                    <a:lnTo>
                      <a:pt x="942131" y="949097"/>
                    </a:lnTo>
                    <a:lnTo>
                      <a:pt x="941260" y="961287"/>
                    </a:lnTo>
                    <a:lnTo>
                      <a:pt x="943002" y="973477"/>
                    </a:lnTo>
                    <a:lnTo>
                      <a:pt x="946485" y="1013531"/>
                    </a:lnTo>
                    <a:lnTo>
                      <a:pt x="948226" y="1028333"/>
                    </a:lnTo>
                    <a:lnTo>
                      <a:pt x="952580" y="1045748"/>
                    </a:lnTo>
                    <a:lnTo>
                      <a:pt x="955192" y="1054455"/>
                    </a:lnTo>
                    <a:lnTo>
                      <a:pt x="958675" y="1061421"/>
                    </a:lnTo>
                    <a:lnTo>
                      <a:pt x="963899" y="1067516"/>
                    </a:lnTo>
                    <a:lnTo>
                      <a:pt x="970865" y="1071870"/>
                    </a:lnTo>
                    <a:lnTo>
                      <a:pt x="1003953" y="1083190"/>
                    </a:lnTo>
                    <a:lnTo>
                      <a:pt x="1021368" y="1093638"/>
                    </a:lnTo>
                    <a:lnTo>
                      <a:pt x="1031816" y="1102345"/>
                    </a:lnTo>
                    <a:lnTo>
                      <a:pt x="1056197" y="1118019"/>
                    </a:lnTo>
                    <a:lnTo>
                      <a:pt x="1061421" y="1128467"/>
                    </a:lnTo>
                    <a:lnTo>
                      <a:pt x="1055326" y="1150236"/>
                    </a:lnTo>
                    <a:lnTo>
                      <a:pt x="1044877" y="1176358"/>
                    </a:lnTo>
                    <a:lnTo>
                      <a:pt x="1043136" y="1185936"/>
                    </a:lnTo>
                    <a:lnTo>
                      <a:pt x="1044007" y="1192902"/>
                    </a:lnTo>
                    <a:lnTo>
                      <a:pt x="1047489" y="1202480"/>
                    </a:lnTo>
                    <a:lnTo>
                      <a:pt x="1059680" y="1229472"/>
                    </a:lnTo>
                    <a:lnTo>
                      <a:pt x="1068387" y="1252111"/>
                    </a:lnTo>
                    <a:lnTo>
                      <a:pt x="1111924" y="1429740"/>
                    </a:lnTo>
                    <a:lnTo>
                      <a:pt x="977831" y="1512460"/>
                    </a:lnTo>
                    <a:lnTo>
                      <a:pt x="964770" y="1516814"/>
                    </a:lnTo>
                    <a:lnTo>
                      <a:pt x="958675" y="1518555"/>
                    </a:lnTo>
                    <a:lnTo>
                      <a:pt x="750570" y="1515072"/>
                    </a:lnTo>
                    <a:lnTo>
                      <a:pt x="726190" y="1520296"/>
                    </a:lnTo>
                    <a:lnTo>
                      <a:pt x="707904" y="1513331"/>
                    </a:lnTo>
                    <a:lnTo>
                      <a:pt x="667851" y="1473277"/>
                    </a:lnTo>
                    <a:lnTo>
                      <a:pt x="638246" y="1432353"/>
                    </a:lnTo>
                    <a:lnTo>
                      <a:pt x="592097" y="1389687"/>
                    </a:lnTo>
                    <a:lnTo>
                      <a:pt x="588614" y="1387075"/>
                    </a:lnTo>
                    <a:lnTo>
                      <a:pt x="580778" y="1386204"/>
                    </a:lnTo>
                    <a:lnTo>
                      <a:pt x="499800" y="1407972"/>
                    </a:lnTo>
                    <a:lnTo>
                      <a:pt x="497187" y="1410585"/>
                    </a:lnTo>
                    <a:lnTo>
                      <a:pt x="496317" y="1415809"/>
                    </a:lnTo>
                    <a:lnTo>
                      <a:pt x="495446" y="1439319"/>
                    </a:lnTo>
                    <a:lnTo>
                      <a:pt x="507636" y="1749299"/>
                    </a:lnTo>
                    <a:lnTo>
                      <a:pt x="536370" y="1972206"/>
                    </a:lnTo>
                    <a:lnTo>
                      <a:pt x="496317" y="1984396"/>
                    </a:lnTo>
                    <a:lnTo>
                      <a:pt x="276892" y="1954791"/>
                    </a:lnTo>
                    <a:lnTo>
                      <a:pt x="57468" y="1926057"/>
                    </a:lnTo>
                    <a:lnTo>
                      <a:pt x="43537" y="1731884"/>
                    </a:lnTo>
                    <a:lnTo>
                      <a:pt x="43537" y="1720565"/>
                    </a:lnTo>
                    <a:lnTo>
                      <a:pt x="45278" y="1710116"/>
                    </a:lnTo>
                    <a:lnTo>
                      <a:pt x="59210" y="1681382"/>
                    </a:lnTo>
                    <a:lnTo>
                      <a:pt x="79236" y="1612594"/>
                    </a:lnTo>
                    <a:lnTo>
                      <a:pt x="81849" y="1600404"/>
                    </a:lnTo>
                    <a:lnTo>
                      <a:pt x="81849" y="1589084"/>
                    </a:lnTo>
                    <a:lnTo>
                      <a:pt x="79236" y="1555126"/>
                    </a:lnTo>
                    <a:lnTo>
                      <a:pt x="92297" y="1452379"/>
                    </a:lnTo>
                    <a:lnTo>
                      <a:pt x="92297" y="1441060"/>
                    </a:lnTo>
                    <a:lnTo>
                      <a:pt x="82719" y="1344409"/>
                    </a:lnTo>
                    <a:lnTo>
                      <a:pt x="82719" y="1310450"/>
                    </a:lnTo>
                    <a:lnTo>
                      <a:pt x="84461" y="1302614"/>
                    </a:lnTo>
                    <a:lnTo>
                      <a:pt x="87944" y="1297389"/>
                    </a:lnTo>
                    <a:lnTo>
                      <a:pt x="122773" y="1279104"/>
                    </a:lnTo>
                    <a:lnTo>
                      <a:pt x="135834" y="1268655"/>
                    </a:lnTo>
                    <a:lnTo>
                      <a:pt x="146283" y="1258207"/>
                    </a:lnTo>
                    <a:lnTo>
                      <a:pt x="152378" y="1247758"/>
                    </a:lnTo>
                    <a:lnTo>
                      <a:pt x="156732" y="1236438"/>
                    </a:lnTo>
                    <a:lnTo>
                      <a:pt x="161085" y="1218153"/>
                    </a:lnTo>
                    <a:lnTo>
                      <a:pt x="162827" y="1207704"/>
                    </a:lnTo>
                    <a:lnTo>
                      <a:pt x="162827" y="1167650"/>
                    </a:lnTo>
                    <a:lnTo>
                      <a:pt x="157602" y="1118019"/>
                    </a:lnTo>
                    <a:lnTo>
                      <a:pt x="157602" y="1105829"/>
                    </a:lnTo>
                    <a:lnTo>
                      <a:pt x="158473" y="1091897"/>
                    </a:lnTo>
                    <a:lnTo>
                      <a:pt x="161085" y="1083190"/>
                    </a:lnTo>
                    <a:lnTo>
                      <a:pt x="165439" y="1076224"/>
                    </a:lnTo>
                    <a:lnTo>
                      <a:pt x="168922" y="1071870"/>
                    </a:lnTo>
                    <a:lnTo>
                      <a:pt x="179370" y="1063163"/>
                    </a:lnTo>
                    <a:lnTo>
                      <a:pt x="182854" y="1058809"/>
                    </a:lnTo>
                    <a:lnTo>
                      <a:pt x="191561" y="1041394"/>
                    </a:lnTo>
                    <a:lnTo>
                      <a:pt x="222907" y="934294"/>
                    </a:lnTo>
                    <a:lnTo>
                      <a:pt x="226390" y="914268"/>
                    </a:lnTo>
                    <a:lnTo>
                      <a:pt x="227261" y="898594"/>
                    </a:lnTo>
                    <a:lnTo>
                      <a:pt x="212458" y="789753"/>
                    </a:lnTo>
                    <a:lnTo>
                      <a:pt x="207234" y="766243"/>
                    </a:lnTo>
                    <a:lnTo>
                      <a:pt x="199397" y="749699"/>
                    </a:lnTo>
                    <a:lnTo>
                      <a:pt x="148024" y="676558"/>
                    </a:lnTo>
                    <a:lnTo>
                      <a:pt x="138446" y="665239"/>
                    </a:lnTo>
                    <a:lnTo>
                      <a:pt x="126256" y="660885"/>
                    </a:lnTo>
                    <a:lnTo>
                      <a:pt x="118419" y="659143"/>
                    </a:lnTo>
                    <a:lnTo>
                      <a:pt x="104488" y="654790"/>
                    </a:lnTo>
                    <a:lnTo>
                      <a:pt x="98393" y="651307"/>
                    </a:lnTo>
                    <a:lnTo>
                      <a:pt x="93168" y="646953"/>
                    </a:lnTo>
                    <a:lnTo>
                      <a:pt x="82719" y="632151"/>
                    </a:lnTo>
                    <a:lnTo>
                      <a:pt x="74883" y="624314"/>
                    </a:lnTo>
                    <a:lnTo>
                      <a:pt x="51373" y="606900"/>
                    </a:lnTo>
                    <a:lnTo>
                      <a:pt x="46149" y="599934"/>
                    </a:lnTo>
                    <a:lnTo>
                      <a:pt x="40924" y="582519"/>
                    </a:lnTo>
                    <a:lnTo>
                      <a:pt x="36571" y="574683"/>
                    </a:lnTo>
                    <a:lnTo>
                      <a:pt x="30476" y="570329"/>
                    </a:lnTo>
                    <a:lnTo>
                      <a:pt x="19156" y="563363"/>
                    </a:lnTo>
                    <a:lnTo>
                      <a:pt x="14802" y="559009"/>
                    </a:lnTo>
                    <a:lnTo>
                      <a:pt x="12190" y="553785"/>
                    </a:lnTo>
                    <a:lnTo>
                      <a:pt x="6095" y="536370"/>
                    </a:lnTo>
                    <a:lnTo>
                      <a:pt x="3483" y="526792"/>
                    </a:lnTo>
                    <a:lnTo>
                      <a:pt x="1741" y="518085"/>
                    </a:lnTo>
                    <a:lnTo>
                      <a:pt x="871" y="508507"/>
                    </a:lnTo>
                    <a:lnTo>
                      <a:pt x="3483" y="476290"/>
                    </a:lnTo>
                    <a:lnTo>
                      <a:pt x="0" y="449297"/>
                    </a:lnTo>
                    <a:lnTo>
                      <a:pt x="0" y="426658"/>
                    </a:lnTo>
                    <a:lnTo>
                      <a:pt x="871" y="418822"/>
                    </a:lnTo>
                    <a:lnTo>
                      <a:pt x="13061" y="390088"/>
                    </a:lnTo>
                    <a:lnTo>
                      <a:pt x="53985" y="259478"/>
                    </a:lnTo>
                    <a:lnTo>
                      <a:pt x="56598" y="247288"/>
                    </a:lnTo>
                    <a:lnTo>
                      <a:pt x="58339" y="235097"/>
                    </a:lnTo>
                    <a:lnTo>
                      <a:pt x="60080" y="223778"/>
                    </a:lnTo>
                    <a:lnTo>
                      <a:pt x="64434" y="215941"/>
                    </a:lnTo>
                    <a:lnTo>
                      <a:pt x="72271" y="211588"/>
                    </a:lnTo>
                    <a:lnTo>
                      <a:pt x="81849" y="209846"/>
                    </a:lnTo>
                    <a:lnTo>
                      <a:pt x="107100" y="209846"/>
                    </a:lnTo>
                    <a:lnTo>
                      <a:pt x="123644" y="205493"/>
                    </a:lnTo>
                    <a:lnTo>
                      <a:pt x="139317" y="198527"/>
                    </a:lnTo>
                    <a:lnTo>
                      <a:pt x="161956" y="165439"/>
                    </a:lnTo>
                    <a:lnTo>
                      <a:pt x="169793" y="149766"/>
                    </a:lnTo>
                    <a:lnTo>
                      <a:pt x="173275" y="137576"/>
                    </a:lnTo>
                    <a:lnTo>
                      <a:pt x="171534" y="129739"/>
                    </a:lnTo>
                    <a:lnTo>
                      <a:pt x="168922" y="121902"/>
                    </a:lnTo>
                    <a:lnTo>
                      <a:pt x="169793" y="113195"/>
                    </a:lnTo>
                    <a:lnTo>
                      <a:pt x="173275" y="106229"/>
                    </a:lnTo>
                    <a:lnTo>
                      <a:pt x="185466" y="93168"/>
                    </a:lnTo>
                    <a:lnTo>
                      <a:pt x="193302" y="80107"/>
                    </a:lnTo>
                    <a:lnTo>
                      <a:pt x="197656" y="70529"/>
                    </a:lnTo>
                    <a:lnTo>
                      <a:pt x="201139" y="62693"/>
                    </a:lnTo>
                    <a:lnTo>
                      <a:pt x="202880" y="55727"/>
                    </a:lnTo>
                    <a:lnTo>
                      <a:pt x="204622" y="44407"/>
                    </a:lnTo>
                    <a:lnTo>
                      <a:pt x="203751" y="33959"/>
                    </a:lnTo>
                    <a:lnTo>
                      <a:pt x="221166" y="17415"/>
                    </a:lnTo>
                    <a:lnTo>
                      <a:pt x="231614" y="10449"/>
                    </a:lnTo>
                    <a:lnTo>
                      <a:pt x="258607" y="3483"/>
                    </a:lnTo>
                    <a:lnTo>
                      <a:pt x="280375" y="0"/>
                    </a:lnTo>
                    <a:lnTo>
                      <a:pt x="289953" y="2612"/>
                    </a:lnTo>
                    <a:lnTo>
                      <a:pt x="297790" y="7837"/>
                    </a:lnTo>
                    <a:lnTo>
                      <a:pt x="302144" y="12190"/>
                    </a:lnTo>
                    <a:lnTo>
                      <a:pt x="308239" y="29605"/>
                    </a:lnTo>
                    <a:lnTo>
                      <a:pt x="308239" y="55727"/>
                    </a:lnTo>
                    <a:lnTo>
                      <a:pt x="311722" y="62693"/>
                    </a:lnTo>
                    <a:lnTo>
                      <a:pt x="316946" y="68788"/>
                    </a:lnTo>
                    <a:lnTo>
                      <a:pt x="363966" y="100134"/>
                    </a:lnTo>
                    <a:lnTo>
                      <a:pt x="370931" y="102746"/>
                    </a:lnTo>
                    <a:lnTo>
                      <a:pt x="379639" y="102746"/>
                    </a:lnTo>
                    <a:lnTo>
                      <a:pt x="412727" y="102746"/>
                    </a:lnTo>
                    <a:lnTo>
                      <a:pt x="434495" y="98393"/>
                    </a:lnTo>
                    <a:lnTo>
                      <a:pt x="443202" y="95780"/>
                    </a:lnTo>
                    <a:lnTo>
                      <a:pt x="452780" y="88815"/>
                    </a:lnTo>
                    <a:lnTo>
                      <a:pt x="466712" y="71400"/>
                    </a:lnTo>
                    <a:lnTo>
                      <a:pt x="471936" y="67046"/>
                    </a:lnTo>
                    <a:lnTo>
                      <a:pt x="478902" y="64434"/>
                    </a:lnTo>
                    <a:lnTo>
                      <a:pt x="496317" y="61822"/>
                    </a:lnTo>
                    <a:lnTo>
                      <a:pt x="501541" y="58339"/>
                    </a:lnTo>
                    <a:lnTo>
                      <a:pt x="506765" y="53985"/>
                    </a:lnTo>
                    <a:lnTo>
                      <a:pt x="511990" y="47890"/>
                    </a:lnTo>
                    <a:lnTo>
                      <a:pt x="518956" y="40924"/>
                    </a:lnTo>
                    <a:lnTo>
                      <a:pt x="538112" y="29605"/>
                    </a:lnTo>
                    <a:lnTo>
                      <a:pt x="544207" y="28734"/>
                    </a:lnTo>
                    <a:lnTo>
                      <a:pt x="544207" y="60081"/>
                    </a:lnTo>
                    <a:lnTo>
                      <a:pt x="545948" y="72271"/>
                    </a:lnTo>
                    <a:lnTo>
                      <a:pt x="549431" y="82719"/>
                    </a:lnTo>
                    <a:lnTo>
                      <a:pt x="553785" y="88815"/>
                    </a:lnTo>
                    <a:lnTo>
                      <a:pt x="562492" y="96651"/>
                    </a:lnTo>
                    <a:lnTo>
                      <a:pt x="582519" y="113195"/>
                    </a:lnTo>
                    <a:lnTo>
                      <a:pt x="589485" y="121902"/>
                    </a:lnTo>
                    <a:lnTo>
                      <a:pt x="592968" y="132351"/>
                    </a:lnTo>
                    <a:lnTo>
                      <a:pt x="593838" y="142800"/>
                    </a:lnTo>
                    <a:lnTo>
                      <a:pt x="592968" y="152378"/>
                    </a:lnTo>
                    <a:lnTo>
                      <a:pt x="591226" y="172405"/>
                    </a:lnTo>
                    <a:lnTo>
                      <a:pt x="590356" y="182854"/>
                    </a:lnTo>
                    <a:lnTo>
                      <a:pt x="592097" y="193302"/>
                    </a:lnTo>
                    <a:lnTo>
                      <a:pt x="597321" y="208105"/>
                    </a:lnTo>
                    <a:lnTo>
                      <a:pt x="599063" y="219424"/>
                    </a:lnTo>
                    <a:lnTo>
                      <a:pt x="598192" y="235097"/>
                    </a:lnTo>
                    <a:lnTo>
                      <a:pt x="599934" y="244675"/>
                    </a:lnTo>
                    <a:lnTo>
                      <a:pt x="603417" y="251641"/>
                    </a:lnTo>
                    <a:lnTo>
                      <a:pt x="608641" y="255124"/>
                    </a:lnTo>
                    <a:lnTo>
                      <a:pt x="613865" y="255124"/>
                    </a:lnTo>
                    <a:lnTo>
                      <a:pt x="638246" y="249029"/>
                    </a:lnTo>
                    <a:lnTo>
                      <a:pt x="732285" y="220295"/>
                    </a:lnTo>
                    <a:lnTo>
                      <a:pt x="740992" y="219424"/>
                    </a:lnTo>
                    <a:lnTo>
                      <a:pt x="746216" y="220295"/>
                    </a:lnTo>
                    <a:lnTo>
                      <a:pt x="749699" y="223778"/>
                    </a:lnTo>
                    <a:lnTo>
                      <a:pt x="752312" y="248158"/>
                    </a:lnTo>
                    <a:lnTo>
                      <a:pt x="756665" y="257736"/>
                    </a:lnTo>
                    <a:lnTo>
                      <a:pt x="762760" y="269056"/>
                    </a:lnTo>
                    <a:lnTo>
                      <a:pt x="766243" y="278634"/>
                    </a:lnTo>
                    <a:lnTo>
                      <a:pt x="770597" y="292566"/>
                    </a:lnTo>
                    <a:lnTo>
                      <a:pt x="773209" y="296919"/>
                    </a:lnTo>
                    <a:lnTo>
                      <a:pt x="775821" y="297790"/>
                    </a:lnTo>
                    <a:lnTo>
                      <a:pt x="789753" y="302144"/>
                    </a:lnTo>
                    <a:lnTo>
                      <a:pt x="798460" y="305627"/>
                    </a:lnTo>
                    <a:lnTo>
                      <a:pt x="807168" y="312593"/>
                    </a:lnTo>
                    <a:lnTo>
                      <a:pt x="811521" y="320429"/>
                    </a:lnTo>
                    <a:lnTo>
                      <a:pt x="817616" y="337844"/>
                    </a:lnTo>
                    <a:lnTo>
                      <a:pt x="821099" y="347422"/>
                    </a:lnTo>
                    <a:lnTo>
                      <a:pt x="824582" y="352646"/>
                    </a:lnTo>
                    <a:lnTo>
                      <a:pt x="830677" y="356129"/>
                    </a:lnTo>
                    <a:lnTo>
                      <a:pt x="851575" y="356129"/>
                    </a:lnTo>
                    <a:lnTo>
                      <a:pt x="870731" y="349163"/>
                    </a:lnTo>
                    <a:lnTo>
                      <a:pt x="880309" y="348292"/>
                    </a:lnTo>
                    <a:lnTo>
                      <a:pt x="910785" y="353517"/>
                    </a:lnTo>
                    <a:lnTo>
                      <a:pt x="922975" y="353517"/>
                    </a:lnTo>
                    <a:lnTo>
                      <a:pt x="956933" y="345680"/>
                    </a:lnTo>
                    <a:lnTo>
                      <a:pt x="963028" y="348292"/>
                    </a:lnTo>
                    <a:lnTo>
                      <a:pt x="979573" y="364836"/>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0" name="Freeform: Shape 59">
                <a:extLst>
                  <a:ext uri="{FF2B5EF4-FFF2-40B4-BE49-F238E27FC236}">
                    <a16:creationId xmlns:a16="http://schemas.microsoft.com/office/drawing/2014/main" id="{43B106F0-8E2C-7C3D-E976-43905040BABE}"/>
                  </a:ext>
                </a:extLst>
              </p:cNvPr>
              <p:cNvSpPr>
                <a:spLocks/>
              </p:cNvSpPr>
              <p:nvPr/>
            </p:nvSpPr>
            <p:spPr>
              <a:xfrm>
                <a:off x="5561607" y="2611970"/>
                <a:ext cx="1611723" cy="1396652"/>
              </a:xfrm>
              <a:custGeom>
                <a:avLst/>
                <a:gdLst>
                  <a:gd name="connsiteX0" fmla="*/ 1052714 w 1611723"/>
                  <a:gd name="connsiteY0" fmla="*/ 89685 h 1396652"/>
                  <a:gd name="connsiteX1" fmla="*/ 1053585 w 1611723"/>
                  <a:gd name="connsiteY1" fmla="*/ 95780 h 1396652"/>
                  <a:gd name="connsiteX2" fmla="*/ 1056197 w 1611723"/>
                  <a:gd name="connsiteY2" fmla="*/ 104488 h 1396652"/>
                  <a:gd name="connsiteX3" fmla="*/ 1057938 w 1611723"/>
                  <a:gd name="connsiteY3" fmla="*/ 108841 h 1396652"/>
                  <a:gd name="connsiteX4" fmla="*/ 1068387 w 1611723"/>
                  <a:gd name="connsiteY4" fmla="*/ 123644 h 1396652"/>
                  <a:gd name="connsiteX5" fmla="*/ 1070129 w 1611723"/>
                  <a:gd name="connsiteY5" fmla="*/ 127997 h 1396652"/>
                  <a:gd name="connsiteX6" fmla="*/ 1067516 w 1611723"/>
                  <a:gd name="connsiteY6" fmla="*/ 133222 h 1396652"/>
                  <a:gd name="connsiteX7" fmla="*/ 1061421 w 1611723"/>
                  <a:gd name="connsiteY7" fmla="*/ 139317 h 1396652"/>
                  <a:gd name="connsiteX8" fmla="*/ 1037041 w 1611723"/>
                  <a:gd name="connsiteY8" fmla="*/ 155861 h 1396652"/>
                  <a:gd name="connsiteX9" fmla="*/ 1016143 w 1611723"/>
                  <a:gd name="connsiteY9" fmla="*/ 175888 h 1396652"/>
                  <a:gd name="connsiteX10" fmla="*/ 1003082 w 1611723"/>
                  <a:gd name="connsiteY10" fmla="*/ 192432 h 1396652"/>
                  <a:gd name="connsiteX11" fmla="*/ 998729 w 1611723"/>
                  <a:gd name="connsiteY11" fmla="*/ 198527 h 1396652"/>
                  <a:gd name="connsiteX12" fmla="*/ 993504 w 1611723"/>
                  <a:gd name="connsiteY12" fmla="*/ 214200 h 1396652"/>
                  <a:gd name="connsiteX13" fmla="*/ 990892 w 1611723"/>
                  <a:gd name="connsiteY13" fmla="*/ 227261 h 1396652"/>
                  <a:gd name="connsiteX14" fmla="*/ 990892 w 1611723"/>
                  <a:gd name="connsiteY14" fmla="*/ 243805 h 1396652"/>
                  <a:gd name="connsiteX15" fmla="*/ 995246 w 1611723"/>
                  <a:gd name="connsiteY15" fmla="*/ 259478 h 1396652"/>
                  <a:gd name="connsiteX16" fmla="*/ 1002211 w 1611723"/>
                  <a:gd name="connsiteY16" fmla="*/ 269056 h 1396652"/>
                  <a:gd name="connsiteX17" fmla="*/ 1058809 w 1611723"/>
                  <a:gd name="connsiteY17" fmla="*/ 322171 h 1396652"/>
                  <a:gd name="connsiteX18" fmla="*/ 1071870 w 1611723"/>
                  <a:gd name="connsiteY18" fmla="*/ 330878 h 1396652"/>
                  <a:gd name="connsiteX19" fmla="*/ 1094509 w 1611723"/>
                  <a:gd name="connsiteY19" fmla="*/ 336973 h 1396652"/>
                  <a:gd name="connsiteX20" fmla="*/ 1145012 w 1611723"/>
                  <a:gd name="connsiteY20" fmla="*/ 340456 h 1396652"/>
                  <a:gd name="connsiteX21" fmla="*/ 1172875 w 1611723"/>
                  <a:gd name="connsiteY21" fmla="*/ 341327 h 1396652"/>
                  <a:gd name="connsiteX22" fmla="*/ 1188548 w 1611723"/>
                  <a:gd name="connsiteY22" fmla="*/ 348292 h 1396652"/>
                  <a:gd name="connsiteX23" fmla="*/ 1271268 w 1611723"/>
                  <a:gd name="connsiteY23" fmla="*/ 409244 h 1396652"/>
                  <a:gd name="connsiteX24" fmla="*/ 1277363 w 1611723"/>
                  <a:gd name="connsiteY24" fmla="*/ 411856 h 1396652"/>
                  <a:gd name="connsiteX25" fmla="*/ 1289553 w 1611723"/>
                  <a:gd name="connsiteY25" fmla="*/ 412726 h 1396652"/>
                  <a:gd name="connsiteX26" fmla="*/ 1306967 w 1611723"/>
                  <a:gd name="connsiteY26" fmla="*/ 407502 h 1396652"/>
                  <a:gd name="connsiteX27" fmla="*/ 1315675 w 1611723"/>
                  <a:gd name="connsiteY27" fmla="*/ 404019 h 1396652"/>
                  <a:gd name="connsiteX28" fmla="*/ 1323511 w 1611723"/>
                  <a:gd name="connsiteY28" fmla="*/ 401407 h 1396652"/>
                  <a:gd name="connsiteX29" fmla="*/ 1349633 w 1611723"/>
                  <a:gd name="connsiteY29" fmla="*/ 399666 h 1396652"/>
                  <a:gd name="connsiteX30" fmla="*/ 1387075 w 1611723"/>
                  <a:gd name="connsiteY30" fmla="*/ 404890 h 1396652"/>
                  <a:gd name="connsiteX31" fmla="*/ 1406231 w 1611723"/>
                  <a:gd name="connsiteY31" fmla="*/ 410985 h 1396652"/>
                  <a:gd name="connsiteX32" fmla="*/ 1416680 w 1611723"/>
                  <a:gd name="connsiteY32" fmla="*/ 417080 h 1396652"/>
                  <a:gd name="connsiteX33" fmla="*/ 1427999 w 1611723"/>
                  <a:gd name="connsiteY33" fmla="*/ 426658 h 1396652"/>
                  <a:gd name="connsiteX34" fmla="*/ 1434094 w 1611723"/>
                  <a:gd name="connsiteY34" fmla="*/ 430141 h 1396652"/>
                  <a:gd name="connsiteX35" fmla="*/ 1440189 w 1611723"/>
                  <a:gd name="connsiteY35" fmla="*/ 431012 h 1396652"/>
                  <a:gd name="connsiteX36" fmla="*/ 1450638 w 1611723"/>
                  <a:gd name="connsiteY36" fmla="*/ 430141 h 1396652"/>
                  <a:gd name="connsiteX37" fmla="*/ 1457604 w 1611723"/>
                  <a:gd name="connsiteY37" fmla="*/ 428400 h 1396652"/>
                  <a:gd name="connsiteX38" fmla="*/ 1472406 w 1611723"/>
                  <a:gd name="connsiteY38" fmla="*/ 417951 h 1396652"/>
                  <a:gd name="connsiteX39" fmla="*/ 1487209 w 1611723"/>
                  <a:gd name="connsiteY39" fmla="*/ 397053 h 1396652"/>
                  <a:gd name="connsiteX40" fmla="*/ 1500270 w 1611723"/>
                  <a:gd name="connsiteY40" fmla="*/ 369190 h 1396652"/>
                  <a:gd name="connsiteX41" fmla="*/ 1583860 w 1611723"/>
                  <a:gd name="connsiteY41" fmla="*/ 360483 h 1396652"/>
                  <a:gd name="connsiteX42" fmla="*/ 1589084 w 1611723"/>
                  <a:gd name="connsiteY42" fmla="*/ 364836 h 1396652"/>
                  <a:gd name="connsiteX43" fmla="*/ 1590826 w 1611723"/>
                  <a:gd name="connsiteY43" fmla="*/ 370931 h 1396652"/>
                  <a:gd name="connsiteX44" fmla="*/ 1593438 w 1611723"/>
                  <a:gd name="connsiteY44" fmla="*/ 380509 h 1396652"/>
                  <a:gd name="connsiteX45" fmla="*/ 1597792 w 1611723"/>
                  <a:gd name="connsiteY45" fmla="*/ 430141 h 1396652"/>
                  <a:gd name="connsiteX46" fmla="*/ 1602145 w 1611723"/>
                  <a:gd name="connsiteY46" fmla="*/ 455392 h 1396652"/>
                  <a:gd name="connsiteX47" fmla="*/ 1608240 w 1611723"/>
                  <a:gd name="connsiteY47" fmla="*/ 476290 h 1396652"/>
                  <a:gd name="connsiteX48" fmla="*/ 1611723 w 1611723"/>
                  <a:gd name="connsiteY48" fmla="*/ 484126 h 1396652"/>
                  <a:gd name="connsiteX49" fmla="*/ 1610853 w 1611723"/>
                  <a:gd name="connsiteY49" fmla="*/ 489351 h 1396652"/>
                  <a:gd name="connsiteX50" fmla="*/ 1606499 w 1611723"/>
                  <a:gd name="connsiteY50" fmla="*/ 508507 h 1396652"/>
                  <a:gd name="connsiteX51" fmla="*/ 1602145 w 1611723"/>
                  <a:gd name="connsiteY51" fmla="*/ 519826 h 1396652"/>
                  <a:gd name="connsiteX52" fmla="*/ 1596921 w 1611723"/>
                  <a:gd name="connsiteY52" fmla="*/ 530275 h 1396652"/>
                  <a:gd name="connsiteX53" fmla="*/ 1577765 w 1611723"/>
                  <a:gd name="connsiteY53" fmla="*/ 562492 h 1396652"/>
                  <a:gd name="connsiteX54" fmla="*/ 1574282 w 1611723"/>
                  <a:gd name="connsiteY54" fmla="*/ 574683 h 1396652"/>
                  <a:gd name="connsiteX55" fmla="*/ 1574282 w 1611723"/>
                  <a:gd name="connsiteY55" fmla="*/ 583390 h 1396652"/>
                  <a:gd name="connsiteX56" fmla="*/ 1575153 w 1611723"/>
                  <a:gd name="connsiteY56" fmla="*/ 595580 h 1396652"/>
                  <a:gd name="connsiteX57" fmla="*/ 1577765 w 1611723"/>
                  <a:gd name="connsiteY57" fmla="*/ 610382 h 1396652"/>
                  <a:gd name="connsiteX58" fmla="*/ 1593438 w 1611723"/>
                  <a:gd name="connsiteY58" fmla="*/ 668722 h 1396652"/>
                  <a:gd name="connsiteX59" fmla="*/ 1596050 w 1611723"/>
                  <a:gd name="connsiteY59" fmla="*/ 695714 h 1396652"/>
                  <a:gd name="connsiteX60" fmla="*/ 1511589 w 1611723"/>
                  <a:gd name="connsiteY60" fmla="*/ 734897 h 1396652"/>
                  <a:gd name="connsiteX61" fmla="*/ 1495916 w 1611723"/>
                  <a:gd name="connsiteY61" fmla="*/ 736638 h 1396652"/>
                  <a:gd name="connsiteX62" fmla="*/ 1488080 w 1611723"/>
                  <a:gd name="connsiteY62" fmla="*/ 740121 h 1396652"/>
                  <a:gd name="connsiteX63" fmla="*/ 1480243 w 1611723"/>
                  <a:gd name="connsiteY63" fmla="*/ 748829 h 1396652"/>
                  <a:gd name="connsiteX64" fmla="*/ 1470665 w 1611723"/>
                  <a:gd name="connsiteY64" fmla="*/ 767985 h 1396652"/>
                  <a:gd name="connsiteX65" fmla="*/ 1462828 w 1611723"/>
                  <a:gd name="connsiteY65" fmla="*/ 777563 h 1396652"/>
                  <a:gd name="connsiteX66" fmla="*/ 1450638 w 1611723"/>
                  <a:gd name="connsiteY66" fmla="*/ 784529 h 1396652"/>
                  <a:gd name="connsiteX67" fmla="*/ 1429741 w 1611723"/>
                  <a:gd name="connsiteY67" fmla="*/ 791495 h 1396652"/>
                  <a:gd name="connsiteX68" fmla="*/ 1373143 w 1611723"/>
                  <a:gd name="connsiteY68" fmla="*/ 793236 h 1396652"/>
                  <a:gd name="connsiteX69" fmla="*/ 1365306 w 1611723"/>
                  <a:gd name="connsiteY69" fmla="*/ 795848 h 1396652"/>
                  <a:gd name="connsiteX70" fmla="*/ 1359211 w 1611723"/>
                  <a:gd name="connsiteY70" fmla="*/ 799331 h 1396652"/>
                  <a:gd name="connsiteX71" fmla="*/ 1349633 w 1611723"/>
                  <a:gd name="connsiteY71" fmla="*/ 810651 h 1396652"/>
                  <a:gd name="connsiteX72" fmla="*/ 1342667 w 1611723"/>
                  <a:gd name="connsiteY72" fmla="*/ 831548 h 1396652"/>
                  <a:gd name="connsiteX73" fmla="*/ 1345280 w 1611723"/>
                  <a:gd name="connsiteY73" fmla="*/ 841997 h 1396652"/>
                  <a:gd name="connsiteX74" fmla="*/ 1354858 w 1611723"/>
                  <a:gd name="connsiteY74" fmla="*/ 865507 h 1396652"/>
                  <a:gd name="connsiteX75" fmla="*/ 1358341 w 1611723"/>
                  <a:gd name="connsiteY75" fmla="*/ 879438 h 1396652"/>
                  <a:gd name="connsiteX76" fmla="*/ 1359211 w 1611723"/>
                  <a:gd name="connsiteY76" fmla="*/ 890758 h 1396652"/>
                  <a:gd name="connsiteX77" fmla="*/ 1357470 w 1611723"/>
                  <a:gd name="connsiteY77" fmla="*/ 899465 h 1396652"/>
                  <a:gd name="connsiteX78" fmla="*/ 1346150 w 1611723"/>
                  <a:gd name="connsiteY78" fmla="*/ 937777 h 1396652"/>
                  <a:gd name="connsiteX79" fmla="*/ 1345280 w 1611723"/>
                  <a:gd name="connsiteY79" fmla="*/ 947355 h 1396652"/>
                  <a:gd name="connsiteX80" fmla="*/ 1346150 w 1611723"/>
                  <a:gd name="connsiteY80" fmla="*/ 955192 h 1396652"/>
                  <a:gd name="connsiteX81" fmla="*/ 1349633 w 1611723"/>
                  <a:gd name="connsiteY81" fmla="*/ 961287 h 1396652"/>
                  <a:gd name="connsiteX82" fmla="*/ 1358341 w 1611723"/>
                  <a:gd name="connsiteY82" fmla="*/ 966512 h 1396652"/>
                  <a:gd name="connsiteX83" fmla="*/ 1365306 w 1611723"/>
                  <a:gd name="connsiteY83" fmla="*/ 969124 h 1396652"/>
                  <a:gd name="connsiteX84" fmla="*/ 1405360 w 1611723"/>
                  <a:gd name="connsiteY84" fmla="*/ 973477 h 1396652"/>
                  <a:gd name="connsiteX85" fmla="*/ 1406231 w 1611723"/>
                  <a:gd name="connsiteY85" fmla="*/ 983926 h 1396652"/>
                  <a:gd name="connsiteX86" fmla="*/ 1404489 w 1611723"/>
                  <a:gd name="connsiteY86" fmla="*/ 995246 h 1396652"/>
                  <a:gd name="connsiteX87" fmla="*/ 1402748 w 1611723"/>
                  <a:gd name="connsiteY87" fmla="*/ 1002211 h 1396652"/>
                  <a:gd name="connsiteX88" fmla="*/ 1399265 w 1611723"/>
                  <a:gd name="connsiteY88" fmla="*/ 1010048 h 1396652"/>
                  <a:gd name="connsiteX89" fmla="*/ 1394911 w 1611723"/>
                  <a:gd name="connsiteY89" fmla="*/ 1019626 h 1396652"/>
                  <a:gd name="connsiteX90" fmla="*/ 1387075 w 1611723"/>
                  <a:gd name="connsiteY90" fmla="*/ 1032687 h 1396652"/>
                  <a:gd name="connsiteX91" fmla="*/ 1374885 w 1611723"/>
                  <a:gd name="connsiteY91" fmla="*/ 1045748 h 1396652"/>
                  <a:gd name="connsiteX92" fmla="*/ 1371402 w 1611723"/>
                  <a:gd name="connsiteY92" fmla="*/ 1052714 h 1396652"/>
                  <a:gd name="connsiteX93" fmla="*/ 1370531 w 1611723"/>
                  <a:gd name="connsiteY93" fmla="*/ 1061421 h 1396652"/>
                  <a:gd name="connsiteX94" fmla="*/ 1373143 w 1611723"/>
                  <a:gd name="connsiteY94" fmla="*/ 1069258 h 1396652"/>
                  <a:gd name="connsiteX95" fmla="*/ 1374885 w 1611723"/>
                  <a:gd name="connsiteY95" fmla="*/ 1077094 h 1396652"/>
                  <a:gd name="connsiteX96" fmla="*/ 1371402 w 1611723"/>
                  <a:gd name="connsiteY96" fmla="*/ 1089285 h 1396652"/>
                  <a:gd name="connsiteX97" fmla="*/ 1363565 w 1611723"/>
                  <a:gd name="connsiteY97" fmla="*/ 1104958 h 1396652"/>
                  <a:gd name="connsiteX98" fmla="*/ 1340926 w 1611723"/>
                  <a:gd name="connsiteY98" fmla="*/ 1138046 h 1396652"/>
                  <a:gd name="connsiteX99" fmla="*/ 1325253 w 1611723"/>
                  <a:gd name="connsiteY99" fmla="*/ 1145011 h 1396652"/>
                  <a:gd name="connsiteX100" fmla="*/ 1308709 w 1611723"/>
                  <a:gd name="connsiteY100" fmla="*/ 1149365 h 1396652"/>
                  <a:gd name="connsiteX101" fmla="*/ 1283458 w 1611723"/>
                  <a:gd name="connsiteY101" fmla="*/ 1149365 h 1396652"/>
                  <a:gd name="connsiteX102" fmla="*/ 1273880 w 1611723"/>
                  <a:gd name="connsiteY102" fmla="*/ 1151106 h 1396652"/>
                  <a:gd name="connsiteX103" fmla="*/ 1266043 w 1611723"/>
                  <a:gd name="connsiteY103" fmla="*/ 1155460 h 1396652"/>
                  <a:gd name="connsiteX104" fmla="*/ 1261690 w 1611723"/>
                  <a:gd name="connsiteY104" fmla="*/ 1163297 h 1396652"/>
                  <a:gd name="connsiteX105" fmla="*/ 1259948 w 1611723"/>
                  <a:gd name="connsiteY105" fmla="*/ 1174616 h 1396652"/>
                  <a:gd name="connsiteX106" fmla="*/ 1258207 w 1611723"/>
                  <a:gd name="connsiteY106" fmla="*/ 1186807 h 1396652"/>
                  <a:gd name="connsiteX107" fmla="*/ 1255594 w 1611723"/>
                  <a:gd name="connsiteY107" fmla="*/ 1198997 h 1396652"/>
                  <a:gd name="connsiteX108" fmla="*/ 1214670 w 1611723"/>
                  <a:gd name="connsiteY108" fmla="*/ 1329606 h 1396652"/>
                  <a:gd name="connsiteX109" fmla="*/ 1202480 w 1611723"/>
                  <a:gd name="connsiteY109" fmla="*/ 1358340 h 1396652"/>
                  <a:gd name="connsiteX110" fmla="*/ 1201609 w 1611723"/>
                  <a:gd name="connsiteY110" fmla="*/ 1366177 h 1396652"/>
                  <a:gd name="connsiteX111" fmla="*/ 1201609 w 1611723"/>
                  <a:gd name="connsiteY111" fmla="*/ 1388816 h 1396652"/>
                  <a:gd name="connsiteX112" fmla="*/ 1179841 w 1611723"/>
                  <a:gd name="connsiteY112" fmla="*/ 1383592 h 1396652"/>
                  <a:gd name="connsiteX113" fmla="*/ 1147624 w 1611723"/>
                  <a:gd name="connsiteY113" fmla="*/ 1361824 h 1396652"/>
                  <a:gd name="connsiteX114" fmla="*/ 1135433 w 1611723"/>
                  <a:gd name="connsiteY114" fmla="*/ 1361824 h 1396652"/>
                  <a:gd name="connsiteX115" fmla="*/ 1131080 w 1611723"/>
                  <a:gd name="connsiteY115" fmla="*/ 1363565 h 1396652"/>
                  <a:gd name="connsiteX116" fmla="*/ 1127597 w 1611723"/>
                  <a:gd name="connsiteY116" fmla="*/ 1366177 h 1396652"/>
                  <a:gd name="connsiteX117" fmla="*/ 1121502 w 1611723"/>
                  <a:gd name="connsiteY117" fmla="*/ 1375755 h 1396652"/>
                  <a:gd name="connsiteX118" fmla="*/ 1107570 w 1611723"/>
                  <a:gd name="connsiteY118" fmla="*/ 1388816 h 1396652"/>
                  <a:gd name="connsiteX119" fmla="*/ 1097992 w 1611723"/>
                  <a:gd name="connsiteY119" fmla="*/ 1394040 h 1396652"/>
                  <a:gd name="connsiteX120" fmla="*/ 1087543 w 1611723"/>
                  <a:gd name="connsiteY120" fmla="*/ 1396653 h 1396652"/>
                  <a:gd name="connsiteX121" fmla="*/ 1080577 w 1611723"/>
                  <a:gd name="connsiteY121" fmla="*/ 1395782 h 1396652"/>
                  <a:gd name="connsiteX122" fmla="*/ 1074482 w 1611723"/>
                  <a:gd name="connsiteY122" fmla="*/ 1391428 h 1396652"/>
                  <a:gd name="connsiteX123" fmla="*/ 1068387 w 1611723"/>
                  <a:gd name="connsiteY123" fmla="*/ 1389687 h 1396652"/>
                  <a:gd name="connsiteX124" fmla="*/ 1038782 w 1611723"/>
                  <a:gd name="connsiteY124" fmla="*/ 1388816 h 1396652"/>
                  <a:gd name="connsiteX125" fmla="*/ 1025721 w 1611723"/>
                  <a:gd name="connsiteY125" fmla="*/ 1387075 h 1396652"/>
                  <a:gd name="connsiteX126" fmla="*/ 1023109 w 1611723"/>
                  <a:gd name="connsiteY126" fmla="*/ 1377497 h 1396652"/>
                  <a:gd name="connsiteX127" fmla="*/ 1023980 w 1611723"/>
                  <a:gd name="connsiteY127" fmla="*/ 1363565 h 1396652"/>
                  <a:gd name="connsiteX128" fmla="*/ 1021368 w 1611723"/>
                  <a:gd name="connsiteY128" fmla="*/ 1357470 h 1396652"/>
                  <a:gd name="connsiteX129" fmla="*/ 1002211 w 1611723"/>
                  <a:gd name="connsiteY129" fmla="*/ 1335702 h 1396652"/>
                  <a:gd name="connsiteX130" fmla="*/ 994375 w 1611723"/>
                  <a:gd name="connsiteY130" fmla="*/ 1323511 h 1396652"/>
                  <a:gd name="connsiteX131" fmla="*/ 989150 w 1611723"/>
                  <a:gd name="connsiteY131" fmla="*/ 1310450 h 1396652"/>
                  <a:gd name="connsiteX132" fmla="*/ 987409 w 1611723"/>
                  <a:gd name="connsiteY132" fmla="*/ 1300002 h 1396652"/>
                  <a:gd name="connsiteX133" fmla="*/ 984797 w 1611723"/>
                  <a:gd name="connsiteY133" fmla="*/ 1275621 h 1396652"/>
                  <a:gd name="connsiteX134" fmla="*/ 961287 w 1611723"/>
                  <a:gd name="connsiteY134" fmla="*/ 1264302 h 1396652"/>
                  <a:gd name="connsiteX135" fmla="*/ 952580 w 1611723"/>
                  <a:gd name="connsiteY135" fmla="*/ 1257336 h 1396652"/>
                  <a:gd name="connsiteX136" fmla="*/ 943002 w 1611723"/>
                  <a:gd name="connsiteY136" fmla="*/ 1256465 h 1396652"/>
                  <a:gd name="connsiteX137" fmla="*/ 872473 w 1611723"/>
                  <a:gd name="connsiteY137" fmla="*/ 1278233 h 1396652"/>
                  <a:gd name="connsiteX138" fmla="*/ 862894 w 1611723"/>
                  <a:gd name="connsiteY138" fmla="*/ 1277362 h 1396652"/>
                  <a:gd name="connsiteX139" fmla="*/ 861153 w 1611723"/>
                  <a:gd name="connsiteY139" fmla="*/ 1254723 h 1396652"/>
                  <a:gd name="connsiteX140" fmla="*/ 856800 w 1611723"/>
                  <a:gd name="connsiteY140" fmla="*/ 1245145 h 1396652"/>
                  <a:gd name="connsiteX141" fmla="*/ 851575 w 1611723"/>
                  <a:gd name="connsiteY141" fmla="*/ 1228602 h 1396652"/>
                  <a:gd name="connsiteX142" fmla="*/ 845480 w 1611723"/>
                  <a:gd name="connsiteY142" fmla="*/ 1201609 h 1396652"/>
                  <a:gd name="connsiteX143" fmla="*/ 840256 w 1611723"/>
                  <a:gd name="connsiteY143" fmla="*/ 1191160 h 1396652"/>
                  <a:gd name="connsiteX144" fmla="*/ 823712 w 1611723"/>
                  <a:gd name="connsiteY144" fmla="*/ 1171133 h 1396652"/>
                  <a:gd name="connsiteX145" fmla="*/ 817617 w 1611723"/>
                  <a:gd name="connsiteY145" fmla="*/ 1156331 h 1396652"/>
                  <a:gd name="connsiteX146" fmla="*/ 811521 w 1611723"/>
                  <a:gd name="connsiteY146" fmla="*/ 1136304 h 1396652"/>
                  <a:gd name="connsiteX147" fmla="*/ 808039 w 1611723"/>
                  <a:gd name="connsiteY147" fmla="*/ 1130209 h 1396652"/>
                  <a:gd name="connsiteX148" fmla="*/ 801943 w 1611723"/>
                  <a:gd name="connsiteY148" fmla="*/ 1124114 h 1396652"/>
                  <a:gd name="connsiteX149" fmla="*/ 793236 w 1611723"/>
                  <a:gd name="connsiteY149" fmla="*/ 1119760 h 1396652"/>
                  <a:gd name="connsiteX150" fmla="*/ 788882 w 1611723"/>
                  <a:gd name="connsiteY150" fmla="*/ 1118019 h 1396652"/>
                  <a:gd name="connsiteX151" fmla="*/ 781917 w 1611723"/>
                  <a:gd name="connsiteY151" fmla="*/ 1114536 h 1396652"/>
                  <a:gd name="connsiteX152" fmla="*/ 682653 w 1611723"/>
                  <a:gd name="connsiteY152" fmla="*/ 1051843 h 1396652"/>
                  <a:gd name="connsiteX153" fmla="*/ 665239 w 1611723"/>
                  <a:gd name="connsiteY153" fmla="*/ 1037911 h 1396652"/>
                  <a:gd name="connsiteX154" fmla="*/ 647824 w 1611723"/>
                  <a:gd name="connsiteY154" fmla="*/ 1022238 h 1396652"/>
                  <a:gd name="connsiteX155" fmla="*/ 636505 w 1611723"/>
                  <a:gd name="connsiteY155" fmla="*/ 1017885 h 1396652"/>
                  <a:gd name="connsiteX156" fmla="*/ 626926 w 1611723"/>
                  <a:gd name="connsiteY156" fmla="*/ 1012660 h 1396652"/>
                  <a:gd name="connsiteX157" fmla="*/ 616478 w 1611723"/>
                  <a:gd name="connsiteY157" fmla="*/ 1003953 h 1396652"/>
                  <a:gd name="connsiteX158" fmla="*/ 547690 w 1611723"/>
                  <a:gd name="connsiteY158" fmla="*/ 1000470 h 1396652"/>
                  <a:gd name="connsiteX159" fmla="*/ 539853 w 1611723"/>
                  <a:gd name="connsiteY159" fmla="*/ 1003082 h 1396652"/>
                  <a:gd name="connsiteX160" fmla="*/ 528534 w 1611723"/>
                  <a:gd name="connsiteY160" fmla="*/ 1010048 h 1396652"/>
                  <a:gd name="connsiteX161" fmla="*/ 518956 w 1611723"/>
                  <a:gd name="connsiteY161" fmla="*/ 1008307 h 1396652"/>
                  <a:gd name="connsiteX162" fmla="*/ 513731 w 1611723"/>
                  <a:gd name="connsiteY162" fmla="*/ 1004824 h 1396652"/>
                  <a:gd name="connsiteX163" fmla="*/ 507636 w 1611723"/>
                  <a:gd name="connsiteY163" fmla="*/ 996987 h 1396652"/>
                  <a:gd name="connsiteX164" fmla="*/ 504153 w 1611723"/>
                  <a:gd name="connsiteY164" fmla="*/ 989150 h 1396652"/>
                  <a:gd name="connsiteX165" fmla="*/ 499800 w 1611723"/>
                  <a:gd name="connsiteY165" fmla="*/ 981314 h 1396652"/>
                  <a:gd name="connsiteX166" fmla="*/ 493705 w 1611723"/>
                  <a:gd name="connsiteY166" fmla="*/ 972607 h 1396652"/>
                  <a:gd name="connsiteX167" fmla="*/ 488480 w 1611723"/>
                  <a:gd name="connsiteY167" fmla="*/ 967382 h 1396652"/>
                  <a:gd name="connsiteX168" fmla="*/ 480644 w 1611723"/>
                  <a:gd name="connsiteY168" fmla="*/ 963028 h 1396652"/>
                  <a:gd name="connsiteX169" fmla="*/ 457134 w 1611723"/>
                  <a:gd name="connsiteY169" fmla="*/ 956063 h 1396652"/>
                  <a:gd name="connsiteX170" fmla="*/ 449297 w 1611723"/>
                  <a:gd name="connsiteY170" fmla="*/ 956063 h 1396652"/>
                  <a:gd name="connsiteX171" fmla="*/ 438849 w 1611723"/>
                  <a:gd name="connsiteY171" fmla="*/ 956063 h 1396652"/>
                  <a:gd name="connsiteX172" fmla="*/ 428400 w 1611723"/>
                  <a:gd name="connsiteY172" fmla="*/ 960416 h 1396652"/>
                  <a:gd name="connsiteX173" fmla="*/ 424046 w 1611723"/>
                  <a:gd name="connsiteY173" fmla="*/ 961287 h 1396652"/>
                  <a:gd name="connsiteX174" fmla="*/ 391829 w 1611723"/>
                  <a:gd name="connsiteY174" fmla="*/ 962158 h 1396652"/>
                  <a:gd name="connsiteX175" fmla="*/ 357000 w 1611723"/>
                  <a:gd name="connsiteY175" fmla="*/ 958675 h 1396652"/>
                  <a:gd name="connsiteX176" fmla="*/ 324783 w 1611723"/>
                  <a:gd name="connsiteY176" fmla="*/ 947355 h 1396652"/>
                  <a:gd name="connsiteX177" fmla="*/ 306497 w 1611723"/>
                  <a:gd name="connsiteY177" fmla="*/ 944743 h 1396652"/>
                  <a:gd name="connsiteX178" fmla="*/ 299532 w 1611723"/>
                  <a:gd name="connsiteY178" fmla="*/ 942131 h 1396652"/>
                  <a:gd name="connsiteX179" fmla="*/ 290824 w 1611723"/>
                  <a:gd name="connsiteY179" fmla="*/ 934294 h 1396652"/>
                  <a:gd name="connsiteX180" fmla="*/ 283858 w 1611723"/>
                  <a:gd name="connsiteY180" fmla="*/ 929941 h 1396652"/>
                  <a:gd name="connsiteX181" fmla="*/ 272539 w 1611723"/>
                  <a:gd name="connsiteY181" fmla="*/ 924716 h 1396652"/>
                  <a:gd name="connsiteX182" fmla="*/ 258607 w 1611723"/>
                  <a:gd name="connsiteY182" fmla="*/ 922104 h 1396652"/>
                  <a:gd name="connsiteX183" fmla="*/ 249029 w 1611723"/>
                  <a:gd name="connsiteY183" fmla="*/ 922104 h 1396652"/>
                  <a:gd name="connsiteX184" fmla="*/ 241192 w 1611723"/>
                  <a:gd name="connsiteY184" fmla="*/ 923846 h 1396652"/>
                  <a:gd name="connsiteX185" fmla="*/ 215941 w 1611723"/>
                  <a:gd name="connsiteY185" fmla="*/ 941260 h 1396652"/>
                  <a:gd name="connsiteX186" fmla="*/ 180241 w 1611723"/>
                  <a:gd name="connsiteY186" fmla="*/ 960416 h 1396652"/>
                  <a:gd name="connsiteX187" fmla="*/ 146283 w 1611723"/>
                  <a:gd name="connsiteY187" fmla="*/ 973477 h 1396652"/>
                  <a:gd name="connsiteX188" fmla="*/ 80978 w 1611723"/>
                  <a:gd name="connsiteY188" fmla="*/ 981314 h 1396652"/>
                  <a:gd name="connsiteX189" fmla="*/ 56598 w 1611723"/>
                  <a:gd name="connsiteY189" fmla="*/ 938648 h 1396652"/>
                  <a:gd name="connsiteX190" fmla="*/ 24380 w 1611723"/>
                  <a:gd name="connsiteY190" fmla="*/ 893370 h 1396652"/>
                  <a:gd name="connsiteX191" fmla="*/ 21768 w 1611723"/>
                  <a:gd name="connsiteY191" fmla="*/ 886404 h 1396652"/>
                  <a:gd name="connsiteX192" fmla="*/ 21768 w 1611723"/>
                  <a:gd name="connsiteY192" fmla="*/ 875085 h 1396652"/>
                  <a:gd name="connsiteX193" fmla="*/ 20898 w 1611723"/>
                  <a:gd name="connsiteY193" fmla="*/ 863765 h 1396652"/>
                  <a:gd name="connsiteX194" fmla="*/ 17415 w 1611723"/>
                  <a:gd name="connsiteY194" fmla="*/ 848963 h 1396652"/>
                  <a:gd name="connsiteX195" fmla="*/ 11320 w 1611723"/>
                  <a:gd name="connsiteY195" fmla="*/ 834160 h 1396652"/>
                  <a:gd name="connsiteX196" fmla="*/ 0 w 1611723"/>
                  <a:gd name="connsiteY196" fmla="*/ 796719 h 1396652"/>
                  <a:gd name="connsiteX197" fmla="*/ 20027 w 1611723"/>
                  <a:gd name="connsiteY197" fmla="*/ 784529 h 1396652"/>
                  <a:gd name="connsiteX198" fmla="*/ 33959 w 1611723"/>
                  <a:gd name="connsiteY198" fmla="*/ 772338 h 1396652"/>
                  <a:gd name="connsiteX199" fmla="*/ 66176 w 1611723"/>
                  <a:gd name="connsiteY199" fmla="*/ 737509 h 1396652"/>
                  <a:gd name="connsiteX200" fmla="*/ 74883 w 1611723"/>
                  <a:gd name="connsiteY200" fmla="*/ 725319 h 1396652"/>
                  <a:gd name="connsiteX201" fmla="*/ 79237 w 1611723"/>
                  <a:gd name="connsiteY201" fmla="*/ 715741 h 1396652"/>
                  <a:gd name="connsiteX202" fmla="*/ 80107 w 1611723"/>
                  <a:gd name="connsiteY202" fmla="*/ 709646 h 1396652"/>
                  <a:gd name="connsiteX203" fmla="*/ 80978 w 1611723"/>
                  <a:gd name="connsiteY203" fmla="*/ 694843 h 1396652"/>
                  <a:gd name="connsiteX204" fmla="*/ 84461 w 1611723"/>
                  <a:gd name="connsiteY204" fmla="*/ 685265 h 1396652"/>
                  <a:gd name="connsiteX205" fmla="*/ 83590 w 1611723"/>
                  <a:gd name="connsiteY205" fmla="*/ 680912 h 1396652"/>
                  <a:gd name="connsiteX206" fmla="*/ 80107 w 1611723"/>
                  <a:gd name="connsiteY206" fmla="*/ 677429 h 1396652"/>
                  <a:gd name="connsiteX207" fmla="*/ 72271 w 1611723"/>
                  <a:gd name="connsiteY207" fmla="*/ 671334 h 1396652"/>
                  <a:gd name="connsiteX208" fmla="*/ 87944 w 1611723"/>
                  <a:gd name="connsiteY208" fmla="*/ 627797 h 1396652"/>
                  <a:gd name="connsiteX209" fmla="*/ 102746 w 1611723"/>
                  <a:gd name="connsiteY209" fmla="*/ 611253 h 1396652"/>
                  <a:gd name="connsiteX210" fmla="*/ 113195 w 1611723"/>
                  <a:gd name="connsiteY210" fmla="*/ 603417 h 1396652"/>
                  <a:gd name="connsiteX211" fmla="*/ 122773 w 1611723"/>
                  <a:gd name="connsiteY211" fmla="*/ 594709 h 1396652"/>
                  <a:gd name="connsiteX212" fmla="*/ 134963 w 1611723"/>
                  <a:gd name="connsiteY212" fmla="*/ 573812 h 1396652"/>
                  <a:gd name="connsiteX213" fmla="*/ 141929 w 1611723"/>
                  <a:gd name="connsiteY213" fmla="*/ 565104 h 1396652"/>
                  <a:gd name="connsiteX214" fmla="*/ 254253 w 1611723"/>
                  <a:gd name="connsiteY214" fmla="*/ 505895 h 1396652"/>
                  <a:gd name="connsiteX215" fmla="*/ 265573 w 1611723"/>
                  <a:gd name="connsiteY215" fmla="*/ 505895 h 1396652"/>
                  <a:gd name="connsiteX216" fmla="*/ 342197 w 1611723"/>
                  <a:gd name="connsiteY216" fmla="*/ 537241 h 1396652"/>
                  <a:gd name="connsiteX217" fmla="*/ 354388 w 1611723"/>
                  <a:gd name="connsiteY217" fmla="*/ 539853 h 1396652"/>
                  <a:gd name="connsiteX218" fmla="*/ 386605 w 1611723"/>
                  <a:gd name="connsiteY218" fmla="*/ 538983 h 1396652"/>
                  <a:gd name="connsiteX219" fmla="*/ 394441 w 1611723"/>
                  <a:gd name="connsiteY219" fmla="*/ 540724 h 1396652"/>
                  <a:gd name="connsiteX220" fmla="*/ 408373 w 1611723"/>
                  <a:gd name="connsiteY220" fmla="*/ 550302 h 1396652"/>
                  <a:gd name="connsiteX221" fmla="*/ 433624 w 1611723"/>
                  <a:gd name="connsiteY221" fmla="*/ 552914 h 1396652"/>
                  <a:gd name="connsiteX222" fmla="*/ 478902 w 1611723"/>
                  <a:gd name="connsiteY222" fmla="*/ 547690 h 1396652"/>
                  <a:gd name="connsiteX223" fmla="*/ 514602 w 1611723"/>
                  <a:gd name="connsiteY223" fmla="*/ 538112 h 1396652"/>
                  <a:gd name="connsiteX224" fmla="*/ 566846 w 1611723"/>
                  <a:gd name="connsiteY224" fmla="*/ 509378 h 1396652"/>
                  <a:gd name="connsiteX225" fmla="*/ 587744 w 1611723"/>
                  <a:gd name="connsiteY225" fmla="*/ 490222 h 1396652"/>
                  <a:gd name="connsiteX226" fmla="*/ 599934 w 1611723"/>
                  <a:gd name="connsiteY226" fmla="*/ 487609 h 1396652"/>
                  <a:gd name="connsiteX227" fmla="*/ 621702 w 1611723"/>
                  <a:gd name="connsiteY227" fmla="*/ 486739 h 1396652"/>
                  <a:gd name="connsiteX228" fmla="*/ 630409 w 1611723"/>
                  <a:gd name="connsiteY228" fmla="*/ 483256 h 1396652"/>
                  <a:gd name="connsiteX229" fmla="*/ 639987 w 1611723"/>
                  <a:gd name="connsiteY229" fmla="*/ 463229 h 1396652"/>
                  <a:gd name="connsiteX230" fmla="*/ 643470 w 1611723"/>
                  <a:gd name="connsiteY230" fmla="*/ 447556 h 1396652"/>
                  <a:gd name="connsiteX231" fmla="*/ 643470 w 1611723"/>
                  <a:gd name="connsiteY231" fmla="*/ 430141 h 1396652"/>
                  <a:gd name="connsiteX232" fmla="*/ 644341 w 1611723"/>
                  <a:gd name="connsiteY232" fmla="*/ 421434 h 1396652"/>
                  <a:gd name="connsiteX233" fmla="*/ 646953 w 1611723"/>
                  <a:gd name="connsiteY233" fmla="*/ 412726 h 1396652"/>
                  <a:gd name="connsiteX234" fmla="*/ 650436 w 1611723"/>
                  <a:gd name="connsiteY234" fmla="*/ 402278 h 1396652"/>
                  <a:gd name="connsiteX235" fmla="*/ 652178 w 1611723"/>
                  <a:gd name="connsiteY235" fmla="*/ 392700 h 1396652"/>
                  <a:gd name="connsiteX236" fmla="*/ 650436 w 1611723"/>
                  <a:gd name="connsiteY236" fmla="*/ 381380 h 1396652"/>
                  <a:gd name="connsiteX237" fmla="*/ 648695 w 1611723"/>
                  <a:gd name="connsiteY237" fmla="*/ 370061 h 1396652"/>
                  <a:gd name="connsiteX238" fmla="*/ 647824 w 1611723"/>
                  <a:gd name="connsiteY238" fmla="*/ 357000 h 1396652"/>
                  <a:gd name="connsiteX239" fmla="*/ 650436 w 1611723"/>
                  <a:gd name="connsiteY239" fmla="*/ 343939 h 1396652"/>
                  <a:gd name="connsiteX240" fmla="*/ 674817 w 1611723"/>
                  <a:gd name="connsiteY240" fmla="*/ 296919 h 1396652"/>
                  <a:gd name="connsiteX241" fmla="*/ 675687 w 1611723"/>
                  <a:gd name="connsiteY241" fmla="*/ 275151 h 1396652"/>
                  <a:gd name="connsiteX242" fmla="*/ 673075 w 1611723"/>
                  <a:gd name="connsiteY242" fmla="*/ 262961 h 1396652"/>
                  <a:gd name="connsiteX243" fmla="*/ 669592 w 1611723"/>
                  <a:gd name="connsiteY243" fmla="*/ 255995 h 1396652"/>
                  <a:gd name="connsiteX244" fmla="*/ 665239 w 1611723"/>
                  <a:gd name="connsiteY244" fmla="*/ 247288 h 1396652"/>
                  <a:gd name="connsiteX245" fmla="*/ 658273 w 1611723"/>
                  <a:gd name="connsiteY245" fmla="*/ 242063 h 1396652"/>
                  <a:gd name="connsiteX246" fmla="*/ 641729 w 1611723"/>
                  <a:gd name="connsiteY246" fmla="*/ 232485 h 1396652"/>
                  <a:gd name="connsiteX247" fmla="*/ 633892 w 1611723"/>
                  <a:gd name="connsiteY247" fmla="*/ 227261 h 1396652"/>
                  <a:gd name="connsiteX248" fmla="*/ 628668 w 1611723"/>
                  <a:gd name="connsiteY248" fmla="*/ 219424 h 1396652"/>
                  <a:gd name="connsiteX249" fmla="*/ 626926 w 1611723"/>
                  <a:gd name="connsiteY249" fmla="*/ 214200 h 1396652"/>
                  <a:gd name="connsiteX250" fmla="*/ 623444 w 1611723"/>
                  <a:gd name="connsiteY250" fmla="*/ 198527 h 1396652"/>
                  <a:gd name="connsiteX251" fmla="*/ 620831 w 1611723"/>
                  <a:gd name="connsiteY251" fmla="*/ 188949 h 1396652"/>
                  <a:gd name="connsiteX252" fmla="*/ 613865 w 1611723"/>
                  <a:gd name="connsiteY252" fmla="*/ 173275 h 1396652"/>
                  <a:gd name="connsiteX253" fmla="*/ 611253 w 1611723"/>
                  <a:gd name="connsiteY253" fmla="*/ 160214 h 1396652"/>
                  <a:gd name="connsiteX254" fmla="*/ 610383 w 1611723"/>
                  <a:gd name="connsiteY254" fmla="*/ 149766 h 1396652"/>
                  <a:gd name="connsiteX255" fmla="*/ 612995 w 1611723"/>
                  <a:gd name="connsiteY255" fmla="*/ 140188 h 1396652"/>
                  <a:gd name="connsiteX256" fmla="*/ 618219 w 1611723"/>
                  <a:gd name="connsiteY256" fmla="*/ 126256 h 1396652"/>
                  <a:gd name="connsiteX257" fmla="*/ 619961 w 1611723"/>
                  <a:gd name="connsiteY257" fmla="*/ 114066 h 1396652"/>
                  <a:gd name="connsiteX258" fmla="*/ 617348 w 1611723"/>
                  <a:gd name="connsiteY258" fmla="*/ 91427 h 1396652"/>
                  <a:gd name="connsiteX259" fmla="*/ 613865 w 1611723"/>
                  <a:gd name="connsiteY259" fmla="*/ 73141 h 1396652"/>
                  <a:gd name="connsiteX260" fmla="*/ 612995 w 1611723"/>
                  <a:gd name="connsiteY260" fmla="*/ 60080 h 1396652"/>
                  <a:gd name="connsiteX261" fmla="*/ 618219 w 1611723"/>
                  <a:gd name="connsiteY261" fmla="*/ 53115 h 1396652"/>
                  <a:gd name="connsiteX262" fmla="*/ 624314 w 1611723"/>
                  <a:gd name="connsiteY262" fmla="*/ 55727 h 1396652"/>
                  <a:gd name="connsiteX263" fmla="*/ 629539 w 1611723"/>
                  <a:gd name="connsiteY263" fmla="*/ 54856 h 1396652"/>
                  <a:gd name="connsiteX264" fmla="*/ 633892 w 1611723"/>
                  <a:gd name="connsiteY264" fmla="*/ 49632 h 1396652"/>
                  <a:gd name="connsiteX265" fmla="*/ 640858 w 1611723"/>
                  <a:gd name="connsiteY265" fmla="*/ 38312 h 1396652"/>
                  <a:gd name="connsiteX266" fmla="*/ 646953 w 1611723"/>
                  <a:gd name="connsiteY266" fmla="*/ 34829 h 1396652"/>
                  <a:gd name="connsiteX267" fmla="*/ 673075 w 1611723"/>
                  <a:gd name="connsiteY267" fmla="*/ 31346 h 1396652"/>
                  <a:gd name="connsiteX268" fmla="*/ 684395 w 1611723"/>
                  <a:gd name="connsiteY268" fmla="*/ 26122 h 1396652"/>
                  <a:gd name="connsiteX269" fmla="*/ 693973 w 1611723"/>
                  <a:gd name="connsiteY269" fmla="*/ 11319 h 1396652"/>
                  <a:gd name="connsiteX270" fmla="*/ 701809 w 1611723"/>
                  <a:gd name="connsiteY270" fmla="*/ 3483 h 1396652"/>
                  <a:gd name="connsiteX271" fmla="*/ 713129 w 1611723"/>
                  <a:gd name="connsiteY271" fmla="*/ 0 h 1396652"/>
                  <a:gd name="connsiteX272" fmla="*/ 723578 w 1611723"/>
                  <a:gd name="connsiteY272" fmla="*/ 1741 h 1396652"/>
                  <a:gd name="connsiteX273" fmla="*/ 729673 w 1611723"/>
                  <a:gd name="connsiteY273" fmla="*/ 11319 h 1396652"/>
                  <a:gd name="connsiteX274" fmla="*/ 733156 w 1611723"/>
                  <a:gd name="connsiteY274" fmla="*/ 22639 h 1396652"/>
                  <a:gd name="connsiteX275" fmla="*/ 738380 w 1611723"/>
                  <a:gd name="connsiteY275" fmla="*/ 31346 h 1396652"/>
                  <a:gd name="connsiteX276" fmla="*/ 744475 w 1611723"/>
                  <a:gd name="connsiteY276" fmla="*/ 33958 h 1396652"/>
                  <a:gd name="connsiteX277" fmla="*/ 752312 w 1611723"/>
                  <a:gd name="connsiteY277" fmla="*/ 27863 h 1396652"/>
                  <a:gd name="connsiteX278" fmla="*/ 754924 w 1611723"/>
                  <a:gd name="connsiteY278" fmla="*/ 22639 h 1396652"/>
                  <a:gd name="connsiteX279" fmla="*/ 762760 w 1611723"/>
                  <a:gd name="connsiteY279" fmla="*/ 14802 h 1396652"/>
                  <a:gd name="connsiteX280" fmla="*/ 770597 w 1611723"/>
                  <a:gd name="connsiteY280" fmla="*/ 8707 h 1396652"/>
                  <a:gd name="connsiteX281" fmla="*/ 774080 w 1611723"/>
                  <a:gd name="connsiteY281" fmla="*/ 8707 h 1396652"/>
                  <a:gd name="connsiteX282" fmla="*/ 782787 w 1611723"/>
                  <a:gd name="connsiteY282" fmla="*/ 11319 h 1396652"/>
                  <a:gd name="connsiteX283" fmla="*/ 822841 w 1611723"/>
                  <a:gd name="connsiteY283" fmla="*/ 29605 h 1396652"/>
                  <a:gd name="connsiteX284" fmla="*/ 835031 w 1611723"/>
                  <a:gd name="connsiteY284" fmla="*/ 39183 h 1396652"/>
                  <a:gd name="connsiteX285" fmla="*/ 846351 w 1611723"/>
                  <a:gd name="connsiteY285" fmla="*/ 51373 h 1396652"/>
                  <a:gd name="connsiteX286" fmla="*/ 852446 w 1611723"/>
                  <a:gd name="connsiteY286" fmla="*/ 54856 h 1396652"/>
                  <a:gd name="connsiteX287" fmla="*/ 860282 w 1611723"/>
                  <a:gd name="connsiteY287" fmla="*/ 55727 h 1396652"/>
                  <a:gd name="connsiteX288" fmla="*/ 867248 w 1611723"/>
                  <a:gd name="connsiteY288" fmla="*/ 53985 h 1396652"/>
                  <a:gd name="connsiteX289" fmla="*/ 880309 w 1611723"/>
                  <a:gd name="connsiteY289" fmla="*/ 44407 h 1396652"/>
                  <a:gd name="connsiteX290" fmla="*/ 887275 w 1611723"/>
                  <a:gd name="connsiteY290" fmla="*/ 40924 h 1396652"/>
                  <a:gd name="connsiteX291" fmla="*/ 895112 w 1611723"/>
                  <a:gd name="connsiteY291" fmla="*/ 40924 h 1396652"/>
                  <a:gd name="connsiteX292" fmla="*/ 900336 w 1611723"/>
                  <a:gd name="connsiteY292" fmla="*/ 43537 h 1396652"/>
                  <a:gd name="connsiteX293" fmla="*/ 904690 w 1611723"/>
                  <a:gd name="connsiteY293" fmla="*/ 49632 h 1396652"/>
                  <a:gd name="connsiteX294" fmla="*/ 908173 w 1611723"/>
                  <a:gd name="connsiteY294" fmla="*/ 58339 h 1396652"/>
                  <a:gd name="connsiteX295" fmla="*/ 912526 w 1611723"/>
                  <a:gd name="connsiteY295" fmla="*/ 66176 h 1396652"/>
                  <a:gd name="connsiteX296" fmla="*/ 916880 w 1611723"/>
                  <a:gd name="connsiteY296" fmla="*/ 67917 h 1396652"/>
                  <a:gd name="connsiteX297" fmla="*/ 922104 w 1611723"/>
                  <a:gd name="connsiteY297" fmla="*/ 66176 h 1396652"/>
                  <a:gd name="connsiteX298" fmla="*/ 928199 w 1611723"/>
                  <a:gd name="connsiteY298" fmla="*/ 61822 h 1396652"/>
                  <a:gd name="connsiteX299" fmla="*/ 943002 w 1611723"/>
                  <a:gd name="connsiteY299" fmla="*/ 46149 h 1396652"/>
                  <a:gd name="connsiteX300" fmla="*/ 949097 w 1611723"/>
                  <a:gd name="connsiteY300" fmla="*/ 44407 h 1396652"/>
                  <a:gd name="connsiteX301" fmla="*/ 1021368 w 1611723"/>
                  <a:gd name="connsiteY301" fmla="*/ 55727 h 1396652"/>
                  <a:gd name="connsiteX302" fmla="*/ 1030946 w 1611723"/>
                  <a:gd name="connsiteY302" fmla="*/ 64434 h 1396652"/>
                  <a:gd name="connsiteX303" fmla="*/ 1040524 w 1611723"/>
                  <a:gd name="connsiteY303" fmla="*/ 82719 h 1396652"/>
                  <a:gd name="connsiteX304" fmla="*/ 1044877 w 1611723"/>
                  <a:gd name="connsiteY304" fmla="*/ 87073 h 1396652"/>
                  <a:gd name="connsiteX305" fmla="*/ 1052714 w 1611723"/>
                  <a:gd name="connsiteY305" fmla="*/ 89685 h 139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Lst>
                <a:rect l="l" t="t" r="r" b="b"/>
                <a:pathLst>
                  <a:path w="1611723" h="1396652">
                    <a:moveTo>
                      <a:pt x="1052714" y="89685"/>
                    </a:moveTo>
                    <a:lnTo>
                      <a:pt x="1053585" y="95780"/>
                    </a:lnTo>
                    <a:lnTo>
                      <a:pt x="1056197" y="104488"/>
                    </a:lnTo>
                    <a:lnTo>
                      <a:pt x="1057938" y="108841"/>
                    </a:lnTo>
                    <a:lnTo>
                      <a:pt x="1068387" y="123644"/>
                    </a:lnTo>
                    <a:lnTo>
                      <a:pt x="1070129" y="127997"/>
                    </a:lnTo>
                    <a:lnTo>
                      <a:pt x="1067516" y="133222"/>
                    </a:lnTo>
                    <a:lnTo>
                      <a:pt x="1061421" y="139317"/>
                    </a:lnTo>
                    <a:lnTo>
                      <a:pt x="1037041" y="155861"/>
                    </a:lnTo>
                    <a:lnTo>
                      <a:pt x="1016143" y="175888"/>
                    </a:lnTo>
                    <a:lnTo>
                      <a:pt x="1003082" y="192432"/>
                    </a:lnTo>
                    <a:lnTo>
                      <a:pt x="998729" y="198527"/>
                    </a:lnTo>
                    <a:lnTo>
                      <a:pt x="993504" y="214200"/>
                    </a:lnTo>
                    <a:lnTo>
                      <a:pt x="990892" y="227261"/>
                    </a:lnTo>
                    <a:lnTo>
                      <a:pt x="990892" y="243805"/>
                    </a:lnTo>
                    <a:lnTo>
                      <a:pt x="995246" y="259478"/>
                    </a:lnTo>
                    <a:lnTo>
                      <a:pt x="1002211" y="269056"/>
                    </a:lnTo>
                    <a:lnTo>
                      <a:pt x="1058809" y="322171"/>
                    </a:lnTo>
                    <a:lnTo>
                      <a:pt x="1071870" y="330878"/>
                    </a:lnTo>
                    <a:lnTo>
                      <a:pt x="1094509" y="336973"/>
                    </a:lnTo>
                    <a:lnTo>
                      <a:pt x="1145012" y="340456"/>
                    </a:lnTo>
                    <a:lnTo>
                      <a:pt x="1172875" y="341327"/>
                    </a:lnTo>
                    <a:lnTo>
                      <a:pt x="1188548" y="348292"/>
                    </a:lnTo>
                    <a:lnTo>
                      <a:pt x="1271268" y="409244"/>
                    </a:lnTo>
                    <a:lnTo>
                      <a:pt x="1277363" y="411856"/>
                    </a:lnTo>
                    <a:lnTo>
                      <a:pt x="1289553" y="412726"/>
                    </a:lnTo>
                    <a:lnTo>
                      <a:pt x="1306967" y="407502"/>
                    </a:lnTo>
                    <a:lnTo>
                      <a:pt x="1315675" y="404019"/>
                    </a:lnTo>
                    <a:lnTo>
                      <a:pt x="1323511" y="401407"/>
                    </a:lnTo>
                    <a:lnTo>
                      <a:pt x="1349633" y="399666"/>
                    </a:lnTo>
                    <a:lnTo>
                      <a:pt x="1387075" y="404890"/>
                    </a:lnTo>
                    <a:lnTo>
                      <a:pt x="1406231" y="410985"/>
                    </a:lnTo>
                    <a:lnTo>
                      <a:pt x="1416680" y="417080"/>
                    </a:lnTo>
                    <a:lnTo>
                      <a:pt x="1427999" y="426658"/>
                    </a:lnTo>
                    <a:lnTo>
                      <a:pt x="1434094" y="430141"/>
                    </a:lnTo>
                    <a:lnTo>
                      <a:pt x="1440189" y="431012"/>
                    </a:lnTo>
                    <a:lnTo>
                      <a:pt x="1450638" y="430141"/>
                    </a:lnTo>
                    <a:lnTo>
                      <a:pt x="1457604" y="428400"/>
                    </a:lnTo>
                    <a:lnTo>
                      <a:pt x="1472406" y="417951"/>
                    </a:lnTo>
                    <a:lnTo>
                      <a:pt x="1487209" y="397053"/>
                    </a:lnTo>
                    <a:lnTo>
                      <a:pt x="1500270" y="369190"/>
                    </a:lnTo>
                    <a:lnTo>
                      <a:pt x="1583860" y="360483"/>
                    </a:lnTo>
                    <a:lnTo>
                      <a:pt x="1589084" y="364836"/>
                    </a:lnTo>
                    <a:lnTo>
                      <a:pt x="1590826" y="370931"/>
                    </a:lnTo>
                    <a:lnTo>
                      <a:pt x="1593438" y="380509"/>
                    </a:lnTo>
                    <a:lnTo>
                      <a:pt x="1597792" y="430141"/>
                    </a:lnTo>
                    <a:lnTo>
                      <a:pt x="1602145" y="455392"/>
                    </a:lnTo>
                    <a:lnTo>
                      <a:pt x="1608240" y="476290"/>
                    </a:lnTo>
                    <a:lnTo>
                      <a:pt x="1611723" y="484126"/>
                    </a:lnTo>
                    <a:lnTo>
                      <a:pt x="1610853" y="489351"/>
                    </a:lnTo>
                    <a:lnTo>
                      <a:pt x="1606499" y="508507"/>
                    </a:lnTo>
                    <a:lnTo>
                      <a:pt x="1602145" y="519826"/>
                    </a:lnTo>
                    <a:lnTo>
                      <a:pt x="1596921" y="530275"/>
                    </a:lnTo>
                    <a:lnTo>
                      <a:pt x="1577765" y="562492"/>
                    </a:lnTo>
                    <a:lnTo>
                      <a:pt x="1574282" y="574683"/>
                    </a:lnTo>
                    <a:lnTo>
                      <a:pt x="1574282" y="583390"/>
                    </a:lnTo>
                    <a:lnTo>
                      <a:pt x="1575153" y="595580"/>
                    </a:lnTo>
                    <a:lnTo>
                      <a:pt x="1577765" y="610382"/>
                    </a:lnTo>
                    <a:lnTo>
                      <a:pt x="1593438" y="668722"/>
                    </a:lnTo>
                    <a:lnTo>
                      <a:pt x="1596050" y="695714"/>
                    </a:lnTo>
                    <a:lnTo>
                      <a:pt x="1511589" y="734897"/>
                    </a:lnTo>
                    <a:lnTo>
                      <a:pt x="1495916" y="736638"/>
                    </a:lnTo>
                    <a:lnTo>
                      <a:pt x="1488080" y="740121"/>
                    </a:lnTo>
                    <a:lnTo>
                      <a:pt x="1480243" y="748829"/>
                    </a:lnTo>
                    <a:lnTo>
                      <a:pt x="1470665" y="767985"/>
                    </a:lnTo>
                    <a:lnTo>
                      <a:pt x="1462828" y="777563"/>
                    </a:lnTo>
                    <a:lnTo>
                      <a:pt x="1450638" y="784529"/>
                    </a:lnTo>
                    <a:lnTo>
                      <a:pt x="1429741" y="791495"/>
                    </a:lnTo>
                    <a:lnTo>
                      <a:pt x="1373143" y="793236"/>
                    </a:lnTo>
                    <a:lnTo>
                      <a:pt x="1365306" y="795848"/>
                    </a:lnTo>
                    <a:lnTo>
                      <a:pt x="1359211" y="799331"/>
                    </a:lnTo>
                    <a:lnTo>
                      <a:pt x="1349633" y="810651"/>
                    </a:lnTo>
                    <a:lnTo>
                      <a:pt x="1342667" y="831548"/>
                    </a:lnTo>
                    <a:lnTo>
                      <a:pt x="1345280" y="841997"/>
                    </a:lnTo>
                    <a:lnTo>
                      <a:pt x="1354858" y="865507"/>
                    </a:lnTo>
                    <a:lnTo>
                      <a:pt x="1358341" y="879438"/>
                    </a:lnTo>
                    <a:lnTo>
                      <a:pt x="1359211" y="890758"/>
                    </a:lnTo>
                    <a:lnTo>
                      <a:pt x="1357470" y="899465"/>
                    </a:lnTo>
                    <a:lnTo>
                      <a:pt x="1346150" y="937777"/>
                    </a:lnTo>
                    <a:lnTo>
                      <a:pt x="1345280" y="947355"/>
                    </a:lnTo>
                    <a:lnTo>
                      <a:pt x="1346150" y="955192"/>
                    </a:lnTo>
                    <a:lnTo>
                      <a:pt x="1349633" y="961287"/>
                    </a:lnTo>
                    <a:lnTo>
                      <a:pt x="1358341" y="966512"/>
                    </a:lnTo>
                    <a:lnTo>
                      <a:pt x="1365306" y="969124"/>
                    </a:lnTo>
                    <a:lnTo>
                      <a:pt x="1405360" y="973477"/>
                    </a:lnTo>
                    <a:lnTo>
                      <a:pt x="1406231" y="983926"/>
                    </a:lnTo>
                    <a:lnTo>
                      <a:pt x="1404489" y="995246"/>
                    </a:lnTo>
                    <a:lnTo>
                      <a:pt x="1402748" y="1002211"/>
                    </a:lnTo>
                    <a:lnTo>
                      <a:pt x="1399265" y="1010048"/>
                    </a:lnTo>
                    <a:lnTo>
                      <a:pt x="1394911" y="1019626"/>
                    </a:lnTo>
                    <a:lnTo>
                      <a:pt x="1387075" y="1032687"/>
                    </a:lnTo>
                    <a:lnTo>
                      <a:pt x="1374885" y="1045748"/>
                    </a:lnTo>
                    <a:lnTo>
                      <a:pt x="1371402" y="1052714"/>
                    </a:lnTo>
                    <a:lnTo>
                      <a:pt x="1370531" y="1061421"/>
                    </a:lnTo>
                    <a:lnTo>
                      <a:pt x="1373143" y="1069258"/>
                    </a:lnTo>
                    <a:lnTo>
                      <a:pt x="1374885" y="1077094"/>
                    </a:lnTo>
                    <a:lnTo>
                      <a:pt x="1371402" y="1089285"/>
                    </a:lnTo>
                    <a:lnTo>
                      <a:pt x="1363565" y="1104958"/>
                    </a:lnTo>
                    <a:lnTo>
                      <a:pt x="1340926" y="1138046"/>
                    </a:lnTo>
                    <a:lnTo>
                      <a:pt x="1325253" y="1145011"/>
                    </a:lnTo>
                    <a:lnTo>
                      <a:pt x="1308709" y="1149365"/>
                    </a:lnTo>
                    <a:lnTo>
                      <a:pt x="1283458" y="1149365"/>
                    </a:lnTo>
                    <a:lnTo>
                      <a:pt x="1273880" y="1151106"/>
                    </a:lnTo>
                    <a:lnTo>
                      <a:pt x="1266043" y="1155460"/>
                    </a:lnTo>
                    <a:lnTo>
                      <a:pt x="1261690" y="1163297"/>
                    </a:lnTo>
                    <a:lnTo>
                      <a:pt x="1259948" y="1174616"/>
                    </a:lnTo>
                    <a:lnTo>
                      <a:pt x="1258207" y="1186807"/>
                    </a:lnTo>
                    <a:lnTo>
                      <a:pt x="1255594" y="1198997"/>
                    </a:lnTo>
                    <a:lnTo>
                      <a:pt x="1214670" y="1329606"/>
                    </a:lnTo>
                    <a:lnTo>
                      <a:pt x="1202480" y="1358340"/>
                    </a:lnTo>
                    <a:lnTo>
                      <a:pt x="1201609" y="1366177"/>
                    </a:lnTo>
                    <a:lnTo>
                      <a:pt x="1201609" y="1388816"/>
                    </a:lnTo>
                    <a:lnTo>
                      <a:pt x="1179841" y="1383592"/>
                    </a:lnTo>
                    <a:lnTo>
                      <a:pt x="1147624" y="1361824"/>
                    </a:lnTo>
                    <a:lnTo>
                      <a:pt x="1135433" y="1361824"/>
                    </a:lnTo>
                    <a:lnTo>
                      <a:pt x="1131080" y="1363565"/>
                    </a:lnTo>
                    <a:lnTo>
                      <a:pt x="1127597" y="1366177"/>
                    </a:lnTo>
                    <a:lnTo>
                      <a:pt x="1121502" y="1375755"/>
                    </a:lnTo>
                    <a:lnTo>
                      <a:pt x="1107570" y="1388816"/>
                    </a:lnTo>
                    <a:lnTo>
                      <a:pt x="1097992" y="1394040"/>
                    </a:lnTo>
                    <a:lnTo>
                      <a:pt x="1087543" y="1396653"/>
                    </a:lnTo>
                    <a:lnTo>
                      <a:pt x="1080577" y="1395782"/>
                    </a:lnTo>
                    <a:lnTo>
                      <a:pt x="1074482" y="1391428"/>
                    </a:lnTo>
                    <a:lnTo>
                      <a:pt x="1068387" y="1389687"/>
                    </a:lnTo>
                    <a:lnTo>
                      <a:pt x="1038782" y="1388816"/>
                    </a:lnTo>
                    <a:lnTo>
                      <a:pt x="1025721" y="1387075"/>
                    </a:lnTo>
                    <a:lnTo>
                      <a:pt x="1023109" y="1377497"/>
                    </a:lnTo>
                    <a:lnTo>
                      <a:pt x="1023980" y="1363565"/>
                    </a:lnTo>
                    <a:lnTo>
                      <a:pt x="1021368" y="1357470"/>
                    </a:lnTo>
                    <a:lnTo>
                      <a:pt x="1002211" y="1335702"/>
                    </a:lnTo>
                    <a:lnTo>
                      <a:pt x="994375" y="1323511"/>
                    </a:lnTo>
                    <a:lnTo>
                      <a:pt x="989150" y="1310450"/>
                    </a:lnTo>
                    <a:lnTo>
                      <a:pt x="987409" y="1300002"/>
                    </a:lnTo>
                    <a:lnTo>
                      <a:pt x="984797" y="1275621"/>
                    </a:lnTo>
                    <a:lnTo>
                      <a:pt x="961287" y="1264302"/>
                    </a:lnTo>
                    <a:lnTo>
                      <a:pt x="952580" y="1257336"/>
                    </a:lnTo>
                    <a:lnTo>
                      <a:pt x="943002" y="1256465"/>
                    </a:lnTo>
                    <a:lnTo>
                      <a:pt x="872473" y="1278233"/>
                    </a:lnTo>
                    <a:lnTo>
                      <a:pt x="862894" y="1277362"/>
                    </a:lnTo>
                    <a:lnTo>
                      <a:pt x="861153" y="1254723"/>
                    </a:lnTo>
                    <a:lnTo>
                      <a:pt x="856800" y="1245145"/>
                    </a:lnTo>
                    <a:lnTo>
                      <a:pt x="851575" y="1228602"/>
                    </a:lnTo>
                    <a:lnTo>
                      <a:pt x="845480" y="1201609"/>
                    </a:lnTo>
                    <a:lnTo>
                      <a:pt x="840256" y="1191160"/>
                    </a:lnTo>
                    <a:lnTo>
                      <a:pt x="823712" y="1171133"/>
                    </a:lnTo>
                    <a:lnTo>
                      <a:pt x="817617" y="1156331"/>
                    </a:lnTo>
                    <a:lnTo>
                      <a:pt x="811521" y="1136304"/>
                    </a:lnTo>
                    <a:lnTo>
                      <a:pt x="808039" y="1130209"/>
                    </a:lnTo>
                    <a:lnTo>
                      <a:pt x="801943" y="1124114"/>
                    </a:lnTo>
                    <a:lnTo>
                      <a:pt x="793236" y="1119760"/>
                    </a:lnTo>
                    <a:lnTo>
                      <a:pt x="788882" y="1118019"/>
                    </a:lnTo>
                    <a:lnTo>
                      <a:pt x="781917" y="1114536"/>
                    </a:lnTo>
                    <a:lnTo>
                      <a:pt x="682653" y="1051843"/>
                    </a:lnTo>
                    <a:lnTo>
                      <a:pt x="665239" y="1037911"/>
                    </a:lnTo>
                    <a:lnTo>
                      <a:pt x="647824" y="1022238"/>
                    </a:lnTo>
                    <a:lnTo>
                      <a:pt x="636505" y="1017885"/>
                    </a:lnTo>
                    <a:lnTo>
                      <a:pt x="626926" y="1012660"/>
                    </a:lnTo>
                    <a:lnTo>
                      <a:pt x="616478" y="1003953"/>
                    </a:lnTo>
                    <a:lnTo>
                      <a:pt x="547690" y="1000470"/>
                    </a:lnTo>
                    <a:lnTo>
                      <a:pt x="539853" y="1003082"/>
                    </a:lnTo>
                    <a:lnTo>
                      <a:pt x="528534" y="1010048"/>
                    </a:lnTo>
                    <a:lnTo>
                      <a:pt x="518956" y="1008307"/>
                    </a:lnTo>
                    <a:lnTo>
                      <a:pt x="513731" y="1004824"/>
                    </a:lnTo>
                    <a:lnTo>
                      <a:pt x="507636" y="996987"/>
                    </a:lnTo>
                    <a:lnTo>
                      <a:pt x="504153" y="989150"/>
                    </a:lnTo>
                    <a:lnTo>
                      <a:pt x="499800" y="981314"/>
                    </a:lnTo>
                    <a:lnTo>
                      <a:pt x="493705" y="972607"/>
                    </a:lnTo>
                    <a:lnTo>
                      <a:pt x="488480" y="967382"/>
                    </a:lnTo>
                    <a:lnTo>
                      <a:pt x="480644" y="963028"/>
                    </a:lnTo>
                    <a:lnTo>
                      <a:pt x="457134" y="956063"/>
                    </a:lnTo>
                    <a:lnTo>
                      <a:pt x="449297" y="956063"/>
                    </a:lnTo>
                    <a:lnTo>
                      <a:pt x="438849" y="956063"/>
                    </a:lnTo>
                    <a:lnTo>
                      <a:pt x="428400" y="960416"/>
                    </a:lnTo>
                    <a:lnTo>
                      <a:pt x="424046" y="961287"/>
                    </a:lnTo>
                    <a:lnTo>
                      <a:pt x="391829" y="962158"/>
                    </a:lnTo>
                    <a:lnTo>
                      <a:pt x="357000" y="958675"/>
                    </a:lnTo>
                    <a:lnTo>
                      <a:pt x="324783" y="947355"/>
                    </a:lnTo>
                    <a:lnTo>
                      <a:pt x="306497" y="944743"/>
                    </a:lnTo>
                    <a:lnTo>
                      <a:pt x="299532" y="942131"/>
                    </a:lnTo>
                    <a:lnTo>
                      <a:pt x="290824" y="934294"/>
                    </a:lnTo>
                    <a:lnTo>
                      <a:pt x="283858" y="929941"/>
                    </a:lnTo>
                    <a:lnTo>
                      <a:pt x="272539" y="924716"/>
                    </a:lnTo>
                    <a:lnTo>
                      <a:pt x="258607" y="922104"/>
                    </a:lnTo>
                    <a:lnTo>
                      <a:pt x="249029" y="922104"/>
                    </a:lnTo>
                    <a:lnTo>
                      <a:pt x="241192" y="923846"/>
                    </a:lnTo>
                    <a:lnTo>
                      <a:pt x="215941" y="941260"/>
                    </a:lnTo>
                    <a:lnTo>
                      <a:pt x="180241" y="960416"/>
                    </a:lnTo>
                    <a:lnTo>
                      <a:pt x="146283" y="973477"/>
                    </a:lnTo>
                    <a:lnTo>
                      <a:pt x="80978" y="981314"/>
                    </a:lnTo>
                    <a:lnTo>
                      <a:pt x="56598" y="938648"/>
                    </a:lnTo>
                    <a:lnTo>
                      <a:pt x="24380" y="893370"/>
                    </a:lnTo>
                    <a:lnTo>
                      <a:pt x="21768" y="886404"/>
                    </a:lnTo>
                    <a:lnTo>
                      <a:pt x="21768" y="875085"/>
                    </a:lnTo>
                    <a:lnTo>
                      <a:pt x="20898" y="863765"/>
                    </a:lnTo>
                    <a:lnTo>
                      <a:pt x="17415" y="848963"/>
                    </a:lnTo>
                    <a:lnTo>
                      <a:pt x="11320" y="834160"/>
                    </a:lnTo>
                    <a:lnTo>
                      <a:pt x="0" y="796719"/>
                    </a:lnTo>
                    <a:lnTo>
                      <a:pt x="20027" y="784529"/>
                    </a:lnTo>
                    <a:lnTo>
                      <a:pt x="33959" y="772338"/>
                    </a:lnTo>
                    <a:lnTo>
                      <a:pt x="66176" y="737509"/>
                    </a:lnTo>
                    <a:lnTo>
                      <a:pt x="74883" y="725319"/>
                    </a:lnTo>
                    <a:lnTo>
                      <a:pt x="79237" y="715741"/>
                    </a:lnTo>
                    <a:lnTo>
                      <a:pt x="80107" y="709646"/>
                    </a:lnTo>
                    <a:lnTo>
                      <a:pt x="80978" y="694843"/>
                    </a:lnTo>
                    <a:lnTo>
                      <a:pt x="84461" y="685265"/>
                    </a:lnTo>
                    <a:lnTo>
                      <a:pt x="83590" y="680912"/>
                    </a:lnTo>
                    <a:lnTo>
                      <a:pt x="80107" y="677429"/>
                    </a:lnTo>
                    <a:lnTo>
                      <a:pt x="72271" y="671334"/>
                    </a:lnTo>
                    <a:lnTo>
                      <a:pt x="87944" y="627797"/>
                    </a:lnTo>
                    <a:lnTo>
                      <a:pt x="102746" y="611253"/>
                    </a:lnTo>
                    <a:lnTo>
                      <a:pt x="113195" y="603417"/>
                    </a:lnTo>
                    <a:lnTo>
                      <a:pt x="122773" y="594709"/>
                    </a:lnTo>
                    <a:lnTo>
                      <a:pt x="134963" y="573812"/>
                    </a:lnTo>
                    <a:lnTo>
                      <a:pt x="141929" y="565104"/>
                    </a:lnTo>
                    <a:lnTo>
                      <a:pt x="254253" y="505895"/>
                    </a:lnTo>
                    <a:lnTo>
                      <a:pt x="265573" y="505895"/>
                    </a:lnTo>
                    <a:lnTo>
                      <a:pt x="342197" y="537241"/>
                    </a:lnTo>
                    <a:lnTo>
                      <a:pt x="354388" y="539853"/>
                    </a:lnTo>
                    <a:lnTo>
                      <a:pt x="386605" y="538983"/>
                    </a:lnTo>
                    <a:lnTo>
                      <a:pt x="394441" y="540724"/>
                    </a:lnTo>
                    <a:lnTo>
                      <a:pt x="408373" y="550302"/>
                    </a:lnTo>
                    <a:lnTo>
                      <a:pt x="433624" y="552914"/>
                    </a:lnTo>
                    <a:lnTo>
                      <a:pt x="478902" y="547690"/>
                    </a:lnTo>
                    <a:lnTo>
                      <a:pt x="514602" y="538112"/>
                    </a:lnTo>
                    <a:lnTo>
                      <a:pt x="566846" y="509378"/>
                    </a:lnTo>
                    <a:lnTo>
                      <a:pt x="587744" y="490222"/>
                    </a:lnTo>
                    <a:lnTo>
                      <a:pt x="599934" y="487609"/>
                    </a:lnTo>
                    <a:lnTo>
                      <a:pt x="621702" y="486739"/>
                    </a:lnTo>
                    <a:lnTo>
                      <a:pt x="630409" y="483256"/>
                    </a:lnTo>
                    <a:lnTo>
                      <a:pt x="639987" y="463229"/>
                    </a:lnTo>
                    <a:lnTo>
                      <a:pt x="643470" y="447556"/>
                    </a:lnTo>
                    <a:lnTo>
                      <a:pt x="643470" y="430141"/>
                    </a:lnTo>
                    <a:lnTo>
                      <a:pt x="644341" y="421434"/>
                    </a:lnTo>
                    <a:lnTo>
                      <a:pt x="646953" y="412726"/>
                    </a:lnTo>
                    <a:lnTo>
                      <a:pt x="650436" y="402278"/>
                    </a:lnTo>
                    <a:lnTo>
                      <a:pt x="652178" y="392700"/>
                    </a:lnTo>
                    <a:lnTo>
                      <a:pt x="650436" y="381380"/>
                    </a:lnTo>
                    <a:lnTo>
                      <a:pt x="648695" y="370061"/>
                    </a:lnTo>
                    <a:lnTo>
                      <a:pt x="647824" y="357000"/>
                    </a:lnTo>
                    <a:lnTo>
                      <a:pt x="650436" y="343939"/>
                    </a:lnTo>
                    <a:lnTo>
                      <a:pt x="674817" y="296919"/>
                    </a:lnTo>
                    <a:lnTo>
                      <a:pt x="675687" y="275151"/>
                    </a:lnTo>
                    <a:lnTo>
                      <a:pt x="673075" y="262961"/>
                    </a:lnTo>
                    <a:lnTo>
                      <a:pt x="669592" y="255995"/>
                    </a:lnTo>
                    <a:lnTo>
                      <a:pt x="665239" y="247288"/>
                    </a:lnTo>
                    <a:lnTo>
                      <a:pt x="658273" y="242063"/>
                    </a:lnTo>
                    <a:lnTo>
                      <a:pt x="641729" y="232485"/>
                    </a:lnTo>
                    <a:lnTo>
                      <a:pt x="633892" y="227261"/>
                    </a:lnTo>
                    <a:lnTo>
                      <a:pt x="628668" y="219424"/>
                    </a:lnTo>
                    <a:lnTo>
                      <a:pt x="626926" y="214200"/>
                    </a:lnTo>
                    <a:lnTo>
                      <a:pt x="623444" y="198527"/>
                    </a:lnTo>
                    <a:lnTo>
                      <a:pt x="620831" y="188949"/>
                    </a:lnTo>
                    <a:lnTo>
                      <a:pt x="613865" y="173275"/>
                    </a:lnTo>
                    <a:lnTo>
                      <a:pt x="611253" y="160214"/>
                    </a:lnTo>
                    <a:lnTo>
                      <a:pt x="610383" y="149766"/>
                    </a:lnTo>
                    <a:lnTo>
                      <a:pt x="612995" y="140188"/>
                    </a:lnTo>
                    <a:lnTo>
                      <a:pt x="618219" y="126256"/>
                    </a:lnTo>
                    <a:lnTo>
                      <a:pt x="619961" y="114066"/>
                    </a:lnTo>
                    <a:lnTo>
                      <a:pt x="617348" y="91427"/>
                    </a:lnTo>
                    <a:lnTo>
                      <a:pt x="613865" y="73141"/>
                    </a:lnTo>
                    <a:lnTo>
                      <a:pt x="612995" y="60080"/>
                    </a:lnTo>
                    <a:lnTo>
                      <a:pt x="618219" y="53115"/>
                    </a:lnTo>
                    <a:lnTo>
                      <a:pt x="624314" y="55727"/>
                    </a:lnTo>
                    <a:lnTo>
                      <a:pt x="629539" y="54856"/>
                    </a:lnTo>
                    <a:lnTo>
                      <a:pt x="633892" y="49632"/>
                    </a:lnTo>
                    <a:lnTo>
                      <a:pt x="640858" y="38312"/>
                    </a:lnTo>
                    <a:lnTo>
                      <a:pt x="646953" y="34829"/>
                    </a:lnTo>
                    <a:lnTo>
                      <a:pt x="673075" y="31346"/>
                    </a:lnTo>
                    <a:lnTo>
                      <a:pt x="684395" y="26122"/>
                    </a:lnTo>
                    <a:lnTo>
                      <a:pt x="693973" y="11319"/>
                    </a:lnTo>
                    <a:lnTo>
                      <a:pt x="701809" y="3483"/>
                    </a:lnTo>
                    <a:lnTo>
                      <a:pt x="713129" y="0"/>
                    </a:lnTo>
                    <a:lnTo>
                      <a:pt x="723578" y="1741"/>
                    </a:lnTo>
                    <a:lnTo>
                      <a:pt x="729673" y="11319"/>
                    </a:lnTo>
                    <a:lnTo>
                      <a:pt x="733156" y="22639"/>
                    </a:lnTo>
                    <a:lnTo>
                      <a:pt x="738380" y="31346"/>
                    </a:lnTo>
                    <a:lnTo>
                      <a:pt x="744475" y="33958"/>
                    </a:lnTo>
                    <a:lnTo>
                      <a:pt x="752312" y="27863"/>
                    </a:lnTo>
                    <a:lnTo>
                      <a:pt x="754924" y="22639"/>
                    </a:lnTo>
                    <a:lnTo>
                      <a:pt x="762760" y="14802"/>
                    </a:lnTo>
                    <a:lnTo>
                      <a:pt x="770597" y="8707"/>
                    </a:lnTo>
                    <a:lnTo>
                      <a:pt x="774080" y="8707"/>
                    </a:lnTo>
                    <a:lnTo>
                      <a:pt x="782787" y="11319"/>
                    </a:lnTo>
                    <a:lnTo>
                      <a:pt x="822841" y="29605"/>
                    </a:lnTo>
                    <a:lnTo>
                      <a:pt x="835031" y="39183"/>
                    </a:lnTo>
                    <a:lnTo>
                      <a:pt x="846351" y="51373"/>
                    </a:lnTo>
                    <a:lnTo>
                      <a:pt x="852446" y="54856"/>
                    </a:lnTo>
                    <a:lnTo>
                      <a:pt x="860282" y="55727"/>
                    </a:lnTo>
                    <a:lnTo>
                      <a:pt x="867248" y="53985"/>
                    </a:lnTo>
                    <a:lnTo>
                      <a:pt x="880309" y="44407"/>
                    </a:lnTo>
                    <a:lnTo>
                      <a:pt x="887275" y="40924"/>
                    </a:lnTo>
                    <a:lnTo>
                      <a:pt x="895112" y="40924"/>
                    </a:lnTo>
                    <a:lnTo>
                      <a:pt x="900336" y="43537"/>
                    </a:lnTo>
                    <a:lnTo>
                      <a:pt x="904690" y="49632"/>
                    </a:lnTo>
                    <a:lnTo>
                      <a:pt x="908173" y="58339"/>
                    </a:lnTo>
                    <a:lnTo>
                      <a:pt x="912526" y="66176"/>
                    </a:lnTo>
                    <a:lnTo>
                      <a:pt x="916880" y="67917"/>
                    </a:lnTo>
                    <a:lnTo>
                      <a:pt x="922104" y="66176"/>
                    </a:lnTo>
                    <a:lnTo>
                      <a:pt x="928199" y="61822"/>
                    </a:lnTo>
                    <a:lnTo>
                      <a:pt x="943002" y="46149"/>
                    </a:lnTo>
                    <a:lnTo>
                      <a:pt x="949097" y="44407"/>
                    </a:lnTo>
                    <a:lnTo>
                      <a:pt x="1021368" y="55727"/>
                    </a:lnTo>
                    <a:lnTo>
                      <a:pt x="1030946" y="64434"/>
                    </a:lnTo>
                    <a:lnTo>
                      <a:pt x="1040524" y="82719"/>
                    </a:lnTo>
                    <a:lnTo>
                      <a:pt x="1044877" y="87073"/>
                    </a:lnTo>
                    <a:lnTo>
                      <a:pt x="1052714" y="89685"/>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1" name="Freeform: Shape 60">
                <a:extLst>
                  <a:ext uri="{FF2B5EF4-FFF2-40B4-BE49-F238E27FC236}">
                    <a16:creationId xmlns:a16="http://schemas.microsoft.com/office/drawing/2014/main" id="{CBA4F332-F453-EF37-17D3-D13AAA185A32}"/>
                  </a:ext>
                </a:extLst>
              </p:cNvPr>
              <p:cNvSpPr>
                <a:spLocks/>
              </p:cNvSpPr>
              <p:nvPr/>
            </p:nvSpPr>
            <p:spPr>
              <a:xfrm>
                <a:off x="5531131" y="3534074"/>
                <a:ext cx="1459345" cy="1944342"/>
              </a:xfrm>
              <a:custGeom>
                <a:avLst/>
                <a:gdLst>
                  <a:gd name="connsiteX0" fmla="*/ 1232085 w 1459345"/>
                  <a:gd name="connsiteY0" fmla="*/ 466712 h 1944342"/>
                  <a:gd name="connsiteX1" fmla="*/ 1235568 w 1459345"/>
                  <a:gd name="connsiteY1" fmla="*/ 493704 h 1944342"/>
                  <a:gd name="connsiteX2" fmla="*/ 1232955 w 1459345"/>
                  <a:gd name="connsiteY2" fmla="*/ 525922 h 1944342"/>
                  <a:gd name="connsiteX3" fmla="*/ 1233826 w 1459345"/>
                  <a:gd name="connsiteY3" fmla="*/ 535500 h 1944342"/>
                  <a:gd name="connsiteX4" fmla="*/ 1235568 w 1459345"/>
                  <a:gd name="connsiteY4" fmla="*/ 544207 h 1944342"/>
                  <a:gd name="connsiteX5" fmla="*/ 1238180 w 1459345"/>
                  <a:gd name="connsiteY5" fmla="*/ 553785 h 1944342"/>
                  <a:gd name="connsiteX6" fmla="*/ 1244275 w 1459345"/>
                  <a:gd name="connsiteY6" fmla="*/ 571200 h 1944342"/>
                  <a:gd name="connsiteX7" fmla="*/ 1246887 w 1459345"/>
                  <a:gd name="connsiteY7" fmla="*/ 576424 h 1944342"/>
                  <a:gd name="connsiteX8" fmla="*/ 1251241 w 1459345"/>
                  <a:gd name="connsiteY8" fmla="*/ 580778 h 1944342"/>
                  <a:gd name="connsiteX9" fmla="*/ 1262560 w 1459345"/>
                  <a:gd name="connsiteY9" fmla="*/ 587744 h 1944342"/>
                  <a:gd name="connsiteX10" fmla="*/ 1268655 w 1459345"/>
                  <a:gd name="connsiteY10" fmla="*/ 592097 h 1944342"/>
                  <a:gd name="connsiteX11" fmla="*/ 1273009 w 1459345"/>
                  <a:gd name="connsiteY11" fmla="*/ 599934 h 1944342"/>
                  <a:gd name="connsiteX12" fmla="*/ 1278233 w 1459345"/>
                  <a:gd name="connsiteY12" fmla="*/ 617348 h 1944342"/>
                  <a:gd name="connsiteX13" fmla="*/ 1283458 w 1459345"/>
                  <a:gd name="connsiteY13" fmla="*/ 624314 h 1944342"/>
                  <a:gd name="connsiteX14" fmla="*/ 1306967 w 1459345"/>
                  <a:gd name="connsiteY14" fmla="*/ 641729 h 1944342"/>
                  <a:gd name="connsiteX15" fmla="*/ 1314804 w 1459345"/>
                  <a:gd name="connsiteY15" fmla="*/ 649565 h 1944342"/>
                  <a:gd name="connsiteX16" fmla="*/ 1325253 w 1459345"/>
                  <a:gd name="connsiteY16" fmla="*/ 664368 h 1944342"/>
                  <a:gd name="connsiteX17" fmla="*/ 1330477 w 1459345"/>
                  <a:gd name="connsiteY17" fmla="*/ 668722 h 1944342"/>
                  <a:gd name="connsiteX18" fmla="*/ 1336572 w 1459345"/>
                  <a:gd name="connsiteY18" fmla="*/ 672204 h 1944342"/>
                  <a:gd name="connsiteX19" fmla="*/ 1350504 w 1459345"/>
                  <a:gd name="connsiteY19" fmla="*/ 676558 h 1944342"/>
                  <a:gd name="connsiteX20" fmla="*/ 1358341 w 1459345"/>
                  <a:gd name="connsiteY20" fmla="*/ 678300 h 1944342"/>
                  <a:gd name="connsiteX21" fmla="*/ 1370531 w 1459345"/>
                  <a:gd name="connsiteY21" fmla="*/ 682653 h 1944342"/>
                  <a:gd name="connsiteX22" fmla="*/ 1380109 w 1459345"/>
                  <a:gd name="connsiteY22" fmla="*/ 693973 h 1944342"/>
                  <a:gd name="connsiteX23" fmla="*/ 1431482 w 1459345"/>
                  <a:gd name="connsiteY23" fmla="*/ 767114 h 1944342"/>
                  <a:gd name="connsiteX24" fmla="*/ 1439319 w 1459345"/>
                  <a:gd name="connsiteY24" fmla="*/ 783658 h 1944342"/>
                  <a:gd name="connsiteX25" fmla="*/ 1444543 w 1459345"/>
                  <a:gd name="connsiteY25" fmla="*/ 807168 h 1944342"/>
                  <a:gd name="connsiteX26" fmla="*/ 1459345 w 1459345"/>
                  <a:gd name="connsiteY26" fmla="*/ 916009 h 1944342"/>
                  <a:gd name="connsiteX27" fmla="*/ 1458475 w 1459345"/>
                  <a:gd name="connsiteY27" fmla="*/ 931682 h 1944342"/>
                  <a:gd name="connsiteX28" fmla="*/ 1454992 w 1459345"/>
                  <a:gd name="connsiteY28" fmla="*/ 951709 h 1944342"/>
                  <a:gd name="connsiteX29" fmla="*/ 1423646 w 1459345"/>
                  <a:gd name="connsiteY29" fmla="*/ 1058809 h 1944342"/>
                  <a:gd name="connsiteX30" fmla="*/ 1414938 w 1459345"/>
                  <a:gd name="connsiteY30" fmla="*/ 1076224 h 1944342"/>
                  <a:gd name="connsiteX31" fmla="*/ 1411455 w 1459345"/>
                  <a:gd name="connsiteY31" fmla="*/ 1080577 h 1944342"/>
                  <a:gd name="connsiteX32" fmla="*/ 1401006 w 1459345"/>
                  <a:gd name="connsiteY32" fmla="*/ 1089285 h 1944342"/>
                  <a:gd name="connsiteX33" fmla="*/ 1397524 w 1459345"/>
                  <a:gd name="connsiteY33" fmla="*/ 1093638 h 1944342"/>
                  <a:gd name="connsiteX34" fmla="*/ 1393170 w 1459345"/>
                  <a:gd name="connsiteY34" fmla="*/ 1100604 h 1944342"/>
                  <a:gd name="connsiteX35" fmla="*/ 1390558 w 1459345"/>
                  <a:gd name="connsiteY35" fmla="*/ 1109312 h 1944342"/>
                  <a:gd name="connsiteX36" fmla="*/ 1389687 w 1459345"/>
                  <a:gd name="connsiteY36" fmla="*/ 1123243 h 1944342"/>
                  <a:gd name="connsiteX37" fmla="*/ 1389687 w 1459345"/>
                  <a:gd name="connsiteY37" fmla="*/ 1135433 h 1944342"/>
                  <a:gd name="connsiteX38" fmla="*/ 1394911 w 1459345"/>
                  <a:gd name="connsiteY38" fmla="*/ 1185065 h 1944342"/>
                  <a:gd name="connsiteX39" fmla="*/ 1394911 w 1459345"/>
                  <a:gd name="connsiteY39" fmla="*/ 1225119 h 1944342"/>
                  <a:gd name="connsiteX40" fmla="*/ 1393170 w 1459345"/>
                  <a:gd name="connsiteY40" fmla="*/ 1235568 h 1944342"/>
                  <a:gd name="connsiteX41" fmla="*/ 1388816 w 1459345"/>
                  <a:gd name="connsiteY41" fmla="*/ 1253853 h 1944342"/>
                  <a:gd name="connsiteX42" fmla="*/ 1384463 w 1459345"/>
                  <a:gd name="connsiteY42" fmla="*/ 1265172 h 1944342"/>
                  <a:gd name="connsiteX43" fmla="*/ 1378367 w 1459345"/>
                  <a:gd name="connsiteY43" fmla="*/ 1275621 h 1944342"/>
                  <a:gd name="connsiteX44" fmla="*/ 1367919 w 1459345"/>
                  <a:gd name="connsiteY44" fmla="*/ 1286070 h 1944342"/>
                  <a:gd name="connsiteX45" fmla="*/ 1354858 w 1459345"/>
                  <a:gd name="connsiteY45" fmla="*/ 1296519 h 1944342"/>
                  <a:gd name="connsiteX46" fmla="*/ 1320028 w 1459345"/>
                  <a:gd name="connsiteY46" fmla="*/ 1314804 h 1944342"/>
                  <a:gd name="connsiteX47" fmla="*/ 1316545 w 1459345"/>
                  <a:gd name="connsiteY47" fmla="*/ 1320028 h 1944342"/>
                  <a:gd name="connsiteX48" fmla="*/ 1314804 w 1459345"/>
                  <a:gd name="connsiteY48" fmla="*/ 1327865 h 1944342"/>
                  <a:gd name="connsiteX49" fmla="*/ 1314804 w 1459345"/>
                  <a:gd name="connsiteY49" fmla="*/ 1361824 h 1944342"/>
                  <a:gd name="connsiteX50" fmla="*/ 1324382 w 1459345"/>
                  <a:gd name="connsiteY50" fmla="*/ 1458475 h 1944342"/>
                  <a:gd name="connsiteX51" fmla="*/ 1324382 w 1459345"/>
                  <a:gd name="connsiteY51" fmla="*/ 1469794 h 1944342"/>
                  <a:gd name="connsiteX52" fmla="*/ 1311321 w 1459345"/>
                  <a:gd name="connsiteY52" fmla="*/ 1572540 h 1944342"/>
                  <a:gd name="connsiteX53" fmla="*/ 1313933 w 1459345"/>
                  <a:gd name="connsiteY53" fmla="*/ 1606499 h 1944342"/>
                  <a:gd name="connsiteX54" fmla="*/ 1313933 w 1459345"/>
                  <a:gd name="connsiteY54" fmla="*/ 1617818 h 1944342"/>
                  <a:gd name="connsiteX55" fmla="*/ 1311321 w 1459345"/>
                  <a:gd name="connsiteY55" fmla="*/ 1630009 h 1944342"/>
                  <a:gd name="connsiteX56" fmla="*/ 1291294 w 1459345"/>
                  <a:gd name="connsiteY56" fmla="*/ 1698796 h 1944342"/>
                  <a:gd name="connsiteX57" fmla="*/ 1277363 w 1459345"/>
                  <a:gd name="connsiteY57" fmla="*/ 1727531 h 1944342"/>
                  <a:gd name="connsiteX58" fmla="*/ 1275621 w 1459345"/>
                  <a:gd name="connsiteY58" fmla="*/ 1737979 h 1944342"/>
                  <a:gd name="connsiteX59" fmla="*/ 1275621 w 1459345"/>
                  <a:gd name="connsiteY59" fmla="*/ 1749299 h 1944342"/>
                  <a:gd name="connsiteX60" fmla="*/ 1289553 w 1459345"/>
                  <a:gd name="connsiteY60" fmla="*/ 1943472 h 1944342"/>
                  <a:gd name="connsiteX61" fmla="*/ 1111924 w 1459345"/>
                  <a:gd name="connsiteY61" fmla="*/ 1919962 h 1944342"/>
                  <a:gd name="connsiteX62" fmla="*/ 917751 w 1459345"/>
                  <a:gd name="connsiteY62" fmla="*/ 1939989 h 1944342"/>
                  <a:gd name="connsiteX63" fmla="*/ 892500 w 1459345"/>
                  <a:gd name="connsiteY63" fmla="*/ 1944343 h 1944342"/>
                  <a:gd name="connsiteX64" fmla="*/ 886404 w 1459345"/>
                  <a:gd name="connsiteY64" fmla="*/ 1942601 h 1944342"/>
                  <a:gd name="connsiteX65" fmla="*/ 884663 w 1459345"/>
                  <a:gd name="connsiteY65" fmla="*/ 1936506 h 1944342"/>
                  <a:gd name="connsiteX66" fmla="*/ 881180 w 1459345"/>
                  <a:gd name="connsiteY66" fmla="*/ 1890357 h 1944342"/>
                  <a:gd name="connsiteX67" fmla="*/ 879439 w 1459345"/>
                  <a:gd name="connsiteY67" fmla="*/ 1881650 h 1944342"/>
                  <a:gd name="connsiteX68" fmla="*/ 875955 w 1459345"/>
                  <a:gd name="connsiteY68" fmla="*/ 1874684 h 1944342"/>
                  <a:gd name="connsiteX69" fmla="*/ 868990 w 1459345"/>
                  <a:gd name="connsiteY69" fmla="*/ 1865977 h 1944342"/>
                  <a:gd name="connsiteX70" fmla="*/ 765373 w 1459345"/>
                  <a:gd name="connsiteY70" fmla="*/ 1761489 h 1944342"/>
                  <a:gd name="connsiteX71" fmla="*/ 755795 w 1459345"/>
                  <a:gd name="connsiteY71" fmla="*/ 1749299 h 1944342"/>
                  <a:gd name="connsiteX72" fmla="*/ 750570 w 1459345"/>
                  <a:gd name="connsiteY72" fmla="*/ 1735367 h 1944342"/>
                  <a:gd name="connsiteX73" fmla="*/ 747958 w 1459345"/>
                  <a:gd name="connsiteY73" fmla="*/ 1719694 h 1944342"/>
                  <a:gd name="connsiteX74" fmla="*/ 747087 w 1459345"/>
                  <a:gd name="connsiteY74" fmla="*/ 1703150 h 1944342"/>
                  <a:gd name="connsiteX75" fmla="*/ 744475 w 1459345"/>
                  <a:gd name="connsiteY75" fmla="*/ 1689218 h 1944342"/>
                  <a:gd name="connsiteX76" fmla="*/ 707034 w 1459345"/>
                  <a:gd name="connsiteY76" fmla="*/ 1606499 h 1944342"/>
                  <a:gd name="connsiteX77" fmla="*/ 678300 w 1459345"/>
                  <a:gd name="connsiteY77" fmla="*/ 1517684 h 1944342"/>
                  <a:gd name="connsiteX78" fmla="*/ 664368 w 1459345"/>
                  <a:gd name="connsiteY78" fmla="*/ 1484597 h 1944342"/>
                  <a:gd name="connsiteX79" fmla="*/ 657402 w 1459345"/>
                  <a:gd name="connsiteY79" fmla="*/ 1475889 h 1944342"/>
                  <a:gd name="connsiteX80" fmla="*/ 647824 w 1459345"/>
                  <a:gd name="connsiteY80" fmla="*/ 1473277 h 1944342"/>
                  <a:gd name="connsiteX81" fmla="*/ 633892 w 1459345"/>
                  <a:gd name="connsiteY81" fmla="*/ 1472406 h 1944342"/>
                  <a:gd name="connsiteX82" fmla="*/ 607770 w 1459345"/>
                  <a:gd name="connsiteY82" fmla="*/ 1465440 h 1944342"/>
                  <a:gd name="connsiteX83" fmla="*/ 606029 w 1459345"/>
                  <a:gd name="connsiteY83" fmla="*/ 1461958 h 1944342"/>
                  <a:gd name="connsiteX84" fmla="*/ 606029 w 1459345"/>
                  <a:gd name="connsiteY84" fmla="*/ 1453250 h 1944342"/>
                  <a:gd name="connsiteX85" fmla="*/ 608641 w 1459345"/>
                  <a:gd name="connsiteY85" fmla="*/ 1431482 h 1944342"/>
                  <a:gd name="connsiteX86" fmla="*/ 606029 w 1459345"/>
                  <a:gd name="connsiteY86" fmla="*/ 1412326 h 1944342"/>
                  <a:gd name="connsiteX87" fmla="*/ 607770 w 1459345"/>
                  <a:gd name="connsiteY87" fmla="*/ 1405360 h 1944342"/>
                  <a:gd name="connsiteX88" fmla="*/ 611253 w 1459345"/>
                  <a:gd name="connsiteY88" fmla="*/ 1397524 h 1944342"/>
                  <a:gd name="connsiteX89" fmla="*/ 612995 w 1459345"/>
                  <a:gd name="connsiteY89" fmla="*/ 1387075 h 1944342"/>
                  <a:gd name="connsiteX90" fmla="*/ 616478 w 1459345"/>
                  <a:gd name="connsiteY90" fmla="*/ 1380979 h 1944342"/>
                  <a:gd name="connsiteX91" fmla="*/ 624314 w 1459345"/>
                  <a:gd name="connsiteY91" fmla="*/ 1370531 h 1944342"/>
                  <a:gd name="connsiteX92" fmla="*/ 626926 w 1459345"/>
                  <a:gd name="connsiteY92" fmla="*/ 1362694 h 1944342"/>
                  <a:gd name="connsiteX93" fmla="*/ 621702 w 1459345"/>
                  <a:gd name="connsiteY93" fmla="*/ 1360082 h 1944342"/>
                  <a:gd name="connsiteX94" fmla="*/ 529405 w 1459345"/>
                  <a:gd name="connsiteY94" fmla="*/ 1372272 h 1944342"/>
                  <a:gd name="connsiteX95" fmla="*/ 518085 w 1459345"/>
                  <a:gd name="connsiteY95" fmla="*/ 1370531 h 1944342"/>
                  <a:gd name="connsiteX96" fmla="*/ 493705 w 1459345"/>
                  <a:gd name="connsiteY96" fmla="*/ 1357470 h 1944342"/>
                  <a:gd name="connsiteX97" fmla="*/ 444073 w 1459345"/>
                  <a:gd name="connsiteY97" fmla="*/ 1341797 h 1944342"/>
                  <a:gd name="connsiteX98" fmla="*/ 437978 w 1459345"/>
                  <a:gd name="connsiteY98" fmla="*/ 1339184 h 1944342"/>
                  <a:gd name="connsiteX99" fmla="*/ 434495 w 1459345"/>
                  <a:gd name="connsiteY99" fmla="*/ 1333960 h 1944342"/>
                  <a:gd name="connsiteX100" fmla="*/ 431012 w 1459345"/>
                  <a:gd name="connsiteY100" fmla="*/ 1327865 h 1944342"/>
                  <a:gd name="connsiteX101" fmla="*/ 426658 w 1459345"/>
                  <a:gd name="connsiteY101" fmla="*/ 1321770 h 1944342"/>
                  <a:gd name="connsiteX102" fmla="*/ 408373 w 1459345"/>
                  <a:gd name="connsiteY102" fmla="*/ 1303484 h 1944342"/>
                  <a:gd name="connsiteX103" fmla="*/ 373544 w 1459345"/>
                  <a:gd name="connsiteY103" fmla="*/ 1282587 h 1944342"/>
                  <a:gd name="connsiteX104" fmla="*/ 365707 w 1459345"/>
                  <a:gd name="connsiteY104" fmla="*/ 1278233 h 1944342"/>
                  <a:gd name="connsiteX105" fmla="*/ 348292 w 1459345"/>
                  <a:gd name="connsiteY105" fmla="*/ 1278233 h 1944342"/>
                  <a:gd name="connsiteX106" fmla="*/ 340456 w 1459345"/>
                  <a:gd name="connsiteY106" fmla="*/ 1274750 h 1944342"/>
                  <a:gd name="connsiteX107" fmla="*/ 336102 w 1459345"/>
                  <a:gd name="connsiteY107" fmla="*/ 1268655 h 1944342"/>
                  <a:gd name="connsiteX108" fmla="*/ 329136 w 1459345"/>
                  <a:gd name="connsiteY108" fmla="*/ 1252982 h 1944342"/>
                  <a:gd name="connsiteX109" fmla="*/ 324783 w 1459345"/>
                  <a:gd name="connsiteY109" fmla="*/ 1246016 h 1944342"/>
                  <a:gd name="connsiteX110" fmla="*/ 302144 w 1459345"/>
                  <a:gd name="connsiteY110" fmla="*/ 1220765 h 1944342"/>
                  <a:gd name="connsiteX111" fmla="*/ 294307 w 1459345"/>
                  <a:gd name="connsiteY111" fmla="*/ 1216411 h 1944342"/>
                  <a:gd name="connsiteX112" fmla="*/ 289953 w 1459345"/>
                  <a:gd name="connsiteY112" fmla="*/ 1216411 h 1944342"/>
                  <a:gd name="connsiteX113" fmla="*/ 277763 w 1459345"/>
                  <a:gd name="connsiteY113" fmla="*/ 1222507 h 1944342"/>
                  <a:gd name="connsiteX114" fmla="*/ 265573 w 1459345"/>
                  <a:gd name="connsiteY114" fmla="*/ 1222507 h 1944342"/>
                  <a:gd name="connsiteX115" fmla="*/ 242934 w 1459345"/>
                  <a:gd name="connsiteY115" fmla="*/ 1219024 h 1944342"/>
                  <a:gd name="connsiteX116" fmla="*/ 229873 w 1459345"/>
                  <a:gd name="connsiteY116" fmla="*/ 1213799 h 1944342"/>
                  <a:gd name="connsiteX117" fmla="*/ 215941 w 1459345"/>
                  <a:gd name="connsiteY117" fmla="*/ 1198126 h 1944342"/>
                  <a:gd name="connsiteX118" fmla="*/ 172405 w 1459345"/>
                  <a:gd name="connsiteY118" fmla="*/ 1137175 h 1944342"/>
                  <a:gd name="connsiteX119" fmla="*/ 165439 w 1459345"/>
                  <a:gd name="connsiteY119" fmla="*/ 1131080 h 1944342"/>
                  <a:gd name="connsiteX120" fmla="*/ 121032 w 1459345"/>
                  <a:gd name="connsiteY120" fmla="*/ 1107570 h 1944342"/>
                  <a:gd name="connsiteX121" fmla="*/ 93168 w 1459345"/>
                  <a:gd name="connsiteY121" fmla="*/ 1106699 h 1944342"/>
                  <a:gd name="connsiteX122" fmla="*/ 87073 w 1459345"/>
                  <a:gd name="connsiteY122" fmla="*/ 1104087 h 1944342"/>
                  <a:gd name="connsiteX123" fmla="*/ 76624 w 1459345"/>
                  <a:gd name="connsiteY123" fmla="*/ 1097121 h 1944342"/>
                  <a:gd name="connsiteX124" fmla="*/ 71400 w 1459345"/>
                  <a:gd name="connsiteY124" fmla="*/ 1095380 h 1944342"/>
                  <a:gd name="connsiteX125" fmla="*/ 65305 w 1459345"/>
                  <a:gd name="connsiteY125" fmla="*/ 1094509 h 1944342"/>
                  <a:gd name="connsiteX126" fmla="*/ 52244 w 1459345"/>
                  <a:gd name="connsiteY126" fmla="*/ 1097121 h 1944342"/>
                  <a:gd name="connsiteX127" fmla="*/ 45278 w 1459345"/>
                  <a:gd name="connsiteY127" fmla="*/ 1096251 h 1944342"/>
                  <a:gd name="connsiteX128" fmla="*/ 24380 w 1459345"/>
                  <a:gd name="connsiteY128" fmla="*/ 1086672 h 1944342"/>
                  <a:gd name="connsiteX129" fmla="*/ 16544 w 1459345"/>
                  <a:gd name="connsiteY129" fmla="*/ 1085802 h 1944342"/>
                  <a:gd name="connsiteX130" fmla="*/ 0 w 1459345"/>
                  <a:gd name="connsiteY130" fmla="*/ 1087543 h 1944342"/>
                  <a:gd name="connsiteX131" fmla="*/ 0 w 1459345"/>
                  <a:gd name="connsiteY131" fmla="*/ 1085802 h 1944342"/>
                  <a:gd name="connsiteX132" fmla="*/ 13932 w 1459345"/>
                  <a:gd name="connsiteY132" fmla="*/ 963899 h 1944342"/>
                  <a:gd name="connsiteX133" fmla="*/ 15673 w 1459345"/>
                  <a:gd name="connsiteY133" fmla="*/ 917751 h 1944342"/>
                  <a:gd name="connsiteX134" fmla="*/ 8707 w 1459345"/>
                  <a:gd name="connsiteY134" fmla="*/ 832419 h 1944342"/>
                  <a:gd name="connsiteX135" fmla="*/ 11320 w 1459345"/>
                  <a:gd name="connsiteY135" fmla="*/ 819358 h 1944342"/>
                  <a:gd name="connsiteX136" fmla="*/ 16544 w 1459345"/>
                  <a:gd name="connsiteY136" fmla="*/ 809780 h 1944342"/>
                  <a:gd name="connsiteX137" fmla="*/ 23510 w 1459345"/>
                  <a:gd name="connsiteY137" fmla="*/ 802814 h 1944342"/>
                  <a:gd name="connsiteX138" fmla="*/ 53985 w 1459345"/>
                  <a:gd name="connsiteY138" fmla="*/ 784529 h 1944342"/>
                  <a:gd name="connsiteX139" fmla="*/ 60081 w 1459345"/>
                  <a:gd name="connsiteY139" fmla="*/ 778434 h 1944342"/>
                  <a:gd name="connsiteX140" fmla="*/ 66176 w 1459345"/>
                  <a:gd name="connsiteY140" fmla="*/ 771468 h 1944342"/>
                  <a:gd name="connsiteX141" fmla="*/ 75754 w 1459345"/>
                  <a:gd name="connsiteY141" fmla="*/ 749699 h 1944342"/>
                  <a:gd name="connsiteX142" fmla="*/ 79237 w 1459345"/>
                  <a:gd name="connsiteY142" fmla="*/ 743604 h 1944342"/>
                  <a:gd name="connsiteX143" fmla="*/ 86202 w 1459345"/>
                  <a:gd name="connsiteY143" fmla="*/ 740122 h 1944342"/>
                  <a:gd name="connsiteX144" fmla="*/ 89685 w 1459345"/>
                  <a:gd name="connsiteY144" fmla="*/ 733156 h 1944342"/>
                  <a:gd name="connsiteX145" fmla="*/ 89685 w 1459345"/>
                  <a:gd name="connsiteY145" fmla="*/ 726190 h 1944342"/>
                  <a:gd name="connsiteX146" fmla="*/ 87073 w 1459345"/>
                  <a:gd name="connsiteY146" fmla="*/ 706163 h 1944342"/>
                  <a:gd name="connsiteX147" fmla="*/ 88815 w 1459345"/>
                  <a:gd name="connsiteY147" fmla="*/ 699197 h 1944342"/>
                  <a:gd name="connsiteX148" fmla="*/ 114066 w 1459345"/>
                  <a:gd name="connsiteY148" fmla="*/ 633892 h 1944342"/>
                  <a:gd name="connsiteX149" fmla="*/ 145412 w 1459345"/>
                  <a:gd name="connsiteY149" fmla="*/ 578166 h 1944342"/>
                  <a:gd name="connsiteX150" fmla="*/ 149766 w 1459345"/>
                  <a:gd name="connsiteY150" fmla="*/ 566846 h 1944342"/>
                  <a:gd name="connsiteX151" fmla="*/ 150637 w 1459345"/>
                  <a:gd name="connsiteY151" fmla="*/ 554656 h 1944342"/>
                  <a:gd name="connsiteX152" fmla="*/ 148895 w 1459345"/>
                  <a:gd name="connsiteY152" fmla="*/ 541595 h 1944342"/>
                  <a:gd name="connsiteX153" fmla="*/ 144541 w 1459345"/>
                  <a:gd name="connsiteY153" fmla="*/ 529405 h 1944342"/>
                  <a:gd name="connsiteX154" fmla="*/ 127127 w 1459345"/>
                  <a:gd name="connsiteY154" fmla="*/ 495446 h 1944342"/>
                  <a:gd name="connsiteX155" fmla="*/ 124515 w 1459345"/>
                  <a:gd name="connsiteY155" fmla="*/ 488480 h 1944342"/>
                  <a:gd name="connsiteX156" fmla="*/ 123644 w 1459345"/>
                  <a:gd name="connsiteY156" fmla="*/ 479773 h 1944342"/>
                  <a:gd name="connsiteX157" fmla="*/ 127127 w 1459345"/>
                  <a:gd name="connsiteY157" fmla="*/ 476290 h 1944342"/>
                  <a:gd name="connsiteX158" fmla="*/ 133222 w 1459345"/>
                  <a:gd name="connsiteY158" fmla="*/ 476290 h 1944342"/>
                  <a:gd name="connsiteX159" fmla="*/ 139317 w 1459345"/>
                  <a:gd name="connsiteY159" fmla="*/ 478031 h 1944342"/>
                  <a:gd name="connsiteX160" fmla="*/ 168051 w 1459345"/>
                  <a:gd name="connsiteY160" fmla="*/ 480644 h 1944342"/>
                  <a:gd name="connsiteX161" fmla="*/ 175888 w 1459345"/>
                  <a:gd name="connsiteY161" fmla="*/ 479773 h 1944342"/>
                  <a:gd name="connsiteX162" fmla="*/ 190690 w 1459345"/>
                  <a:gd name="connsiteY162" fmla="*/ 474549 h 1944342"/>
                  <a:gd name="connsiteX163" fmla="*/ 220295 w 1459345"/>
                  <a:gd name="connsiteY163" fmla="*/ 445814 h 1944342"/>
                  <a:gd name="connsiteX164" fmla="*/ 244676 w 1459345"/>
                  <a:gd name="connsiteY164" fmla="*/ 431012 h 1944342"/>
                  <a:gd name="connsiteX165" fmla="*/ 299532 w 1459345"/>
                  <a:gd name="connsiteY165" fmla="*/ 405761 h 1944342"/>
                  <a:gd name="connsiteX166" fmla="*/ 310851 w 1459345"/>
                  <a:gd name="connsiteY166" fmla="*/ 397053 h 1944342"/>
                  <a:gd name="connsiteX167" fmla="*/ 318688 w 1459345"/>
                  <a:gd name="connsiteY167" fmla="*/ 385734 h 1944342"/>
                  <a:gd name="connsiteX168" fmla="*/ 320429 w 1459345"/>
                  <a:gd name="connsiteY168" fmla="*/ 378768 h 1944342"/>
                  <a:gd name="connsiteX169" fmla="*/ 321300 w 1459345"/>
                  <a:gd name="connsiteY169" fmla="*/ 363966 h 1944342"/>
                  <a:gd name="connsiteX170" fmla="*/ 311722 w 1459345"/>
                  <a:gd name="connsiteY170" fmla="*/ 344810 h 1944342"/>
                  <a:gd name="connsiteX171" fmla="*/ 287341 w 1459345"/>
                  <a:gd name="connsiteY171" fmla="*/ 308239 h 1944342"/>
                  <a:gd name="connsiteX172" fmla="*/ 271668 w 1459345"/>
                  <a:gd name="connsiteY172" fmla="*/ 279505 h 1944342"/>
                  <a:gd name="connsiteX173" fmla="*/ 266444 w 1459345"/>
                  <a:gd name="connsiteY173" fmla="*/ 264702 h 1944342"/>
                  <a:gd name="connsiteX174" fmla="*/ 263832 w 1459345"/>
                  <a:gd name="connsiteY174" fmla="*/ 250771 h 1944342"/>
                  <a:gd name="connsiteX175" fmla="*/ 263832 w 1459345"/>
                  <a:gd name="connsiteY175" fmla="*/ 239451 h 1944342"/>
                  <a:gd name="connsiteX176" fmla="*/ 263832 w 1459345"/>
                  <a:gd name="connsiteY176" fmla="*/ 229002 h 1944342"/>
                  <a:gd name="connsiteX177" fmla="*/ 262090 w 1459345"/>
                  <a:gd name="connsiteY177" fmla="*/ 221166 h 1944342"/>
                  <a:gd name="connsiteX178" fmla="*/ 258607 w 1459345"/>
                  <a:gd name="connsiteY178" fmla="*/ 214200 h 1944342"/>
                  <a:gd name="connsiteX179" fmla="*/ 240322 w 1459345"/>
                  <a:gd name="connsiteY179" fmla="*/ 205493 h 1944342"/>
                  <a:gd name="connsiteX180" fmla="*/ 202010 w 1459345"/>
                  <a:gd name="connsiteY180" fmla="*/ 181112 h 1944342"/>
                  <a:gd name="connsiteX181" fmla="*/ 145412 w 1459345"/>
                  <a:gd name="connsiteY181" fmla="*/ 128868 h 1944342"/>
                  <a:gd name="connsiteX182" fmla="*/ 125385 w 1459345"/>
                  <a:gd name="connsiteY182" fmla="*/ 109712 h 1944342"/>
                  <a:gd name="connsiteX183" fmla="*/ 114066 w 1459345"/>
                  <a:gd name="connsiteY183" fmla="*/ 94910 h 1944342"/>
                  <a:gd name="connsiteX184" fmla="*/ 111454 w 1459345"/>
                  <a:gd name="connsiteY184" fmla="*/ 80978 h 1944342"/>
                  <a:gd name="connsiteX185" fmla="*/ 111454 w 1459345"/>
                  <a:gd name="connsiteY185" fmla="*/ 59210 h 1944342"/>
                  <a:gd name="connsiteX186" fmla="*/ 176758 w 1459345"/>
                  <a:gd name="connsiteY186" fmla="*/ 51373 h 1944342"/>
                  <a:gd name="connsiteX187" fmla="*/ 210717 w 1459345"/>
                  <a:gd name="connsiteY187" fmla="*/ 38312 h 1944342"/>
                  <a:gd name="connsiteX188" fmla="*/ 246417 w 1459345"/>
                  <a:gd name="connsiteY188" fmla="*/ 19156 h 1944342"/>
                  <a:gd name="connsiteX189" fmla="*/ 271668 w 1459345"/>
                  <a:gd name="connsiteY189" fmla="*/ 1741 h 1944342"/>
                  <a:gd name="connsiteX190" fmla="*/ 279505 w 1459345"/>
                  <a:gd name="connsiteY190" fmla="*/ 0 h 1944342"/>
                  <a:gd name="connsiteX191" fmla="*/ 289083 w 1459345"/>
                  <a:gd name="connsiteY191" fmla="*/ 0 h 1944342"/>
                  <a:gd name="connsiteX192" fmla="*/ 303014 w 1459345"/>
                  <a:gd name="connsiteY192" fmla="*/ 2612 h 1944342"/>
                  <a:gd name="connsiteX193" fmla="*/ 314334 w 1459345"/>
                  <a:gd name="connsiteY193" fmla="*/ 7837 h 1944342"/>
                  <a:gd name="connsiteX194" fmla="*/ 321300 w 1459345"/>
                  <a:gd name="connsiteY194" fmla="*/ 12190 h 1944342"/>
                  <a:gd name="connsiteX195" fmla="*/ 330007 w 1459345"/>
                  <a:gd name="connsiteY195" fmla="*/ 20027 h 1944342"/>
                  <a:gd name="connsiteX196" fmla="*/ 336973 w 1459345"/>
                  <a:gd name="connsiteY196" fmla="*/ 22639 h 1944342"/>
                  <a:gd name="connsiteX197" fmla="*/ 355258 w 1459345"/>
                  <a:gd name="connsiteY197" fmla="*/ 25251 h 1944342"/>
                  <a:gd name="connsiteX198" fmla="*/ 387475 w 1459345"/>
                  <a:gd name="connsiteY198" fmla="*/ 36571 h 1944342"/>
                  <a:gd name="connsiteX199" fmla="*/ 422305 w 1459345"/>
                  <a:gd name="connsiteY199" fmla="*/ 40054 h 1944342"/>
                  <a:gd name="connsiteX200" fmla="*/ 454522 w 1459345"/>
                  <a:gd name="connsiteY200" fmla="*/ 39183 h 1944342"/>
                  <a:gd name="connsiteX201" fmla="*/ 458875 w 1459345"/>
                  <a:gd name="connsiteY201" fmla="*/ 38312 h 1944342"/>
                  <a:gd name="connsiteX202" fmla="*/ 469324 w 1459345"/>
                  <a:gd name="connsiteY202" fmla="*/ 33959 h 1944342"/>
                  <a:gd name="connsiteX203" fmla="*/ 479773 w 1459345"/>
                  <a:gd name="connsiteY203" fmla="*/ 33959 h 1944342"/>
                  <a:gd name="connsiteX204" fmla="*/ 487609 w 1459345"/>
                  <a:gd name="connsiteY204" fmla="*/ 33959 h 1944342"/>
                  <a:gd name="connsiteX205" fmla="*/ 511119 w 1459345"/>
                  <a:gd name="connsiteY205" fmla="*/ 40924 h 1944342"/>
                  <a:gd name="connsiteX206" fmla="*/ 518956 w 1459345"/>
                  <a:gd name="connsiteY206" fmla="*/ 45278 h 1944342"/>
                  <a:gd name="connsiteX207" fmla="*/ 524180 w 1459345"/>
                  <a:gd name="connsiteY207" fmla="*/ 50502 h 1944342"/>
                  <a:gd name="connsiteX208" fmla="*/ 530275 w 1459345"/>
                  <a:gd name="connsiteY208" fmla="*/ 59210 h 1944342"/>
                  <a:gd name="connsiteX209" fmla="*/ 534629 w 1459345"/>
                  <a:gd name="connsiteY209" fmla="*/ 67046 h 1944342"/>
                  <a:gd name="connsiteX210" fmla="*/ 538112 w 1459345"/>
                  <a:gd name="connsiteY210" fmla="*/ 74883 h 1944342"/>
                  <a:gd name="connsiteX211" fmla="*/ 544207 w 1459345"/>
                  <a:gd name="connsiteY211" fmla="*/ 82719 h 1944342"/>
                  <a:gd name="connsiteX212" fmla="*/ 549431 w 1459345"/>
                  <a:gd name="connsiteY212" fmla="*/ 86202 h 1944342"/>
                  <a:gd name="connsiteX213" fmla="*/ 559009 w 1459345"/>
                  <a:gd name="connsiteY213" fmla="*/ 87944 h 1944342"/>
                  <a:gd name="connsiteX214" fmla="*/ 570329 w 1459345"/>
                  <a:gd name="connsiteY214" fmla="*/ 80978 h 1944342"/>
                  <a:gd name="connsiteX215" fmla="*/ 578166 w 1459345"/>
                  <a:gd name="connsiteY215" fmla="*/ 78366 h 1944342"/>
                  <a:gd name="connsiteX216" fmla="*/ 646953 w 1459345"/>
                  <a:gd name="connsiteY216" fmla="*/ 81849 h 1944342"/>
                  <a:gd name="connsiteX217" fmla="*/ 657402 w 1459345"/>
                  <a:gd name="connsiteY217" fmla="*/ 90556 h 1944342"/>
                  <a:gd name="connsiteX218" fmla="*/ 666980 w 1459345"/>
                  <a:gd name="connsiteY218" fmla="*/ 95780 h 1944342"/>
                  <a:gd name="connsiteX219" fmla="*/ 678300 w 1459345"/>
                  <a:gd name="connsiteY219" fmla="*/ 100134 h 1944342"/>
                  <a:gd name="connsiteX220" fmla="*/ 695714 w 1459345"/>
                  <a:gd name="connsiteY220" fmla="*/ 115807 h 1944342"/>
                  <a:gd name="connsiteX221" fmla="*/ 713129 w 1459345"/>
                  <a:gd name="connsiteY221" fmla="*/ 129739 h 1944342"/>
                  <a:gd name="connsiteX222" fmla="*/ 812392 w 1459345"/>
                  <a:gd name="connsiteY222" fmla="*/ 192432 h 1944342"/>
                  <a:gd name="connsiteX223" fmla="*/ 819358 w 1459345"/>
                  <a:gd name="connsiteY223" fmla="*/ 195914 h 1944342"/>
                  <a:gd name="connsiteX224" fmla="*/ 823712 w 1459345"/>
                  <a:gd name="connsiteY224" fmla="*/ 197656 h 1944342"/>
                  <a:gd name="connsiteX225" fmla="*/ 832419 w 1459345"/>
                  <a:gd name="connsiteY225" fmla="*/ 202010 h 1944342"/>
                  <a:gd name="connsiteX226" fmla="*/ 838514 w 1459345"/>
                  <a:gd name="connsiteY226" fmla="*/ 208105 h 1944342"/>
                  <a:gd name="connsiteX227" fmla="*/ 841997 w 1459345"/>
                  <a:gd name="connsiteY227" fmla="*/ 214200 h 1944342"/>
                  <a:gd name="connsiteX228" fmla="*/ 848092 w 1459345"/>
                  <a:gd name="connsiteY228" fmla="*/ 234227 h 1944342"/>
                  <a:gd name="connsiteX229" fmla="*/ 854187 w 1459345"/>
                  <a:gd name="connsiteY229" fmla="*/ 249029 h 1944342"/>
                  <a:gd name="connsiteX230" fmla="*/ 870731 w 1459345"/>
                  <a:gd name="connsiteY230" fmla="*/ 269056 h 1944342"/>
                  <a:gd name="connsiteX231" fmla="*/ 875955 w 1459345"/>
                  <a:gd name="connsiteY231" fmla="*/ 279505 h 1944342"/>
                  <a:gd name="connsiteX232" fmla="*/ 882051 w 1459345"/>
                  <a:gd name="connsiteY232" fmla="*/ 306497 h 1944342"/>
                  <a:gd name="connsiteX233" fmla="*/ 887275 w 1459345"/>
                  <a:gd name="connsiteY233" fmla="*/ 323041 h 1944342"/>
                  <a:gd name="connsiteX234" fmla="*/ 891629 w 1459345"/>
                  <a:gd name="connsiteY234" fmla="*/ 332619 h 1944342"/>
                  <a:gd name="connsiteX235" fmla="*/ 893370 w 1459345"/>
                  <a:gd name="connsiteY235" fmla="*/ 355258 h 1944342"/>
                  <a:gd name="connsiteX236" fmla="*/ 902948 w 1459345"/>
                  <a:gd name="connsiteY236" fmla="*/ 356129 h 1944342"/>
                  <a:gd name="connsiteX237" fmla="*/ 973477 w 1459345"/>
                  <a:gd name="connsiteY237" fmla="*/ 334361 h 1944342"/>
                  <a:gd name="connsiteX238" fmla="*/ 983056 w 1459345"/>
                  <a:gd name="connsiteY238" fmla="*/ 335231 h 1944342"/>
                  <a:gd name="connsiteX239" fmla="*/ 991763 w 1459345"/>
                  <a:gd name="connsiteY239" fmla="*/ 342197 h 1944342"/>
                  <a:gd name="connsiteX240" fmla="*/ 1015272 w 1459345"/>
                  <a:gd name="connsiteY240" fmla="*/ 353517 h 1944342"/>
                  <a:gd name="connsiteX241" fmla="*/ 1017885 w 1459345"/>
                  <a:gd name="connsiteY241" fmla="*/ 377897 h 1944342"/>
                  <a:gd name="connsiteX242" fmla="*/ 1019626 w 1459345"/>
                  <a:gd name="connsiteY242" fmla="*/ 388346 h 1944342"/>
                  <a:gd name="connsiteX243" fmla="*/ 1024851 w 1459345"/>
                  <a:gd name="connsiteY243" fmla="*/ 401407 h 1944342"/>
                  <a:gd name="connsiteX244" fmla="*/ 1032687 w 1459345"/>
                  <a:gd name="connsiteY244" fmla="*/ 413597 h 1944342"/>
                  <a:gd name="connsiteX245" fmla="*/ 1051843 w 1459345"/>
                  <a:gd name="connsiteY245" fmla="*/ 435366 h 1944342"/>
                  <a:gd name="connsiteX246" fmla="*/ 1054455 w 1459345"/>
                  <a:gd name="connsiteY246" fmla="*/ 441461 h 1944342"/>
                  <a:gd name="connsiteX247" fmla="*/ 1053585 w 1459345"/>
                  <a:gd name="connsiteY247" fmla="*/ 455392 h 1944342"/>
                  <a:gd name="connsiteX248" fmla="*/ 1056197 w 1459345"/>
                  <a:gd name="connsiteY248" fmla="*/ 464970 h 1944342"/>
                  <a:gd name="connsiteX249" fmla="*/ 1069258 w 1459345"/>
                  <a:gd name="connsiteY249" fmla="*/ 466712 h 1944342"/>
                  <a:gd name="connsiteX250" fmla="*/ 1098863 w 1459345"/>
                  <a:gd name="connsiteY250" fmla="*/ 467583 h 1944342"/>
                  <a:gd name="connsiteX251" fmla="*/ 1104958 w 1459345"/>
                  <a:gd name="connsiteY251" fmla="*/ 469324 h 1944342"/>
                  <a:gd name="connsiteX252" fmla="*/ 1111053 w 1459345"/>
                  <a:gd name="connsiteY252" fmla="*/ 473678 h 1944342"/>
                  <a:gd name="connsiteX253" fmla="*/ 1118019 w 1459345"/>
                  <a:gd name="connsiteY253" fmla="*/ 474549 h 1944342"/>
                  <a:gd name="connsiteX254" fmla="*/ 1128467 w 1459345"/>
                  <a:gd name="connsiteY254" fmla="*/ 471936 h 1944342"/>
                  <a:gd name="connsiteX255" fmla="*/ 1138046 w 1459345"/>
                  <a:gd name="connsiteY255" fmla="*/ 466712 h 1944342"/>
                  <a:gd name="connsiteX256" fmla="*/ 1151977 w 1459345"/>
                  <a:gd name="connsiteY256" fmla="*/ 453651 h 1944342"/>
                  <a:gd name="connsiteX257" fmla="*/ 1158073 w 1459345"/>
                  <a:gd name="connsiteY257" fmla="*/ 444073 h 1944342"/>
                  <a:gd name="connsiteX258" fmla="*/ 1161555 w 1459345"/>
                  <a:gd name="connsiteY258" fmla="*/ 441461 h 1944342"/>
                  <a:gd name="connsiteX259" fmla="*/ 1165909 w 1459345"/>
                  <a:gd name="connsiteY259" fmla="*/ 439719 h 1944342"/>
                  <a:gd name="connsiteX260" fmla="*/ 1178099 w 1459345"/>
                  <a:gd name="connsiteY260" fmla="*/ 439719 h 1944342"/>
                  <a:gd name="connsiteX261" fmla="*/ 1210316 w 1459345"/>
                  <a:gd name="connsiteY261" fmla="*/ 461488 h 1944342"/>
                  <a:gd name="connsiteX262" fmla="*/ 1232085 w 1459345"/>
                  <a:gd name="connsiteY262" fmla="*/ 466712 h 194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Lst>
                <a:rect l="l" t="t" r="r" b="b"/>
                <a:pathLst>
                  <a:path w="1459345" h="1944342">
                    <a:moveTo>
                      <a:pt x="1232085" y="466712"/>
                    </a:moveTo>
                    <a:lnTo>
                      <a:pt x="1235568" y="493704"/>
                    </a:lnTo>
                    <a:lnTo>
                      <a:pt x="1232955" y="525922"/>
                    </a:lnTo>
                    <a:lnTo>
                      <a:pt x="1233826" y="535500"/>
                    </a:lnTo>
                    <a:lnTo>
                      <a:pt x="1235568" y="544207"/>
                    </a:lnTo>
                    <a:lnTo>
                      <a:pt x="1238180" y="553785"/>
                    </a:lnTo>
                    <a:lnTo>
                      <a:pt x="1244275" y="571200"/>
                    </a:lnTo>
                    <a:lnTo>
                      <a:pt x="1246887" y="576424"/>
                    </a:lnTo>
                    <a:lnTo>
                      <a:pt x="1251241" y="580778"/>
                    </a:lnTo>
                    <a:lnTo>
                      <a:pt x="1262560" y="587744"/>
                    </a:lnTo>
                    <a:lnTo>
                      <a:pt x="1268655" y="592097"/>
                    </a:lnTo>
                    <a:lnTo>
                      <a:pt x="1273009" y="599934"/>
                    </a:lnTo>
                    <a:lnTo>
                      <a:pt x="1278233" y="617348"/>
                    </a:lnTo>
                    <a:lnTo>
                      <a:pt x="1283458" y="624314"/>
                    </a:lnTo>
                    <a:lnTo>
                      <a:pt x="1306967" y="641729"/>
                    </a:lnTo>
                    <a:lnTo>
                      <a:pt x="1314804" y="649565"/>
                    </a:lnTo>
                    <a:lnTo>
                      <a:pt x="1325253" y="664368"/>
                    </a:lnTo>
                    <a:lnTo>
                      <a:pt x="1330477" y="668722"/>
                    </a:lnTo>
                    <a:lnTo>
                      <a:pt x="1336572" y="672204"/>
                    </a:lnTo>
                    <a:lnTo>
                      <a:pt x="1350504" y="676558"/>
                    </a:lnTo>
                    <a:lnTo>
                      <a:pt x="1358341" y="678300"/>
                    </a:lnTo>
                    <a:lnTo>
                      <a:pt x="1370531" y="682653"/>
                    </a:lnTo>
                    <a:lnTo>
                      <a:pt x="1380109" y="693973"/>
                    </a:lnTo>
                    <a:lnTo>
                      <a:pt x="1431482" y="767114"/>
                    </a:lnTo>
                    <a:lnTo>
                      <a:pt x="1439319" y="783658"/>
                    </a:lnTo>
                    <a:lnTo>
                      <a:pt x="1444543" y="807168"/>
                    </a:lnTo>
                    <a:lnTo>
                      <a:pt x="1459345" y="916009"/>
                    </a:lnTo>
                    <a:lnTo>
                      <a:pt x="1458475" y="931682"/>
                    </a:lnTo>
                    <a:lnTo>
                      <a:pt x="1454992" y="951709"/>
                    </a:lnTo>
                    <a:lnTo>
                      <a:pt x="1423646" y="1058809"/>
                    </a:lnTo>
                    <a:lnTo>
                      <a:pt x="1414938" y="1076224"/>
                    </a:lnTo>
                    <a:lnTo>
                      <a:pt x="1411455" y="1080577"/>
                    </a:lnTo>
                    <a:lnTo>
                      <a:pt x="1401006" y="1089285"/>
                    </a:lnTo>
                    <a:lnTo>
                      <a:pt x="1397524" y="1093638"/>
                    </a:lnTo>
                    <a:lnTo>
                      <a:pt x="1393170" y="1100604"/>
                    </a:lnTo>
                    <a:lnTo>
                      <a:pt x="1390558" y="1109312"/>
                    </a:lnTo>
                    <a:lnTo>
                      <a:pt x="1389687" y="1123243"/>
                    </a:lnTo>
                    <a:lnTo>
                      <a:pt x="1389687" y="1135433"/>
                    </a:lnTo>
                    <a:lnTo>
                      <a:pt x="1394911" y="1185065"/>
                    </a:lnTo>
                    <a:lnTo>
                      <a:pt x="1394911" y="1225119"/>
                    </a:lnTo>
                    <a:lnTo>
                      <a:pt x="1393170" y="1235568"/>
                    </a:lnTo>
                    <a:lnTo>
                      <a:pt x="1388816" y="1253853"/>
                    </a:lnTo>
                    <a:lnTo>
                      <a:pt x="1384463" y="1265172"/>
                    </a:lnTo>
                    <a:lnTo>
                      <a:pt x="1378367" y="1275621"/>
                    </a:lnTo>
                    <a:lnTo>
                      <a:pt x="1367919" y="1286070"/>
                    </a:lnTo>
                    <a:lnTo>
                      <a:pt x="1354858" y="1296519"/>
                    </a:lnTo>
                    <a:lnTo>
                      <a:pt x="1320028" y="1314804"/>
                    </a:lnTo>
                    <a:lnTo>
                      <a:pt x="1316545" y="1320028"/>
                    </a:lnTo>
                    <a:lnTo>
                      <a:pt x="1314804" y="1327865"/>
                    </a:lnTo>
                    <a:lnTo>
                      <a:pt x="1314804" y="1361824"/>
                    </a:lnTo>
                    <a:lnTo>
                      <a:pt x="1324382" y="1458475"/>
                    </a:lnTo>
                    <a:lnTo>
                      <a:pt x="1324382" y="1469794"/>
                    </a:lnTo>
                    <a:lnTo>
                      <a:pt x="1311321" y="1572540"/>
                    </a:lnTo>
                    <a:lnTo>
                      <a:pt x="1313933" y="1606499"/>
                    </a:lnTo>
                    <a:lnTo>
                      <a:pt x="1313933" y="1617818"/>
                    </a:lnTo>
                    <a:lnTo>
                      <a:pt x="1311321" y="1630009"/>
                    </a:lnTo>
                    <a:lnTo>
                      <a:pt x="1291294" y="1698796"/>
                    </a:lnTo>
                    <a:lnTo>
                      <a:pt x="1277363" y="1727531"/>
                    </a:lnTo>
                    <a:lnTo>
                      <a:pt x="1275621" y="1737979"/>
                    </a:lnTo>
                    <a:lnTo>
                      <a:pt x="1275621" y="1749299"/>
                    </a:lnTo>
                    <a:lnTo>
                      <a:pt x="1289553" y="1943472"/>
                    </a:lnTo>
                    <a:lnTo>
                      <a:pt x="1111924" y="1919962"/>
                    </a:lnTo>
                    <a:lnTo>
                      <a:pt x="917751" y="1939989"/>
                    </a:lnTo>
                    <a:lnTo>
                      <a:pt x="892500" y="1944343"/>
                    </a:lnTo>
                    <a:lnTo>
                      <a:pt x="886404" y="1942601"/>
                    </a:lnTo>
                    <a:lnTo>
                      <a:pt x="884663" y="1936506"/>
                    </a:lnTo>
                    <a:lnTo>
                      <a:pt x="881180" y="1890357"/>
                    </a:lnTo>
                    <a:lnTo>
                      <a:pt x="879439" y="1881650"/>
                    </a:lnTo>
                    <a:lnTo>
                      <a:pt x="875955" y="1874684"/>
                    </a:lnTo>
                    <a:lnTo>
                      <a:pt x="868990" y="1865977"/>
                    </a:lnTo>
                    <a:lnTo>
                      <a:pt x="765373" y="1761489"/>
                    </a:lnTo>
                    <a:lnTo>
                      <a:pt x="755795" y="1749299"/>
                    </a:lnTo>
                    <a:lnTo>
                      <a:pt x="750570" y="1735367"/>
                    </a:lnTo>
                    <a:lnTo>
                      <a:pt x="747958" y="1719694"/>
                    </a:lnTo>
                    <a:lnTo>
                      <a:pt x="747087" y="1703150"/>
                    </a:lnTo>
                    <a:lnTo>
                      <a:pt x="744475" y="1689218"/>
                    </a:lnTo>
                    <a:lnTo>
                      <a:pt x="707034" y="1606499"/>
                    </a:lnTo>
                    <a:lnTo>
                      <a:pt x="678300" y="1517684"/>
                    </a:lnTo>
                    <a:lnTo>
                      <a:pt x="664368" y="1484597"/>
                    </a:lnTo>
                    <a:lnTo>
                      <a:pt x="657402" y="1475889"/>
                    </a:lnTo>
                    <a:lnTo>
                      <a:pt x="647824" y="1473277"/>
                    </a:lnTo>
                    <a:lnTo>
                      <a:pt x="633892" y="1472406"/>
                    </a:lnTo>
                    <a:lnTo>
                      <a:pt x="607770" y="1465440"/>
                    </a:lnTo>
                    <a:lnTo>
                      <a:pt x="606029" y="1461958"/>
                    </a:lnTo>
                    <a:lnTo>
                      <a:pt x="606029" y="1453250"/>
                    </a:lnTo>
                    <a:lnTo>
                      <a:pt x="608641" y="1431482"/>
                    </a:lnTo>
                    <a:lnTo>
                      <a:pt x="606029" y="1412326"/>
                    </a:lnTo>
                    <a:lnTo>
                      <a:pt x="607770" y="1405360"/>
                    </a:lnTo>
                    <a:lnTo>
                      <a:pt x="611253" y="1397524"/>
                    </a:lnTo>
                    <a:lnTo>
                      <a:pt x="612995" y="1387075"/>
                    </a:lnTo>
                    <a:lnTo>
                      <a:pt x="616478" y="1380979"/>
                    </a:lnTo>
                    <a:lnTo>
                      <a:pt x="624314" y="1370531"/>
                    </a:lnTo>
                    <a:lnTo>
                      <a:pt x="626926" y="1362694"/>
                    </a:lnTo>
                    <a:lnTo>
                      <a:pt x="621702" y="1360082"/>
                    </a:lnTo>
                    <a:lnTo>
                      <a:pt x="529405" y="1372272"/>
                    </a:lnTo>
                    <a:lnTo>
                      <a:pt x="518085" y="1370531"/>
                    </a:lnTo>
                    <a:lnTo>
                      <a:pt x="493705" y="1357470"/>
                    </a:lnTo>
                    <a:lnTo>
                      <a:pt x="444073" y="1341797"/>
                    </a:lnTo>
                    <a:lnTo>
                      <a:pt x="437978" y="1339184"/>
                    </a:lnTo>
                    <a:lnTo>
                      <a:pt x="434495" y="1333960"/>
                    </a:lnTo>
                    <a:lnTo>
                      <a:pt x="431012" y="1327865"/>
                    </a:lnTo>
                    <a:lnTo>
                      <a:pt x="426658" y="1321770"/>
                    </a:lnTo>
                    <a:lnTo>
                      <a:pt x="408373" y="1303484"/>
                    </a:lnTo>
                    <a:lnTo>
                      <a:pt x="373544" y="1282587"/>
                    </a:lnTo>
                    <a:lnTo>
                      <a:pt x="365707" y="1278233"/>
                    </a:lnTo>
                    <a:lnTo>
                      <a:pt x="348292" y="1278233"/>
                    </a:lnTo>
                    <a:lnTo>
                      <a:pt x="340456" y="1274750"/>
                    </a:lnTo>
                    <a:lnTo>
                      <a:pt x="336102" y="1268655"/>
                    </a:lnTo>
                    <a:lnTo>
                      <a:pt x="329136" y="1252982"/>
                    </a:lnTo>
                    <a:lnTo>
                      <a:pt x="324783" y="1246016"/>
                    </a:lnTo>
                    <a:lnTo>
                      <a:pt x="302144" y="1220765"/>
                    </a:lnTo>
                    <a:lnTo>
                      <a:pt x="294307" y="1216411"/>
                    </a:lnTo>
                    <a:lnTo>
                      <a:pt x="289953" y="1216411"/>
                    </a:lnTo>
                    <a:lnTo>
                      <a:pt x="277763" y="1222507"/>
                    </a:lnTo>
                    <a:lnTo>
                      <a:pt x="265573" y="1222507"/>
                    </a:lnTo>
                    <a:lnTo>
                      <a:pt x="242934" y="1219024"/>
                    </a:lnTo>
                    <a:lnTo>
                      <a:pt x="229873" y="1213799"/>
                    </a:lnTo>
                    <a:lnTo>
                      <a:pt x="215941" y="1198126"/>
                    </a:lnTo>
                    <a:lnTo>
                      <a:pt x="172405" y="1137175"/>
                    </a:lnTo>
                    <a:lnTo>
                      <a:pt x="165439" y="1131080"/>
                    </a:lnTo>
                    <a:lnTo>
                      <a:pt x="121032" y="1107570"/>
                    </a:lnTo>
                    <a:lnTo>
                      <a:pt x="93168" y="1106699"/>
                    </a:lnTo>
                    <a:lnTo>
                      <a:pt x="87073" y="1104087"/>
                    </a:lnTo>
                    <a:lnTo>
                      <a:pt x="76624" y="1097121"/>
                    </a:lnTo>
                    <a:lnTo>
                      <a:pt x="71400" y="1095380"/>
                    </a:lnTo>
                    <a:lnTo>
                      <a:pt x="65305" y="1094509"/>
                    </a:lnTo>
                    <a:lnTo>
                      <a:pt x="52244" y="1097121"/>
                    </a:lnTo>
                    <a:lnTo>
                      <a:pt x="45278" y="1096251"/>
                    </a:lnTo>
                    <a:lnTo>
                      <a:pt x="24380" y="1086672"/>
                    </a:lnTo>
                    <a:lnTo>
                      <a:pt x="16544" y="1085802"/>
                    </a:lnTo>
                    <a:lnTo>
                      <a:pt x="0" y="1087543"/>
                    </a:lnTo>
                    <a:lnTo>
                      <a:pt x="0" y="1085802"/>
                    </a:lnTo>
                    <a:lnTo>
                      <a:pt x="13932" y="963899"/>
                    </a:lnTo>
                    <a:lnTo>
                      <a:pt x="15673" y="917751"/>
                    </a:lnTo>
                    <a:lnTo>
                      <a:pt x="8707" y="832419"/>
                    </a:lnTo>
                    <a:lnTo>
                      <a:pt x="11320" y="819358"/>
                    </a:lnTo>
                    <a:lnTo>
                      <a:pt x="16544" y="809780"/>
                    </a:lnTo>
                    <a:lnTo>
                      <a:pt x="23510" y="802814"/>
                    </a:lnTo>
                    <a:lnTo>
                      <a:pt x="53985" y="784529"/>
                    </a:lnTo>
                    <a:lnTo>
                      <a:pt x="60081" y="778434"/>
                    </a:lnTo>
                    <a:lnTo>
                      <a:pt x="66176" y="771468"/>
                    </a:lnTo>
                    <a:lnTo>
                      <a:pt x="75754" y="749699"/>
                    </a:lnTo>
                    <a:lnTo>
                      <a:pt x="79237" y="743604"/>
                    </a:lnTo>
                    <a:lnTo>
                      <a:pt x="86202" y="740122"/>
                    </a:lnTo>
                    <a:lnTo>
                      <a:pt x="89685" y="733156"/>
                    </a:lnTo>
                    <a:lnTo>
                      <a:pt x="89685" y="726190"/>
                    </a:lnTo>
                    <a:lnTo>
                      <a:pt x="87073" y="706163"/>
                    </a:lnTo>
                    <a:lnTo>
                      <a:pt x="88815" y="699197"/>
                    </a:lnTo>
                    <a:lnTo>
                      <a:pt x="114066" y="633892"/>
                    </a:lnTo>
                    <a:lnTo>
                      <a:pt x="145412" y="578166"/>
                    </a:lnTo>
                    <a:lnTo>
                      <a:pt x="149766" y="566846"/>
                    </a:lnTo>
                    <a:lnTo>
                      <a:pt x="150637" y="554656"/>
                    </a:lnTo>
                    <a:lnTo>
                      <a:pt x="148895" y="541595"/>
                    </a:lnTo>
                    <a:lnTo>
                      <a:pt x="144541" y="529405"/>
                    </a:lnTo>
                    <a:lnTo>
                      <a:pt x="127127" y="495446"/>
                    </a:lnTo>
                    <a:lnTo>
                      <a:pt x="124515" y="488480"/>
                    </a:lnTo>
                    <a:lnTo>
                      <a:pt x="123644" y="479773"/>
                    </a:lnTo>
                    <a:lnTo>
                      <a:pt x="127127" y="476290"/>
                    </a:lnTo>
                    <a:lnTo>
                      <a:pt x="133222" y="476290"/>
                    </a:lnTo>
                    <a:lnTo>
                      <a:pt x="139317" y="478031"/>
                    </a:lnTo>
                    <a:lnTo>
                      <a:pt x="168051" y="480644"/>
                    </a:lnTo>
                    <a:lnTo>
                      <a:pt x="175888" y="479773"/>
                    </a:lnTo>
                    <a:lnTo>
                      <a:pt x="190690" y="474549"/>
                    </a:lnTo>
                    <a:lnTo>
                      <a:pt x="220295" y="445814"/>
                    </a:lnTo>
                    <a:lnTo>
                      <a:pt x="244676" y="431012"/>
                    </a:lnTo>
                    <a:lnTo>
                      <a:pt x="299532" y="405761"/>
                    </a:lnTo>
                    <a:lnTo>
                      <a:pt x="310851" y="397053"/>
                    </a:lnTo>
                    <a:lnTo>
                      <a:pt x="318688" y="385734"/>
                    </a:lnTo>
                    <a:lnTo>
                      <a:pt x="320429" y="378768"/>
                    </a:lnTo>
                    <a:lnTo>
                      <a:pt x="321300" y="363966"/>
                    </a:lnTo>
                    <a:lnTo>
                      <a:pt x="311722" y="344810"/>
                    </a:lnTo>
                    <a:lnTo>
                      <a:pt x="287341" y="308239"/>
                    </a:lnTo>
                    <a:lnTo>
                      <a:pt x="271668" y="279505"/>
                    </a:lnTo>
                    <a:lnTo>
                      <a:pt x="266444" y="264702"/>
                    </a:lnTo>
                    <a:lnTo>
                      <a:pt x="263832" y="250771"/>
                    </a:lnTo>
                    <a:lnTo>
                      <a:pt x="263832" y="239451"/>
                    </a:lnTo>
                    <a:lnTo>
                      <a:pt x="263832" y="229002"/>
                    </a:lnTo>
                    <a:lnTo>
                      <a:pt x="262090" y="221166"/>
                    </a:lnTo>
                    <a:lnTo>
                      <a:pt x="258607" y="214200"/>
                    </a:lnTo>
                    <a:lnTo>
                      <a:pt x="240322" y="205493"/>
                    </a:lnTo>
                    <a:lnTo>
                      <a:pt x="202010" y="181112"/>
                    </a:lnTo>
                    <a:lnTo>
                      <a:pt x="145412" y="128868"/>
                    </a:lnTo>
                    <a:lnTo>
                      <a:pt x="125385" y="109712"/>
                    </a:lnTo>
                    <a:lnTo>
                      <a:pt x="114066" y="94910"/>
                    </a:lnTo>
                    <a:lnTo>
                      <a:pt x="111454" y="80978"/>
                    </a:lnTo>
                    <a:lnTo>
                      <a:pt x="111454" y="59210"/>
                    </a:lnTo>
                    <a:lnTo>
                      <a:pt x="176758" y="51373"/>
                    </a:lnTo>
                    <a:lnTo>
                      <a:pt x="210717" y="38312"/>
                    </a:lnTo>
                    <a:lnTo>
                      <a:pt x="246417" y="19156"/>
                    </a:lnTo>
                    <a:lnTo>
                      <a:pt x="271668" y="1741"/>
                    </a:lnTo>
                    <a:lnTo>
                      <a:pt x="279505" y="0"/>
                    </a:lnTo>
                    <a:lnTo>
                      <a:pt x="289083" y="0"/>
                    </a:lnTo>
                    <a:lnTo>
                      <a:pt x="303014" y="2612"/>
                    </a:lnTo>
                    <a:lnTo>
                      <a:pt x="314334" y="7837"/>
                    </a:lnTo>
                    <a:lnTo>
                      <a:pt x="321300" y="12190"/>
                    </a:lnTo>
                    <a:lnTo>
                      <a:pt x="330007" y="20027"/>
                    </a:lnTo>
                    <a:lnTo>
                      <a:pt x="336973" y="22639"/>
                    </a:lnTo>
                    <a:lnTo>
                      <a:pt x="355258" y="25251"/>
                    </a:lnTo>
                    <a:lnTo>
                      <a:pt x="387475" y="36571"/>
                    </a:lnTo>
                    <a:lnTo>
                      <a:pt x="422305" y="40054"/>
                    </a:lnTo>
                    <a:lnTo>
                      <a:pt x="454522" y="39183"/>
                    </a:lnTo>
                    <a:lnTo>
                      <a:pt x="458875" y="38312"/>
                    </a:lnTo>
                    <a:lnTo>
                      <a:pt x="469324" y="33959"/>
                    </a:lnTo>
                    <a:lnTo>
                      <a:pt x="479773" y="33959"/>
                    </a:lnTo>
                    <a:lnTo>
                      <a:pt x="487609" y="33959"/>
                    </a:lnTo>
                    <a:lnTo>
                      <a:pt x="511119" y="40924"/>
                    </a:lnTo>
                    <a:lnTo>
                      <a:pt x="518956" y="45278"/>
                    </a:lnTo>
                    <a:lnTo>
                      <a:pt x="524180" y="50502"/>
                    </a:lnTo>
                    <a:lnTo>
                      <a:pt x="530275" y="59210"/>
                    </a:lnTo>
                    <a:lnTo>
                      <a:pt x="534629" y="67046"/>
                    </a:lnTo>
                    <a:lnTo>
                      <a:pt x="538112" y="74883"/>
                    </a:lnTo>
                    <a:lnTo>
                      <a:pt x="544207" y="82719"/>
                    </a:lnTo>
                    <a:lnTo>
                      <a:pt x="549431" y="86202"/>
                    </a:lnTo>
                    <a:lnTo>
                      <a:pt x="559009" y="87944"/>
                    </a:lnTo>
                    <a:lnTo>
                      <a:pt x="570329" y="80978"/>
                    </a:lnTo>
                    <a:lnTo>
                      <a:pt x="578166" y="78366"/>
                    </a:lnTo>
                    <a:lnTo>
                      <a:pt x="646953" y="81849"/>
                    </a:lnTo>
                    <a:lnTo>
                      <a:pt x="657402" y="90556"/>
                    </a:lnTo>
                    <a:lnTo>
                      <a:pt x="666980" y="95780"/>
                    </a:lnTo>
                    <a:lnTo>
                      <a:pt x="678300" y="100134"/>
                    </a:lnTo>
                    <a:lnTo>
                      <a:pt x="695714" y="115807"/>
                    </a:lnTo>
                    <a:lnTo>
                      <a:pt x="713129" y="129739"/>
                    </a:lnTo>
                    <a:lnTo>
                      <a:pt x="812392" y="192432"/>
                    </a:lnTo>
                    <a:lnTo>
                      <a:pt x="819358" y="195914"/>
                    </a:lnTo>
                    <a:lnTo>
                      <a:pt x="823712" y="197656"/>
                    </a:lnTo>
                    <a:lnTo>
                      <a:pt x="832419" y="202010"/>
                    </a:lnTo>
                    <a:lnTo>
                      <a:pt x="838514" y="208105"/>
                    </a:lnTo>
                    <a:lnTo>
                      <a:pt x="841997" y="214200"/>
                    </a:lnTo>
                    <a:lnTo>
                      <a:pt x="848092" y="234227"/>
                    </a:lnTo>
                    <a:lnTo>
                      <a:pt x="854187" y="249029"/>
                    </a:lnTo>
                    <a:lnTo>
                      <a:pt x="870731" y="269056"/>
                    </a:lnTo>
                    <a:lnTo>
                      <a:pt x="875955" y="279505"/>
                    </a:lnTo>
                    <a:lnTo>
                      <a:pt x="882051" y="306497"/>
                    </a:lnTo>
                    <a:lnTo>
                      <a:pt x="887275" y="323041"/>
                    </a:lnTo>
                    <a:lnTo>
                      <a:pt x="891629" y="332619"/>
                    </a:lnTo>
                    <a:lnTo>
                      <a:pt x="893370" y="355258"/>
                    </a:lnTo>
                    <a:lnTo>
                      <a:pt x="902948" y="356129"/>
                    </a:lnTo>
                    <a:lnTo>
                      <a:pt x="973477" y="334361"/>
                    </a:lnTo>
                    <a:lnTo>
                      <a:pt x="983056" y="335231"/>
                    </a:lnTo>
                    <a:lnTo>
                      <a:pt x="991763" y="342197"/>
                    </a:lnTo>
                    <a:lnTo>
                      <a:pt x="1015272" y="353517"/>
                    </a:lnTo>
                    <a:lnTo>
                      <a:pt x="1017885" y="377897"/>
                    </a:lnTo>
                    <a:lnTo>
                      <a:pt x="1019626" y="388346"/>
                    </a:lnTo>
                    <a:lnTo>
                      <a:pt x="1024851" y="401407"/>
                    </a:lnTo>
                    <a:lnTo>
                      <a:pt x="1032687" y="413597"/>
                    </a:lnTo>
                    <a:lnTo>
                      <a:pt x="1051843" y="435366"/>
                    </a:lnTo>
                    <a:lnTo>
                      <a:pt x="1054455" y="441461"/>
                    </a:lnTo>
                    <a:lnTo>
                      <a:pt x="1053585" y="455392"/>
                    </a:lnTo>
                    <a:lnTo>
                      <a:pt x="1056197" y="464970"/>
                    </a:lnTo>
                    <a:lnTo>
                      <a:pt x="1069258" y="466712"/>
                    </a:lnTo>
                    <a:lnTo>
                      <a:pt x="1098863" y="467583"/>
                    </a:lnTo>
                    <a:lnTo>
                      <a:pt x="1104958" y="469324"/>
                    </a:lnTo>
                    <a:lnTo>
                      <a:pt x="1111053" y="473678"/>
                    </a:lnTo>
                    <a:lnTo>
                      <a:pt x="1118019" y="474549"/>
                    </a:lnTo>
                    <a:lnTo>
                      <a:pt x="1128467" y="471936"/>
                    </a:lnTo>
                    <a:lnTo>
                      <a:pt x="1138046" y="466712"/>
                    </a:lnTo>
                    <a:lnTo>
                      <a:pt x="1151977" y="453651"/>
                    </a:lnTo>
                    <a:lnTo>
                      <a:pt x="1158073" y="444073"/>
                    </a:lnTo>
                    <a:lnTo>
                      <a:pt x="1161555" y="441461"/>
                    </a:lnTo>
                    <a:lnTo>
                      <a:pt x="1165909" y="439719"/>
                    </a:lnTo>
                    <a:lnTo>
                      <a:pt x="1178099" y="439719"/>
                    </a:lnTo>
                    <a:lnTo>
                      <a:pt x="1210316" y="461488"/>
                    </a:lnTo>
                    <a:lnTo>
                      <a:pt x="1232085" y="466712"/>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2" name="Freeform: Shape 61">
                <a:extLst>
                  <a:ext uri="{FF2B5EF4-FFF2-40B4-BE49-F238E27FC236}">
                    <a16:creationId xmlns:a16="http://schemas.microsoft.com/office/drawing/2014/main" id="{1377C00B-F038-E062-E1C2-4A14759947DA}"/>
                  </a:ext>
                </a:extLst>
              </p:cNvPr>
              <p:cNvSpPr>
                <a:spLocks/>
              </p:cNvSpPr>
              <p:nvPr/>
            </p:nvSpPr>
            <p:spPr>
              <a:xfrm>
                <a:off x="4875471" y="3045594"/>
                <a:ext cx="976960" cy="1578635"/>
              </a:xfrm>
              <a:custGeom>
                <a:avLst/>
                <a:gdLst>
                  <a:gd name="connsiteX0" fmla="*/ 758407 w 976960"/>
                  <a:gd name="connsiteY0" fmla="*/ 237709 h 1578635"/>
                  <a:gd name="connsiteX1" fmla="*/ 766243 w 976960"/>
                  <a:gd name="connsiteY1" fmla="*/ 243805 h 1578635"/>
                  <a:gd name="connsiteX2" fmla="*/ 769726 w 976960"/>
                  <a:gd name="connsiteY2" fmla="*/ 247288 h 1578635"/>
                  <a:gd name="connsiteX3" fmla="*/ 770597 w 976960"/>
                  <a:gd name="connsiteY3" fmla="*/ 251641 h 1578635"/>
                  <a:gd name="connsiteX4" fmla="*/ 767114 w 976960"/>
                  <a:gd name="connsiteY4" fmla="*/ 261219 h 1578635"/>
                  <a:gd name="connsiteX5" fmla="*/ 766243 w 976960"/>
                  <a:gd name="connsiteY5" fmla="*/ 276022 h 1578635"/>
                  <a:gd name="connsiteX6" fmla="*/ 765373 w 976960"/>
                  <a:gd name="connsiteY6" fmla="*/ 282117 h 1578635"/>
                  <a:gd name="connsiteX7" fmla="*/ 761019 w 976960"/>
                  <a:gd name="connsiteY7" fmla="*/ 291695 h 1578635"/>
                  <a:gd name="connsiteX8" fmla="*/ 752312 w 976960"/>
                  <a:gd name="connsiteY8" fmla="*/ 303885 h 1578635"/>
                  <a:gd name="connsiteX9" fmla="*/ 720095 w 976960"/>
                  <a:gd name="connsiteY9" fmla="*/ 338714 h 1578635"/>
                  <a:gd name="connsiteX10" fmla="*/ 706163 w 976960"/>
                  <a:gd name="connsiteY10" fmla="*/ 350905 h 1578635"/>
                  <a:gd name="connsiteX11" fmla="*/ 686136 w 976960"/>
                  <a:gd name="connsiteY11" fmla="*/ 363095 h 1578635"/>
                  <a:gd name="connsiteX12" fmla="*/ 697456 w 976960"/>
                  <a:gd name="connsiteY12" fmla="*/ 400536 h 1578635"/>
                  <a:gd name="connsiteX13" fmla="*/ 703551 w 976960"/>
                  <a:gd name="connsiteY13" fmla="*/ 415339 h 1578635"/>
                  <a:gd name="connsiteX14" fmla="*/ 707034 w 976960"/>
                  <a:gd name="connsiteY14" fmla="*/ 430141 h 1578635"/>
                  <a:gd name="connsiteX15" fmla="*/ 707904 w 976960"/>
                  <a:gd name="connsiteY15" fmla="*/ 441461 h 1578635"/>
                  <a:gd name="connsiteX16" fmla="*/ 707904 w 976960"/>
                  <a:gd name="connsiteY16" fmla="*/ 452780 h 1578635"/>
                  <a:gd name="connsiteX17" fmla="*/ 710517 w 976960"/>
                  <a:gd name="connsiteY17" fmla="*/ 459746 h 1578635"/>
                  <a:gd name="connsiteX18" fmla="*/ 742734 w 976960"/>
                  <a:gd name="connsiteY18" fmla="*/ 505024 h 1578635"/>
                  <a:gd name="connsiteX19" fmla="*/ 767114 w 976960"/>
                  <a:gd name="connsiteY19" fmla="*/ 547690 h 1578635"/>
                  <a:gd name="connsiteX20" fmla="*/ 767114 w 976960"/>
                  <a:gd name="connsiteY20" fmla="*/ 569458 h 1578635"/>
                  <a:gd name="connsiteX21" fmla="*/ 769726 w 976960"/>
                  <a:gd name="connsiteY21" fmla="*/ 583390 h 1578635"/>
                  <a:gd name="connsiteX22" fmla="*/ 781046 w 976960"/>
                  <a:gd name="connsiteY22" fmla="*/ 598192 h 1578635"/>
                  <a:gd name="connsiteX23" fmla="*/ 801073 w 976960"/>
                  <a:gd name="connsiteY23" fmla="*/ 617348 h 1578635"/>
                  <a:gd name="connsiteX24" fmla="*/ 857670 w 976960"/>
                  <a:gd name="connsiteY24" fmla="*/ 669592 h 1578635"/>
                  <a:gd name="connsiteX25" fmla="*/ 895982 w 976960"/>
                  <a:gd name="connsiteY25" fmla="*/ 693973 h 1578635"/>
                  <a:gd name="connsiteX26" fmla="*/ 914268 w 976960"/>
                  <a:gd name="connsiteY26" fmla="*/ 702680 h 1578635"/>
                  <a:gd name="connsiteX27" fmla="*/ 917751 w 976960"/>
                  <a:gd name="connsiteY27" fmla="*/ 709646 h 1578635"/>
                  <a:gd name="connsiteX28" fmla="*/ 919492 w 976960"/>
                  <a:gd name="connsiteY28" fmla="*/ 717482 h 1578635"/>
                  <a:gd name="connsiteX29" fmla="*/ 919492 w 976960"/>
                  <a:gd name="connsiteY29" fmla="*/ 727931 h 1578635"/>
                  <a:gd name="connsiteX30" fmla="*/ 919492 w 976960"/>
                  <a:gd name="connsiteY30" fmla="*/ 739251 h 1578635"/>
                  <a:gd name="connsiteX31" fmla="*/ 922104 w 976960"/>
                  <a:gd name="connsiteY31" fmla="*/ 753182 h 1578635"/>
                  <a:gd name="connsiteX32" fmla="*/ 927329 w 976960"/>
                  <a:gd name="connsiteY32" fmla="*/ 767985 h 1578635"/>
                  <a:gd name="connsiteX33" fmla="*/ 943002 w 976960"/>
                  <a:gd name="connsiteY33" fmla="*/ 796719 h 1578635"/>
                  <a:gd name="connsiteX34" fmla="*/ 967382 w 976960"/>
                  <a:gd name="connsiteY34" fmla="*/ 833290 h 1578635"/>
                  <a:gd name="connsiteX35" fmla="*/ 976960 w 976960"/>
                  <a:gd name="connsiteY35" fmla="*/ 852446 h 1578635"/>
                  <a:gd name="connsiteX36" fmla="*/ 976090 w 976960"/>
                  <a:gd name="connsiteY36" fmla="*/ 867248 h 1578635"/>
                  <a:gd name="connsiteX37" fmla="*/ 974348 w 976960"/>
                  <a:gd name="connsiteY37" fmla="*/ 874214 h 1578635"/>
                  <a:gd name="connsiteX38" fmla="*/ 966511 w 976960"/>
                  <a:gd name="connsiteY38" fmla="*/ 885533 h 1578635"/>
                  <a:gd name="connsiteX39" fmla="*/ 955192 w 976960"/>
                  <a:gd name="connsiteY39" fmla="*/ 894241 h 1578635"/>
                  <a:gd name="connsiteX40" fmla="*/ 900336 w 976960"/>
                  <a:gd name="connsiteY40" fmla="*/ 919492 h 1578635"/>
                  <a:gd name="connsiteX41" fmla="*/ 875956 w 976960"/>
                  <a:gd name="connsiteY41" fmla="*/ 934294 h 1578635"/>
                  <a:gd name="connsiteX42" fmla="*/ 846351 w 976960"/>
                  <a:gd name="connsiteY42" fmla="*/ 963029 h 1578635"/>
                  <a:gd name="connsiteX43" fmla="*/ 831548 w 976960"/>
                  <a:gd name="connsiteY43" fmla="*/ 968253 h 1578635"/>
                  <a:gd name="connsiteX44" fmla="*/ 823712 w 976960"/>
                  <a:gd name="connsiteY44" fmla="*/ 969124 h 1578635"/>
                  <a:gd name="connsiteX45" fmla="*/ 794977 w 976960"/>
                  <a:gd name="connsiteY45" fmla="*/ 966512 h 1578635"/>
                  <a:gd name="connsiteX46" fmla="*/ 788882 w 976960"/>
                  <a:gd name="connsiteY46" fmla="*/ 964770 h 1578635"/>
                  <a:gd name="connsiteX47" fmla="*/ 782787 w 976960"/>
                  <a:gd name="connsiteY47" fmla="*/ 964770 h 1578635"/>
                  <a:gd name="connsiteX48" fmla="*/ 779304 w 976960"/>
                  <a:gd name="connsiteY48" fmla="*/ 968253 h 1578635"/>
                  <a:gd name="connsiteX49" fmla="*/ 780175 w 976960"/>
                  <a:gd name="connsiteY49" fmla="*/ 976960 h 1578635"/>
                  <a:gd name="connsiteX50" fmla="*/ 782787 w 976960"/>
                  <a:gd name="connsiteY50" fmla="*/ 983926 h 1578635"/>
                  <a:gd name="connsiteX51" fmla="*/ 800202 w 976960"/>
                  <a:gd name="connsiteY51" fmla="*/ 1017885 h 1578635"/>
                  <a:gd name="connsiteX52" fmla="*/ 804556 w 976960"/>
                  <a:gd name="connsiteY52" fmla="*/ 1030075 h 1578635"/>
                  <a:gd name="connsiteX53" fmla="*/ 806297 w 976960"/>
                  <a:gd name="connsiteY53" fmla="*/ 1043136 h 1578635"/>
                  <a:gd name="connsiteX54" fmla="*/ 805426 w 976960"/>
                  <a:gd name="connsiteY54" fmla="*/ 1055326 h 1578635"/>
                  <a:gd name="connsiteX55" fmla="*/ 801073 w 976960"/>
                  <a:gd name="connsiteY55" fmla="*/ 1066646 h 1578635"/>
                  <a:gd name="connsiteX56" fmla="*/ 769726 w 976960"/>
                  <a:gd name="connsiteY56" fmla="*/ 1122372 h 1578635"/>
                  <a:gd name="connsiteX57" fmla="*/ 744475 w 976960"/>
                  <a:gd name="connsiteY57" fmla="*/ 1187677 h 1578635"/>
                  <a:gd name="connsiteX58" fmla="*/ 742734 w 976960"/>
                  <a:gd name="connsiteY58" fmla="*/ 1194643 h 1578635"/>
                  <a:gd name="connsiteX59" fmla="*/ 745346 w 976960"/>
                  <a:gd name="connsiteY59" fmla="*/ 1214670 h 1578635"/>
                  <a:gd name="connsiteX60" fmla="*/ 745346 w 976960"/>
                  <a:gd name="connsiteY60" fmla="*/ 1221636 h 1578635"/>
                  <a:gd name="connsiteX61" fmla="*/ 741863 w 976960"/>
                  <a:gd name="connsiteY61" fmla="*/ 1228602 h 1578635"/>
                  <a:gd name="connsiteX62" fmla="*/ 734897 w 976960"/>
                  <a:gd name="connsiteY62" fmla="*/ 1232085 h 1578635"/>
                  <a:gd name="connsiteX63" fmla="*/ 731414 w 976960"/>
                  <a:gd name="connsiteY63" fmla="*/ 1238179 h 1578635"/>
                  <a:gd name="connsiteX64" fmla="*/ 721836 w 976960"/>
                  <a:gd name="connsiteY64" fmla="*/ 1259948 h 1578635"/>
                  <a:gd name="connsiteX65" fmla="*/ 715741 w 976960"/>
                  <a:gd name="connsiteY65" fmla="*/ 1266914 h 1578635"/>
                  <a:gd name="connsiteX66" fmla="*/ 709646 w 976960"/>
                  <a:gd name="connsiteY66" fmla="*/ 1273009 h 1578635"/>
                  <a:gd name="connsiteX67" fmla="*/ 679170 w 976960"/>
                  <a:gd name="connsiteY67" fmla="*/ 1291294 h 1578635"/>
                  <a:gd name="connsiteX68" fmla="*/ 672204 w 976960"/>
                  <a:gd name="connsiteY68" fmla="*/ 1298260 h 1578635"/>
                  <a:gd name="connsiteX69" fmla="*/ 666980 w 976960"/>
                  <a:gd name="connsiteY69" fmla="*/ 1307838 h 1578635"/>
                  <a:gd name="connsiteX70" fmla="*/ 664368 w 976960"/>
                  <a:gd name="connsiteY70" fmla="*/ 1320899 h 1578635"/>
                  <a:gd name="connsiteX71" fmla="*/ 671334 w 976960"/>
                  <a:gd name="connsiteY71" fmla="*/ 1406231 h 1578635"/>
                  <a:gd name="connsiteX72" fmla="*/ 669592 w 976960"/>
                  <a:gd name="connsiteY72" fmla="*/ 1452379 h 1578635"/>
                  <a:gd name="connsiteX73" fmla="*/ 655661 w 976960"/>
                  <a:gd name="connsiteY73" fmla="*/ 1574282 h 1578635"/>
                  <a:gd name="connsiteX74" fmla="*/ 655661 w 976960"/>
                  <a:gd name="connsiteY74" fmla="*/ 1576023 h 1578635"/>
                  <a:gd name="connsiteX75" fmla="*/ 648695 w 976960"/>
                  <a:gd name="connsiteY75" fmla="*/ 1576023 h 1578635"/>
                  <a:gd name="connsiteX76" fmla="*/ 639117 w 976960"/>
                  <a:gd name="connsiteY76" fmla="*/ 1574282 h 1578635"/>
                  <a:gd name="connsiteX77" fmla="*/ 627797 w 976960"/>
                  <a:gd name="connsiteY77" fmla="*/ 1576023 h 1578635"/>
                  <a:gd name="connsiteX78" fmla="*/ 619961 w 976960"/>
                  <a:gd name="connsiteY78" fmla="*/ 1575152 h 1578635"/>
                  <a:gd name="connsiteX79" fmla="*/ 612124 w 976960"/>
                  <a:gd name="connsiteY79" fmla="*/ 1572540 h 1578635"/>
                  <a:gd name="connsiteX80" fmla="*/ 597322 w 976960"/>
                  <a:gd name="connsiteY80" fmla="*/ 1562962 h 1578635"/>
                  <a:gd name="connsiteX81" fmla="*/ 593839 w 976960"/>
                  <a:gd name="connsiteY81" fmla="*/ 1562962 h 1578635"/>
                  <a:gd name="connsiteX82" fmla="*/ 580778 w 976960"/>
                  <a:gd name="connsiteY82" fmla="*/ 1564704 h 1578635"/>
                  <a:gd name="connsiteX83" fmla="*/ 567717 w 976960"/>
                  <a:gd name="connsiteY83" fmla="*/ 1562962 h 1578635"/>
                  <a:gd name="connsiteX84" fmla="*/ 537241 w 976960"/>
                  <a:gd name="connsiteY84" fmla="*/ 1571670 h 1578635"/>
                  <a:gd name="connsiteX85" fmla="*/ 518956 w 976960"/>
                  <a:gd name="connsiteY85" fmla="*/ 1572540 h 1578635"/>
                  <a:gd name="connsiteX86" fmla="*/ 492834 w 976960"/>
                  <a:gd name="connsiteY86" fmla="*/ 1578635 h 1578635"/>
                  <a:gd name="connsiteX87" fmla="*/ 488480 w 976960"/>
                  <a:gd name="connsiteY87" fmla="*/ 1578635 h 1578635"/>
                  <a:gd name="connsiteX88" fmla="*/ 476290 w 976960"/>
                  <a:gd name="connsiteY88" fmla="*/ 1573411 h 1578635"/>
                  <a:gd name="connsiteX89" fmla="*/ 471936 w 976960"/>
                  <a:gd name="connsiteY89" fmla="*/ 1572540 h 1578635"/>
                  <a:gd name="connsiteX90" fmla="*/ 458875 w 976960"/>
                  <a:gd name="connsiteY90" fmla="*/ 1575152 h 1578635"/>
                  <a:gd name="connsiteX91" fmla="*/ 454522 w 976960"/>
                  <a:gd name="connsiteY91" fmla="*/ 1575152 h 1578635"/>
                  <a:gd name="connsiteX92" fmla="*/ 441461 w 976960"/>
                  <a:gd name="connsiteY92" fmla="*/ 1569928 h 1578635"/>
                  <a:gd name="connsiteX93" fmla="*/ 437107 w 976960"/>
                  <a:gd name="connsiteY93" fmla="*/ 1569928 h 1578635"/>
                  <a:gd name="connsiteX94" fmla="*/ 424046 w 976960"/>
                  <a:gd name="connsiteY94" fmla="*/ 1574282 h 1578635"/>
                  <a:gd name="connsiteX95" fmla="*/ 417080 w 976960"/>
                  <a:gd name="connsiteY95" fmla="*/ 1572540 h 1578635"/>
                  <a:gd name="connsiteX96" fmla="*/ 394441 w 976960"/>
                  <a:gd name="connsiteY96" fmla="*/ 1555126 h 1578635"/>
                  <a:gd name="connsiteX97" fmla="*/ 384863 w 976960"/>
                  <a:gd name="connsiteY97" fmla="*/ 1551643 h 1578635"/>
                  <a:gd name="connsiteX98" fmla="*/ 376156 w 976960"/>
                  <a:gd name="connsiteY98" fmla="*/ 1549031 h 1578635"/>
                  <a:gd name="connsiteX99" fmla="*/ 367449 w 976960"/>
                  <a:gd name="connsiteY99" fmla="*/ 1549031 h 1578635"/>
                  <a:gd name="connsiteX100" fmla="*/ 357870 w 976960"/>
                  <a:gd name="connsiteY100" fmla="*/ 1549901 h 1578635"/>
                  <a:gd name="connsiteX101" fmla="*/ 343068 w 976960"/>
                  <a:gd name="connsiteY101" fmla="*/ 1552513 h 1578635"/>
                  <a:gd name="connsiteX102" fmla="*/ 296049 w 976960"/>
                  <a:gd name="connsiteY102" fmla="*/ 1549901 h 1578635"/>
                  <a:gd name="connsiteX103" fmla="*/ 290824 w 976960"/>
                  <a:gd name="connsiteY103" fmla="*/ 1550772 h 1578635"/>
                  <a:gd name="connsiteX104" fmla="*/ 279505 w 976960"/>
                  <a:gd name="connsiteY104" fmla="*/ 1554255 h 1578635"/>
                  <a:gd name="connsiteX105" fmla="*/ 273410 w 976960"/>
                  <a:gd name="connsiteY105" fmla="*/ 1555126 h 1578635"/>
                  <a:gd name="connsiteX106" fmla="*/ 247288 w 976960"/>
                  <a:gd name="connsiteY106" fmla="*/ 1548160 h 1578635"/>
                  <a:gd name="connsiteX107" fmla="*/ 238580 w 976960"/>
                  <a:gd name="connsiteY107" fmla="*/ 1550772 h 1578635"/>
                  <a:gd name="connsiteX108" fmla="*/ 235968 w 976960"/>
                  <a:gd name="connsiteY108" fmla="*/ 1548160 h 1578635"/>
                  <a:gd name="connsiteX109" fmla="*/ 217683 w 976960"/>
                  <a:gd name="connsiteY109" fmla="*/ 1525521 h 1578635"/>
                  <a:gd name="connsiteX110" fmla="*/ 213329 w 976960"/>
                  <a:gd name="connsiteY110" fmla="*/ 1522038 h 1578635"/>
                  <a:gd name="connsiteX111" fmla="*/ 207234 w 976960"/>
                  <a:gd name="connsiteY111" fmla="*/ 1522038 h 1578635"/>
                  <a:gd name="connsiteX112" fmla="*/ 202880 w 976960"/>
                  <a:gd name="connsiteY112" fmla="*/ 1525521 h 1578635"/>
                  <a:gd name="connsiteX113" fmla="*/ 193302 w 976960"/>
                  <a:gd name="connsiteY113" fmla="*/ 1534228 h 1578635"/>
                  <a:gd name="connsiteX114" fmla="*/ 188078 w 976960"/>
                  <a:gd name="connsiteY114" fmla="*/ 1534228 h 1578635"/>
                  <a:gd name="connsiteX115" fmla="*/ 161956 w 976960"/>
                  <a:gd name="connsiteY115" fmla="*/ 1528133 h 1578635"/>
                  <a:gd name="connsiteX116" fmla="*/ 144541 w 976960"/>
                  <a:gd name="connsiteY116" fmla="*/ 1518555 h 1578635"/>
                  <a:gd name="connsiteX117" fmla="*/ 140188 w 976960"/>
                  <a:gd name="connsiteY117" fmla="*/ 1515072 h 1578635"/>
                  <a:gd name="connsiteX118" fmla="*/ 134963 w 976960"/>
                  <a:gd name="connsiteY118" fmla="*/ 1506365 h 1578635"/>
                  <a:gd name="connsiteX119" fmla="*/ 131480 w 976960"/>
                  <a:gd name="connsiteY119" fmla="*/ 1502011 h 1578635"/>
                  <a:gd name="connsiteX120" fmla="*/ 121902 w 976960"/>
                  <a:gd name="connsiteY120" fmla="*/ 1496787 h 1578635"/>
                  <a:gd name="connsiteX121" fmla="*/ 109712 w 976960"/>
                  <a:gd name="connsiteY121" fmla="*/ 1494175 h 1578635"/>
                  <a:gd name="connsiteX122" fmla="*/ 97522 w 976960"/>
                  <a:gd name="connsiteY122" fmla="*/ 1494175 h 1578635"/>
                  <a:gd name="connsiteX123" fmla="*/ 87944 w 976960"/>
                  <a:gd name="connsiteY123" fmla="*/ 1495045 h 1578635"/>
                  <a:gd name="connsiteX124" fmla="*/ 68788 w 976960"/>
                  <a:gd name="connsiteY124" fmla="*/ 1506365 h 1578635"/>
                  <a:gd name="connsiteX125" fmla="*/ 60080 w 976960"/>
                  <a:gd name="connsiteY125" fmla="*/ 1506365 h 1578635"/>
                  <a:gd name="connsiteX126" fmla="*/ 56598 w 976960"/>
                  <a:gd name="connsiteY126" fmla="*/ 1495045 h 1578635"/>
                  <a:gd name="connsiteX127" fmla="*/ 58339 w 976960"/>
                  <a:gd name="connsiteY127" fmla="*/ 1480243 h 1578635"/>
                  <a:gd name="connsiteX128" fmla="*/ 55727 w 976960"/>
                  <a:gd name="connsiteY128" fmla="*/ 1474148 h 1578635"/>
                  <a:gd name="connsiteX129" fmla="*/ 50502 w 976960"/>
                  <a:gd name="connsiteY129" fmla="*/ 1470665 h 1578635"/>
                  <a:gd name="connsiteX130" fmla="*/ 40054 w 976960"/>
                  <a:gd name="connsiteY130" fmla="*/ 1465440 h 1578635"/>
                  <a:gd name="connsiteX131" fmla="*/ 38312 w 976960"/>
                  <a:gd name="connsiteY131" fmla="*/ 1461087 h 1578635"/>
                  <a:gd name="connsiteX132" fmla="*/ 38312 w 976960"/>
                  <a:gd name="connsiteY132" fmla="*/ 1448026 h 1578635"/>
                  <a:gd name="connsiteX133" fmla="*/ 34829 w 976960"/>
                  <a:gd name="connsiteY133" fmla="*/ 1437577 h 1578635"/>
                  <a:gd name="connsiteX134" fmla="*/ 30476 w 976960"/>
                  <a:gd name="connsiteY134" fmla="*/ 1427128 h 1578635"/>
                  <a:gd name="connsiteX135" fmla="*/ 27863 w 976960"/>
                  <a:gd name="connsiteY135" fmla="*/ 1415809 h 1578635"/>
                  <a:gd name="connsiteX136" fmla="*/ 23510 w 976960"/>
                  <a:gd name="connsiteY136" fmla="*/ 1407972 h 1578635"/>
                  <a:gd name="connsiteX137" fmla="*/ 6095 w 976960"/>
                  <a:gd name="connsiteY137" fmla="*/ 1394911 h 1578635"/>
                  <a:gd name="connsiteX138" fmla="*/ 0 w 976960"/>
                  <a:gd name="connsiteY138" fmla="*/ 1388816 h 1578635"/>
                  <a:gd name="connsiteX139" fmla="*/ 13061 w 976960"/>
                  <a:gd name="connsiteY139" fmla="*/ 1296519 h 1578635"/>
                  <a:gd name="connsiteX140" fmla="*/ 16544 w 976960"/>
                  <a:gd name="connsiteY140" fmla="*/ 1288682 h 1578635"/>
                  <a:gd name="connsiteX141" fmla="*/ 73141 w 976960"/>
                  <a:gd name="connsiteY141" fmla="*/ 1211187 h 1578635"/>
                  <a:gd name="connsiteX142" fmla="*/ 87944 w 976960"/>
                  <a:gd name="connsiteY142" fmla="*/ 1197255 h 1578635"/>
                  <a:gd name="connsiteX143" fmla="*/ 90556 w 976960"/>
                  <a:gd name="connsiteY143" fmla="*/ 1194643 h 1578635"/>
                  <a:gd name="connsiteX144" fmla="*/ 94910 w 976960"/>
                  <a:gd name="connsiteY144" fmla="*/ 1183324 h 1578635"/>
                  <a:gd name="connsiteX145" fmla="*/ 95780 w 976960"/>
                  <a:gd name="connsiteY145" fmla="*/ 1165909 h 1578635"/>
                  <a:gd name="connsiteX146" fmla="*/ 93168 w 976960"/>
                  <a:gd name="connsiteY146" fmla="*/ 1147623 h 1578635"/>
                  <a:gd name="connsiteX147" fmla="*/ 87944 w 976960"/>
                  <a:gd name="connsiteY147" fmla="*/ 1137175 h 1578635"/>
                  <a:gd name="connsiteX148" fmla="*/ 80978 w 976960"/>
                  <a:gd name="connsiteY148" fmla="*/ 1126726 h 1578635"/>
                  <a:gd name="connsiteX149" fmla="*/ 67046 w 976960"/>
                  <a:gd name="connsiteY149" fmla="*/ 1082319 h 1578635"/>
                  <a:gd name="connsiteX150" fmla="*/ 67046 w 976960"/>
                  <a:gd name="connsiteY150" fmla="*/ 1074482 h 1578635"/>
                  <a:gd name="connsiteX151" fmla="*/ 69658 w 976960"/>
                  <a:gd name="connsiteY151" fmla="*/ 1068387 h 1578635"/>
                  <a:gd name="connsiteX152" fmla="*/ 77495 w 976960"/>
                  <a:gd name="connsiteY152" fmla="*/ 1057938 h 1578635"/>
                  <a:gd name="connsiteX153" fmla="*/ 90556 w 976960"/>
                  <a:gd name="connsiteY153" fmla="*/ 1022238 h 1578635"/>
                  <a:gd name="connsiteX154" fmla="*/ 94910 w 976960"/>
                  <a:gd name="connsiteY154" fmla="*/ 1006565 h 1578635"/>
                  <a:gd name="connsiteX155" fmla="*/ 98393 w 976960"/>
                  <a:gd name="connsiteY155" fmla="*/ 999599 h 1578635"/>
                  <a:gd name="connsiteX156" fmla="*/ 104488 w 976960"/>
                  <a:gd name="connsiteY156" fmla="*/ 984797 h 1578635"/>
                  <a:gd name="connsiteX157" fmla="*/ 107100 w 976960"/>
                  <a:gd name="connsiteY157" fmla="*/ 976090 h 1578635"/>
                  <a:gd name="connsiteX158" fmla="*/ 107100 w 976960"/>
                  <a:gd name="connsiteY158" fmla="*/ 969994 h 1578635"/>
                  <a:gd name="connsiteX159" fmla="*/ 103617 w 976960"/>
                  <a:gd name="connsiteY159" fmla="*/ 964770 h 1578635"/>
                  <a:gd name="connsiteX160" fmla="*/ 97522 w 976960"/>
                  <a:gd name="connsiteY160" fmla="*/ 963029 h 1578635"/>
                  <a:gd name="connsiteX161" fmla="*/ 93168 w 976960"/>
                  <a:gd name="connsiteY161" fmla="*/ 959545 h 1578635"/>
                  <a:gd name="connsiteX162" fmla="*/ 94039 w 976960"/>
                  <a:gd name="connsiteY162" fmla="*/ 949097 h 1578635"/>
                  <a:gd name="connsiteX163" fmla="*/ 97522 w 976960"/>
                  <a:gd name="connsiteY163" fmla="*/ 932553 h 1578635"/>
                  <a:gd name="connsiteX164" fmla="*/ 98393 w 976960"/>
                  <a:gd name="connsiteY164" fmla="*/ 922104 h 1578635"/>
                  <a:gd name="connsiteX165" fmla="*/ 105358 w 976960"/>
                  <a:gd name="connsiteY165" fmla="*/ 922104 h 1578635"/>
                  <a:gd name="connsiteX166" fmla="*/ 125385 w 976960"/>
                  <a:gd name="connsiteY166" fmla="*/ 926458 h 1578635"/>
                  <a:gd name="connsiteX167" fmla="*/ 142800 w 976960"/>
                  <a:gd name="connsiteY167" fmla="*/ 934294 h 1578635"/>
                  <a:gd name="connsiteX168" fmla="*/ 151507 w 976960"/>
                  <a:gd name="connsiteY168" fmla="*/ 934294 h 1578635"/>
                  <a:gd name="connsiteX169" fmla="*/ 159344 w 976960"/>
                  <a:gd name="connsiteY169" fmla="*/ 933424 h 1578635"/>
                  <a:gd name="connsiteX170" fmla="*/ 167180 w 976960"/>
                  <a:gd name="connsiteY170" fmla="*/ 933424 h 1578635"/>
                  <a:gd name="connsiteX171" fmla="*/ 173276 w 976960"/>
                  <a:gd name="connsiteY171" fmla="*/ 939519 h 1578635"/>
                  <a:gd name="connsiteX172" fmla="*/ 183724 w 976960"/>
                  <a:gd name="connsiteY172" fmla="*/ 956933 h 1578635"/>
                  <a:gd name="connsiteX173" fmla="*/ 189819 w 976960"/>
                  <a:gd name="connsiteY173" fmla="*/ 964770 h 1578635"/>
                  <a:gd name="connsiteX174" fmla="*/ 198527 w 976960"/>
                  <a:gd name="connsiteY174" fmla="*/ 970865 h 1578635"/>
                  <a:gd name="connsiteX175" fmla="*/ 207234 w 976960"/>
                  <a:gd name="connsiteY175" fmla="*/ 972606 h 1578635"/>
                  <a:gd name="connsiteX176" fmla="*/ 214200 w 976960"/>
                  <a:gd name="connsiteY176" fmla="*/ 969994 h 1578635"/>
                  <a:gd name="connsiteX177" fmla="*/ 218554 w 976960"/>
                  <a:gd name="connsiteY177" fmla="*/ 964770 h 1578635"/>
                  <a:gd name="connsiteX178" fmla="*/ 224649 w 976960"/>
                  <a:gd name="connsiteY178" fmla="*/ 949968 h 1578635"/>
                  <a:gd name="connsiteX179" fmla="*/ 227261 w 976960"/>
                  <a:gd name="connsiteY179" fmla="*/ 943872 h 1578635"/>
                  <a:gd name="connsiteX180" fmla="*/ 230744 w 976960"/>
                  <a:gd name="connsiteY180" fmla="*/ 940390 h 1578635"/>
                  <a:gd name="connsiteX181" fmla="*/ 235968 w 976960"/>
                  <a:gd name="connsiteY181" fmla="*/ 939519 h 1578635"/>
                  <a:gd name="connsiteX182" fmla="*/ 243805 w 976960"/>
                  <a:gd name="connsiteY182" fmla="*/ 944743 h 1578635"/>
                  <a:gd name="connsiteX183" fmla="*/ 248158 w 976960"/>
                  <a:gd name="connsiteY183" fmla="*/ 947355 h 1578635"/>
                  <a:gd name="connsiteX184" fmla="*/ 282117 w 976960"/>
                  <a:gd name="connsiteY184" fmla="*/ 943002 h 1578635"/>
                  <a:gd name="connsiteX185" fmla="*/ 321300 w 976960"/>
                  <a:gd name="connsiteY185" fmla="*/ 948226 h 1578635"/>
                  <a:gd name="connsiteX186" fmla="*/ 326524 w 976960"/>
                  <a:gd name="connsiteY186" fmla="*/ 945614 h 1578635"/>
                  <a:gd name="connsiteX187" fmla="*/ 332619 w 976960"/>
                  <a:gd name="connsiteY187" fmla="*/ 939519 h 1578635"/>
                  <a:gd name="connsiteX188" fmla="*/ 334361 w 976960"/>
                  <a:gd name="connsiteY188" fmla="*/ 932553 h 1578635"/>
                  <a:gd name="connsiteX189" fmla="*/ 335231 w 976960"/>
                  <a:gd name="connsiteY189" fmla="*/ 922104 h 1578635"/>
                  <a:gd name="connsiteX190" fmla="*/ 313463 w 976960"/>
                  <a:gd name="connsiteY190" fmla="*/ 908172 h 1578635"/>
                  <a:gd name="connsiteX191" fmla="*/ 293436 w 976960"/>
                  <a:gd name="connsiteY191" fmla="*/ 880309 h 1578635"/>
                  <a:gd name="connsiteX192" fmla="*/ 266444 w 976960"/>
                  <a:gd name="connsiteY192" fmla="*/ 855058 h 1578635"/>
                  <a:gd name="connsiteX193" fmla="*/ 243805 w 976960"/>
                  <a:gd name="connsiteY193" fmla="*/ 839385 h 1578635"/>
                  <a:gd name="connsiteX194" fmla="*/ 234227 w 976960"/>
                  <a:gd name="connsiteY194" fmla="*/ 835031 h 1578635"/>
                  <a:gd name="connsiteX195" fmla="*/ 225519 w 976960"/>
                  <a:gd name="connsiteY195" fmla="*/ 829807 h 1578635"/>
                  <a:gd name="connsiteX196" fmla="*/ 213329 w 976960"/>
                  <a:gd name="connsiteY196" fmla="*/ 820229 h 1578635"/>
                  <a:gd name="connsiteX197" fmla="*/ 207234 w 976960"/>
                  <a:gd name="connsiteY197" fmla="*/ 808909 h 1578635"/>
                  <a:gd name="connsiteX198" fmla="*/ 204622 w 976960"/>
                  <a:gd name="connsiteY198" fmla="*/ 800202 h 1578635"/>
                  <a:gd name="connsiteX199" fmla="*/ 204622 w 976960"/>
                  <a:gd name="connsiteY199" fmla="*/ 791495 h 1578635"/>
                  <a:gd name="connsiteX200" fmla="*/ 205493 w 976960"/>
                  <a:gd name="connsiteY200" fmla="*/ 782787 h 1578635"/>
                  <a:gd name="connsiteX201" fmla="*/ 208105 w 976960"/>
                  <a:gd name="connsiteY201" fmla="*/ 774080 h 1578635"/>
                  <a:gd name="connsiteX202" fmla="*/ 220295 w 976960"/>
                  <a:gd name="connsiteY202" fmla="*/ 741863 h 1578635"/>
                  <a:gd name="connsiteX203" fmla="*/ 221166 w 976960"/>
                  <a:gd name="connsiteY203" fmla="*/ 728802 h 1578635"/>
                  <a:gd name="connsiteX204" fmla="*/ 203751 w 976960"/>
                  <a:gd name="connsiteY204" fmla="*/ 701809 h 1578635"/>
                  <a:gd name="connsiteX205" fmla="*/ 167180 w 976960"/>
                  <a:gd name="connsiteY205" fmla="*/ 656531 h 1578635"/>
                  <a:gd name="connsiteX206" fmla="*/ 160215 w 976960"/>
                  <a:gd name="connsiteY206" fmla="*/ 644341 h 1578635"/>
                  <a:gd name="connsiteX207" fmla="*/ 159344 w 976960"/>
                  <a:gd name="connsiteY207" fmla="*/ 637375 h 1578635"/>
                  <a:gd name="connsiteX208" fmla="*/ 160215 w 976960"/>
                  <a:gd name="connsiteY208" fmla="*/ 631280 h 1578635"/>
                  <a:gd name="connsiteX209" fmla="*/ 164568 w 976960"/>
                  <a:gd name="connsiteY209" fmla="*/ 619090 h 1578635"/>
                  <a:gd name="connsiteX210" fmla="*/ 165439 w 976960"/>
                  <a:gd name="connsiteY210" fmla="*/ 611253 h 1578635"/>
                  <a:gd name="connsiteX211" fmla="*/ 164568 w 976960"/>
                  <a:gd name="connsiteY211" fmla="*/ 601675 h 1578635"/>
                  <a:gd name="connsiteX212" fmla="*/ 162827 w 976960"/>
                  <a:gd name="connsiteY212" fmla="*/ 592968 h 1578635"/>
                  <a:gd name="connsiteX213" fmla="*/ 144541 w 976960"/>
                  <a:gd name="connsiteY213" fmla="*/ 537241 h 1578635"/>
                  <a:gd name="connsiteX214" fmla="*/ 140188 w 976960"/>
                  <a:gd name="connsiteY214" fmla="*/ 526792 h 1578635"/>
                  <a:gd name="connsiteX215" fmla="*/ 134093 w 976960"/>
                  <a:gd name="connsiteY215" fmla="*/ 518956 h 1578635"/>
                  <a:gd name="connsiteX216" fmla="*/ 128868 w 976960"/>
                  <a:gd name="connsiteY216" fmla="*/ 511990 h 1578635"/>
                  <a:gd name="connsiteX217" fmla="*/ 121032 w 976960"/>
                  <a:gd name="connsiteY217" fmla="*/ 498058 h 1578635"/>
                  <a:gd name="connsiteX218" fmla="*/ 98393 w 976960"/>
                  <a:gd name="connsiteY218" fmla="*/ 431012 h 1578635"/>
                  <a:gd name="connsiteX219" fmla="*/ 87944 w 976960"/>
                  <a:gd name="connsiteY219" fmla="*/ 392700 h 1578635"/>
                  <a:gd name="connsiteX220" fmla="*/ 85332 w 976960"/>
                  <a:gd name="connsiteY220" fmla="*/ 385734 h 1578635"/>
                  <a:gd name="connsiteX221" fmla="*/ 81849 w 976960"/>
                  <a:gd name="connsiteY221" fmla="*/ 382251 h 1578635"/>
                  <a:gd name="connsiteX222" fmla="*/ 74012 w 976960"/>
                  <a:gd name="connsiteY222" fmla="*/ 372673 h 1578635"/>
                  <a:gd name="connsiteX223" fmla="*/ 69658 w 976960"/>
                  <a:gd name="connsiteY223" fmla="*/ 368319 h 1578635"/>
                  <a:gd name="connsiteX224" fmla="*/ 56598 w 976960"/>
                  <a:gd name="connsiteY224" fmla="*/ 358741 h 1578635"/>
                  <a:gd name="connsiteX225" fmla="*/ 52244 w 976960"/>
                  <a:gd name="connsiteY225" fmla="*/ 353517 h 1578635"/>
                  <a:gd name="connsiteX226" fmla="*/ 49632 w 976960"/>
                  <a:gd name="connsiteY226" fmla="*/ 346551 h 1578635"/>
                  <a:gd name="connsiteX227" fmla="*/ 47890 w 976960"/>
                  <a:gd name="connsiteY227" fmla="*/ 331748 h 1578635"/>
                  <a:gd name="connsiteX228" fmla="*/ 41795 w 976960"/>
                  <a:gd name="connsiteY228" fmla="*/ 296049 h 1578635"/>
                  <a:gd name="connsiteX229" fmla="*/ 39183 w 976960"/>
                  <a:gd name="connsiteY229" fmla="*/ 284729 h 1578635"/>
                  <a:gd name="connsiteX230" fmla="*/ 38312 w 976960"/>
                  <a:gd name="connsiteY230" fmla="*/ 272539 h 1578635"/>
                  <a:gd name="connsiteX231" fmla="*/ 39183 w 976960"/>
                  <a:gd name="connsiteY231" fmla="*/ 262961 h 1578635"/>
                  <a:gd name="connsiteX232" fmla="*/ 41795 w 976960"/>
                  <a:gd name="connsiteY232" fmla="*/ 253383 h 1578635"/>
                  <a:gd name="connsiteX233" fmla="*/ 53115 w 976960"/>
                  <a:gd name="connsiteY233" fmla="*/ 237709 h 1578635"/>
                  <a:gd name="connsiteX234" fmla="*/ 53985 w 976960"/>
                  <a:gd name="connsiteY234" fmla="*/ 231614 h 1578635"/>
                  <a:gd name="connsiteX235" fmla="*/ 53115 w 976960"/>
                  <a:gd name="connsiteY235" fmla="*/ 223778 h 1578635"/>
                  <a:gd name="connsiteX236" fmla="*/ 42666 w 976960"/>
                  <a:gd name="connsiteY236" fmla="*/ 193302 h 1578635"/>
                  <a:gd name="connsiteX237" fmla="*/ 39183 w 976960"/>
                  <a:gd name="connsiteY237" fmla="*/ 185466 h 1578635"/>
                  <a:gd name="connsiteX238" fmla="*/ 33959 w 976960"/>
                  <a:gd name="connsiteY238" fmla="*/ 181112 h 1578635"/>
                  <a:gd name="connsiteX239" fmla="*/ 15673 w 976960"/>
                  <a:gd name="connsiteY239" fmla="*/ 173275 h 1578635"/>
                  <a:gd name="connsiteX240" fmla="*/ 13061 w 976960"/>
                  <a:gd name="connsiteY240" fmla="*/ 169793 h 1578635"/>
                  <a:gd name="connsiteX241" fmla="*/ 9578 w 976960"/>
                  <a:gd name="connsiteY241" fmla="*/ 161956 h 1578635"/>
                  <a:gd name="connsiteX242" fmla="*/ 10449 w 976960"/>
                  <a:gd name="connsiteY242" fmla="*/ 157602 h 1578635"/>
                  <a:gd name="connsiteX243" fmla="*/ 40054 w 976960"/>
                  <a:gd name="connsiteY243" fmla="*/ 151507 h 1578635"/>
                  <a:gd name="connsiteX244" fmla="*/ 121032 w 976960"/>
                  <a:gd name="connsiteY244" fmla="*/ 113195 h 1578635"/>
                  <a:gd name="connsiteX245" fmla="*/ 148024 w 976960"/>
                  <a:gd name="connsiteY245" fmla="*/ 107971 h 1578635"/>
                  <a:gd name="connsiteX246" fmla="*/ 175017 w 976960"/>
                  <a:gd name="connsiteY246" fmla="*/ 114066 h 1578635"/>
                  <a:gd name="connsiteX247" fmla="*/ 188078 w 976960"/>
                  <a:gd name="connsiteY247" fmla="*/ 114066 h 1578635"/>
                  <a:gd name="connsiteX248" fmla="*/ 200268 w 976960"/>
                  <a:gd name="connsiteY248" fmla="*/ 108841 h 1578635"/>
                  <a:gd name="connsiteX249" fmla="*/ 215941 w 976960"/>
                  <a:gd name="connsiteY249" fmla="*/ 95780 h 1578635"/>
                  <a:gd name="connsiteX250" fmla="*/ 242934 w 976960"/>
                  <a:gd name="connsiteY250" fmla="*/ 60080 h 1578635"/>
                  <a:gd name="connsiteX251" fmla="*/ 259478 w 976960"/>
                  <a:gd name="connsiteY251" fmla="*/ 31346 h 1578635"/>
                  <a:gd name="connsiteX252" fmla="*/ 268185 w 976960"/>
                  <a:gd name="connsiteY252" fmla="*/ 22639 h 1578635"/>
                  <a:gd name="connsiteX253" fmla="*/ 294307 w 976960"/>
                  <a:gd name="connsiteY253" fmla="*/ 6095 h 1578635"/>
                  <a:gd name="connsiteX254" fmla="*/ 306497 w 976960"/>
                  <a:gd name="connsiteY254" fmla="*/ 871 h 1578635"/>
                  <a:gd name="connsiteX255" fmla="*/ 316946 w 976960"/>
                  <a:gd name="connsiteY255" fmla="*/ 0 h 1578635"/>
                  <a:gd name="connsiteX256" fmla="*/ 326524 w 976960"/>
                  <a:gd name="connsiteY256" fmla="*/ 1741 h 1578635"/>
                  <a:gd name="connsiteX257" fmla="*/ 332619 w 976960"/>
                  <a:gd name="connsiteY257" fmla="*/ 6095 h 1578635"/>
                  <a:gd name="connsiteX258" fmla="*/ 336973 w 976960"/>
                  <a:gd name="connsiteY258" fmla="*/ 10449 h 1578635"/>
                  <a:gd name="connsiteX259" fmla="*/ 340456 w 976960"/>
                  <a:gd name="connsiteY259" fmla="*/ 17415 h 1578635"/>
                  <a:gd name="connsiteX260" fmla="*/ 358741 w 976960"/>
                  <a:gd name="connsiteY260" fmla="*/ 88815 h 1578635"/>
                  <a:gd name="connsiteX261" fmla="*/ 363966 w 976960"/>
                  <a:gd name="connsiteY261" fmla="*/ 92297 h 1578635"/>
                  <a:gd name="connsiteX262" fmla="*/ 369190 w 976960"/>
                  <a:gd name="connsiteY262" fmla="*/ 92297 h 1578635"/>
                  <a:gd name="connsiteX263" fmla="*/ 376156 w 976960"/>
                  <a:gd name="connsiteY263" fmla="*/ 88815 h 1578635"/>
                  <a:gd name="connsiteX264" fmla="*/ 380510 w 976960"/>
                  <a:gd name="connsiteY264" fmla="*/ 88815 h 1578635"/>
                  <a:gd name="connsiteX265" fmla="*/ 387475 w 976960"/>
                  <a:gd name="connsiteY265" fmla="*/ 89685 h 1578635"/>
                  <a:gd name="connsiteX266" fmla="*/ 394441 w 976960"/>
                  <a:gd name="connsiteY266" fmla="*/ 98393 h 1578635"/>
                  <a:gd name="connsiteX267" fmla="*/ 400536 w 976960"/>
                  <a:gd name="connsiteY267" fmla="*/ 109712 h 1578635"/>
                  <a:gd name="connsiteX268" fmla="*/ 410114 w 976960"/>
                  <a:gd name="connsiteY268" fmla="*/ 137575 h 1578635"/>
                  <a:gd name="connsiteX269" fmla="*/ 415339 w 976960"/>
                  <a:gd name="connsiteY269" fmla="*/ 148024 h 1578635"/>
                  <a:gd name="connsiteX270" fmla="*/ 421434 w 976960"/>
                  <a:gd name="connsiteY270" fmla="*/ 153249 h 1578635"/>
                  <a:gd name="connsiteX271" fmla="*/ 427529 w 976960"/>
                  <a:gd name="connsiteY271" fmla="*/ 152378 h 1578635"/>
                  <a:gd name="connsiteX272" fmla="*/ 439719 w 976960"/>
                  <a:gd name="connsiteY272" fmla="*/ 142800 h 1578635"/>
                  <a:gd name="connsiteX273" fmla="*/ 444073 w 976960"/>
                  <a:gd name="connsiteY273" fmla="*/ 140188 h 1578635"/>
                  <a:gd name="connsiteX274" fmla="*/ 542465 w 976960"/>
                  <a:gd name="connsiteY274" fmla="*/ 164568 h 1578635"/>
                  <a:gd name="connsiteX275" fmla="*/ 572070 w 976960"/>
                  <a:gd name="connsiteY275" fmla="*/ 171534 h 1578635"/>
                  <a:gd name="connsiteX276" fmla="*/ 585131 w 976960"/>
                  <a:gd name="connsiteY276" fmla="*/ 166310 h 1578635"/>
                  <a:gd name="connsiteX277" fmla="*/ 598192 w 976960"/>
                  <a:gd name="connsiteY277" fmla="*/ 154990 h 1578635"/>
                  <a:gd name="connsiteX278" fmla="*/ 608641 w 976960"/>
                  <a:gd name="connsiteY278" fmla="*/ 141929 h 1578635"/>
                  <a:gd name="connsiteX279" fmla="*/ 622573 w 976960"/>
                  <a:gd name="connsiteY279" fmla="*/ 131480 h 1578635"/>
                  <a:gd name="connsiteX280" fmla="*/ 633022 w 976960"/>
                  <a:gd name="connsiteY280" fmla="*/ 127997 h 1578635"/>
                  <a:gd name="connsiteX281" fmla="*/ 641729 w 976960"/>
                  <a:gd name="connsiteY281" fmla="*/ 127127 h 1578635"/>
                  <a:gd name="connsiteX282" fmla="*/ 654790 w 976960"/>
                  <a:gd name="connsiteY282" fmla="*/ 129739 h 1578635"/>
                  <a:gd name="connsiteX283" fmla="*/ 658273 w 976960"/>
                  <a:gd name="connsiteY283" fmla="*/ 130610 h 1578635"/>
                  <a:gd name="connsiteX284" fmla="*/ 664368 w 976960"/>
                  <a:gd name="connsiteY284" fmla="*/ 135834 h 1578635"/>
                  <a:gd name="connsiteX285" fmla="*/ 687007 w 976960"/>
                  <a:gd name="connsiteY285" fmla="*/ 148024 h 1578635"/>
                  <a:gd name="connsiteX286" fmla="*/ 691361 w 976960"/>
                  <a:gd name="connsiteY286" fmla="*/ 154119 h 1578635"/>
                  <a:gd name="connsiteX287" fmla="*/ 695714 w 976960"/>
                  <a:gd name="connsiteY287" fmla="*/ 163697 h 1578635"/>
                  <a:gd name="connsiteX288" fmla="*/ 696585 w 976960"/>
                  <a:gd name="connsiteY288" fmla="*/ 174146 h 1578635"/>
                  <a:gd name="connsiteX289" fmla="*/ 698326 w 976960"/>
                  <a:gd name="connsiteY289" fmla="*/ 183724 h 1578635"/>
                  <a:gd name="connsiteX290" fmla="*/ 700939 w 976960"/>
                  <a:gd name="connsiteY290" fmla="*/ 190690 h 1578635"/>
                  <a:gd name="connsiteX291" fmla="*/ 704422 w 976960"/>
                  <a:gd name="connsiteY291" fmla="*/ 195914 h 1578635"/>
                  <a:gd name="connsiteX292" fmla="*/ 710517 w 976960"/>
                  <a:gd name="connsiteY292" fmla="*/ 200268 h 1578635"/>
                  <a:gd name="connsiteX293" fmla="*/ 727931 w 976960"/>
                  <a:gd name="connsiteY293" fmla="*/ 219424 h 1578635"/>
                  <a:gd name="connsiteX294" fmla="*/ 733156 w 976960"/>
                  <a:gd name="connsiteY294" fmla="*/ 224649 h 1578635"/>
                  <a:gd name="connsiteX295" fmla="*/ 758407 w 976960"/>
                  <a:gd name="connsiteY295" fmla="*/ 237709 h 1578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976960" h="1578635">
                    <a:moveTo>
                      <a:pt x="758407" y="237709"/>
                    </a:moveTo>
                    <a:lnTo>
                      <a:pt x="766243" y="243805"/>
                    </a:lnTo>
                    <a:lnTo>
                      <a:pt x="769726" y="247288"/>
                    </a:lnTo>
                    <a:lnTo>
                      <a:pt x="770597" y="251641"/>
                    </a:lnTo>
                    <a:lnTo>
                      <a:pt x="767114" y="261219"/>
                    </a:lnTo>
                    <a:lnTo>
                      <a:pt x="766243" y="276022"/>
                    </a:lnTo>
                    <a:lnTo>
                      <a:pt x="765373" y="282117"/>
                    </a:lnTo>
                    <a:lnTo>
                      <a:pt x="761019" y="291695"/>
                    </a:lnTo>
                    <a:lnTo>
                      <a:pt x="752312" y="303885"/>
                    </a:lnTo>
                    <a:lnTo>
                      <a:pt x="720095" y="338714"/>
                    </a:lnTo>
                    <a:lnTo>
                      <a:pt x="706163" y="350905"/>
                    </a:lnTo>
                    <a:lnTo>
                      <a:pt x="686136" y="363095"/>
                    </a:lnTo>
                    <a:lnTo>
                      <a:pt x="697456" y="400536"/>
                    </a:lnTo>
                    <a:lnTo>
                      <a:pt x="703551" y="415339"/>
                    </a:lnTo>
                    <a:lnTo>
                      <a:pt x="707034" y="430141"/>
                    </a:lnTo>
                    <a:lnTo>
                      <a:pt x="707904" y="441461"/>
                    </a:lnTo>
                    <a:lnTo>
                      <a:pt x="707904" y="452780"/>
                    </a:lnTo>
                    <a:lnTo>
                      <a:pt x="710517" y="459746"/>
                    </a:lnTo>
                    <a:lnTo>
                      <a:pt x="742734" y="505024"/>
                    </a:lnTo>
                    <a:lnTo>
                      <a:pt x="767114" y="547690"/>
                    </a:lnTo>
                    <a:lnTo>
                      <a:pt x="767114" y="569458"/>
                    </a:lnTo>
                    <a:lnTo>
                      <a:pt x="769726" y="583390"/>
                    </a:lnTo>
                    <a:lnTo>
                      <a:pt x="781046" y="598192"/>
                    </a:lnTo>
                    <a:lnTo>
                      <a:pt x="801073" y="617348"/>
                    </a:lnTo>
                    <a:lnTo>
                      <a:pt x="857670" y="669592"/>
                    </a:lnTo>
                    <a:lnTo>
                      <a:pt x="895982" y="693973"/>
                    </a:lnTo>
                    <a:lnTo>
                      <a:pt x="914268" y="702680"/>
                    </a:lnTo>
                    <a:lnTo>
                      <a:pt x="917751" y="709646"/>
                    </a:lnTo>
                    <a:lnTo>
                      <a:pt x="919492" y="717482"/>
                    </a:lnTo>
                    <a:lnTo>
                      <a:pt x="919492" y="727931"/>
                    </a:lnTo>
                    <a:lnTo>
                      <a:pt x="919492" y="739251"/>
                    </a:lnTo>
                    <a:lnTo>
                      <a:pt x="922104" y="753182"/>
                    </a:lnTo>
                    <a:lnTo>
                      <a:pt x="927329" y="767985"/>
                    </a:lnTo>
                    <a:lnTo>
                      <a:pt x="943002" y="796719"/>
                    </a:lnTo>
                    <a:lnTo>
                      <a:pt x="967382" y="833290"/>
                    </a:lnTo>
                    <a:lnTo>
                      <a:pt x="976960" y="852446"/>
                    </a:lnTo>
                    <a:lnTo>
                      <a:pt x="976090" y="867248"/>
                    </a:lnTo>
                    <a:lnTo>
                      <a:pt x="974348" y="874214"/>
                    </a:lnTo>
                    <a:lnTo>
                      <a:pt x="966511" y="885533"/>
                    </a:lnTo>
                    <a:lnTo>
                      <a:pt x="955192" y="894241"/>
                    </a:lnTo>
                    <a:lnTo>
                      <a:pt x="900336" y="919492"/>
                    </a:lnTo>
                    <a:lnTo>
                      <a:pt x="875956" y="934294"/>
                    </a:lnTo>
                    <a:lnTo>
                      <a:pt x="846351" y="963029"/>
                    </a:lnTo>
                    <a:lnTo>
                      <a:pt x="831548" y="968253"/>
                    </a:lnTo>
                    <a:lnTo>
                      <a:pt x="823712" y="969124"/>
                    </a:lnTo>
                    <a:lnTo>
                      <a:pt x="794977" y="966512"/>
                    </a:lnTo>
                    <a:lnTo>
                      <a:pt x="788882" y="964770"/>
                    </a:lnTo>
                    <a:lnTo>
                      <a:pt x="782787" y="964770"/>
                    </a:lnTo>
                    <a:lnTo>
                      <a:pt x="779304" y="968253"/>
                    </a:lnTo>
                    <a:lnTo>
                      <a:pt x="780175" y="976960"/>
                    </a:lnTo>
                    <a:lnTo>
                      <a:pt x="782787" y="983926"/>
                    </a:lnTo>
                    <a:lnTo>
                      <a:pt x="800202" y="1017885"/>
                    </a:lnTo>
                    <a:lnTo>
                      <a:pt x="804556" y="1030075"/>
                    </a:lnTo>
                    <a:lnTo>
                      <a:pt x="806297" y="1043136"/>
                    </a:lnTo>
                    <a:lnTo>
                      <a:pt x="805426" y="1055326"/>
                    </a:lnTo>
                    <a:lnTo>
                      <a:pt x="801073" y="1066646"/>
                    </a:lnTo>
                    <a:lnTo>
                      <a:pt x="769726" y="1122372"/>
                    </a:lnTo>
                    <a:lnTo>
                      <a:pt x="744475" y="1187677"/>
                    </a:lnTo>
                    <a:lnTo>
                      <a:pt x="742734" y="1194643"/>
                    </a:lnTo>
                    <a:lnTo>
                      <a:pt x="745346" y="1214670"/>
                    </a:lnTo>
                    <a:lnTo>
                      <a:pt x="745346" y="1221636"/>
                    </a:lnTo>
                    <a:lnTo>
                      <a:pt x="741863" y="1228602"/>
                    </a:lnTo>
                    <a:lnTo>
                      <a:pt x="734897" y="1232085"/>
                    </a:lnTo>
                    <a:lnTo>
                      <a:pt x="731414" y="1238179"/>
                    </a:lnTo>
                    <a:lnTo>
                      <a:pt x="721836" y="1259948"/>
                    </a:lnTo>
                    <a:lnTo>
                      <a:pt x="715741" y="1266914"/>
                    </a:lnTo>
                    <a:lnTo>
                      <a:pt x="709646" y="1273009"/>
                    </a:lnTo>
                    <a:lnTo>
                      <a:pt x="679170" y="1291294"/>
                    </a:lnTo>
                    <a:lnTo>
                      <a:pt x="672204" y="1298260"/>
                    </a:lnTo>
                    <a:lnTo>
                      <a:pt x="666980" y="1307838"/>
                    </a:lnTo>
                    <a:lnTo>
                      <a:pt x="664368" y="1320899"/>
                    </a:lnTo>
                    <a:lnTo>
                      <a:pt x="671334" y="1406231"/>
                    </a:lnTo>
                    <a:lnTo>
                      <a:pt x="669592" y="1452379"/>
                    </a:lnTo>
                    <a:lnTo>
                      <a:pt x="655661" y="1574282"/>
                    </a:lnTo>
                    <a:lnTo>
                      <a:pt x="655661" y="1576023"/>
                    </a:lnTo>
                    <a:lnTo>
                      <a:pt x="648695" y="1576023"/>
                    </a:lnTo>
                    <a:lnTo>
                      <a:pt x="639117" y="1574282"/>
                    </a:lnTo>
                    <a:lnTo>
                      <a:pt x="627797" y="1576023"/>
                    </a:lnTo>
                    <a:lnTo>
                      <a:pt x="619961" y="1575152"/>
                    </a:lnTo>
                    <a:lnTo>
                      <a:pt x="612124" y="1572540"/>
                    </a:lnTo>
                    <a:lnTo>
                      <a:pt x="597322" y="1562962"/>
                    </a:lnTo>
                    <a:lnTo>
                      <a:pt x="593839" y="1562962"/>
                    </a:lnTo>
                    <a:lnTo>
                      <a:pt x="580778" y="1564704"/>
                    </a:lnTo>
                    <a:lnTo>
                      <a:pt x="567717" y="1562962"/>
                    </a:lnTo>
                    <a:lnTo>
                      <a:pt x="537241" y="1571670"/>
                    </a:lnTo>
                    <a:lnTo>
                      <a:pt x="518956" y="1572540"/>
                    </a:lnTo>
                    <a:lnTo>
                      <a:pt x="492834" y="1578635"/>
                    </a:lnTo>
                    <a:lnTo>
                      <a:pt x="488480" y="1578635"/>
                    </a:lnTo>
                    <a:lnTo>
                      <a:pt x="476290" y="1573411"/>
                    </a:lnTo>
                    <a:lnTo>
                      <a:pt x="471936" y="1572540"/>
                    </a:lnTo>
                    <a:lnTo>
                      <a:pt x="458875" y="1575152"/>
                    </a:lnTo>
                    <a:lnTo>
                      <a:pt x="454522" y="1575152"/>
                    </a:lnTo>
                    <a:lnTo>
                      <a:pt x="441461" y="1569928"/>
                    </a:lnTo>
                    <a:lnTo>
                      <a:pt x="437107" y="1569928"/>
                    </a:lnTo>
                    <a:lnTo>
                      <a:pt x="424046" y="1574282"/>
                    </a:lnTo>
                    <a:lnTo>
                      <a:pt x="417080" y="1572540"/>
                    </a:lnTo>
                    <a:lnTo>
                      <a:pt x="394441" y="1555126"/>
                    </a:lnTo>
                    <a:lnTo>
                      <a:pt x="384863" y="1551643"/>
                    </a:lnTo>
                    <a:lnTo>
                      <a:pt x="376156" y="1549031"/>
                    </a:lnTo>
                    <a:lnTo>
                      <a:pt x="367449" y="1549031"/>
                    </a:lnTo>
                    <a:lnTo>
                      <a:pt x="357870" y="1549901"/>
                    </a:lnTo>
                    <a:lnTo>
                      <a:pt x="343068" y="1552513"/>
                    </a:lnTo>
                    <a:lnTo>
                      <a:pt x="296049" y="1549901"/>
                    </a:lnTo>
                    <a:lnTo>
                      <a:pt x="290824" y="1550772"/>
                    </a:lnTo>
                    <a:lnTo>
                      <a:pt x="279505" y="1554255"/>
                    </a:lnTo>
                    <a:lnTo>
                      <a:pt x="273410" y="1555126"/>
                    </a:lnTo>
                    <a:lnTo>
                      <a:pt x="247288" y="1548160"/>
                    </a:lnTo>
                    <a:lnTo>
                      <a:pt x="238580" y="1550772"/>
                    </a:lnTo>
                    <a:lnTo>
                      <a:pt x="235968" y="1548160"/>
                    </a:lnTo>
                    <a:lnTo>
                      <a:pt x="217683" y="1525521"/>
                    </a:lnTo>
                    <a:lnTo>
                      <a:pt x="213329" y="1522038"/>
                    </a:lnTo>
                    <a:lnTo>
                      <a:pt x="207234" y="1522038"/>
                    </a:lnTo>
                    <a:lnTo>
                      <a:pt x="202880" y="1525521"/>
                    </a:lnTo>
                    <a:lnTo>
                      <a:pt x="193302" y="1534228"/>
                    </a:lnTo>
                    <a:lnTo>
                      <a:pt x="188078" y="1534228"/>
                    </a:lnTo>
                    <a:lnTo>
                      <a:pt x="161956" y="1528133"/>
                    </a:lnTo>
                    <a:lnTo>
                      <a:pt x="144541" y="1518555"/>
                    </a:lnTo>
                    <a:lnTo>
                      <a:pt x="140188" y="1515072"/>
                    </a:lnTo>
                    <a:lnTo>
                      <a:pt x="134963" y="1506365"/>
                    </a:lnTo>
                    <a:lnTo>
                      <a:pt x="131480" y="1502011"/>
                    </a:lnTo>
                    <a:lnTo>
                      <a:pt x="121902" y="1496787"/>
                    </a:lnTo>
                    <a:lnTo>
                      <a:pt x="109712" y="1494175"/>
                    </a:lnTo>
                    <a:lnTo>
                      <a:pt x="97522" y="1494175"/>
                    </a:lnTo>
                    <a:lnTo>
                      <a:pt x="87944" y="1495045"/>
                    </a:lnTo>
                    <a:lnTo>
                      <a:pt x="68788" y="1506365"/>
                    </a:lnTo>
                    <a:lnTo>
                      <a:pt x="60080" y="1506365"/>
                    </a:lnTo>
                    <a:lnTo>
                      <a:pt x="56598" y="1495045"/>
                    </a:lnTo>
                    <a:lnTo>
                      <a:pt x="58339" y="1480243"/>
                    </a:lnTo>
                    <a:lnTo>
                      <a:pt x="55727" y="1474148"/>
                    </a:lnTo>
                    <a:lnTo>
                      <a:pt x="50502" y="1470665"/>
                    </a:lnTo>
                    <a:lnTo>
                      <a:pt x="40054" y="1465440"/>
                    </a:lnTo>
                    <a:lnTo>
                      <a:pt x="38312" y="1461087"/>
                    </a:lnTo>
                    <a:lnTo>
                      <a:pt x="38312" y="1448026"/>
                    </a:lnTo>
                    <a:lnTo>
                      <a:pt x="34829" y="1437577"/>
                    </a:lnTo>
                    <a:lnTo>
                      <a:pt x="30476" y="1427128"/>
                    </a:lnTo>
                    <a:lnTo>
                      <a:pt x="27863" y="1415809"/>
                    </a:lnTo>
                    <a:lnTo>
                      <a:pt x="23510" y="1407972"/>
                    </a:lnTo>
                    <a:lnTo>
                      <a:pt x="6095" y="1394911"/>
                    </a:lnTo>
                    <a:lnTo>
                      <a:pt x="0" y="1388816"/>
                    </a:lnTo>
                    <a:lnTo>
                      <a:pt x="13061" y="1296519"/>
                    </a:lnTo>
                    <a:lnTo>
                      <a:pt x="16544" y="1288682"/>
                    </a:lnTo>
                    <a:lnTo>
                      <a:pt x="73141" y="1211187"/>
                    </a:lnTo>
                    <a:lnTo>
                      <a:pt x="87944" y="1197255"/>
                    </a:lnTo>
                    <a:lnTo>
                      <a:pt x="90556" y="1194643"/>
                    </a:lnTo>
                    <a:lnTo>
                      <a:pt x="94910" y="1183324"/>
                    </a:lnTo>
                    <a:lnTo>
                      <a:pt x="95780" y="1165909"/>
                    </a:lnTo>
                    <a:lnTo>
                      <a:pt x="93168" y="1147623"/>
                    </a:lnTo>
                    <a:lnTo>
                      <a:pt x="87944" y="1137175"/>
                    </a:lnTo>
                    <a:lnTo>
                      <a:pt x="80978" y="1126726"/>
                    </a:lnTo>
                    <a:lnTo>
                      <a:pt x="67046" y="1082319"/>
                    </a:lnTo>
                    <a:lnTo>
                      <a:pt x="67046" y="1074482"/>
                    </a:lnTo>
                    <a:lnTo>
                      <a:pt x="69658" y="1068387"/>
                    </a:lnTo>
                    <a:lnTo>
                      <a:pt x="77495" y="1057938"/>
                    </a:lnTo>
                    <a:lnTo>
                      <a:pt x="90556" y="1022238"/>
                    </a:lnTo>
                    <a:lnTo>
                      <a:pt x="94910" y="1006565"/>
                    </a:lnTo>
                    <a:lnTo>
                      <a:pt x="98393" y="999599"/>
                    </a:lnTo>
                    <a:lnTo>
                      <a:pt x="104488" y="984797"/>
                    </a:lnTo>
                    <a:lnTo>
                      <a:pt x="107100" y="976090"/>
                    </a:lnTo>
                    <a:lnTo>
                      <a:pt x="107100" y="969994"/>
                    </a:lnTo>
                    <a:lnTo>
                      <a:pt x="103617" y="964770"/>
                    </a:lnTo>
                    <a:lnTo>
                      <a:pt x="97522" y="963029"/>
                    </a:lnTo>
                    <a:lnTo>
                      <a:pt x="93168" y="959545"/>
                    </a:lnTo>
                    <a:lnTo>
                      <a:pt x="94039" y="949097"/>
                    </a:lnTo>
                    <a:lnTo>
                      <a:pt x="97522" y="932553"/>
                    </a:lnTo>
                    <a:lnTo>
                      <a:pt x="98393" y="922104"/>
                    </a:lnTo>
                    <a:lnTo>
                      <a:pt x="105358" y="922104"/>
                    </a:lnTo>
                    <a:lnTo>
                      <a:pt x="125385" y="926458"/>
                    </a:lnTo>
                    <a:lnTo>
                      <a:pt x="142800" y="934294"/>
                    </a:lnTo>
                    <a:lnTo>
                      <a:pt x="151507" y="934294"/>
                    </a:lnTo>
                    <a:lnTo>
                      <a:pt x="159344" y="933424"/>
                    </a:lnTo>
                    <a:lnTo>
                      <a:pt x="167180" y="933424"/>
                    </a:lnTo>
                    <a:lnTo>
                      <a:pt x="173276" y="939519"/>
                    </a:lnTo>
                    <a:lnTo>
                      <a:pt x="183724" y="956933"/>
                    </a:lnTo>
                    <a:lnTo>
                      <a:pt x="189819" y="964770"/>
                    </a:lnTo>
                    <a:lnTo>
                      <a:pt x="198527" y="970865"/>
                    </a:lnTo>
                    <a:lnTo>
                      <a:pt x="207234" y="972606"/>
                    </a:lnTo>
                    <a:lnTo>
                      <a:pt x="214200" y="969994"/>
                    </a:lnTo>
                    <a:lnTo>
                      <a:pt x="218554" y="964770"/>
                    </a:lnTo>
                    <a:lnTo>
                      <a:pt x="224649" y="949968"/>
                    </a:lnTo>
                    <a:lnTo>
                      <a:pt x="227261" y="943872"/>
                    </a:lnTo>
                    <a:lnTo>
                      <a:pt x="230744" y="940390"/>
                    </a:lnTo>
                    <a:lnTo>
                      <a:pt x="235968" y="939519"/>
                    </a:lnTo>
                    <a:lnTo>
                      <a:pt x="243805" y="944743"/>
                    </a:lnTo>
                    <a:lnTo>
                      <a:pt x="248158" y="947355"/>
                    </a:lnTo>
                    <a:lnTo>
                      <a:pt x="282117" y="943002"/>
                    </a:lnTo>
                    <a:lnTo>
                      <a:pt x="321300" y="948226"/>
                    </a:lnTo>
                    <a:lnTo>
                      <a:pt x="326524" y="945614"/>
                    </a:lnTo>
                    <a:lnTo>
                      <a:pt x="332619" y="939519"/>
                    </a:lnTo>
                    <a:lnTo>
                      <a:pt x="334361" y="932553"/>
                    </a:lnTo>
                    <a:lnTo>
                      <a:pt x="335231" y="922104"/>
                    </a:lnTo>
                    <a:lnTo>
                      <a:pt x="313463" y="908172"/>
                    </a:lnTo>
                    <a:lnTo>
                      <a:pt x="293436" y="880309"/>
                    </a:lnTo>
                    <a:lnTo>
                      <a:pt x="266444" y="855058"/>
                    </a:lnTo>
                    <a:lnTo>
                      <a:pt x="243805" y="839385"/>
                    </a:lnTo>
                    <a:lnTo>
                      <a:pt x="234227" y="835031"/>
                    </a:lnTo>
                    <a:lnTo>
                      <a:pt x="225519" y="829807"/>
                    </a:lnTo>
                    <a:lnTo>
                      <a:pt x="213329" y="820229"/>
                    </a:lnTo>
                    <a:lnTo>
                      <a:pt x="207234" y="808909"/>
                    </a:lnTo>
                    <a:lnTo>
                      <a:pt x="204622" y="800202"/>
                    </a:lnTo>
                    <a:lnTo>
                      <a:pt x="204622" y="791495"/>
                    </a:lnTo>
                    <a:lnTo>
                      <a:pt x="205493" y="782787"/>
                    </a:lnTo>
                    <a:lnTo>
                      <a:pt x="208105" y="774080"/>
                    </a:lnTo>
                    <a:lnTo>
                      <a:pt x="220295" y="741863"/>
                    </a:lnTo>
                    <a:lnTo>
                      <a:pt x="221166" y="728802"/>
                    </a:lnTo>
                    <a:lnTo>
                      <a:pt x="203751" y="701809"/>
                    </a:lnTo>
                    <a:lnTo>
                      <a:pt x="167180" y="656531"/>
                    </a:lnTo>
                    <a:lnTo>
                      <a:pt x="160215" y="644341"/>
                    </a:lnTo>
                    <a:lnTo>
                      <a:pt x="159344" y="637375"/>
                    </a:lnTo>
                    <a:lnTo>
                      <a:pt x="160215" y="631280"/>
                    </a:lnTo>
                    <a:lnTo>
                      <a:pt x="164568" y="619090"/>
                    </a:lnTo>
                    <a:lnTo>
                      <a:pt x="165439" y="611253"/>
                    </a:lnTo>
                    <a:lnTo>
                      <a:pt x="164568" y="601675"/>
                    </a:lnTo>
                    <a:lnTo>
                      <a:pt x="162827" y="592968"/>
                    </a:lnTo>
                    <a:lnTo>
                      <a:pt x="144541" y="537241"/>
                    </a:lnTo>
                    <a:lnTo>
                      <a:pt x="140188" y="526792"/>
                    </a:lnTo>
                    <a:lnTo>
                      <a:pt x="134093" y="518956"/>
                    </a:lnTo>
                    <a:lnTo>
                      <a:pt x="128868" y="511990"/>
                    </a:lnTo>
                    <a:lnTo>
                      <a:pt x="121032" y="498058"/>
                    </a:lnTo>
                    <a:lnTo>
                      <a:pt x="98393" y="431012"/>
                    </a:lnTo>
                    <a:lnTo>
                      <a:pt x="87944" y="392700"/>
                    </a:lnTo>
                    <a:lnTo>
                      <a:pt x="85332" y="385734"/>
                    </a:lnTo>
                    <a:lnTo>
                      <a:pt x="81849" y="382251"/>
                    </a:lnTo>
                    <a:lnTo>
                      <a:pt x="74012" y="372673"/>
                    </a:lnTo>
                    <a:lnTo>
                      <a:pt x="69658" y="368319"/>
                    </a:lnTo>
                    <a:lnTo>
                      <a:pt x="56598" y="358741"/>
                    </a:lnTo>
                    <a:lnTo>
                      <a:pt x="52244" y="353517"/>
                    </a:lnTo>
                    <a:lnTo>
                      <a:pt x="49632" y="346551"/>
                    </a:lnTo>
                    <a:lnTo>
                      <a:pt x="47890" y="331748"/>
                    </a:lnTo>
                    <a:lnTo>
                      <a:pt x="41795" y="296049"/>
                    </a:lnTo>
                    <a:lnTo>
                      <a:pt x="39183" y="284729"/>
                    </a:lnTo>
                    <a:lnTo>
                      <a:pt x="38312" y="272539"/>
                    </a:lnTo>
                    <a:lnTo>
                      <a:pt x="39183" y="262961"/>
                    </a:lnTo>
                    <a:lnTo>
                      <a:pt x="41795" y="253383"/>
                    </a:lnTo>
                    <a:lnTo>
                      <a:pt x="53115" y="237709"/>
                    </a:lnTo>
                    <a:lnTo>
                      <a:pt x="53985" y="231614"/>
                    </a:lnTo>
                    <a:lnTo>
                      <a:pt x="53115" y="223778"/>
                    </a:lnTo>
                    <a:lnTo>
                      <a:pt x="42666" y="193302"/>
                    </a:lnTo>
                    <a:lnTo>
                      <a:pt x="39183" y="185466"/>
                    </a:lnTo>
                    <a:lnTo>
                      <a:pt x="33959" y="181112"/>
                    </a:lnTo>
                    <a:lnTo>
                      <a:pt x="15673" y="173275"/>
                    </a:lnTo>
                    <a:lnTo>
                      <a:pt x="13061" y="169793"/>
                    </a:lnTo>
                    <a:lnTo>
                      <a:pt x="9578" y="161956"/>
                    </a:lnTo>
                    <a:lnTo>
                      <a:pt x="10449" y="157602"/>
                    </a:lnTo>
                    <a:lnTo>
                      <a:pt x="40054" y="151507"/>
                    </a:lnTo>
                    <a:lnTo>
                      <a:pt x="121032" y="113195"/>
                    </a:lnTo>
                    <a:lnTo>
                      <a:pt x="148024" y="107971"/>
                    </a:lnTo>
                    <a:lnTo>
                      <a:pt x="175017" y="114066"/>
                    </a:lnTo>
                    <a:lnTo>
                      <a:pt x="188078" y="114066"/>
                    </a:lnTo>
                    <a:lnTo>
                      <a:pt x="200268" y="108841"/>
                    </a:lnTo>
                    <a:lnTo>
                      <a:pt x="215941" y="95780"/>
                    </a:lnTo>
                    <a:lnTo>
                      <a:pt x="242934" y="60080"/>
                    </a:lnTo>
                    <a:lnTo>
                      <a:pt x="259478" y="31346"/>
                    </a:lnTo>
                    <a:lnTo>
                      <a:pt x="268185" y="22639"/>
                    </a:lnTo>
                    <a:lnTo>
                      <a:pt x="294307" y="6095"/>
                    </a:lnTo>
                    <a:lnTo>
                      <a:pt x="306497" y="871"/>
                    </a:lnTo>
                    <a:lnTo>
                      <a:pt x="316946" y="0"/>
                    </a:lnTo>
                    <a:lnTo>
                      <a:pt x="326524" y="1741"/>
                    </a:lnTo>
                    <a:lnTo>
                      <a:pt x="332619" y="6095"/>
                    </a:lnTo>
                    <a:lnTo>
                      <a:pt x="336973" y="10449"/>
                    </a:lnTo>
                    <a:lnTo>
                      <a:pt x="340456" y="17415"/>
                    </a:lnTo>
                    <a:lnTo>
                      <a:pt x="358741" y="88815"/>
                    </a:lnTo>
                    <a:lnTo>
                      <a:pt x="363966" y="92297"/>
                    </a:lnTo>
                    <a:lnTo>
                      <a:pt x="369190" y="92297"/>
                    </a:lnTo>
                    <a:lnTo>
                      <a:pt x="376156" y="88815"/>
                    </a:lnTo>
                    <a:lnTo>
                      <a:pt x="380510" y="88815"/>
                    </a:lnTo>
                    <a:lnTo>
                      <a:pt x="387475" y="89685"/>
                    </a:lnTo>
                    <a:lnTo>
                      <a:pt x="394441" y="98393"/>
                    </a:lnTo>
                    <a:lnTo>
                      <a:pt x="400536" y="109712"/>
                    </a:lnTo>
                    <a:lnTo>
                      <a:pt x="410114" y="137575"/>
                    </a:lnTo>
                    <a:lnTo>
                      <a:pt x="415339" y="148024"/>
                    </a:lnTo>
                    <a:lnTo>
                      <a:pt x="421434" y="153249"/>
                    </a:lnTo>
                    <a:lnTo>
                      <a:pt x="427529" y="152378"/>
                    </a:lnTo>
                    <a:lnTo>
                      <a:pt x="439719" y="142800"/>
                    </a:lnTo>
                    <a:lnTo>
                      <a:pt x="444073" y="140188"/>
                    </a:lnTo>
                    <a:lnTo>
                      <a:pt x="542465" y="164568"/>
                    </a:lnTo>
                    <a:lnTo>
                      <a:pt x="572070" y="171534"/>
                    </a:lnTo>
                    <a:lnTo>
                      <a:pt x="585131" y="166310"/>
                    </a:lnTo>
                    <a:lnTo>
                      <a:pt x="598192" y="154990"/>
                    </a:lnTo>
                    <a:lnTo>
                      <a:pt x="608641" y="141929"/>
                    </a:lnTo>
                    <a:lnTo>
                      <a:pt x="622573" y="131480"/>
                    </a:lnTo>
                    <a:lnTo>
                      <a:pt x="633022" y="127997"/>
                    </a:lnTo>
                    <a:lnTo>
                      <a:pt x="641729" y="127127"/>
                    </a:lnTo>
                    <a:lnTo>
                      <a:pt x="654790" y="129739"/>
                    </a:lnTo>
                    <a:lnTo>
                      <a:pt x="658273" y="130610"/>
                    </a:lnTo>
                    <a:lnTo>
                      <a:pt x="664368" y="135834"/>
                    </a:lnTo>
                    <a:lnTo>
                      <a:pt x="687007" y="148024"/>
                    </a:lnTo>
                    <a:lnTo>
                      <a:pt x="691361" y="154119"/>
                    </a:lnTo>
                    <a:lnTo>
                      <a:pt x="695714" y="163697"/>
                    </a:lnTo>
                    <a:lnTo>
                      <a:pt x="696585" y="174146"/>
                    </a:lnTo>
                    <a:lnTo>
                      <a:pt x="698326" y="183724"/>
                    </a:lnTo>
                    <a:lnTo>
                      <a:pt x="700939" y="190690"/>
                    </a:lnTo>
                    <a:lnTo>
                      <a:pt x="704422" y="195914"/>
                    </a:lnTo>
                    <a:lnTo>
                      <a:pt x="710517" y="200268"/>
                    </a:lnTo>
                    <a:lnTo>
                      <a:pt x="727931" y="219424"/>
                    </a:lnTo>
                    <a:lnTo>
                      <a:pt x="733156" y="224649"/>
                    </a:lnTo>
                    <a:lnTo>
                      <a:pt x="758407" y="237709"/>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3" name="Freeform: Shape 62">
                <a:extLst>
                  <a:ext uri="{FF2B5EF4-FFF2-40B4-BE49-F238E27FC236}">
                    <a16:creationId xmlns:a16="http://schemas.microsoft.com/office/drawing/2014/main" id="{F25CED0B-1369-6980-2EFE-60C3B53EE815}"/>
                  </a:ext>
                </a:extLst>
              </p:cNvPr>
              <p:cNvSpPr>
                <a:spLocks/>
              </p:cNvSpPr>
              <p:nvPr/>
            </p:nvSpPr>
            <p:spPr>
              <a:xfrm>
                <a:off x="6552499" y="1703798"/>
                <a:ext cx="1601274" cy="1635232"/>
              </a:xfrm>
              <a:custGeom>
                <a:avLst/>
                <a:gdLst>
                  <a:gd name="connsiteX0" fmla="*/ 1556867 w 1601274"/>
                  <a:gd name="connsiteY0" fmla="*/ 747958 h 1635232"/>
                  <a:gd name="connsiteX1" fmla="*/ 1541194 w 1601274"/>
                  <a:gd name="connsiteY1" fmla="*/ 757536 h 1635232"/>
                  <a:gd name="connsiteX2" fmla="*/ 1524650 w 1601274"/>
                  <a:gd name="connsiteY2" fmla="*/ 767114 h 1635232"/>
                  <a:gd name="connsiteX3" fmla="*/ 1512460 w 1601274"/>
                  <a:gd name="connsiteY3" fmla="*/ 777563 h 1635232"/>
                  <a:gd name="connsiteX4" fmla="*/ 1502011 w 1601274"/>
                  <a:gd name="connsiteY4" fmla="*/ 789753 h 1635232"/>
                  <a:gd name="connsiteX5" fmla="*/ 1499399 w 1601274"/>
                  <a:gd name="connsiteY5" fmla="*/ 793236 h 1635232"/>
                  <a:gd name="connsiteX6" fmla="*/ 1495045 w 1601274"/>
                  <a:gd name="connsiteY6" fmla="*/ 807168 h 1635232"/>
                  <a:gd name="connsiteX7" fmla="*/ 1491562 w 1601274"/>
                  <a:gd name="connsiteY7" fmla="*/ 825453 h 1635232"/>
                  <a:gd name="connsiteX8" fmla="*/ 1486338 w 1601274"/>
                  <a:gd name="connsiteY8" fmla="*/ 838514 h 1635232"/>
                  <a:gd name="connsiteX9" fmla="*/ 1474148 w 1601274"/>
                  <a:gd name="connsiteY9" fmla="*/ 852446 h 1635232"/>
                  <a:gd name="connsiteX10" fmla="*/ 1468924 w 1601274"/>
                  <a:gd name="connsiteY10" fmla="*/ 857670 h 1635232"/>
                  <a:gd name="connsiteX11" fmla="*/ 1456733 w 1601274"/>
                  <a:gd name="connsiteY11" fmla="*/ 869860 h 1635232"/>
                  <a:gd name="connsiteX12" fmla="*/ 1448897 w 1601274"/>
                  <a:gd name="connsiteY12" fmla="*/ 880309 h 1635232"/>
                  <a:gd name="connsiteX13" fmla="*/ 1448026 w 1601274"/>
                  <a:gd name="connsiteY13" fmla="*/ 886404 h 1635232"/>
                  <a:gd name="connsiteX14" fmla="*/ 1435836 w 1601274"/>
                  <a:gd name="connsiteY14" fmla="*/ 902948 h 1635232"/>
                  <a:gd name="connsiteX15" fmla="*/ 1424516 w 1601274"/>
                  <a:gd name="connsiteY15" fmla="*/ 914268 h 1635232"/>
                  <a:gd name="connsiteX16" fmla="*/ 1419292 w 1601274"/>
                  <a:gd name="connsiteY16" fmla="*/ 924716 h 1635232"/>
                  <a:gd name="connsiteX17" fmla="*/ 1417550 w 1601274"/>
                  <a:gd name="connsiteY17" fmla="*/ 932553 h 1635232"/>
                  <a:gd name="connsiteX18" fmla="*/ 1416680 w 1601274"/>
                  <a:gd name="connsiteY18" fmla="*/ 939519 h 1635232"/>
                  <a:gd name="connsiteX19" fmla="*/ 1418421 w 1601274"/>
                  <a:gd name="connsiteY19" fmla="*/ 945614 h 1635232"/>
                  <a:gd name="connsiteX20" fmla="*/ 1421904 w 1601274"/>
                  <a:gd name="connsiteY20" fmla="*/ 952580 h 1635232"/>
                  <a:gd name="connsiteX21" fmla="*/ 1426257 w 1601274"/>
                  <a:gd name="connsiteY21" fmla="*/ 956063 h 1635232"/>
                  <a:gd name="connsiteX22" fmla="*/ 1441060 w 1601274"/>
                  <a:gd name="connsiteY22" fmla="*/ 965641 h 1635232"/>
                  <a:gd name="connsiteX23" fmla="*/ 1463699 w 1601274"/>
                  <a:gd name="connsiteY23" fmla="*/ 975219 h 1635232"/>
                  <a:gd name="connsiteX24" fmla="*/ 1485467 w 1601274"/>
                  <a:gd name="connsiteY24" fmla="*/ 982185 h 1635232"/>
                  <a:gd name="connsiteX25" fmla="*/ 1520297 w 1601274"/>
                  <a:gd name="connsiteY25" fmla="*/ 998729 h 1635232"/>
                  <a:gd name="connsiteX26" fmla="*/ 1540323 w 1601274"/>
                  <a:gd name="connsiteY26" fmla="*/ 1004824 h 1635232"/>
                  <a:gd name="connsiteX27" fmla="*/ 1562092 w 1601274"/>
                  <a:gd name="connsiteY27" fmla="*/ 1015272 h 1635232"/>
                  <a:gd name="connsiteX28" fmla="*/ 1583860 w 1601274"/>
                  <a:gd name="connsiteY28" fmla="*/ 1027463 h 1635232"/>
                  <a:gd name="connsiteX29" fmla="*/ 1591696 w 1601274"/>
                  <a:gd name="connsiteY29" fmla="*/ 1034429 h 1635232"/>
                  <a:gd name="connsiteX30" fmla="*/ 1601275 w 1601274"/>
                  <a:gd name="connsiteY30" fmla="*/ 1045748 h 1635232"/>
                  <a:gd name="connsiteX31" fmla="*/ 1578635 w 1601274"/>
                  <a:gd name="connsiteY31" fmla="*/ 1063163 h 1635232"/>
                  <a:gd name="connsiteX32" fmla="*/ 1569928 w 1601274"/>
                  <a:gd name="connsiteY32" fmla="*/ 1068387 h 1635232"/>
                  <a:gd name="connsiteX33" fmla="*/ 1560350 w 1601274"/>
                  <a:gd name="connsiteY33" fmla="*/ 1069258 h 1635232"/>
                  <a:gd name="connsiteX34" fmla="*/ 1545548 w 1601274"/>
                  <a:gd name="connsiteY34" fmla="*/ 1066646 h 1635232"/>
                  <a:gd name="connsiteX35" fmla="*/ 1540323 w 1601274"/>
                  <a:gd name="connsiteY35" fmla="*/ 1065775 h 1635232"/>
                  <a:gd name="connsiteX36" fmla="*/ 1535099 w 1601274"/>
                  <a:gd name="connsiteY36" fmla="*/ 1067516 h 1635232"/>
                  <a:gd name="connsiteX37" fmla="*/ 1529875 w 1601274"/>
                  <a:gd name="connsiteY37" fmla="*/ 1070129 h 1635232"/>
                  <a:gd name="connsiteX38" fmla="*/ 1524650 w 1601274"/>
                  <a:gd name="connsiteY38" fmla="*/ 1077965 h 1635232"/>
                  <a:gd name="connsiteX39" fmla="*/ 1515943 w 1601274"/>
                  <a:gd name="connsiteY39" fmla="*/ 1102346 h 1635232"/>
                  <a:gd name="connsiteX40" fmla="*/ 1508106 w 1601274"/>
                  <a:gd name="connsiteY40" fmla="*/ 1117148 h 1635232"/>
                  <a:gd name="connsiteX41" fmla="*/ 1504623 w 1601274"/>
                  <a:gd name="connsiteY41" fmla="*/ 1122372 h 1635232"/>
                  <a:gd name="connsiteX42" fmla="*/ 1494175 w 1601274"/>
                  <a:gd name="connsiteY42" fmla="*/ 1134563 h 1635232"/>
                  <a:gd name="connsiteX43" fmla="*/ 1481985 w 1601274"/>
                  <a:gd name="connsiteY43" fmla="*/ 1145011 h 1635232"/>
                  <a:gd name="connsiteX44" fmla="*/ 1477631 w 1601274"/>
                  <a:gd name="connsiteY44" fmla="*/ 1148494 h 1635232"/>
                  <a:gd name="connsiteX45" fmla="*/ 1464570 w 1601274"/>
                  <a:gd name="connsiteY45" fmla="*/ 1153719 h 1635232"/>
                  <a:gd name="connsiteX46" fmla="*/ 1443672 w 1601274"/>
                  <a:gd name="connsiteY46" fmla="*/ 1161555 h 1635232"/>
                  <a:gd name="connsiteX47" fmla="*/ 1432353 w 1601274"/>
                  <a:gd name="connsiteY47" fmla="*/ 1162426 h 1635232"/>
                  <a:gd name="connsiteX48" fmla="*/ 1418421 w 1601274"/>
                  <a:gd name="connsiteY48" fmla="*/ 1166780 h 1635232"/>
                  <a:gd name="connsiteX49" fmla="*/ 1399265 w 1601274"/>
                  <a:gd name="connsiteY49" fmla="*/ 1172004 h 1635232"/>
                  <a:gd name="connsiteX50" fmla="*/ 1383592 w 1601274"/>
                  <a:gd name="connsiteY50" fmla="*/ 1178099 h 1635232"/>
                  <a:gd name="connsiteX51" fmla="*/ 1377497 w 1601274"/>
                  <a:gd name="connsiteY51" fmla="*/ 1182453 h 1635232"/>
                  <a:gd name="connsiteX52" fmla="*/ 1372272 w 1601274"/>
                  <a:gd name="connsiteY52" fmla="*/ 1187677 h 1635232"/>
                  <a:gd name="connsiteX53" fmla="*/ 1361823 w 1601274"/>
                  <a:gd name="connsiteY53" fmla="*/ 1199867 h 1635232"/>
                  <a:gd name="connsiteX54" fmla="*/ 1348762 w 1601274"/>
                  <a:gd name="connsiteY54" fmla="*/ 1209445 h 1635232"/>
                  <a:gd name="connsiteX55" fmla="*/ 1347021 w 1601274"/>
                  <a:gd name="connsiteY55" fmla="*/ 1215541 h 1635232"/>
                  <a:gd name="connsiteX56" fmla="*/ 1343538 w 1601274"/>
                  <a:gd name="connsiteY56" fmla="*/ 1221636 h 1635232"/>
                  <a:gd name="connsiteX57" fmla="*/ 1336572 w 1601274"/>
                  <a:gd name="connsiteY57" fmla="*/ 1229472 h 1635232"/>
                  <a:gd name="connsiteX58" fmla="*/ 1330477 w 1601274"/>
                  <a:gd name="connsiteY58" fmla="*/ 1232955 h 1635232"/>
                  <a:gd name="connsiteX59" fmla="*/ 1326123 w 1601274"/>
                  <a:gd name="connsiteY59" fmla="*/ 1234697 h 1635232"/>
                  <a:gd name="connsiteX60" fmla="*/ 1314804 w 1601274"/>
                  <a:gd name="connsiteY60" fmla="*/ 1236438 h 1635232"/>
                  <a:gd name="connsiteX61" fmla="*/ 1306097 w 1601274"/>
                  <a:gd name="connsiteY61" fmla="*/ 1246887 h 1635232"/>
                  <a:gd name="connsiteX62" fmla="*/ 1301743 w 1601274"/>
                  <a:gd name="connsiteY62" fmla="*/ 1252982 h 1635232"/>
                  <a:gd name="connsiteX63" fmla="*/ 1292165 w 1601274"/>
                  <a:gd name="connsiteY63" fmla="*/ 1279104 h 1635232"/>
                  <a:gd name="connsiteX64" fmla="*/ 1290424 w 1601274"/>
                  <a:gd name="connsiteY64" fmla="*/ 1286070 h 1635232"/>
                  <a:gd name="connsiteX65" fmla="*/ 1289553 w 1601274"/>
                  <a:gd name="connsiteY65" fmla="*/ 1293036 h 1635232"/>
                  <a:gd name="connsiteX66" fmla="*/ 1290424 w 1601274"/>
                  <a:gd name="connsiteY66" fmla="*/ 1303484 h 1635232"/>
                  <a:gd name="connsiteX67" fmla="*/ 1295648 w 1601274"/>
                  <a:gd name="connsiteY67" fmla="*/ 1333089 h 1635232"/>
                  <a:gd name="connsiteX68" fmla="*/ 1240792 w 1601274"/>
                  <a:gd name="connsiteY68" fmla="*/ 1344409 h 1635232"/>
                  <a:gd name="connsiteX69" fmla="*/ 1211187 w 1601274"/>
                  <a:gd name="connsiteY69" fmla="*/ 1342667 h 1635232"/>
                  <a:gd name="connsiteX70" fmla="*/ 1201609 w 1601274"/>
                  <a:gd name="connsiteY70" fmla="*/ 1337443 h 1635232"/>
                  <a:gd name="connsiteX71" fmla="*/ 1138916 w 1601274"/>
                  <a:gd name="connsiteY71" fmla="*/ 1291294 h 1635232"/>
                  <a:gd name="connsiteX72" fmla="*/ 1048360 w 1601274"/>
                  <a:gd name="connsiteY72" fmla="*/ 1242533 h 1635232"/>
                  <a:gd name="connsiteX73" fmla="*/ 1041394 w 1601274"/>
                  <a:gd name="connsiteY73" fmla="*/ 1244275 h 1635232"/>
                  <a:gd name="connsiteX74" fmla="*/ 1038782 w 1601274"/>
                  <a:gd name="connsiteY74" fmla="*/ 1247758 h 1635232"/>
                  <a:gd name="connsiteX75" fmla="*/ 1034428 w 1601274"/>
                  <a:gd name="connsiteY75" fmla="*/ 1255594 h 1635232"/>
                  <a:gd name="connsiteX76" fmla="*/ 1032687 w 1601274"/>
                  <a:gd name="connsiteY76" fmla="*/ 1266914 h 1635232"/>
                  <a:gd name="connsiteX77" fmla="*/ 1029204 w 1601274"/>
                  <a:gd name="connsiteY77" fmla="*/ 1273009 h 1635232"/>
                  <a:gd name="connsiteX78" fmla="*/ 1024851 w 1601274"/>
                  <a:gd name="connsiteY78" fmla="*/ 1278233 h 1635232"/>
                  <a:gd name="connsiteX79" fmla="*/ 1014402 w 1601274"/>
                  <a:gd name="connsiteY79" fmla="*/ 1286070 h 1635232"/>
                  <a:gd name="connsiteX80" fmla="*/ 1010048 w 1601274"/>
                  <a:gd name="connsiteY80" fmla="*/ 1291294 h 1635232"/>
                  <a:gd name="connsiteX81" fmla="*/ 1010048 w 1601274"/>
                  <a:gd name="connsiteY81" fmla="*/ 1297389 h 1635232"/>
                  <a:gd name="connsiteX82" fmla="*/ 1008307 w 1601274"/>
                  <a:gd name="connsiteY82" fmla="*/ 1300872 h 1635232"/>
                  <a:gd name="connsiteX83" fmla="*/ 976960 w 1601274"/>
                  <a:gd name="connsiteY83" fmla="*/ 1307838 h 1635232"/>
                  <a:gd name="connsiteX84" fmla="*/ 970865 w 1601274"/>
                  <a:gd name="connsiteY84" fmla="*/ 1307838 h 1635232"/>
                  <a:gd name="connsiteX85" fmla="*/ 965641 w 1601274"/>
                  <a:gd name="connsiteY85" fmla="*/ 1301743 h 1635232"/>
                  <a:gd name="connsiteX86" fmla="*/ 962158 w 1601274"/>
                  <a:gd name="connsiteY86" fmla="*/ 1306097 h 1635232"/>
                  <a:gd name="connsiteX87" fmla="*/ 959546 w 1601274"/>
                  <a:gd name="connsiteY87" fmla="*/ 1319158 h 1635232"/>
                  <a:gd name="connsiteX88" fmla="*/ 960416 w 1601274"/>
                  <a:gd name="connsiteY88" fmla="*/ 1322640 h 1635232"/>
                  <a:gd name="connsiteX89" fmla="*/ 965641 w 1601274"/>
                  <a:gd name="connsiteY89" fmla="*/ 1327865 h 1635232"/>
                  <a:gd name="connsiteX90" fmla="*/ 997858 w 1601274"/>
                  <a:gd name="connsiteY90" fmla="*/ 1346150 h 1635232"/>
                  <a:gd name="connsiteX91" fmla="*/ 1003082 w 1601274"/>
                  <a:gd name="connsiteY91" fmla="*/ 1353987 h 1635232"/>
                  <a:gd name="connsiteX92" fmla="*/ 1003082 w 1601274"/>
                  <a:gd name="connsiteY92" fmla="*/ 1357470 h 1635232"/>
                  <a:gd name="connsiteX93" fmla="*/ 999599 w 1601274"/>
                  <a:gd name="connsiteY93" fmla="*/ 1364436 h 1635232"/>
                  <a:gd name="connsiteX94" fmla="*/ 990892 w 1601274"/>
                  <a:gd name="connsiteY94" fmla="*/ 1370531 h 1635232"/>
                  <a:gd name="connsiteX95" fmla="*/ 981314 w 1601274"/>
                  <a:gd name="connsiteY95" fmla="*/ 1374014 h 1635232"/>
                  <a:gd name="connsiteX96" fmla="*/ 969994 w 1601274"/>
                  <a:gd name="connsiteY96" fmla="*/ 1381850 h 1635232"/>
                  <a:gd name="connsiteX97" fmla="*/ 960416 w 1601274"/>
                  <a:gd name="connsiteY97" fmla="*/ 1386204 h 1635232"/>
                  <a:gd name="connsiteX98" fmla="*/ 960416 w 1601274"/>
                  <a:gd name="connsiteY98" fmla="*/ 1388816 h 1635232"/>
                  <a:gd name="connsiteX99" fmla="*/ 961287 w 1601274"/>
                  <a:gd name="connsiteY99" fmla="*/ 1394911 h 1635232"/>
                  <a:gd name="connsiteX100" fmla="*/ 956063 w 1601274"/>
                  <a:gd name="connsiteY100" fmla="*/ 1401877 h 1635232"/>
                  <a:gd name="connsiteX101" fmla="*/ 950838 w 1601274"/>
                  <a:gd name="connsiteY101" fmla="*/ 1407102 h 1635232"/>
                  <a:gd name="connsiteX102" fmla="*/ 945614 w 1601274"/>
                  <a:gd name="connsiteY102" fmla="*/ 1416679 h 1635232"/>
                  <a:gd name="connsiteX103" fmla="*/ 949968 w 1601274"/>
                  <a:gd name="connsiteY103" fmla="*/ 1421033 h 1635232"/>
                  <a:gd name="connsiteX104" fmla="*/ 951709 w 1601274"/>
                  <a:gd name="connsiteY104" fmla="*/ 1423645 h 1635232"/>
                  <a:gd name="connsiteX105" fmla="*/ 944743 w 1601274"/>
                  <a:gd name="connsiteY105" fmla="*/ 1430611 h 1635232"/>
                  <a:gd name="connsiteX106" fmla="*/ 943872 w 1601274"/>
                  <a:gd name="connsiteY106" fmla="*/ 1434094 h 1635232"/>
                  <a:gd name="connsiteX107" fmla="*/ 944743 w 1601274"/>
                  <a:gd name="connsiteY107" fmla="*/ 1441931 h 1635232"/>
                  <a:gd name="connsiteX108" fmla="*/ 939519 w 1601274"/>
                  <a:gd name="connsiteY108" fmla="*/ 1453250 h 1635232"/>
                  <a:gd name="connsiteX109" fmla="*/ 937778 w 1601274"/>
                  <a:gd name="connsiteY109" fmla="*/ 1462828 h 1635232"/>
                  <a:gd name="connsiteX110" fmla="*/ 941260 w 1601274"/>
                  <a:gd name="connsiteY110" fmla="*/ 1472406 h 1635232"/>
                  <a:gd name="connsiteX111" fmla="*/ 943002 w 1601274"/>
                  <a:gd name="connsiteY111" fmla="*/ 1482855 h 1635232"/>
                  <a:gd name="connsiteX112" fmla="*/ 946485 w 1601274"/>
                  <a:gd name="connsiteY112" fmla="*/ 1493304 h 1635232"/>
                  <a:gd name="connsiteX113" fmla="*/ 951709 w 1601274"/>
                  <a:gd name="connsiteY113" fmla="*/ 1498528 h 1635232"/>
                  <a:gd name="connsiteX114" fmla="*/ 960416 w 1601274"/>
                  <a:gd name="connsiteY114" fmla="*/ 1500270 h 1635232"/>
                  <a:gd name="connsiteX115" fmla="*/ 966512 w 1601274"/>
                  <a:gd name="connsiteY115" fmla="*/ 1505494 h 1635232"/>
                  <a:gd name="connsiteX116" fmla="*/ 971736 w 1601274"/>
                  <a:gd name="connsiteY116" fmla="*/ 1514201 h 1635232"/>
                  <a:gd name="connsiteX117" fmla="*/ 960416 w 1601274"/>
                  <a:gd name="connsiteY117" fmla="*/ 1522909 h 1635232"/>
                  <a:gd name="connsiteX118" fmla="*/ 936907 w 1601274"/>
                  <a:gd name="connsiteY118" fmla="*/ 1530745 h 1635232"/>
                  <a:gd name="connsiteX119" fmla="*/ 911656 w 1601274"/>
                  <a:gd name="connsiteY119" fmla="*/ 1535970 h 1635232"/>
                  <a:gd name="connsiteX120" fmla="*/ 903819 w 1601274"/>
                  <a:gd name="connsiteY120" fmla="*/ 1540323 h 1635232"/>
                  <a:gd name="connsiteX121" fmla="*/ 901207 w 1601274"/>
                  <a:gd name="connsiteY121" fmla="*/ 1548160 h 1635232"/>
                  <a:gd name="connsiteX122" fmla="*/ 902948 w 1601274"/>
                  <a:gd name="connsiteY122" fmla="*/ 1556867 h 1635232"/>
                  <a:gd name="connsiteX123" fmla="*/ 903819 w 1601274"/>
                  <a:gd name="connsiteY123" fmla="*/ 1563833 h 1635232"/>
                  <a:gd name="connsiteX124" fmla="*/ 899465 w 1601274"/>
                  <a:gd name="connsiteY124" fmla="*/ 1573411 h 1635232"/>
                  <a:gd name="connsiteX125" fmla="*/ 891629 w 1601274"/>
                  <a:gd name="connsiteY125" fmla="*/ 1577765 h 1635232"/>
                  <a:gd name="connsiteX126" fmla="*/ 882051 w 1601274"/>
                  <a:gd name="connsiteY126" fmla="*/ 1579506 h 1635232"/>
                  <a:gd name="connsiteX127" fmla="*/ 874214 w 1601274"/>
                  <a:gd name="connsiteY127" fmla="*/ 1577765 h 1635232"/>
                  <a:gd name="connsiteX128" fmla="*/ 866377 w 1601274"/>
                  <a:gd name="connsiteY128" fmla="*/ 1575152 h 1635232"/>
                  <a:gd name="connsiteX129" fmla="*/ 825453 w 1601274"/>
                  <a:gd name="connsiteY129" fmla="*/ 1550772 h 1635232"/>
                  <a:gd name="connsiteX130" fmla="*/ 815875 w 1601274"/>
                  <a:gd name="connsiteY130" fmla="*/ 1546418 h 1635232"/>
                  <a:gd name="connsiteX131" fmla="*/ 790624 w 1601274"/>
                  <a:gd name="connsiteY131" fmla="*/ 1544677 h 1635232"/>
                  <a:gd name="connsiteX132" fmla="*/ 784529 w 1601274"/>
                  <a:gd name="connsiteY132" fmla="*/ 1547289 h 1635232"/>
                  <a:gd name="connsiteX133" fmla="*/ 778434 w 1601274"/>
                  <a:gd name="connsiteY133" fmla="*/ 1551643 h 1635232"/>
                  <a:gd name="connsiteX134" fmla="*/ 775821 w 1601274"/>
                  <a:gd name="connsiteY134" fmla="*/ 1557738 h 1635232"/>
                  <a:gd name="connsiteX135" fmla="*/ 773209 w 1601274"/>
                  <a:gd name="connsiteY135" fmla="*/ 1565575 h 1635232"/>
                  <a:gd name="connsiteX136" fmla="*/ 769726 w 1601274"/>
                  <a:gd name="connsiteY136" fmla="*/ 1599533 h 1635232"/>
                  <a:gd name="connsiteX137" fmla="*/ 767114 w 1601274"/>
                  <a:gd name="connsiteY137" fmla="*/ 1608240 h 1635232"/>
                  <a:gd name="connsiteX138" fmla="*/ 762761 w 1601274"/>
                  <a:gd name="connsiteY138" fmla="*/ 1612594 h 1635232"/>
                  <a:gd name="connsiteX139" fmla="*/ 757536 w 1601274"/>
                  <a:gd name="connsiteY139" fmla="*/ 1614335 h 1635232"/>
                  <a:gd name="connsiteX140" fmla="*/ 697456 w 1601274"/>
                  <a:gd name="connsiteY140" fmla="*/ 1619560 h 1635232"/>
                  <a:gd name="connsiteX141" fmla="*/ 690490 w 1601274"/>
                  <a:gd name="connsiteY141" fmla="*/ 1618689 h 1635232"/>
                  <a:gd name="connsiteX142" fmla="*/ 679170 w 1601274"/>
                  <a:gd name="connsiteY142" fmla="*/ 1612594 h 1635232"/>
                  <a:gd name="connsiteX143" fmla="*/ 673946 w 1601274"/>
                  <a:gd name="connsiteY143" fmla="*/ 1609982 h 1635232"/>
                  <a:gd name="connsiteX144" fmla="*/ 670463 w 1601274"/>
                  <a:gd name="connsiteY144" fmla="*/ 1611723 h 1635232"/>
                  <a:gd name="connsiteX145" fmla="*/ 666980 w 1601274"/>
                  <a:gd name="connsiteY145" fmla="*/ 1615206 h 1635232"/>
                  <a:gd name="connsiteX146" fmla="*/ 658273 w 1601274"/>
                  <a:gd name="connsiteY146" fmla="*/ 1627396 h 1635232"/>
                  <a:gd name="connsiteX147" fmla="*/ 650436 w 1601274"/>
                  <a:gd name="connsiteY147" fmla="*/ 1633492 h 1635232"/>
                  <a:gd name="connsiteX148" fmla="*/ 642599 w 1601274"/>
                  <a:gd name="connsiteY148" fmla="*/ 1635233 h 1635232"/>
                  <a:gd name="connsiteX149" fmla="*/ 636505 w 1601274"/>
                  <a:gd name="connsiteY149" fmla="*/ 1634362 h 1635232"/>
                  <a:gd name="connsiteX150" fmla="*/ 627797 w 1601274"/>
                  <a:gd name="connsiteY150" fmla="*/ 1629138 h 1635232"/>
                  <a:gd name="connsiteX151" fmla="*/ 605158 w 1601274"/>
                  <a:gd name="connsiteY151" fmla="*/ 1603887 h 1635232"/>
                  <a:gd name="connsiteX152" fmla="*/ 602546 w 1601274"/>
                  <a:gd name="connsiteY152" fmla="*/ 1576894 h 1635232"/>
                  <a:gd name="connsiteX153" fmla="*/ 586873 w 1601274"/>
                  <a:gd name="connsiteY153" fmla="*/ 1518555 h 1635232"/>
                  <a:gd name="connsiteX154" fmla="*/ 584261 w 1601274"/>
                  <a:gd name="connsiteY154" fmla="*/ 1503753 h 1635232"/>
                  <a:gd name="connsiteX155" fmla="*/ 583390 w 1601274"/>
                  <a:gd name="connsiteY155" fmla="*/ 1491562 h 1635232"/>
                  <a:gd name="connsiteX156" fmla="*/ 583390 w 1601274"/>
                  <a:gd name="connsiteY156" fmla="*/ 1482855 h 1635232"/>
                  <a:gd name="connsiteX157" fmla="*/ 586873 w 1601274"/>
                  <a:gd name="connsiteY157" fmla="*/ 1470665 h 1635232"/>
                  <a:gd name="connsiteX158" fmla="*/ 606029 w 1601274"/>
                  <a:gd name="connsiteY158" fmla="*/ 1438448 h 1635232"/>
                  <a:gd name="connsiteX159" fmla="*/ 611253 w 1601274"/>
                  <a:gd name="connsiteY159" fmla="*/ 1427999 h 1635232"/>
                  <a:gd name="connsiteX160" fmla="*/ 615607 w 1601274"/>
                  <a:gd name="connsiteY160" fmla="*/ 1416679 h 1635232"/>
                  <a:gd name="connsiteX161" fmla="*/ 619961 w 1601274"/>
                  <a:gd name="connsiteY161" fmla="*/ 1397523 h 1635232"/>
                  <a:gd name="connsiteX162" fmla="*/ 620831 w 1601274"/>
                  <a:gd name="connsiteY162" fmla="*/ 1392299 h 1635232"/>
                  <a:gd name="connsiteX163" fmla="*/ 617348 w 1601274"/>
                  <a:gd name="connsiteY163" fmla="*/ 1384462 h 1635232"/>
                  <a:gd name="connsiteX164" fmla="*/ 611253 w 1601274"/>
                  <a:gd name="connsiteY164" fmla="*/ 1363565 h 1635232"/>
                  <a:gd name="connsiteX165" fmla="*/ 606900 w 1601274"/>
                  <a:gd name="connsiteY165" fmla="*/ 1338314 h 1635232"/>
                  <a:gd name="connsiteX166" fmla="*/ 602546 w 1601274"/>
                  <a:gd name="connsiteY166" fmla="*/ 1288682 h 1635232"/>
                  <a:gd name="connsiteX167" fmla="*/ 599934 w 1601274"/>
                  <a:gd name="connsiteY167" fmla="*/ 1279104 h 1635232"/>
                  <a:gd name="connsiteX168" fmla="*/ 598192 w 1601274"/>
                  <a:gd name="connsiteY168" fmla="*/ 1273009 h 1635232"/>
                  <a:gd name="connsiteX169" fmla="*/ 592968 w 1601274"/>
                  <a:gd name="connsiteY169" fmla="*/ 1268655 h 1635232"/>
                  <a:gd name="connsiteX170" fmla="*/ 509378 w 1601274"/>
                  <a:gd name="connsiteY170" fmla="*/ 1277362 h 1635232"/>
                  <a:gd name="connsiteX171" fmla="*/ 496317 w 1601274"/>
                  <a:gd name="connsiteY171" fmla="*/ 1305226 h 1635232"/>
                  <a:gd name="connsiteX172" fmla="*/ 481514 w 1601274"/>
                  <a:gd name="connsiteY172" fmla="*/ 1326123 h 1635232"/>
                  <a:gd name="connsiteX173" fmla="*/ 466712 w 1601274"/>
                  <a:gd name="connsiteY173" fmla="*/ 1336572 h 1635232"/>
                  <a:gd name="connsiteX174" fmla="*/ 459746 w 1601274"/>
                  <a:gd name="connsiteY174" fmla="*/ 1338314 h 1635232"/>
                  <a:gd name="connsiteX175" fmla="*/ 449297 w 1601274"/>
                  <a:gd name="connsiteY175" fmla="*/ 1339184 h 1635232"/>
                  <a:gd name="connsiteX176" fmla="*/ 443202 w 1601274"/>
                  <a:gd name="connsiteY176" fmla="*/ 1338314 h 1635232"/>
                  <a:gd name="connsiteX177" fmla="*/ 437107 w 1601274"/>
                  <a:gd name="connsiteY177" fmla="*/ 1334831 h 1635232"/>
                  <a:gd name="connsiteX178" fmla="*/ 425787 w 1601274"/>
                  <a:gd name="connsiteY178" fmla="*/ 1325253 h 1635232"/>
                  <a:gd name="connsiteX179" fmla="*/ 415339 w 1601274"/>
                  <a:gd name="connsiteY179" fmla="*/ 1319158 h 1635232"/>
                  <a:gd name="connsiteX180" fmla="*/ 396183 w 1601274"/>
                  <a:gd name="connsiteY180" fmla="*/ 1313063 h 1635232"/>
                  <a:gd name="connsiteX181" fmla="*/ 358741 w 1601274"/>
                  <a:gd name="connsiteY181" fmla="*/ 1307838 h 1635232"/>
                  <a:gd name="connsiteX182" fmla="*/ 332619 w 1601274"/>
                  <a:gd name="connsiteY182" fmla="*/ 1309580 h 1635232"/>
                  <a:gd name="connsiteX183" fmla="*/ 324783 w 1601274"/>
                  <a:gd name="connsiteY183" fmla="*/ 1312192 h 1635232"/>
                  <a:gd name="connsiteX184" fmla="*/ 316075 w 1601274"/>
                  <a:gd name="connsiteY184" fmla="*/ 1315675 h 1635232"/>
                  <a:gd name="connsiteX185" fmla="*/ 298661 w 1601274"/>
                  <a:gd name="connsiteY185" fmla="*/ 1320899 h 1635232"/>
                  <a:gd name="connsiteX186" fmla="*/ 286470 w 1601274"/>
                  <a:gd name="connsiteY186" fmla="*/ 1320028 h 1635232"/>
                  <a:gd name="connsiteX187" fmla="*/ 280376 w 1601274"/>
                  <a:gd name="connsiteY187" fmla="*/ 1317416 h 1635232"/>
                  <a:gd name="connsiteX188" fmla="*/ 197656 w 1601274"/>
                  <a:gd name="connsiteY188" fmla="*/ 1256465 h 1635232"/>
                  <a:gd name="connsiteX189" fmla="*/ 181983 w 1601274"/>
                  <a:gd name="connsiteY189" fmla="*/ 1249499 h 1635232"/>
                  <a:gd name="connsiteX190" fmla="*/ 154120 w 1601274"/>
                  <a:gd name="connsiteY190" fmla="*/ 1248628 h 1635232"/>
                  <a:gd name="connsiteX191" fmla="*/ 103617 w 1601274"/>
                  <a:gd name="connsiteY191" fmla="*/ 1245145 h 1635232"/>
                  <a:gd name="connsiteX192" fmla="*/ 80978 w 1601274"/>
                  <a:gd name="connsiteY192" fmla="*/ 1239050 h 1635232"/>
                  <a:gd name="connsiteX193" fmla="*/ 67917 w 1601274"/>
                  <a:gd name="connsiteY193" fmla="*/ 1230343 h 1635232"/>
                  <a:gd name="connsiteX194" fmla="*/ 11319 w 1601274"/>
                  <a:gd name="connsiteY194" fmla="*/ 1177228 h 1635232"/>
                  <a:gd name="connsiteX195" fmla="*/ 4354 w 1601274"/>
                  <a:gd name="connsiteY195" fmla="*/ 1167650 h 1635232"/>
                  <a:gd name="connsiteX196" fmla="*/ 0 w 1601274"/>
                  <a:gd name="connsiteY196" fmla="*/ 1151977 h 1635232"/>
                  <a:gd name="connsiteX197" fmla="*/ 0 w 1601274"/>
                  <a:gd name="connsiteY197" fmla="*/ 1135433 h 1635232"/>
                  <a:gd name="connsiteX198" fmla="*/ 2612 w 1601274"/>
                  <a:gd name="connsiteY198" fmla="*/ 1122372 h 1635232"/>
                  <a:gd name="connsiteX199" fmla="*/ 7837 w 1601274"/>
                  <a:gd name="connsiteY199" fmla="*/ 1106699 h 1635232"/>
                  <a:gd name="connsiteX200" fmla="*/ 12190 w 1601274"/>
                  <a:gd name="connsiteY200" fmla="*/ 1100604 h 1635232"/>
                  <a:gd name="connsiteX201" fmla="*/ 25251 w 1601274"/>
                  <a:gd name="connsiteY201" fmla="*/ 1084060 h 1635232"/>
                  <a:gd name="connsiteX202" fmla="*/ 46149 w 1601274"/>
                  <a:gd name="connsiteY202" fmla="*/ 1064033 h 1635232"/>
                  <a:gd name="connsiteX203" fmla="*/ 70529 w 1601274"/>
                  <a:gd name="connsiteY203" fmla="*/ 1047490 h 1635232"/>
                  <a:gd name="connsiteX204" fmla="*/ 76624 w 1601274"/>
                  <a:gd name="connsiteY204" fmla="*/ 1041394 h 1635232"/>
                  <a:gd name="connsiteX205" fmla="*/ 79237 w 1601274"/>
                  <a:gd name="connsiteY205" fmla="*/ 1036170 h 1635232"/>
                  <a:gd name="connsiteX206" fmla="*/ 77495 w 1601274"/>
                  <a:gd name="connsiteY206" fmla="*/ 1031816 h 1635232"/>
                  <a:gd name="connsiteX207" fmla="*/ 67046 w 1601274"/>
                  <a:gd name="connsiteY207" fmla="*/ 1017014 h 1635232"/>
                  <a:gd name="connsiteX208" fmla="*/ 65305 w 1601274"/>
                  <a:gd name="connsiteY208" fmla="*/ 1012660 h 1635232"/>
                  <a:gd name="connsiteX209" fmla="*/ 62693 w 1601274"/>
                  <a:gd name="connsiteY209" fmla="*/ 1003953 h 1635232"/>
                  <a:gd name="connsiteX210" fmla="*/ 61822 w 1601274"/>
                  <a:gd name="connsiteY210" fmla="*/ 997858 h 1635232"/>
                  <a:gd name="connsiteX211" fmla="*/ 70529 w 1601274"/>
                  <a:gd name="connsiteY211" fmla="*/ 1003082 h 1635232"/>
                  <a:gd name="connsiteX212" fmla="*/ 73141 w 1601274"/>
                  <a:gd name="connsiteY212" fmla="*/ 1010919 h 1635232"/>
                  <a:gd name="connsiteX213" fmla="*/ 80107 w 1601274"/>
                  <a:gd name="connsiteY213" fmla="*/ 1021368 h 1635232"/>
                  <a:gd name="connsiteX214" fmla="*/ 94039 w 1601274"/>
                  <a:gd name="connsiteY214" fmla="*/ 1028333 h 1635232"/>
                  <a:gd name="connsiteX215" fmla="*/ 109712 w 1601274"/>
                  <a:gd name="connsiteY215" fmla="*/ 1030946 h 1635232"/>
                  <a:gd name="connsiteX216" fmla="*/ 120161 w 1601274"/>
                  <a:gd name="connsiteY216" fmla="*/ 1031816 h 1635232"/>
                  <a:gd name="connsiteX217" fmla="*/ 131480 w 1601274"/>
                  <a:gd name="connsiteY217" fmla="*/ 1028333 h 1635232"/>
                  <a:gd name="connsiteX218" fmla="*/ 143671 w 1601274"/>
                  <a:gd name="connsiteY218" fmla="*/ 1021368 h 1635232"/>
                  <a:gd name="connsiteX219" fmla="*/ 166310 w 1601274"/>
                  <a:gd name="connsiteY219" fmla="*/ 1004824 h 1635232"/>
                  <a:gd name="connsiteX220" fmla="*/ 185466 w 1601274"/>
                  <a:gd name="connsiteY220" fmla="*/ 990892 h 1635232"/>
                  <a:gd name="connsiteX221" fmla="*/ 193302 w 1601274"/>
                  <a:gd name="connsiteY221" fmla="*/ 980443 h 1635232"/>
                  <a:gd name="connsiteX222" fmla="*/ 195044 w 1601274"/>
                  <a:gd name="connsiteY222" fmla="*/ 967382 h 1635232"/>
                  <a:gd name="connsiteX223" fmla="*/ 190690 w 1601274"/>
                  <a:gd name="connsiteY223" fmla="*/ 954321 h 1635232"/>
                  <a:gd name="connsiteX224" fmla="*/ 191561 w 1601274"/>
                  <a:gd name="connsiteY224" fmla="*/ 951709 h 1635232"/>
                  <a:gd name="connsiteX225" fmla="*/ 211588 w 1601274"/>
                  <a:gd name="connsiteY225" fmla="*/ 945614 h 1635232"/>
                  <a:gd name="connsiteX226" fmla="*/ 236839 w 1601274"/>
                  <a:gd name="connsiteY226" fmla="*/ 934294 h 1635232"/>
                  <a:gd name="connsiteX227" fmla="*/ 242934 w 1601274"/>
                  <a:gd name="connsiteY227" fmla="*/ 932553 h 1635232"/>
                  <a:gd name="connsiteX228" fmla="*/ 248158 w 1601274"/>
                  <a:gd name="connsiteY228" fmla="*/ 935165 h 1635232"/>
                  <a:gd name="connsiteX229" fmla="*/ 257736 w 1601274"/>
                  <a:gd name="connsiteY229" fmla="*/ 945614 h 1635232"/>
                  <a:gd name="connsiteX230" fmla="*/ 262961 w 1601274"/>
                  <a:gd name="connsiteY230" fmla="*/ 948226 h 1635232"/>
                  <a:gd name="connsiteX231" fmla="*/ 267315 w 1601274"/>
                  <a:gd name="connsiteY231" fmla="*/ 945614 h 1635232"/>
                  <a:gd name="connsiteX232" fmla="*/ 274280 w 1601274"/>
                  <a:gd name="connsiteY232" fmla="*/ 936036 h 1635232"/>
                  <a:gd name="connsiteX233" fmla="*/ 282988 w 1601274"/>
                  <a:gd name="connsiteY233" fmla="*/ 927329 h 1635232"/>
                  <a:gd name="connsiteX234" fmla="*/ 321300 w 1601274"/>
                  <a:gd name="connsiteY234" fmla="*/ 906431 h 1635232"/>
                  <a:gd name="connsiteX235" fmla="*/ 336973 w 1601274"/>
                  <a:gd name="connsiteY235" fmla="*/ 889887 h 1635232"/>
                  <a:gd name="connsiteX236" fmla="*/ 379639 w 1601274"/>
                  <a:gd name="connsiteY236" fmla="*/ 796719 h 1635232"/>
                  <a:gd name="connsiteX237" fmla="*/ 381380 w 1601274"/>
                  <a:gd name="connsiteY237" fmla="*/ 789753 h 1635232"/>
                  <a:gd name="connsiteX238" fmla="*/ 382251 w 1601274"/>
                  <a:gd name="connsiteY238" fmla="*/ 781917 h 1635232"/>
                  <a:gd name="connsiteX239" fmla="*/ 381380 w 1601274"/>
                  <a:gd name="connsiteY239" fmla="*/ 774951 h 1635232"/>
                  <a:gd name="connsiteX240" fmla="*/ 379639 w 1601274"/>
                  <a:gd name="connsiteY240" fmla="*/ 761019 h 1635232"/>
                  <a:gd name="connsiteX241" fmla="*/ 380510 w 1601274"/>
                  <a:gd name="connsiteY241" fmla="*/ 747087 h 1635232"/>
                  <a:gd name="connsiteX242" fmla="*/ 389217 w 1601274"/>
                  <a:gd name="connsiteY242" fmla="*/ 721836 h 1635232"/>
                  <a:gd name="connsiteX243" fmla="*/ 390087 w 1601274"/>
                  <a:gd name="connsiteY243" fmla="*/ 707904 h 1635232"/>
                  <a:gd name="connsiteX244" fmla="*/ 387475 w 1601274"/>
                  <a:gd name="connsiteY244" fmla="*/ 697456 h 1635232"/>
                  <a:gd name="connsiteX245" fmla="*/ 383122 w 1601274"/>
                  <a:gd name="connsiteY245" fmla="*/ 688748 h 1635232"/>
                  <a:gd name="connsiteX246" fmla="*/ 376156 w 1601274"/>
                  <a:gd name="connsiteY246" fmla="*/ 683524 h 1635232"/>
                  <a:gd name="connsiteX247" fmla="*/ 369190 w 1601274"/>
                  <a:gd name="connsiteY247" fmla="*/ 680912 h 1635232"/>
                  <a:gd name="connsiteX248" fmla="*/ 352646 w 1601274"/>
                  <a:gd name="connsiteY248" fmla="*/ 677429 h 1635232"/>
                  <a:gd name="connsiteX249" fmla="*/ 345680 w 1601274"/>
                  <a:gd name="connsiteY249" fmla="*/ 674817 h 1635232"/>
                  <a:gd name="connsiteX250" fmla="*/ 324783 w 1601274"/>
                  <a:gd name="connsiteY250" fmla="*/ 658273 h 1635232"/>
                  <a:gd name="connsiteX251" fmla="*/ 318688 w 1601274"/>
                  <a:gd name="connsiteY251" fmla="*/ 653048 h 1635232"/>
                  <a:gd name="connsiteX252" fmla="*/ 315205 w 1601274"/>
                  <a:gd name="connsiteY252" fmla="*/ 644341 h 1635232"/>
                  <a:gd name="connsiteX253" fmla="*/ 293437 w 1601274"/>
                  <a:gd name="connsiteY253" fmla="*/ 587743 h 1635232"/>
                  <a:gd name="connsiteX254" fmla="*/ 294307 w 1601274"/>
                  <a:gd name="connsiteY254" fmla="*/ 579036 h 1635232"/>
                  <a:gd name="connsiteX255" fmla="*/ 305627 w 1601274"/>
                  <a:gd name="connsiteY255" fmla="*/ 561622 h 1635232"/>
                  <a:gd name="connsiteX256" fmla="*/ 304756 w 1601274"/>
                  <a:gd name="connsiteY256" fmla="*/ 557268 h 1635232"/>
                  <a:gd name="connsiteX257" fmla="*/ 296049 w 1601274"/>
                  <a:gd name="connsiteY257" fmla="*/ 550302 h 1635232"/>
                  <a:gd name="connsiteX258" fmla="*/ 291695 w 1601274"/>
                  <a:gd name="connsiteY258" fmla="*/ 545078 h 1635232"/>
                  <a:gd name="connsiteX259" fmla="*/ 286470 w 1601274"/>
                  <a:gd name="connsiteY259" fmla="*/ 535500 h 1635232"/>
                  <a:gd name="connsiteX260" fmla="*/ 274280 w 1601274"/>
                  <a:gd name="connsiteY260" fmla="*/ 526792 h 1635232"/>
                  <a:gd name="connsiteX261" fmla="*/ 263831 w 1601274"/>
                  <a:gd name="connsiteY261" fmla="*/ 517214 h 1635232"/>
                  <a:gd name="connsiteX262" fmla="*/ 256866 w 1601274"/>
                  <a:gd name="connsiteY262" fmla="*/ 504153 h 1635232"/>
                  <a:gd name="connsiteX263" fmla="*/ 255995 w 1601274"/>
                  <a:gd name="connsiteY263" fmla="*/ 491092 h 1635232"/>
                  <a:gd name="connsiteX264" fmla="*/ 273410 w 1601274"/>
                  <a:gd name="connsiteY264" fmla="*/ 453651 h 1635232"/>
                  <a:gd name="connsiteX265" fmla="*/ 277763 w 1601274"/>
                  <a:gd name="connsiteY265" fmla="*/ 439719 h 1635232"/>
                  <a:gd name="connsiteX266" fmla="*/ 280376 w 1601274"/>
                  <a:gd name="connsiteY266" fmla="*/ 424917 h 1635232"/>
                  <a:gd name="connsiteX267" fmla="*/ 281246 w 1601274"/>
                  <a:gd name="connsiteY267" fmla="*/ 418822 h 1635232"/>
                  <a:gd name="connsiteX268" fmla="*/ 289083 w 1601274"/>
                  <a:gd name="connsiteY268" fmla="*/ 398795 h 1635232"/>
                  <a:gd name="connsiteX269" fmla="*/ 289953 w 1601274"/>
                  <a:gd name="connsiteY269" fmla="*/ 391829 h 1635232"/>
                  <a:gd name="connsiteX270" fmla="*/ 289083 w 1601274"/>
                  <a:gd name="connsiteY270" fmla="*/ 383122 h 1635232"/>
                  <a:gd name="connsiteX271" fmla="*/ 285600 w 1601274"/>
                  <a:gd name="connsiteY271" fmla="*/ 368319 h 1635232"/>
                  <a:gd name="connsiteX272" fmla="*/ 285600 w 1601274"/>
                  <a:gd name="connsiteY272" fmla="*/ 361353 h 1635232"/>
                  <a:gd name="connsiteX273" fmla="*/ 287341 w 1601274"/>
                  <a:gd name="connsiteY273" fmla="*/ 354388 h 1635232"/>
                  <a:gd name="connsiteX274" fmla="*/ 290824 w 1601274"/>
                  <a:gd name="connsiteY274" fmla="*/ 348292 h 1635232"/>
                  <a:gd name="connsiteX275" fmla="*/ 298661 w 1601274"/>
                  <a:gd name="connsiteY275" fmla="*/ 337844 h 1635232"/>
                  <a:gd name="connsiteX276" fmla="*/ 302144 w 1601274"/>
                  <a:gd name="connsiteY276" fmla="*/ 332619 h 1635232"/>
                  <a:gd name="connsiteX277" fmla="*/ 314334 w 1601274"/>
                  <a:gd name="connsiteY277" fmla="*/ 303885 h 1635232"/>
                  <a:gd name="connsiteX278" fmla="*/ 319558 w 1601274"/>
                  <a:gd name="connsiteY278" fmla="*/ 294307 h 1635232"/>
                  <a:gd name="connsiteX279" fmla="*/ 322171 w 1601274"/>
                  <a:gd name="connsiteY279" fmla="*/ 289953 h 1635232"/>
                  <a:gd name="connsiteX280" fmla="*/ 326524 w 1601274"/>
                  <a:gd name="connsiteY280" fmla="*/ 289083 h 1635232"/>
                  <a:gd name="connsiteX281" fmla="*/ 338714 w 1601274"/>
                  <a:gd name="connsiteY281" fmla="*/ 282117 h 1635232"/>
                  <a:gd name="connsiteX282" fmla="*/ 345680 w 1601274"/>
                  <a:gd name="connsiteY282" fmla="*/ 281246 h 1635232"/>
                  <a:gd name="connsiteX283" fmla="*/ 368319 w 1601274"/>
                  <a:gd name="connsiteY283" fmla="*/ 286471 h 1635232"/>
                  <a:gd name="connsiteX284" fmla="*/ 370932 w 1601274"/>
                  <a:gd name="connsiteY284" fmla="*/ 278634 h 1635232"/>
                  <a:gd name="connsiteX285" fmla="*/ 371802 w 1601274"/>
                  <a:gd name="connsiteY285" fmla="*/ 268185 h 1635232"/>
                  <a:gd name="connsiteX286" fmla="*/ 369190 w 1601274"/>
                  <a:gd name="connsiteY286" fmla="*/ 249029 h 1635232"/>
                  <a:gd name="connsiteX287" fmla="*/ 370061 w 1601274"/>
                  <a:gd name="connsiteY287" fmla="*/ 239451 h 1635232"/>
                  <a:gd name="connsiteX288" fmla="*/ 372673 w 1601274"/>
                  <a:gd name="connsiteY288" fmla="*/ 231614 h 1635232"/>
                  <a:gd name="connsiteX289" fmla="*/ 379639 w 1601274"/>
                  <a:gd name="connsiteY289" fmla="*/ 216812 h 1635232"/>
                  <a:gd name="connsiteX290" fmla="*/ 382251 w 1601274"/>
                  <a:gd name="connsiteY290" fmla="*/ 208105 h 1635232"/>
                  <a:gd name="connsiteX291" fmla="*/ 397924 w 1601274"/>
                  <a:gd name="connsiteY291" fmla="*/ 180241 h 1635232"/>
                  <a:gd name="connsiteX292" fmla="*/ 423175 w 1601274"/>
                  <a:gd name="connsiteY292" fmla="*/ 168051 h 1635232"/>
                  <a:gd name="connsiteX293" fmla="*/ 475419 w 1601274"/>
                  <a:gd name="connsiteY293" fmla="*/ 153249 h 1635232"/>
                  <a:gd name="connsiteX294" fmla="*/ 484127 w 1601274"/>
                  <a:gd name="connsiteY294" fmla="*/ 145412 h 1635232"/>
                  <a:gd name="connsiteX295" fmla="*/ 492834 w 1601274"/>
                  <a:gd name="connsiteY295" fmla="*/ 135834 h 1635232"/>
                  <a:gd name="connsiteX296" fmla="*/ 500670 w 1601274"/>
                  <a:gd name="connsiteY296" fmla="*/ 124515 h 1635232"/>
                  <a:gd name="connsiteX297" fmla="*/ 518085 w 1601274"/>
                  <a:gd name="connsiteY297" fmla="*/ 87944 h 1635232"/>
                  <a:gd name="connsiteX298" fmla="*/ 522439 w 1601274"/>
                  <a:gd name="connsiteY298" fmla="*/ 67046 h 1635232"/>
                  <a:gd name="connsiteX299" fmla="*/ 525051 w 1601274"/>
                  <a:gd name="connsiteY299" fmla="*/ 60080 h 1635232"/>
                  <a:gd name="connsiteX300" fmla="*/ 535500 w 1601274"/>
                  <a:gd name="connsiteY300" fmla="*/ 46149 h 1635232"/>
                  <a:gd name="connsiteX301" fmla="*/ 537241 w 1601274"/>
                  <a:gd name="connsiteY301" fmla="*/ 40054 h 1635232"/>
                  <a:gd name="connsiteX302" fmla="*/ 538112 w 1601274"/>
                  <a:gd name="connsiteY302" fmla="*/ 32217 h 1635232"/>
                  <a:gd name="connsiteX303" fmla="*/ 538112 w 1601274"/>
                  <a:gd name="connsiteY303" fmla="*/ 17415 h 1635232"/>
                  <a:gd name="connsiteX304" fmla="*/ 539853 w 1601274"/>
                  <a:gd name="connsiteY304" fmla="*/ 10449 h 1635232"/>
                  <a:gd name="connsiteX305" fmla="*/ 547690 w 1601274"/>
                  <a:gd name="connsiteY305" fmla="*/ 871 h 1635232"/>
                  <a:gd name="connsiteX306" fmla="*/ 559010 w 1601274"/>
                  <a:gd name="connsiteY306" fmla="*/ 0 h 1635232"/>
                  <a:gd name="connsiteX307" fmla="*/ 568587 w 1601274"/>
                  <a:gd name="connsiteY307" fmla="*/ 7837 h 1635232"/>
                  <a:gd name="connsiteX308" fmla="*/ 572070 w 1601274"/>
                  <a:gd name="connsiteY308" fmla="*/ 21768 h 1635232"/>
                  <a:gd name="connsiteX309" fmla="*/ 577295 w 1601274"/>
                  <a:gd name="connsiteY309" fmla="*/ 31346 h 1635232"/>
                  <a:gd name="connsiteX310" fmla="*/ 585131 w 1601274"/>
                  <a:gd name="connsiteY310" fmla="*/ 36571 h 1635232"/>
                  <a:gd name="connsiteX311" fmla="*/ 632151 w 1601274"/>
                  <a:gd name="connsiteY311" fmla="*/ 53985 h 1635232"/>
                  <a:gd name="connsiteX312" fmla="*/ 641729 w 1601274"/>
                  <a:gd name="connsiteY312" fmla="*/ 59210 h 1635232"/>
                  <a:gd name="connsiteX313" fmla="*/ 647824 w 1601274"/>
                  <a:gd name="connsiteY313" fmla="*/ 67046 h 1635232"/>
                  <a:gd name="connsiteX314" fmla="*/ 653048 w 1601274"/>
                  <a:gd name="connsiteY314" fmla="*/ 74883 h 1635232"/>
                  <a:gd name="connsiteX315" fmla="*/ 658273 w 1601274"/>
                  <a:gd name="connsiteY315" fmla="*/ 81849 h 1635232"/>
                  <a:gd name="connsiteX316" fmla="*/ 666109 w 1601274"/>
                  <a:gd name="connsiteY316" fmla="*/ 86202 h 1635232"/>
                  <a:gd name="connsiteX317" fmla="*/ 728802 w 1601274"/>
                  <a:gd name="connsiteY317" fmla="*/ 104488 h 1635232"/>
                  <a:gd name="connsiteX318" fmla="*/ 761890 w 1601274"/>
                  <a:gd name="connsiteY318" fmla="*/ 106229 h 1635232"/>
                  <a:gd name="connsiteX319" fmla="*/ 770597 w 1601274"/>
                  <a:gd name="connsiteY319" fmla="*/ 109712 h 1635232"/>
                  <a:gd name="connsiteX320" fmla="*/ 790624 w 1601274"/>
                  <a:gd name="connsiteY320" fmla="*/ 127997 h 1635232"/>
                  <a:gd name="connsiteX321" fmla="*/ 808038 w 1601274"/>
                  <a:gd name="connsiteY321" fmla="*/ 148895 h 1635232"/>
                  <a:gd name="connsiteX322" fmla="*/ 826324 w 1601274"/>
                  <a:gd name="connsiteY322" fmla="*/ 166310 h 1635232"/>
                  <a:gd name="connsiteX323" fmla="*/ 850704 w 1601274"/>
                  <a:gd name="connsiteY323" fmla="*/ 174146 h 1635232"/>
                  <a:gd name="connsiteX324" fmla="*/ 875085 w 1601274"/>
                  <a:gd name="connsiteY324" fmla="*/ 171534 h 1635232"/>
                  <a:gd name="connsiteX325" fmla="*/ 905560 w 1601274"/>
                  <a:gd name="connsiteY325" fmla="*/ 176758 h 1635232"/>
                  <a:gd name="connsiteX326" fmla="*/ 986538 w 1601274"/>
                  <a:gd name="connsiteY326" fmla="*/ 176758 h 1635232"/>
                  <a:gd name="connsiteX327" fmla="*/ 1003082 w 1601274"/>
                  <a:gd name="connsiteY327" fmla="*/ 186336 h 1635232"/>
                  <a:gd name="connsiteX328" fmla="*/ 1021368 w 1601274"/>
                  <a:gd name="connsiteY328" fmla="*/ 191561 h 1635232"/>
                  <a:gd name="connsiteX329" fmla="*/ 1138046 w 1601274"/>
                  <a:gd name="connsiteY329" fmla="*/ 252512 h 1635232"/>
                  <a:gd name="connsiteX330" fmla="*/ 1150236 w 1601274"/>
                  <a:gd name="connsiteY330" fmla="*/ 262961 h 1635232"/>
                  <a:gd name="connsiteX331" fmla="*/ 1161555 w 1601274"/>
                  <a:gd name="connsiteY331" fmla="*/ 266444 h 1635232"/>
                  <a:gd name="connsiteX332" fmla="*/ 1172875 w 1601274"/>
                  <a:gd name="connsiteY332" fmla="*/ 266444 h 1635232"/>
                  <a:gd name="connsiteX333" fmla="*/ 1184194 w 1601274"/>
                  <a:gd name="connsiteY333" fmla="*/ 269056 h 1635232"/>
                  <a:gd name="connsiteX334" fmla="*/ 1194643 w 1601274"/>
                  <a:gd name="connsiteY334" fmla="*/ 278634 h 1635232"/>
                  <a:gd name="connsiteX335" fmla="*/ 1204221 w 1601274"/>
                  <a:gd name="connsiteY335" fmla="*/ 290824 h 1635232"/>
                  <a:gd name="connsiteX336" fmla="*/ 1213799 w 1601274"/>
                  <a:gd name="connsiteY336" fmla="*/ 296919 h 1635232"/>
                  <a:gd name="connsiteX337" fmla="*/ 1223377 w 1601274"/>
                  <a:gd name="connsiteY337" fmla="*/ 296919 h 1635232"/>
                  <a:gd name="connsiteX338" fmla="*/ 1249499 w 1601274"/>
                  <a:gd name="connsiteY338" fmla="*/ 287341 h 1635232"/>
                  <a:gd name="connsiteX339" fmla="*/ 1260819 w 1601274"/>
                  <a:gd name="connsiteY339" fmla="*/ 285600 h 1635232"/>
                  <a:gd name="connsiteX340" fmla="*/ 1273009 w 1601274"/>
                  <a:gd name="connsiteY340" fmla="*/ 288212 h 1635232"/>
                  <a:gd name="connsiteX341" fmla="*/ 1293036 w 1601274"/>
                  <a:gd name="connsiteY341" fmla="*/ 296919 h 1635232"/>
                  <a:gd name="connsiteX342" fmla="*/ 1306967 w 1601274"/>
                  <a:gd name="connsiteY342" fmla="*/ 296049 h 1635232"/>
                  <a:gd name="connsiteX343" fmla="*/ 1314804 w 1601274"/>
                  <a:gd name="connsiteY343" fmla="*/ 296919 h 1635232"/>
                  <a:gd name="connsiteX344" fmla="*/ 1319158 w 1601274"/>
                  <a:gd name="connsiteY344" fmla="*/ 299532 h 1635232"/>
                  <a:gd name="connsiteX345" fmla="*/ 1333960 w 1601274"/>
                  <a:gd name="connsiteY345" fmla="*/ 309980 h 1635232"/>
                  <a:gd name="connsiteX346" fmla="*/ 1340926 w 1601274"/>
                  <a:gd name="connsiteY346" fmla="*/ 312592 h 1635232"/>
                  <a:gd name="connsiteX347" fmla="*/ 1362694 w 1601274"/>
                  <a:gd name="connsiteY347" fmla="*/ 311722 h 1635232"/>
                  <a:gd name="connsiteX348" fmla="*/ 1367919 w 1601274"/>
                  <a:gd name="connsiteY348" fmla="*/ 313463 h 1635232"/>
                  <a:gd name="connsiteX349" fmla="*/ 1377497 w 1601274"/>
                  <a:gd name="connsiteY349" fmla="*/ 321300 h 1635232"/>
                  <a:gd name="connsiteX350" fmla="*/ 1381850 w 1601274"/>
                  <a:gd name="connsiteY350" fmla="*/ 323912 h 1635232"/>
                  <a:gd name="connsiteX351" fmla="*/ 1402748 w 1601274"/>
                  <a:gd name="connsiteY351" fmla="*/ 325653 h 1635232"/>
                  <a:gd name="connsiteX352" fmla="*/ 1409714 w 1601274"/>
                  <a:gd name="connsiteY352" fmla="*/ 330007 h 1635232"/>
                  <a:gd name="connsiteX353" fmla="*/ 1414067 w 1601274"/>
                  <a:gd name="connsiteY353" fmla="*/ 334361 h 1635232"/>
                  <a:gd name="connsiteX354" fmla="*/ 1438448 w 1601274"/>
                  <a:gd name="connsiteY354" fmla="*/ 351775 h 1635232"/>
                  <a:gd name="connsiteX355" fmla="*/ 1441060 w 1601274"/>
                  <a:gd name="connsiteY355" fmla="*/ 358741 h 1635232"/>
                  <a:gd name="connsiteX356" fmla="*/ 1437577 w 1601274"/>
                  <a:gd name="connsiteY356" fmla="*/ 368319 h 1635232"/>
                  <a:gd name="connsiteX357" fmla="*/ 1425387 w 1601274"/>
                  <a:gd name="connsiteY357" fmla="*/ 387475 h 1635232"/>
                  <a:gd name="connsiteX358" fmla="*/ 1425387 w 1601274"/>
                  <a:gd name="connsiteY358" fmla="*/ 391829 h 1635232"/>
                  <a:gd name="connsiteX359" fmla="*/ 1428870 w 1601274"/>
                  <a:gd name="connsiteY359" fmla="*/ 404019 h 1635232"/>
                  <a:gd name="connsiteX360" fmla="*/ 1429741 w 1601274"/>
                  <a:gd name="connsiteY360" fmla="*/ 411856 h 1635232"/>
                  <a:gd name="connsiteX361" fmla="*/ 1429741 w 1601274"/>
                  <a:gd name="connsiteY361" fmla="*/ 418822 h 1635232"/>
                  <a:gd name="connsiteX362" fmla="*/ 1427128 w 1601274"/>
                  <a:gd name="connsiteY362" fmla="*/ 433624 h 1635232"/>
                  <a:gd name="connsiteX363" fmla="*/ 1428870 w 1601274"/>
                  <a:gd name="connsiteY363" fmla="*/ 449297 h 1635232"/>
                  <a:gd name="connsiteX364" fmla="*/ 1434094 w 1601274"/>
                  <a:gd name="connsiteY364" fmla="*/ 466712 h 1635232"/>
                  <a:gd name="connsiteX365" fmla="*/ 1441060 w 1601274"/>
                  <a:gd name="connsiteY365" fmla="*/ 482385 h 1635232"/>
                  <a:gd name="connsiteX366" fmla="*/ 1448026 w 1601274"/>
                  <a:gd name="connsiteY366" fmla="*/ 494575 h 1635232"/>
                  <a:gd name="connsiteX367" fmla="*/ 1451509 w 1601274"/>
                  <a:gd name="connsiteY367" fmla="*/ 500670 h 1635232"/>
                  <a:gd name="connsiteX368" fmla="*/ 1451509 w 1601274"/>
                  <a:gd name="connsiteY368" fmla="*/ 506765 h 1635232"/>
                  <a:gd name="connsiteX369" fmla="*/ 1449767 w 1601274"/>
                  <a:gd name="connsiteY369" fmla="*/ 512861 h 1635232"/>
                  <a:gd name="connsiteX370" fmla="*/ 1447155 w 1601274"/>
                  <a:gd name="connsiteY370" fmla="*/ 518085 h 1635232"/>
                  <a:gd name="connsiteX371" fmla="*/ 1454121 w 1601274"/>
                  <a:gd name="connsiteY371" fmla="*/ 529405 h 1635232"/>
                  <a:gd name="connsiteX372" fmla="*/ 1451509 w 1601274"/>
                  <a:gd name="connsiteY372" fmla="*/ 540724 h 1635232"/>
                  <a:gd name="connsiteX373" fmla="*/ 1446284 w 1601274"/>
                  <a:gd name="connsiteY373" fmla="*/ 552914 h 1635232"/>
                  <a:gd name="connsiteX374" fmla="*/ 1443672 w 1601274"/>
                  <a:gd name="connsiteY374" fmla="*/ 564234 h 1635232"/>
                  <a:gd name="connsiteX375" fmla="*/ 1448026 w 1601274"/>
                  <a:gd name="connsiteY375" fmla="*/ 577295 h 1635232"/>
                  <a:gd name="connsiteX376" fmla="*/ 1455863 w 1601274"/>
                  <a:gd name="connsiteY376" fmla="*/ 586002 h 1635232"/>
                  <a:gd name="connsiteX377" fmla="*/ 1472406 w 1601274"/>
                  <a:gd name="connsiteY377" fmla="*/ 599063 h 1635232"/>
                  <a:gd name="connsiteX378" fmla="*/ 1478501 w 1601274"/>
                  <a:gd name="connsiteY378" fmla="*/ 612124 h 1635232"/>
                  <a:gd name="connsiteX379" fmla="*/ 1475889 w 1601274"/>
                  <a:gd name="connsiteY379" fmla="*/ 621702 h 1635232"/>
                  <a:gd name="connsiteX380" fmla="*/ 1468924 w 1601274"/>
                  <a:gd name="connsiteY380" fmla="*/ 630409 h 1635232"/>
                  <a:gd name="connsiteX381" fmla="*/ 1463699 w 1601274"/>
                  <a:gd name="connsiteY381" fmla="*/ 640858 h 1635232"/>
                  <a:gd name="connsiteX382" fmla="*/ 1462828 w 1601274"/>
                  <a:gd name="connsiteY382" fmla="*/ 653919 h 1635232"/>
                  <a:gd name="connsiteX383" fmla="*/ 1465440 w 1601274"/>
                  <a:gd name="connsiteY383" fmla="*/ 666109 h 1635232"/>
                  <a:gd name="connsiteX384" fmla="*/ 1470665 w 1601274"/>
                  <a:gd name="connsiteY384" fmla="*/ 677429 h 1635232"/>
                  <a:gd name="connsiteX385" fmla="*/ 1477631 w 1601274"/>
                  <a:gd name="connsiteY385" fmla="*/ 685265 h 1635232"/>
                  <a:gd name="connsiteX386" fmla="*/ 1489821 w 1601274"/>
                  <a:gd name="connsiteY386" fmla="*/ 690490 h 1635232"/>
                  <a:gd name="connsiteX387" fmla="*/ 1516814 w 1601274"/>
                  <a:gd name="connsiteY387" fmla="*/ 693973 h 1635232"/>
                  <a:gd name="connsiteX388" fmla="*/ 1528133 w 1601274"/>
                  <a:gd name="connsiteY388" fmla="*/ 703551 h 1635232"/>
                  <a:gd name="connsiteX389" fmla="*/ 1547289 w 1601274"/>
                  <a:gd name="connsiteY389" fmla="*/ 740992 h 1635232"/>
                  <a:gd name="connsiteX390" fmla="*/ 1556867 w 1601274"/>
                  <a:gd name="connsiteY390" fmla="*/ 747958 h 1635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Lst>
                <a:rect l="l" t="t" r="r" b="b"/>
                <a:pathLst>
                  <a:path w="1601274" h="1635232">
                    <a:moveTo>
                      <a:pt x="1556867" y="747958"/>
                    </a:moveTo>
                    <a:lnTo>
                      <a:pt x="1541194" y="757536"/>
                    </a:lnTo>
                    <a:lnTo>
                      <a:pt x="1524650" y="767114"/>
                    </a:lnTo>
                    <a:lnTo>
                      <a:pt x="1512460" y="777563"/>
                    </a:lnTo>
                    <a:lnTo>
                      <a:pt x="1502011" y="789753"/>
                    </a:lnTo>
                    <a:lnTo>
                      <a:pt x="1499399" y="793236"/>
                    </a:lnTo>
                    <a:lnTo>
                      <a:pt x="1495045" y="807168"/>
                    </a:lnTo>
                    <a:lnTo>
                      <a:pt x="1491562" y="825453"/>
                    </a:lnTo>
                    <a:lnTo>
                      <a:pt x="1486338" y="838514"/>
                    </a:lnTo>
                    <a:lnTo>
                      <a:pt x="1474148" y="852446"/>
                    </a:lnTo>
                    <a:lnTo>
                      <a:pt x="1468924" y="857670"/>
                    </a:lnTo>
                    <a:lnTo>
                      <a:pt x="1456733" y="869860"/>
                    </a:lnTo>
                    <a:lnTo>
                      <a:pt x="1448897" y="880309"/>
                    </a:lnTo>
                    <a:lnTo>
                      <a:pt x="1448026" y="886404"/>
                    </a:lnTo>
                    <a:lnTo>
                      <a:pt x="1435836" y="902948"/>
                    </a:lnTo>
                    <a:lnTo>
                      <a:pt x="1424516" y="914268"/>
                    </a:lnTo>
                    <a:lnTo>
                      <a:pt x="1419292" y="924716"/>
                    </a:lnTo>
                    <a:lnTo>
                      <a:pt x="1417550" y="932553"/>
                    </a:lnTo>
                    <a:lnTo>
                      <a:pt x="1416680" y="939519"/>
                    </a:lnTo>
                    <a:lnTo>
                      <a:pt x="1418421" y="945614"/>
                    </a:lnTo>
                    <a:lnTo>
                      <a:pt x="1421904" y="952580"/>
                    </a:lnTo>
                    <a:lnTo>
                      <a:pt x="1426257" y="956063"/>
                    </a:lnTo>
                    <a:lnTo>
                      <a:pt x="1441060" y="965641"/>
                    </a:lnTo>
                    <a:lnTo>
                      <a:pt x="1463699" y="975219"/>
                    </a:lnTo>
                    <a:lnTo>
                      <a:pt x="1485467" y="982185"/>
                    </a:lnTo>
                    <a:lnTo>
                      <a:pt x="1520297" y="998729"/>
                    </a:lnTo>
                    <a:lnTo>
                      <a:pt x="1540323" y="1004824"/>
                    </a:lnTo>
                    <a:lnTo>
                      <a:pt x="1562092" y="1015272"/>
                    </a:lnTo>
                    <a:lnTo>
                      <a:pt x="1583860" y="1027463"/>
                    </a:lnTo>
                    <a:lnTo>
                      <a:pt x="1591696" y="1034429"/>
                    </a:lnTo>
                    <a:lnTo>
                      <a:pt x="1601275" y="1045748"/>
                    </a:lnTo>
                    <a:lnTo>
                      <a:pt x="1578635" y="1063163"/>
                    </a:lnTo>
                    <a:lnTo>
                      <a:pt x="1569928" y="1068387"/>
                    </a:lnTo>
                    <a:lnTo>
                      <a:pt x="1560350" y="1069258"/>
                    </a:lnTo>
                    <a:lnTo>
                      <a:pt x="1545548" y="1066646"/>
                    </a:lnTo>
                    <a:lnTo>
                      <a:pt x="1540323" y="1065775"/>
                    </a:lnTo>
                    <a:lnTo>
                      <a:pt x="1535099" y="1067516"/>
                    </a:lnTo>
                    <a:lnTo>
                      <a:pt x="1529875" y="1070129"/>
                    </a:lnTo>
                    <a:lnTo>
                      <a:pt x="1524650" y="1077965"/>
                    </a:lnTo>
                    <a:lnTo>
                      <a:pt x="1515943" y="1102346"/>
                    </a:lnTo>
                    <a:lnTo>
                      <a:pt x="1508106" y="1117148"/>
                    </a:lnTo>
                    <a:lnTo>
                      <a:pt x="1504623" y="1122372"/>
                    </a:lnTo>
                    <a:lnTo>
                      <a:pt x="1494175" y="1134563"/>
                    </a:lnTo>
                    <a:lnTo>
                      <a:pt x="1481985" y="1145011"/>
                    </a:lnTo>
                    <a:lnTo>
                      <a:pt x="1477631" y="1148494"/>
                    </a:lnTo>
                    <a:lnTo>
                      <a:pt x="1464570" y="1153719"/>
                    </a:lnTo>
                    <a:lnTo>
                      <a:pt x="1443672" y="1161555"/>
                    </a:lnTo>
                    <a:lnTo>
                      <a:pt x="1432353" y="1162426"/>
                    </a:lnTo>
                    <a:lnTo>
                      <a:pt x="1418421" y="1166780"/>
                    </a:lnTo>
                    <a:lnTo>
                      <a:pt x="1399265" y="1172004"/>
                    </a:lnTo>
                    <a:lnTo>
                      <a:pt x="1383592" y="1178099"/>
                    </a:lnTo>
                    <a:lnTo>
                      <a:pt x="1377497" y="1182453"/>
                    </a:lnTo>
                    <a:lnTo>
                      <a:pt x="1372272" y="1187677"/>
                    </a:lnTo>
                    <a:lnTo>
                      <a:pt x="1361823" y="1199867"/>
                    </a:lnTo>
                    <a:lnTo>
                      <a:pt x="1348762" y="1209445"/>
                    </a:lnTo>
                    <a:lnTo>
                      <a:pt x="1347021" y="1215541"/>
                    </a:lnTo>
                    <a:lnTo>
                      <a:pt x="1343538" y="1221636"/>
                    </a:lnTo>
                    <a:lnTo>
                      <a:pt x="1336572" y="1229472"/>
                    </a:lnTo>
                    <a:lnTo>
                      <a:pt x="1330477" y="1232955"/>
                    </a:lnTo>
                    <a:lnTo>
                      <a:pt x="1326123" y="1234697"/>
                    </a:lnTo>
                    <a:lnTo>
                      <a:pt x="1314804" y="1236438"/>
                    </a:lnTo>
                    <a:lnTo>
                      <a:pt x="1306097" y="1246887"/>
                    </a:lnTo>
                    <a:lnTo>
                      <a:pt x="1301743" y="1252982"/>
                    </a:lnTo>
                    <a:lnTo>
                      <a:pt x="1292165" y="1279104"/>
                    </a:lnTo>
                    <a:lnTo>
                      <a:pt x="1290424" y="1286070"/>
                    </a:lnTo>
                    <a:lnTo>
                      <a:pt x="1289553" y="1293036"/>
                    </a:lnTo>
                    <a:lnTo>
                      <a:pt x="1290424" y="1303484"/>
                    </a:lnTo>
                    <a:lnTo>
                      <a:pt x="1295648" y="1333089"/>
                    </a:lnTo>
                    <a:lnTo>
                      <a:pt x="1240792" y="1344409"/>
                    </a:lnTo>
                    <a:lnTo>
                      <a:pt x="1211187" y="1342667"/>
                    </a:lnTo>
                    <a:lnTo>
                      <a:pt x="1201609" y="1337443"/>
                    </a:lnTo>
                    <a:lnTo>
                      <a:pt x="1138916" y="1291294"/>
                    </a:lnTo>
                    <a:lnTo>
                      <a:pt x="1048360" y="1242533"/>
                    </a:lnTo>
                    <a:lnTo>
                      <a:pt x="1041394" y="1244275"/>
                    </a:lnTo>
                    <a:lnTo>
                      <a:pt x="1038782" y="1247758"/>
                    </a:lnTo>
                    <a:lnTo>
                      <a:pt x="1034428" y="1255594"/>
                    </a:lnTo>
                    <a:lnTo>
                      <a:pt x="1032687" y="1266914"/>
                    </a:lnTo>
                    <a:lnTo>
                      <a:pt x="1029204" y="1273009"/>
                    </a:lnTo>
                    <a:lnTo>
                      <a:pt x="1024851" y="1278233"/>
                    </a:lnTo>
                    <a:lnTo>
                      <a:pt x="1014402" y="1286070"/>
                    </a:lnTo>
                    <a:lnTo>
                      <a:pt x="1010048" y="1291294"/>
                    </a:lnTo>
                    <a:lnTo>
                      <a:pt x="1010048" y="1297389"/>
                    </a:lnTo>
                    <a:lnTo>
                      <a:pt x="1008307" y="1300872"/>
                    </a:lnTo>
                    <a:lnTo>
                      <a:pt x="976960" y="1307838"/>
                    </a:lnTo>
                    <a:lnTo>
                      <a:pt x="970865" y="1307838"/>
                    </a:lnTo>
                    <a:lnTo>
                      <a:pt x="965641" y="1301743"/>
                    </a:lnTo>
                    <a:lnTo>
                      <a:pt x="962158" y="1306097"/>
                    </a:lnTo>
                    <a:lnTo>
                      <a:pt x="959546" y="1319158"/>
                    </a:lnTo>
                    <a:lnTo>
                      <a:pt x="960416" y="1322640"/>
                    </a:lnTo>
                    <a:lnTo>
                      <a:pt x="965641" y="1327865"/>
                    </a:lnTo>
                    <a:lnTo>
                      <a:pt x="997858" y="1346150"/>
                    </a:lnTo>
                    <a:lnTo>
                      <a:pt x="1003082" y="1353987"/>
                    </a:lnTo>
                    <a:lnTo>
                      <a:pt x="1003082" y="1357470"/>
                    </a:lnTo>
                    <a:lnTo>
                      <a:pt x="999599" y="1364436"/>
                    </a:lnTo>
                    <a:lnTo>
                      <a:pt x="990892" y="1370531"/>
                    </a:lnTo>
                    <a:lnTo>
                      <a:pt x="981314" y="1374014"/>
                    </a:lnTo>
                    <a:lnTo>
                      <a:pt x="969994" y="1381850"/>
                    </a:lnTo>
                    <a:lnTo>
                      <a:pt x="960416" y="1386204"/>
                    </a:lnTo>
                    <a:lnTo>
                      <a:pt x="960416" y="1388816"/>
                    </a:lnTo>
                    <a:lnTo>
                      <a:pt x="961287" y="1394911"/>
                    </a:lnTo>
                    <a:lnTo>
                      <a:pt x="956063" y="1401877"/>
                    </a:lnTo>
                    <a:lnTo>
                      <a:pt x="950838" y="1407102"/>
                    </a:lnTo>
                    <a:lnTo>
                      <a:pt x="945614" y="1416679"/>
                    </a:lnTo>
                    <a:lnTo>
                      <a:pt x="949968" y="1421033"/>
                    </a:lnTo>
                    <a:lnTo>
                      <a:pt x="951709" y="1423645"/>
                    </a:lnTo>
                    <a:lnTo>
                      <a:pt x="944743" y="1430611"/>
                    </a:lnTo>
                    <a:lnTo>
                      <a:pt x="943872" y="1434094"/>
                    </a:lnTo>
                    <a:lnTo>
                      <a:pt x="944743" y="1441931"/>
                    </a:lnTo>
                    <a:lnTo>
                      <a:pt x="939519" y="1453250"/>
                    </a:lnTo>
                    <a:lnTo>
                      <a:pt x="937778" y="1462828"/>
                    </a:lnTo>
                    <a:lnTo>
                      <a:pt x="941260" y="1472406"/>
                    </a:lnTo>
                    <a:lnTo>
                      <a:pt x="943002" y="1482855"/>
                    </a:lnTo>
                    <a:lnTo>
                      <a:pt x="946485" y="1493304"/>
                    </a:lnTo>
                    <a:lnTo>
                      <a:pt x="951709" y="1498528"/>
                    </a:lnTo>
                    <a:lnTo>
                      <a:pt x="960416" y="1500270"/>
                    </a:lnTo>
                    <a:lnTo>
                      <a:pt x="966512" y="1505494"/>
                    </a:lnTo>
                    <a:lnTo>
                      <a:pt x="971736" y="1514201"/>
                    </a:lnTo>
                    <a:lnTo>
                      <a:pt x="960416" y="1522909"/>
                    </a:lnTo>
                    <a:lnTo>
                      <a:pt x="936907" y="1530745"/>
                    </a:lnTo>
                    <a:lnTo>
                      <a:pt x="911656" y="1535970"/>
                    </a:lnTo>
                    <a:lnTo>
                      <a:pt x="903819" y="1540323"/>
                    </a:lnTo>
                    <a:lnTo>
                      <a:pt x="901207" y="1548160"/>
                    </a:lnTo>
                    <a:lnTo>
                      <a:pt x="902948" y="1556867"/>
                    </a:lnTo>
                    <a:lnTo>
                      <a:pt x="903819" y="1563833"/>
                    </a:lnTo>
                    <a:lnTo>
                      <a:pt x="899465" y="1573411"/>
                    </a:lnTo>
                    <a:lnTo>
                      <a:pt x="891629" y="1577765"/>
                    </a:lnTo>
                    <a:lnTo>
                      <a:pt x="882051" y="1579506"/>
                    </a:lnTo>
                    <a:lnTo>
                      <a:pt x="874214" y="1577765"/>
                    </a:lnTo>
                    <a:lnTo>
                      <a:pt x="866377" y="1575152"/>
                    </a:lnTo>
                    <a:lnTo>
                      <a:pt x="825453" y="1550772"/>
                    </a:lnTo>
                    <a:lnTo>
                      <a:pt x="815875" y="1546418"/>
                    </a:lnTo>
                    <a:lnTo>
                      <a:pt x="790624" y="1544677"/>
                    </a:lnTo>
                    <a:lnTo>
                      <a:pt x="784529" y="1547289"/>
                    </a:lnTo>
                    <a:lnTo>
                      <a:pt x="778434" y="1551643"/>
                    </a:lnTo>
                    <a:lnTo>
                      <a:pt x="775821" y="1557738"/>
                    </a:lnTo>
                    <a:lnTo>
                      <a:pt x="773209" y="1565575"/>
                    </a:lnTo>
                    <a:lnTo>
                      <a:pt x="769726" y="1599533"/>
                    </a:lnTo>
                    <a:lnTo>
                      <a:pt x="767114" y="1608240"/>
                    </a:lnTo>
                    <a:lnTo>
                      <a:pt x="762761" y="1612594"/>
                    </a:lnTo>
                    <a:lnTo>
                      <a:pt x="757536" y="1614335"/>
                    </a:lnTo>
                    <a:lnTo>
                      <a:pt x="697456" y="1619560"/>
                    </a:lnTo>
                    <a:lnTo>
                      <a:pt x="690490" y="1618689"/>
                    </a:lnTo>
                    <a:lnTo>
                      <a:pt x="679170" y="1612594"/>
                    </a:lnTo>
                    <a:lnTo>
                      <a:pt x="673946" y="1609982"/>
                    </a:lnTo>
                    <a:lnTo>
                      <a:pt x="670463" y="1611723"/>
                    </a:lnTo>
                    <a:lnTo>
                      <a:pt x="666980" y="1615206"/>
                    </a:lnTo>
                    <a:lnTo>
                      <a:pt x="658273" y="1627396"/>
                    </a:lnTo>
                    <a:lnTo>
                      <a:pt x="650436" y="1633492"/>
                    </a:lnTo>
                    <a:lnTo>
                      <a:pt x="642599" y="1635233"/>
                    </a:lnTo>
                    <a:lnTo>
                      <a:pt x="636505" y="1634362"/>
                    </a:lnTo>
                    <a:lnTo>
                      <a:pt x="627797" y="1629138"/>
                    </a:lnTo>
                    <a:lnTo>
                      <a:pt x="605158" y="1603887"/>
                    </a:lnTo>
                    <a:lnTo>
                      <a:pt x="602546" y="1576894"/>
                    </a:lnTo>
                    <a:lnTo>
                      <a:pt x="586873" y="1518555"/>
                    </a:lnTo>
                    <a:lnTo>
                      <a:pt x="584261" y="1503753"/>
                    </a:lnTo>
                    <a:lnTo>
                      <a:pt x="583390" y="1491562"/>
                    </a:lnTo>
                    <a:lnTo>
                      <a:pt x="583390" y="1482855"/>
                    </a:lnTo>
                    <a:lnTo>
                      <a:pt x="586873" y="1470665"/>
                    </a:lnTo>
                    <a:lnTo>
                      <a:pt x="606029" y="1438448"/>
                    </a:lnTo>
                    <a:lnTo>
                      <a:pt x="611253" y="1427999"/>
                    </a:lnTo>
                    <a:lnTo>
                      <a:pt x="615607" y="1416679"/>
                    </a:lnTo>
                    <a:lnTo>
                      <a:pt x="619961" y="1397523"/>
                    </a:lnTo>
                    <a:lnTo>
                      <a:pt x="620831" y="1392299"/>
                    </a:lnTo>
                    <a:lnTo>
                      <a:pt x="617348" y="1384462"/>
                    </a:lnTo>
                    <a:lnTo>
                      <a:pt x="611253" y="1363565"/>
                    </a:lnTo>
                    <a:lnTo>
                      <a:pt x="606900" y="1338314"/>
                    </a:lnTo>
                    <a:lnTo>
                      <a:pt x="602546" y="1288682"/>
                    </a:lnTo>
                    <a:lnTo>
                      <a:pt x="599934" y="1279104"/>
                    </a:lnTo>
                    <a:lnTo>
                      <a:pt x="598192" y="1273009"/>
                    </a:lnTo>
                    <a:lnTo>
                      <a:pt x="592968" y="1268655"/>
                    </a:lnTo>
                    <a:lnTo>
                      <a:pt x="509378" y="1277362"/>
                    </a:lnTo>
                    <a:lnTo>
                      <a:pt x="496317" y="1305226"/>
                    </a:lnTo>
                    <a:lnTo>
                      <a:pt x="481514" y="1326123"/>
                    </a:lnTo>
                    <a:lnTo>
                      <a:pt x="466712" y="1336572"/>
                    </a:lnTo>
                    <a:lnTo>
                      <a:pt x="459746" y="1338314"/>
                    </a:lnTo>
                    <a:lnTo>
                      <a:pt x="449297" y="1339184"/>
                    </a:lnTo>
                    <a:lnTo>
                      <a:pt x="443202" y="1338314"/>
                    </a:lnTo>
                    <a:lnTo>
                      <a:pt x="437107" y="1334831"/>
                    </a:lnTo>
                    <a:lnTo>
                      <a:pt x="425787" y="1325253"/>
                    </a:lnTo>
                    <a:lnTo>
                      <a:pt x="415339" y="1319158"/>
                    </a:lnTo>
                    <a:lnTo>
                      <a:pt x="396183" y="1313063"/>
                    </a:lnTo>
                    <a:lnTo>
                      <a:pt x="358741" y="1307838"/>
                    </a:lnTo>
                    <a:lnTo>
                      <a:pt x="332619" y="1309580"/>
                    </a:lnTo>
                    <a:lnTo>
                      <a:pt x="324783" y="1312192"/>
                    </a:lnTo>
                    <a:lnTo>
                      <a:pt x="316075" y="1315675"/>
                    </a:lnTo>
                    <a:lnTo>
                      <a:pt x="298661" y="1320899"/>
                    </a:lnTo>
                    <a:lnTo>
                      <a:pt x="286470" y="1320028"/>
                    </a:lnTo>
                    <a:lnTo>
                      <a:pt x="280376" y="1317416"/>
                    </a:lnTo>
                    <a:lnTo>
                      <a:pt x="197656" y="1256465"/>
                    </a:lnTo>
                    <a:lnTo>
                      <a:pt x="181983" y="1249499"/>
                    </a:lnTo>
                    <a:lnTo>
                      <a:pt x="154120" y="1248628"/>
                    </a:lnTo>
                    <a:lnTo>
                      <a:pt x="103617" y="1245145"/>
                    </a:lnTo>
                    <a:lnTo>
                      <a:pt x="80978" y="1239050"/>
                    </a:lnTo>
                    <a:lnTo>
                      <a:pt x="67917" y="1230343"/>
                    </a:lnTo>
                    <a:lnTo>
                      <a:pt x="11319" y="1177228"/>
                    </a:lnTo>
                    <a:lnTo>
                      <a:pt x="4354" y="1167650"/>
                    </a:lnTo>
                    <a:lnTo>
                      <a:pt x="0" y="1151977"/>
                    </a:lnTo>
                    <a:lnTo>
                      <a:pt x="0" y="1135433"/>
                    </a:lnTo>
                    <a:lnTo>
                      <a:pt x="2612" y="1122372"/>
                    </a:lnTo>
                    <a:lnTo>
                      <a:pt x="7837" y="1106699"/>
                    </a:lnTo>
                    <a:lnTo>
                      <a:pt x="12190" y="1100604"/>
                    </a:lnTo>
                    <a:lnTo>
                      <a:pt x="25251" y="1084060"/>
                    </a:lnTo>
                    <a:lnTo>
                      <a:pt x="46149" y="1064033"/>
                    </a:lnTo>
                    <a:lnTo>
                      <a:pt x="70529" y="1047490"/>
                    </a:lnTo>
                    <a:lnTo>
                      <a:pt x="76624" y="1041394"/>
                    </a:lnTo>
                    <a:lnTo>
                      <a:pt x="79237" y="1036170"/>
                    </a:lnTo>
                    <a:lnTo>
                      <a:pt x="77495" y="1031816"/>
                    </a:lnTo>
                    <a:lnTo>
                      <a:pt x="67046" y="1017014"/>
                    </a:lnTo>
                    <a:lnTo>
                      <a:pt x="65305" y="1012660"/>
                    </a:lnTo>
                    <a:lnTo>
                      <a:pt x="62693" y="1003953"/>
                    </a:lnTo>
                    <a:lnTo>
                      <a:pt x="61822" y="997858"/>
                    </a:lnTo>
                    <a:lnTo>
                      <a:pt x="70529" y="1003082"/>
                    </a:lnTo>
                    <a:lnTo>
                      <a:pt x="73141" y="1010919"/>
                    </a:lnTo>
                    <a:lnTo>
                      <a:pt x="80107" y="1021368"/>
                    </a:lnTo>
                    <a:lnTo>
                      <a:pt x="94039" y="1028333"/>
                    </a:lnTo>
                    <a:lnTo>
                      <a:pt x="109712" y="1030946"/>
                    </a:lnTo>
                    <a:lnTo>
                      <a:pt x="120161" y="1031816"/>
                    </a:lnTo>
                    <a:lnTo>
                      <a:pt x="131480" y="1028333"/>
                    </a:lnTo>
                    <a:lnTo>
                      <a:pt x="143671" y="1021368"/>
                    </a:lnTo>
                    <a:lnTo>
                      <a:pt x="166310" y="1004824"/>
                    </a:lnTo>
                    <a:lnTo>
                      <a:pt x="185466" y="990892"/>
                    </a:lnTo>
                    <a:lnTo>
                      <a:pt x="193302" y="980443"/>
                    </a:lnTo>
                    <a:lnTo>
                      <a:pt x="195044" y="967382"/>
                    </a:lnTo>
                    <a:lnTo>
                      <a:pt x="190690" y="954321"/>
                    </a:lnTo>
                    <a:lnTo>
                      <a:pt x="191561" y="951709"/>
                    </a:lnTo>
                    <a:lnTo>
                      <a:pt x="211588" y="945614"/>
                    </a:lnTo>
                    <a:lnTo>
                      <a:pt x="236839" y="934294"/>
                    </a:lnTo>
                    <a:lnTo>
                      <a:pt x="242934" y="932553"/>
                    </a:lnTo>
                    <a:lnTo>
                      <a:pt x="248158" y="935165"/>
                    </a:lnTo>
                    <a:lnTo>
                      <a:pt x="257736" y="945614"/>
                    </a:lnTo>
                    <a:lnTo>
                      <a:pt x="262961" y="948226"/>
                    </a:lnTo>
                    <a:lnTo>
                      <a:pt x="267315" y="945614"/>
                    </a:lnTo>
                    <a:lnTo>
                      <a:pt x="274280" y="936036"/>
                    </a:lnTo>
                    <a:lnTo>
                      <a:pt x="282988" y="927329"/>
                    </a:lnTo>
                    <a:lnTo>
                      <a:pt x="321300" y="906431"/>
                    </a:lnTo>
                    <a:lnTo>
                      <a:pt x="336973" y="889887"/>
                    </a:lnTo>
                    <a:lnTo>
                      <a:pt x="379639" y="796719"/>
                    </a:lnTo>
                    <a:lnTo>
                      <a:pt x="381380" y="789753"/>
                    </a:lnTo>
                    <a:lnTo>
                      <a:pt x="382251" y="781917"/>
                    </a:lnTo>
                    <a:lnTo>
                      <a:pt x="381380" y="774951"/>
                    </a:lnTo>
                    <a:lnTo>
                      <a:pt x="379639" y="761019"/>
                    </a:lnTo>
                    <a:lnTo>
                      <a:pt x="380510" y="747087"/>
                    </a:lnTo>
                    <a:lnTo>
                      <a:pt x="389217" y="721836"/>
                    </a:lnTo>
                    <a:lnTo>
                      <a:pt x="390087" y="707904"/>
                    </a:lnTo>
                    <a:lnTo>
                      <a:pt x="387475" y="697456"/>
                    </a:lnTo>
                    <a:lnTo>
                      <a:pt x="383122" y="688748"/>
                    </a:lnTo>
                    <a:lnTo>
                      <a:pt x="376156" y="683524"/>
                    </a:lnTo>
                    <a:lnTo>
                      <a:pt x="369190" y="680912"/>
                    </a:lnTo>
                    <a:lnTo>
                      <a:pt x="352646" y="677429"/>
                    </a:lnTo>
                    <a:lnTo>
                      <a:pt x="345680" y="674817"/>
                    </a:lnTo>
                    <a:lnTo>
                      <a:pt x="324783" y="658273"/>
                    </a:lnTo>
                    <a:lnTo>
                      <a:pt x="318688" y="653048"/>
                    </a:lnTo>
                    <a:lnTo>
                      <a:pt x="315205" y="644341"/>
                    </a:lnTo>
                    <a:lnTo>
                      <a:pt x="293437" y="587743"/>
                    </a:lnTo>
                    <a:lnTo>
                      <a:pt x="294307" y="579036"/>
                    </a:lnTo>
                    <a:lnTo>
                      <a:pt x="305627" y="561622"/>
                    </a:lnTo>
                    <a:lnTo>
                      <a:pt x="304756" y="557268"/>
                    </a:lnTo>
                    <a:lnTo>
                      <a:pt x="296049" y="550302"/>
                    </a:lnTo>
                    <a:lnTo>
                      <a:pt x="291695" y="545078"/>
                    </a:lnTo>
                    <a:lnTo>
                      <a:pt x="286470" y="535500"/>
                    </a:lnTo>
                    <a:lnTo>
                      <a:pt x="274280" y="526792"/>
                    </a:lnTo>
                    <a:lnTo>
                      <a:pt x="263831" y="517214"/>
                    </a:lnTo>
                    <a:lnTo>
                      <a:pt x="256866" y="504153"/>
                    </a:lnTo>
                    <a:lnTo>
                      <a:pt x="255995" y="491092"/>
                    </a:lnTo>
                    <a:lnTo>
                      <a:pt x="273410" y="453651"/>
                    </a:lnTo>
                    <a:lnTo>
                      <a:pt x="277763" y="439719"/>
                    </a:lnTo>
                    <a:lnTo>
                      <a:pt x="280376" y="424917"/>
                    </a:lnTo>
                    <a:lnTo>
                      <a:pt x="281246" y="418822"/>
                    </a:lnTo>
                    <a:lnTo>
                      <a:pt x="289083" y="398795"/>
                    </a:lnTo>
                    <a:lnTo>
                      <a:pt x="289953" y="391829"/>
                    </a:lnTo>
                    <a:lnTo>
                      <a:pt x="289083" y="383122"/>
                    </a:lnTo>
                    <a:lnTo>
                      <a:pt x="285600" y="368319"/>
                    </a:lnTo>
                    <a:lnTo>
                      <a:pt x="285600" y="361353"/>
                    </a:lnTo>
                    <a:lnTo>
                      <a:pt x="287341" y="354388"/>
                    </a:lnTo>
                    <a:lnTo>
                      <a:pt x="290824" y="348292"/>
                    </a:lnTo>
                    <a:lnTo>
                      <a:pt x="298661" y="337844"/>
                    </a:lnTo>
                    <a:lnTo>
                      <a:pt x="302144" y="332619"/>
                    </a:lnTo>
                    <a:lnTo>
                      <a:pt x="314334" y="303885"/>
                    </a:lnTo>
                    <a:lnTo>
                      <a:pt x="319558" y="294307"/>
                    </a:lnTo>
                    <a:lnTo>
                      <a:pt x="322171" y="289953"/>
                    </a:lnTo>
                    <a:lnTo>
                      <a:pt x="326524" y="289083"/>
                    </a:lnTo>
                    <a:lnTo>
                      <a:pt x="338714" y="282117"/>
                    </a:lnTo>
                    <a:lnTo>
                      <a:pt x="345680" y="281246"/>
                    </a:lnTo>
                    <a:lnTo>
                      <a:pt x="368319" y="286471"/>
                    </a:lnTo>
                    <a:lnTo>
                      <a:pt x="370932" y="278634"/>
                    </a:lnTo>
                    <a:lnTo>
                      <a:pt x="371802" y="268185"/>
                    </a:lnTo>
                    <a:lnTo>
                      <a:pt x="369190" y="249029"/>
                    </a:lnTo>
                    <a:lnTo>
                      <a:pt x="370061" y="239451"/>
                    </a:lnTo>
                    <a:lnTo>
                      <a:pt x="372673" y="231614"/>
                    </a:lnTo>
                    <a:lnTo>
                      <a:pt x="379639" y="216812"/>
                    </a:lnTo>
                    <a:lnTo>
                      <a:pt x="382251" y="208105"/>
                    </a:lnTo>
                    <a:lnTo>
                      <a:pt x="397924" y="180241"/>
                    </a:lnTo>
                    <a:lnTo>
                      <a:pt x="423175" y="168051"/>
                    </a:lnTo>
                    <a:lnTo>
                      <a:pt x="475419" y="153249"/>
                    </a:lnTo>
                    <a:lnTo>
                      <a:pt x="484127" y="145412"/>
                    </a:lnTo>
                    <a:lnTo>
                      <a:pt x="492834" y="135834"/>
                    </a:lnTo>
                    <a:lnTo>
                      <a:pt x="500670" y="124515"/>
                    </a:lnTo>
                    <a:lnTo>
                      <a:pt x="518085" y="87944"/>
                    </a:lnTo>
                    <a:lnTo>
                      <a:pt x="522439" y="67046"/>
                    </a:lnTo>
                    <a:lnTo>
                      <a:pt x="525051" y="60080"/>
                    </a:lnTo>
                    <a:lnTo>
                      <a:pt x="535500" y="46149"/>
                    </a:lnTo>
                    <a:lnTo>
                      <a:pt x="537241" y="40054"/>
                    </a:lnTo>
                    <a:lnTo>
                      <a:pt x="538112" y="32217"/>
                    </a:lnTo>
                    <a:lnTo>
                      <a:pt x="538112" y="17415"/>
                    </a:lnTo>
                    <a:lnTo>
                      <a:pt x="539853" y="10449"/>
                    </a:lnTo>
                    <a:lnTo>
                      <a:pt x="547690" y="871"/>
                    </a:lnTo>
                    <a:lnTo>
                      <a:pt x="559010" y="0"/>
                    </a:lnTo>
                    <a:lnTo>
                      <a:pt x="568587" y="7837"/>
                    </a:lnTo>
                    <a:lnTo>
                      <a:pt x="572070" y="21768"/>
                    </a:lnTo>
                    <a:lnTo>
                      <a:pt x="577295" y="31346"/>
                    </a:lnTo>
                    <a:lnTo>
                      <a:pt x="585131" y="36571"/>
                    </a:lnTo>
                    <a:lnTo>
                      <a:pt x="632151" y="53985"/>
                    </a:lnTo>
                    <a:lnTo>
                      <a:pt x="641729" y="59210"/>
                    </a:lnTo>
                    <a:lnTo>
                      <a:pt x="647824" y="67046"/>
                    </a:lnTo>
                    <a:lnTo>
                      <a:pt x="653048" y="74883"/>
                    </a:lnTo>
                    <a:lnTo>
                      <a:pt x="658273" y="81849"/>
                    </a:lnTo>
                    <a:lnTo>
                      <a:pt x="666109" y="86202"/>
                    </a:lnTo>
                    <a:lnTo>
                      <a:pt x="728802" y="104488"/>
                    </a:lnTo>
                    <a:lnTo>
                      <a:pt x="761890" y="106229"/>
                    </a:lnTo>
                    <a:lnTo>
                      <a:pt x="770597" y="109712"/>
                    </a:lnTo>
                    <a:lnTo>
                      <a:pt x="790624" y="127997"/>
                    </a:lnTo>
                    <a:lnTo>
                      <a:pt x="808038" y="148895"/>
                    </a:lnTo>
                    <a:lnTo>
                      <a:pt x="826324" y="166310"/>
                    </a:lnTo>
                    <a:lnTo>
                      <a:pt x="850704" y="174146"/>
                    </a:lnTo>
                    <a:lnTo>
                      <a:pt x="875085" y="171534"/>
                    </a:lnTo>
                    <a:lnTo>
                      <a:pt x="905560" y="176758"/>
                    </a:lnTo>
                    <a:lnTo>
                      <a:pt x="986538" y="176758"/>
                    </a:lnTo>
                    <a:lnTo>
                      <a:pt x="1003082" y="186336"/>
                    </a:lnTo>
                    <a:lnTo>
                      <a:pt x="1021368" y="191561"/>
                    </a:lnTo>
                    <a:lnTo>
                      <a:pt x="1138046" y="252512"/>
                    </a:lnTo>
                    <a:lnTo>
                      <a:pt x="1150236" y="262961"/>
                    </a:lnTo>
                    <a:lnTo>
                      <a:pt x="1161555" y="266444"/>
                    </a:lnTo>
                    <a:lnTo>
                      <a:pt x="1172875" y="266444"/>
                    </a:lnTo>
                    <a:lnTo>
                      <a:pt x="1184194" y="269056"/>
                    </a:lnTo>
                    <a:lnTo>
                      <a:pt x="1194643" y="278634"/>
                    </a:lnTo>
                    <a:lnTo>
                      <a:pt x="1204221" y="290824"/>
                    </a:lnTo>
                    <a:lnTo>
                      <a:pt x="1213799" y="296919"/>
                    </a:lnTo>
                    <a:lnTo>
                      <a:pt x="1223377" y="296919"/>
                    </a:lnTo>
                    <a:lnTo>
                      <a:pt x="1249499" y="287341"/>
                    </a:lnTo>
                    <a:lnTo>
                      <a:pt x="1260819" y="285600"/>
                    </a:lnTo>
                    <a:lnTo>
                      <a:pt x="1273009" y="288212"/>
                    </a:lnTo>
                    <a:lnTo>
                      <a:pt x="1293036" y="296919"/>
                    </a:lnTo>
                    <a:lnTo>
                      <a:pt x="1306967" y="296049"/>
                    </a:lnTo>
                    <a:lnTo>
                      <a:pt x="1314804" y="296919"/>
                    </a:lnTo>
                    <a:lnTo>
                      <a:pt x="1319158" y="299532"/>
                    </a:lnTo>
                    <a:lnTo>
                      <a:pt x="1333960" y="309980"/>
                    </a:lnTo>
                    <a:lnTo>
                      <a:pt x="1340926" y="312592"/>
                    </a:lnTo>
                    <a:lnTo>
                      <a:pt x="1362694" y="311722"/>
                    </a:lnTo>
                    <a:lnTo>
                      <a:pt x="1367919" y="313463"/>
                    </a:lnTo>
                    <a:lnTo>
                      <a:pt x="1377497" y="321300"/>
                    </a:lnTo>
                    <a:lnTo>
                      <a:pt x="1381850" y="323912"/>
                    </a:lnTo>
                    <a:lnTo>
                      <a:pt x="1402748" y="325653"/>
                    </a:lnTo>
                    <a:lnTo>
                      <a:pt x="1409714" y="330007"/>
                    </a:lnTo>
                    <a:lnTo>
                      <a:pt x="1414067" y="334361"/>
                    </a:lnTo>
                    <a:lnTo>
                      <a:pt x="1438448" y="351775"/>
                    </a:lnTo>
                    <a:lnTo>
                      <a:pt x="1441060" y="358741"/>
                    </a:lnTo>
                    <a:lnTo>
                      <a:pt x="1437577" y="368319"/>
                    </a:lnTo>
                    <a:lnTo>
                      <a:pt x="1425387" y="387475"/>
                    </a:lnTo>
                    <a:lnTo>
                      <a:pt x="1425387" y="391829"/>
                    </a:lnTo>
                    <a:lnTo>
                      <a:pt x="1428870" y="404019"/>
                    </a:lnTo>
                    <a:lnTo>
                      <a:pt x="1429741" y="411856"/>
                    </a:lnTo>
                    <a:lnTo>
                      <a:pt x="1429741" y="418822"/>
                    </a:lnTo>
                    <a:lnTo>
                      <a:pt x="1427128" y="433624"/>
                    </a:lnTo>
                    <a:lnTo>
                      <a:pt x="1428870" y="449297"/>
                    </a:lnTo>
                    <a:lnTo>
                      <a:pt x="1434094" y="466712"/>
                    </a:lnTo>
                    <a:lnTo>
                      <a:pt x="1441060" y="482385"/>
                    </a:lnTo>
                    <a:lnTo>
                      <a:pt x="1448026" y="494575"/>
                    </a:lnTo>
                    <a:lnTo>
                      <a:pt x="1451509" y="500670"/>
                    </a:lnTo>
                    <a:lnTo>
                      <a:pt x="1451509" y="506765"/>
                    </a:lnTo>
                    <a:lnTo>
                      <a:pt x="1449767" y="512861"/>
                    </a:lnTo>
                    <a:lnTo>
                      <a:pt x="1447155" y="518085"/>
                    </a:lnTo>
                    <a:lnTo>
                      <a:pt x="1454121" y="529405"/>
                    </a:lnTo>
                    <a:lnTo>
                      <a:pt x="1451509" y="540724"/>
                    </a:lnTo>
                    <a:lnTo>
                      <a:pt x="1446284" y="552914"/>
                    </a:lnTo>
                    <a:lnTo>
                      <a:pt x="1443672" y="564234"/>
                    </a:lnTo>
                    <a:lnTo>
                      <a:pt x="1448026" y="577295"/>
                    </a:lnTo>
                    <a:lnTo>
                      <a:pt x="1455863" y="586002"/>
                    </a:lnTo>
                    <a:lnTo>
                      <a:pt x="1472406" y="599063"/>
                    </a:lnTo>
                    <a:lnTo>
                      <a:pt x="1478501" y="612124"/>
                    </a:lnTo>
                    <a:lnTo>
                      <a:pt x="1475889" y="621702"/>
                    </a:lnTo>
                    <a:lnTo>
                      <a:pt x="1468924" y="630409"/>
                    </a:lnTo>
                    <a:lnTo>
                      <a:pt x="1463699" y="640858"/>
                    </a:lnTo>
                    <a:lnTo>
                      <a:pt x="1462828" y="653919"/>
                    </a:lnTo>
                    <a:lnTo>
                      <a:pt x="1465440" y="666109"/>
                    </a:lnTo>
                    <a:lnTo>
                      <a:pt x="1470665" y="677429"/>
                    </a:lnTo>
                    <a:lnTo>
                      <a:pt x="1477631" y="685265"/>
                    </a:lnTo>
                    <a:lnTo>
                      <a:pt x="1489821" y="690490"/>
                    </a:lnTo>
                    <a:lnTo>
                      <a:pt x="1516814" y="693973"/>
                    </a:lnTo>
                    <a:lnTo>
                      <a:pt x="1528133" y="703551"/>
                    </a:lnTo>
                    <a:lnTo>
                      <a:pt x="1547289" y="740992"/>
                    </a:lnTo>
                    <a:lnTo>
                      <a:pt x="1556867" y="747958"/>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4" name="Freeform: Shape 63">
                <a:extLst>
                  <a:ext uri="{FF2B5EF4-FFF2-40B4-BE49-F238E27FC236}">
                    <a16:creationId xmlns:a16="http://schemas.microsoft.com/office/drawing/2014/main" id="{E8103B1C-2B03-07DB-906F-B08095FBFD03}"/>
                  </a:ext>
                </a:extLst>
              </p:cNvPr>
              <p:cNvSpPr>
                <a:spLocks/>
              </p:cNvSpPr>
              <p:nvPr/>
            </p:nvSpPr>
            <p:spPr>
              <a:xfrm>
                <a:off x="4699583" y="2251488"/>
                <a:ext cx="1537711" cy="1031816"/>
              </a:xfrm>
              <a:custGeom>
                <a:avLst/>
                <a:gdLst>
                  <a:gd name="connsiteX0" fmla="*/ 1480243 w 1537711"/>
                  <a:gd name="connsiteY0" fmla="*/ 413597 h 1031816"/>
                  <a:gd name="connsiteX1" fmla="*/ 1475019 w 1537711"/>
                  <a:gd name="connsiteY1" fmla="*/ 420563 h 1031816"/>
                  <a:gd name="connsiteX2" fmla="*/ 1475889 w 1537711"/>
                  <a:gd name="connsiteY2" fmla="*/ 433624 h 1031816"/>
                  <a:gd name="connsiteX3" fmla="*/ 1479372 w 1537711"/>
                  <a:gd name="connsiteY3" fmla="*/ 451909 h 1031816"/>
                  <a:gd name="connsiteX4" fmla="*/ 1481984 w 1537711"/>
                  <a:gd name="connsiteY4" fmla="*/ 474548 h 1031816"/>
                  <a:gd name="connsiteX5" fmla="*/ 1480243 w 1537711"/>
                  <a:gd name="connsiteY5" fmla="*/ 486739 h 1031816"/>
                  <a:gd name="connsiteX6" fmla="*/ 1475019 w 1537711"/>
                  <a:gd name="connsiteY6" fmla="*/ 500670 h 1031816"/>
                  <a:gd name="connsiteX7" fmla="*/ 1472406 w 1537711"/>
                  <a:gd name="connsiteY7" fmla="*/ 510248 h 1031816"/>
                  <a:gd name="connsiteX8" fmla="*/ 1473277 w 1537711"/>
                  <a:gd name="connsiteY8" fmla="*/ 520697 h 1031816"/>
                  <a:gd name="connsiteX9" fmla="*/ 1475889 w 1537711"/>
                  <a:gd name="connsiteY9" fmla="*/ 533758 h 1031816"/>
                  <a:gd name="connsiteX10" fmla="*/ 1482855 w 1537711"/>
                  <a:gd name="connsiteY10" fmla="*/ 549431 h 1031816"/>
                  <a:gd name="connsiteX11" fmla="*/ 1485467 w 1537711"/>
                  <a:gd name="connsiteY11" fmla="*/ 559009 h 1031816"/>
                  <a:gd name="connsiteX12" fmla="*/ 1488950 w 1537711"/>
                  <a:gd name="connsiteY12" fmla="*/ 574682 h 1031816"/>
                  <a:gd name="connsiteX13" fmla="*/ 1490692 w 1537711"/>
                  <a:gd name="connsiteY13" fmla="*/ 579907 h 1031816"/>
                  <a:gd name="connsiteX14" fmla="*/ 1495916 w 1537711"/>
                  <a:gd name="connsiteY14" fmla="*/ 587743 h 1031816"/>
                  <a:gd name="connsiteX15" fmla="*/ 1503753 w 1537711"/>
                  <a:gd name="connsiteY15" fmla="*/ 592968 h 1031816"/>
                  <a:gd name="connsiteX16" fmla="*/ 1520297 w 1537711"/>
                  <a:gd name="connsiteY16" fmla="*/ 602546 h 1031816"/>
                  <a:gd name="connsiteX17" fmla="*/ 1527262 w 1537711"/>
                  <a:gd name="connsiteY17" fmla="*/ 607770 h 1031816"/>
                  <a:gd name="connsiteX18" fmla="*/ 1531616 w 1537711"/>
                  <a:gd name="connsiteY18" fmla="*/ 616478 h 1031816"/>
                  <a:gd name="connsiteX19" fmla="*/ 1535099 w 1537711"/>
                  <a:gd name="connsiteY19" fmla="*/ 623443 h 1031816"/>
                  <a:gd name="connsiteX20" fmla="*/ 1537711 w 1537711"/>
                  <a:gd name="connsiteY20" fmla="*/ 635634 h 1031816"/>
                  <a:gd name="connsiteX21" fmla="*/ 1536840 w 1537711"/>
                  <a:gd name="connsiteY21" fmla="*/ 657402 h 1031816"/>
                  <a:gd name="connsiteX22" fmla="*/ 1512460 w 1537711"/>
                  <a:gd name="connsiteY22" fmla="*/ 704421 h 1031816"/>
                  <a:gd name="connsiteX23" fmla="*/ 1509848 w 1537711"/>
                  <a:gd name="connsiteY23" fmla="*/ 717482 h 1031816"/>
                  <a:gd name="connsiteX24" fmla="*/ 1510719 w 1537711"/>
                  <a:gd name="connsiteY24" fmla="*/ 730543 h 1031816"/>
                  <a:gd name="connsiteX25" fmla="*/ 1512460 w 1537711"/>
                  <a:gd name="connsiteY25" fmla="*/ 741863 h 1031816"/>
                  <a:gd name="connsiteX26" fmla="*/ 1514202 w 1537711"/>
                  <a:gd name="connsiteY26" fmla="*/ 753182 h 1031816"/>
                  <a:gd name="connsiteX27" fmla="*/ 1512460 w 1537711"/>
                  <a:gd name="connsiteY27" fmla="*/ 762760 h 1031816"/>
                  <a:gd name="connsiteX28" fmla="*/ 1508977 w 1537711"/>
                  <a:gd name="connsiteY28" fmla="*/ 773209 h 1031816"/>
                  <a:gd name="connsiteX29" fmla="*/ 1506365 w 1537711"/>
                  <a:gd name="connsiteY29" fmla="*/ 781916 h 1031816"/>
                  <a:gd name="connsiteX30" fmla="*/ 1505494 w 1537711"/>
                  <a:gd name="connsiteY30" fmla="*/ 790624 h 1031816"/>
                  <a:gd name="connsiteX31" fmla="*/ 1505494 w 1537711"/>
                  <a:gd name="connsiteY31" fmla="*/ 808038 h 1031816"/>
                  <a:gd name="connsiteX32" fmla="*/ 1502011 w 1537711"/>
                  <a:gd name="connsiteY32" fmla="*/ 823712 h 1031816"/>
                  <a:gd name="connsiteX33" fmla="*/ 1492433 w 1537711"/>
                  <a:gd name="connsiteY33" fmla="*/ 843738 h 1031816"/>
                  <a:gd name="connsiteX34" fmla="*/ 1483726 w 1537711"/>
                  <a:gd name="connsiteY34" fmla="*/ 847221 h 1031816"/>
                  <a:gd name="connsiteX35" fmla="*/ 1461958 w 1537711"/>
                  <a:gd name="connsiteY35" fmla="*/ 848092 h 1031816"/>
                  <a:gd name="connsiteX36" fmla="*/ 1449767 w 1537711"/>
                  <a:gd name="connsiteY36" fmla="*/ 850704 h 1031816"/>
                  <a:gd name="connsiteX37" fmla="*/ 1428870 w 1537711"/>
                  <a:gd name="connsiteY37" fmla="*/ 869860 h 1031816"/>
                  <a:gd name="connsiteX38" fmla="*/ 1376626 w 1537711"/>
                  <a:gd name="connsiteY38" fmla="*/ 898595 h 1031816"/>
                  <a:gd name="connsiteX39" fmla="*/ 1340926 w 1537711"/>
                  <a:gd name="connsiteY39" fmla="*/ 908172 h 1031816"/>
                  <a:gd name="connsiteX40" fmla="*/ 1295648 w 1537711"/>
                  <a:gd name="connsiteY40" fmla="*/ 913397 h 1031816"/>
                  <a:gd name="connsiteX41" fmla="*/ 1270397 w 1537711"/>
                  <a:gd name="connsiteY41" fmla="*/ 910785 h 1031816"/>
                  <a:gd name="connsiteX42" fmla="*/ 1256465 w 1537711"/>
                  <a:gd name="connsiteY42" fmla="*/ 901207 h 1031816"/>
                  <a:gd name="connsiteX43" fmla="*/ 1248629 w 1537711"/>
                  <a:gd name="connsiteY43" fmla="*/ 899465 h 1031816"/>
                  <a:gd name="connsiteX44" fmla="*/ 1216411 w 1537711"/>
                  <a:gd name="connsiteY44" fmla="*/ 900336 h 1031816"/>
                  <a:gd name="connsiteX45" fmla="*/ 1204221 w 1537711"/>
                  <a:gd name="connsiteY45" fmla="*/ 897724 h 1031816"/>
                  <a:gd name="connsiteX46" fmla="*/ 1127597 w 1537711"/>
                  <a:gd name="connsiteY46" fmla="*/ 866377 h 1031816"/>
                  <a:gd name="connsiteX47" fmla="*/ 1116277 w 1537711"/>
                  <a:gd name="connsiteY47" fmla="*/ 866377 h 1031816"/>
                  <a:gd name="connsiteX48" fmla="*/ 1003953 w 1537711"/>
                  <a:gd name="connsiteY48" fmla="*/ 925587 h 1031816"/>
                  <a:gd name="connsiteX49" fmla="*/ 996987 w 1537711"/>
                  <a:gd name="connsiteY49" fmla="*/ 934294 h 1031816"/>
                  <a:gd name="connsiteX50" fmla="*/ 984797 w 1537711"/>
                  <a:gd name="connsiteY50" fmla="*/ 955192 h 1031816"/>
                  <a:gd name="connsiteX51" fmla="*/ 975219 w 1537711"/>
                  <a:gd name="connsiteY51" fmla="*/ 963899 h 1031816"/>
                  <a:gd name="connsiteX52" fmla="*/ 964770 w 1537711"/>
                  <a:gd name="connsiteY52" fmla="*/ 971736 h 1031816"/>
                  <a:gd name="connsiteX53" fmla="*/ 949968 w 1537711"/>
                  <a:gd name="connsiteY53" fmla="*/ 988280 h 1031816"/>
                  <a:gd name="connsiteX54" fmla="*/ 934295 w 1537711"/>
                  <a:gd name="connsiteY54" fmla="*/ 1031816 h 1031816"/>
                  <a:gd name="connsiteX55" fmla="*/ 909043 w 1537711"/>
                  <a:gd name="connsiteY55" fmla="*/ 1018755 h 1031816"/>
                  <a:gd name="connsiteX56" fmla="*/ 903819 w 1537711"/>
                  <a:gd name="connsiteY56" fmla="*/ 1013531 h 1031816"/>
                  <a:gd name="connsiteX57" fmla="*/ 886404 w 1537711"/>
                  <a:gd name="connsiteY57" fmla="*/ 994375 h 1031816"/>
                  <a:gd name="connsiteX58" fmla="*/ 880309 w 1537711"/>
                  <a:gd name="connsiteY58" fmla="*/ 990021 h 1031816"/>
                  <a:gd name="connsiteX59" fmla="*/ 876826 w 1537711"/>
                  <a:gd name="connsiteY59" fmla="*/ 984797 h 1031816"/>
                  <a:gd name="connsiteX60" fmla="*/ 874214 w 1537711"/>
                  <a:gd name="connsiteY60" fmla="*/ 977831 h 1031816"/>
                  <a:gd name="connsiteX61" fmla="*/ 872473 w 1537711"/>
                  <a:gd name="connsiteY61" fmla="*/ 968253 h 1031816"/>
                  <a:gd name="connsiteX62" fmla="*/ 871602 w 1537711"/>
                  <a:gd name="connsiteY62" fmla="*/ 957804 h 1031816"/>
                  <a:gd name="connsiteX63" fmla="*/ 867248 w 1537711"/>
                  <a:gd name="connsiteY63" fmla="*/ 948226 h 1031816"/>
                  <a:gd name="connsiteX64" fmla="*/ 862895 w 1537711"/>
                  <a:gd name="connsiteY64" fmla="*/ 942131 h 1031816"/>
                  <a:gd name="connsiteX65" fmla="*/ 840256 w 1537711"/>
                  <a:gd name="connsiteY65" fmla="*/ 929941 h 1031816"/>
                  <a:gd name="connsiteX66" fmla="*/ 834160 w 1537711"/>
                  <a:gd name="connsiteY66" fmla="*/ 924716 h 1031816"/>
                  <a:gd name="connsiteX67" fmla="*/ 830678 w 1537711"/>
                  <a:gd name="connsiteY67" fmla="*/ 923846 h 1031816"/>
                  <a:gd name="connsiteX68" fmla="*/ 817617 w 1537711"/>
                  <a:gd name="connsiteY68" fmla="*/ 921233 h 1031816"/>
                  <a:gd name="connsiteX69" fmla="*/ 808909 w 1537711"/>
                  <a:gd name="connsiteY69" fmla="*/ 922104 h 1031816"/>
                  <a:gd name="connsiteX70" fmla="*/ 798460 w 1537711"/>
                  <a:gd name="connsiteY70" fmla="*/ 925587 h 1031816"/>
                  <a:gd name="connsiteX71" fmla="*/ 784529 w 1537711"/>
                  <a:gd name="connsiteY71" fmla="*/ 936036 h 1031816"/>
                  <a:gd name="connsiteX72" fmla="*/ 774080 w 1537711"/>
                  <a:gd name="connsiteY72" fmla="*/ 949097 h 1031816"/>
                  <a:gd name="connsiteX73" fmla="*/ 761019 w 1537711"/>
                  <a:gd name="connsiteY73" fmla="*/ 960416 h 1031816"/>
                  <a:gd name="connsiteX74" fmla="*/ 747958 w 1537711"/>
                  <a:gd name="connsiteY74" fmla="*/ 965641 h 1031816"/>
                  <a:gd name="connsiteX75" fmla="*/ 718353 w 1537711"/>
                  <a:gd name="connsiteY75" fmla="*/ 958675 h 1031816"/>
                  <a:gd name="connsiteX76" fmla="*/ 619961 w 1537711"/>
                  <a:gd name="connsiteY76" fmla="*/ 934294 h 1031816"/>
                  <a:gd name="connsiteX77" fmla="*/ 615607 w 1537711"/>
                  <a:gd name="connsiteY77" fmla="*/ 936907 h 1031816"/>
                  <a:gd name="connsiteX78" fmla="*/ 603417 w 1537711"/>
                  <a:gd name="connsiteY78" fmla="*/ 946485 h 1031816"/>
                  <a:gd name="connsiteX79" fmla="*/ 597322 w 1537711"/>
                  <a:gd name="connsiteY79" fmla="*/ 947355 h 1031816"/>
                  <a:gd name="connsiteX80" fmla="*/ 591227 w 1537711"/>
                  <a:gd name="connsiteY80" fmla="*/ 942131 h 1031816"/>
                  <a:gd name="connsiteX81" fmla="*/ 586002 w 1537711"/>
                  <a:gd name="connsiteY81" fmla="*/ 931682 h 1031816"/>
                  <a:gd name="connsiteX82" fmla="*/ 576424 w 1537711"/>
                  <a:gd name="connsiteY82" fmla="*/ 903819 h 1031816"/>
                  <a:gd name="connsiteX83" fmla="*/ 570329 w 1537711"/>
                  <a:gd name="connsiteY83" fmla="*/ 892499 h 1031816"/>
                  <a:gd name="connsiteX84" fmla="*/ 563363 w 1537711"/>
                  <a:gd name="connsiteY84" fmla="*/ 883792 h 1031816"/>
                  <a:gd name="connsiteX85" fmla="*/ 556397 w 1537711"/>
                  <a:gd name="connsiteY85" fmla="*/ 882921 h 1031816"/>
                  <a:gd name="connsiteX86" fmla="*/ 552044 w 1537711"/>
                  <a:gd name="connsiteY86" fmla="*/ 882921 h 1031816"/>
                  <a:gd name="connsiteX87" fmla="*/ 545078 w 1537711"/>
                  <a:gd name="connsiteY87" fmla="*/ 886404 h 1031816"/>
                  <a:gd name="connsiteX88" fmla="*/ 539853 w 1537711"/>
                  <a:gd name="connsiteY88" fmla="*/ 886404 h 1031816"/>
                  <a:gd name="connsiteX89" fmla="*/ 534629 w 1537711"/>
                  <a:gd name="connsiteY89" fmla="*/ 882921 h 1031816"/>
                  <a:gd name="connsiteX90" fmla="*/ 516344 w 1537711"/>
                  <a:gd name="connsiteY90" fmla="*/ 811521 h 1031816"/>
                  <a:gd name="connsiteX91" fmla="*/ 512861 w 1537711"/>
                  <a:gd name="connsiteY91" fmla="*/ 804556 h 1031816"/>
                  <a:gd name="connsiteX92" fmla="*/ 508507 w 1537711"/>
                  <a:gd name="connsiteY92" fmla="*/ 800202 h 1031816"/>
                  <a:gd name="connsiteX93" fmla="*/ 502412 w 1537711"/>
                  <a:gd name="connsiteY93" fmla="*/ 795848 h 1031816"/>
                  <a:gd name="connsiteX94" fmla="*/ 492834 w 1537711"/>
                  <a:gd name="connsiteY94" fmla="*/ 794107 h 1031816"/>
                  <a:gd name="connsiteX95" fmla="*/ 482385 w 1537711"/>
                  <a:gd name="connsiteY95" fmla="*/ 794977 h 1031816"/>
                  <a:gd name="connsiteX96" fmla="*/ 470195 w 1537711"/>
                  <a:gd name="connsiteY96" fmla="*/ 800202 h 1031816"/>
                  <a:gd name="connsiteX97" fmla="*/ 444073 w 1537711"/>
                  <a:gd name="connsiteY97" fmla="*/ 816746 h 1031816"/>
                  <a:gd name="connsiteX98" fmla="*/ 435366 w 1537711"/>
                  <a:gd name="connsiteY98" fmla="*/ 825453 h 1031816"/>
                  <a:gd name="connsiteX99" fmla="*/ 418822 w 1537711"/>
                  <a:gd name="connsiteY99" fmla="*/ 854187 h 1031816"/>
                  <a:gd name="connsiteX100" fmla="*/ 391829 w 1537711"/>
                  <a:gd name="connsiteY100" fmla="*/ 889887 h 1031816"/>
                  <a:gd name="connsiteX101" fmla="*/ 376156 w 1537711"/>
                  <a:gd name="connsiteY101" fmla="*/ 902948 h 1031816"/>
                  <a:gd name="connsiteX102" fmla="*/ 363966 w 1537711"/>
                  <a:gd name="connsiteY102" fmla="*/ 908172 h 1031816"/>
                  <a:gd name="connsiteX103" fmla="*/ 363966 w 1537711"/>
                  <a:gd name="connsiteY103" fmla="*/ 899465 h 1031816"/>
                  <a:gd name="connsiteX104" fmla="*/ 365707 w 1537711"/>
                  <a:gd name="connsiteY104" fmla="*/ 889887 h 1031816"/>
                  <a:gd name="connsiteX105" fmla="*/ 363095 w 1537711"/>
                  <a:gd name="connsiteY105" fmla="*/ 880309 h 1031816"/>
                  <a:gd name="connsiteX106" fmla="*/ 354388 w 1537711"/>
                  <a:gd name="connsiteY106" fmla="*/ 846351 h 1031816"/>
                  <a:gd name="connsiteX107" fmla="*/ 350034 w 1537711"/>
                  <a:gd name="connsiteY107" fmla="*/ 836773 h 1031816"/>
                  <a:gd name="connsiteX108" fmla="*/ 346551 w 1537711"/>
                  <a:gd name="connsiteY108" fmla="*/ 831548 h 1031816"/>
                  <a:gd name="connsiteX109" fmla="*/ 337844 w 1537711"/>
                  <a:gd name="connsiteY109" fmla="*/ 822841 h 1031816"/>
                  <a:gd name="connsiteX110" fmla="*/ 331749 w 1537711"/>
                  <a:gd name="connsiteY110" fmla="*/ 812392 h 1031816"/>
                  <a:gd name="connsiteX111" fmla="*/ 327395 w 1537711"/>
                  <a:gd name="connsiteY111" fmla="*/ 807168 h 1031816"/>
                  <a:gd name="connsiteX112" fmla="*/ 323912 w 1537711"/>
                  <a:gd name="connsiteY112" fmla="*/ 805426 h 1031816"/>
                  <a:gd name="connsiteX113" fmla="*/ 304756 w 1537711"/>
                  <a:gd name="connsiteY113" fmla="*/ 798460 h 1031816"/>
                  <a:gd name="connsiteX114" fmla="*/ 293436 w 1537711"/>
                  <a:gd name="connsiteY114" fmla="*/ 790624 h 1031816"/>
                  <a:gd name="connsiteX115" fmla="*/ 277763 w 1537711"/>
                  <a:gd name="connsiteY115" fmla="*/ 754053 h 1031816"/>
                  <a:gd name="connsiteX116" fmla="*/ 271668 w 1537711"/>
                  <a:gd name="connsiteY116" fmla="*/ 735768 h 1031816"/>
                  <a:gd name="connsiteX117" fmla="*/ 265573 w 1537711"/>
                  <a:gd name="connsiteY117" fmla="*/ 729673 h 1031816"/>
                  <a:gd name="connsiteX118" fmla="*/ 249029 w 1537711"/>
                  <a:gd name="connsiteY118" fmla="*/ 702680 h 1031816"/>
                  <a:gd name="connsiteX119" fmla="*/ 246417 w 1537711"/>
                  <a:gd name="connsiteY119" fmla="*/ 696585 h 1031816"/>
                  <a:gd name="connsiteX120" fmla="*/ 245546 w 1537711"/>
                  <a:gd name="connsiteY120" fmla="*/ 691361 h 1031816"/>
                  <a:gd name="connsiteX121" fmla="*/ 247288 w 1537711"/>
                  <a:gd name="connsiteY121" fmla="*/ 680041 h 1031816"/>
                  <a:gd name="connsiteX122" fmla="*/ 245546 w 1537711"/>
                  <a:gd name="connsiteY122" fmla="*/ 668721 h 1031816"/>
                  <a:gd name="connsiteX123" fmla="*/ 244676 w 1537711"/>
                  <a:gd name="connsiteY123" fmla="*/ 664368 h 1031816"/>
                  <a:gd name="connsiteX124" fmla="*/ 241193 w 1537711"/>
                  <a:gd name="connsiteY124" fmla="*/ 660014 h 1031816"/>
                  <a:gd name="connsiteX125" fmla="*/ 208105 w 1537711"/>
                  <a:gd name="connsiteY125" fmla="*/ 655660 h 1031816"/>
                  <a:gd name="connsiteX126" fmla="*/ 192432 w 1537711"/>
                  <a:gd name="connsiteY126" fmla="*/ 654790 h 1031816"/>
                  <a:gd name="connsiteX127" fmla="*/ 184595 w 1537711"/>
                  <a:gd name="connsiteY127" fmla="*/ 651307 h 1031816"/>
                  <a:gd name="connsiteX128" fmla="*/ 182854 w 1537711"/>
                  <a:gd name="connsiteY128" fmla="*/ 647824 h 1031816"/>
                  <a:gd name="connsiteX129" fmla="*/ 178500 w 1537711"/>
                  <a:gd name="connsiteY129" fmla="*/ 637375 h 1031816"/>
                  <a:gd name="connsiteX130" fmla="*/ 175888 w 1537711"/>
                  <a:gd name="connsiteY130" fmla="*/ 628668 h 1031816"/>
                  <a:gd name="connsiteX131" fmla="*/ 177629 w 1537711"/>
                  <a:gd name="connsiteY131" fmla="*/ 621702 h 1031816"/>
                  <a:gd name="connsiteX132" fmla="*/ 172405 w 1537711"/>
                  <a:gd name="connsiteY132" fmla="*/ 608641 h 1031816"/>
                  <a:gd name="connsiteX133" fmla="*/ 142800 w 1537711"/>
                  <a:gd name="connsiteY133" fmla="*/ 584261 h 1031816"/>
                  <a:gd name="connsiteX134" fmla="*/ 93168 w 1537711"/>
                  <a:gd name="connsiteY134" fmla="*/ 559009 h 1031816"/>
                  <a:gd name="connsiteX135" fmla="*/ 86202 w 1537711"/>
                  <a:gd name="connsiteY135" fmla="*/ 552044 h 1031816"/>
                  <a:gd name="connsiteX136" fmla="*/ 81849 w 1537711"/>
                  <a:gd name="connsiteY136" fmla="*/ 546819 h 1031816"/>
                  <a:gd name="connsiteX137" fmla="*/ 78366 w 1537711"/>
                  <a:gd name="connsiteY137" fmla="*/ 537241 h 1031816"/>
                  <a:gd name="connsiteX138" fmla="*/ 74012 w 1537711"/>
                  <a:gd name="connsiteY138" fmla="*/ 526792 h 1031816"/>
                  <a:gd name="connsiteX139" fmla="*/ 69658 w 1537711"/>
                  <a:gd name="connsiteY139" fmla="*/ 506765 h 1031816"/>
                  <a:gd name="connsiteX140" fmla="*/ 65305 w 1537711"/>
                  <a:gd name="connsiteY140" fmla="*/ 497187 h 1031816"/>
                  <a:gd name="connsiteX141" fmla="*/ 47890 w 1537711"/>
                  <a:gd name="connsiteY141" fmla="*/ 468453 h 1031816"/>
                  <a:gd name="connsiteX142" fmla="*/ 46149 w 1537711"/>
                  <a:gd name="connsiteY142" fmla="*/ 464970 h 1031816"/>
                  <a:gd name="connsiteX143" fmla="*/ 44407 w 1537711"/>
                  <a:gd name="connsiteY143" fmla="*/ 457134 h 1031816"/>
                  <a:gd name="connsiteX144" fmla="*/ 44407 w 1537711"/>
                  <a:gd name="connsiteY144" fmla="*/ 446685 h 1031816"/>
                  <a:gd name="connsiteX145" fmla="*/ 41795 w 1537711"/>
                  <a:gd name="connsiteY145" fmla="*/ 431012 h 1031816"/>
                  <a:gd name="connsiteX146" fmla="*/ 33959 w 1537711"/>
                  <a:gd name="connsiteY146" fmla="*/ 404890 h 1031816"/>
                  <a:gd name="connsiteX147" fmla="*/ 26993 w 1537711"/>
                  <a:gd name="connsiteY147" fmla="*/ 386605 h 1031816"/>
                  <a:gd name="connsiteX148" fmla="*/ 20898 w 1537711"/>
                  <a:gd name="connsiteY148" fmla="*/ 379639 h 1031816"/>
                  <a:gd name="connsiteX149" fmla="*/ 6095 w 1537711"/>
                  <a:gd name="connsiteY149" fmla="*/ 370061 h 1031816"/>
                  <a:gd name="connsiteX150" fmla="*/ 0 w 1537711"/>
                  <a:gd name="connsiteY150" fmla="*/ 367448 h 1031816"/>
                  <a:gd name="connsiteX151" fmla="*/ 0 w 1537711"/>
                  <a:gd name="connsiteY151" fmla="*/ 358741 h 1031816"/>
                  <a:gd name="connsiteX152" fmla="*/ 1742 w 1537711"/>
                  <a:gd name="connsiteY152" fmla="*/ 347422 h 1031816"/>
                  <a:gd name="connsiteX153" fmla="*/ 6095 w 1537711"/>
                  <a:gd name="connsiteY153" fmla="*/ 338714 h 1031816"/>
                  <a:gd name="connsiteX154" fmla="*/ 13932 w 1537711"/>
                  <a:gd name="connsiteY154" fmla="*/ 333490 h 1031816"/>
                  <a:gd name="connsiteX155" fmla="*/ 49632 w 1537711"/>
                  <a:gd name="connsiteY155" fmla="*/ 325653 h 1031816"/>
                  <a:gd name="connsiteX156" fmla="*/ 60951 w 1537711"/>
                  <a:gd name="connsiteY156" fmla="*/ 320429 h 1031816"/>
                  <a:gd name="connsiteX157" fmla="*/ 93168 w 1537711"/>
                  <a:gd name="connsiteY157" fmla="*/ 295178 h 1031816"/>
                  <a:gd name="connsiteX158" fmla="*/ 98393 w 1537711"/>
                  <a:gd name="connsiteY158" fmla="*/ 292566 h 1031816"/>
                  <a:gd name="connsiteX159" fmla="*/ 109712 w 1537711"/>
                  <a:gd name="connsiteY159" fmla="*/ 291695 h 1031816"/>
                  <a:gd name="connsiteX160" fmla="*/ 114937 w 1537711"/>
                  <a:gd name="connsiteY160" fmla="*/ 289953 h 1031816"/>
                  <a:gd name="connsiteX161" fmla="*/ 128868 w 1537711"/>
                  <a:gd name="connsiteY161" fmla="*/ 278634 h 1031816"/>
                  <a:gd name="connsiteX162" fmla="*/ 140188 w 1537711"/>
                  <a:gd name="connsiteY162" fmla="*/ 276892 h 1031816"/>
                  <a:gd name="connsiteX163" fmla="*/ 163697 w 1537711"/>
                  <a:gd name="connsiteY163" fmla="*/ 282117 h 1031816"/>
                  <a:gd name="connsiteX164" fmla="*/ 175888 w 1537711"/>
                  <a:gd name="connsiteY164" fmla="*/ 281246 h 1031816"/>
                  <a:gd name="connsiteX165" fmla="*/ 185466 w 1537711"/>
                  <a:gd name="connsiteY165" fmla="*/ 277763 h 1031816"/>
                  <a:gd name="connsiteX166" fmla="*/ 189819 w 1537711"/>
                  <a:gd name="connsiteY166" fmla="*/ 273410 h 1031816"/>
                  <a:gd name="connsiteX167" fmla="*/ 193302 w 1537711"/>
                  <a:gd name="connsiteY167" fmla="*/ 268185 h 1031816"/>
                  <a:gd name="connsiteX168" fmla="*/ 194173 w 1537711"/>
                  <a:gd name="connsiteY168" fmla="*/ 262090 h 1031816"/>
                  <a:gd name="connsiteX169" fmla="*/ 194173 w 1537711"/>
                  <a:gd name="connsiteY169" fmla="*/ 249900 h 1031816"/>
                  <a:gd name="connsiteX170" fmla="*/ 196785 w 1537711"/>
                  <a:gd name="connsiteY170" fmla="*/ 245546 h 1031816"/>
                  <a:gd name="connsiteX171" fmla="*/ 206363 w 1537711"/>
                  <a:gd name="connsiteY171" fmla="*/ 239451 h 1031816"/>
                  <a:gd name="connsiteX172" fmla="*/ 227261 w 1537711"/>
                  <a:gd name="connsiteY172" fmla="*/ 233356 h 1031816"/>
                  <a:gd name="connsiteX173" fmla="*/ 237710 w 1537711"/>
                  <a:gd name="connsiteY173" fmla="*/ 225519 h 1031816"/>
                  <a:gd name="connsiteX174" fmla="*/ 256866 w 1537711"/>
                  <a:gd name="connsiteY174" fmla="*/ 201139 h 1031816"/>
                  <a:gd name="connsiteX175" fmla="*/ 263832 w 1537711"/>
                  <a:gd name="connsiteY175" fmla="*/ 194173 h 1031816"/>
                  <a:gd name="connsiteX176" fmla="*/ 273410 w 1537711"/>
                  <a:gd name="connsiteY176" fmla="*/ 188949 h 1031816"/>
                  <a:gd name="connsiteX177" fmla="*/ 305627 w 1537711"/>
                  <a:gd name="connsiteY177" fmla="*/ 188949 h 1031816"/>
                  <a:gd name="connsiteX178" fmla="*/ 314334 w 1537711"/>
                  <a:gd name="connsiteY178" fmla="*/ 185466 h 1031816"/>
                  <a:gd name="connsiteX179" fmla="*/ 340456 w 1537711"/>
                  <a:gd name="connsiteY179" fmla="*/ 171534 h 1031816"/>
                  <a:gd name="connsiteX180" fmla="*/ 350905 w 1537711"/>
                  <a:gd name="connsiteY180" fmla="*/ 171534 h 1031816"/>
                  <a:gd name="connsiteX181" fmla="*/ 373544 w 1537711"/>
                  <a:gd name="connsiteY181" fmla="*/ 176758 h 1031816"/>
                  <a:gd name="connsiteX182" fmla="*/ 383122 w 1537711"/>
                  <a:gd name="connsiteY182" fmla="*/ 174146 h 1031816"/>
                  <a:gd name="connsiteX183" fmla="*/ 387475 w 1537711"/>
                  <a:gd name="connsiteY183" fmla="*/ 166310 h 1031816"/>
                  <a:gd name="connsiteX184" fmla="*/ 389217 w 1537711"/>
                  <a:gd name="connsiteY184" fmla="*/ 157602 h 1031816"/>
                  <a:gd name="connsiteX185" fmla="*/ 391829 w 1537711"/>
                  <a:gd name="connsiteY185" fmla="*/ 148895 h 1031816"/>
                  <a:gd name="connsiteX186" fmla="*/ 398795 w 1537711"/>
                  <a:gd name="connsiteY186" fmla="*/ 141929 h 1031816"/>
                  <a:gd name="connsiteX187" fmla="*/ 425788 w 1537711"/>
                  <a:gd name="connsiteY187" fmla="*/ 130610 h 1031816"/>
                  <a:gd name="connsiteX188" fmla="*/ 433624 w 1537711"/>
                  <a:gd name="connsiteY188" fmla="*/ 123644 h 1031816"/>
                  <a:gd name="connsiteX189" fmla="*/ 446685 w 1537711"/>
                  <a:gd name="connsiteY189" fmla="*/ 97522 h 1031816"/>
                  <a:gd name="connsiteX190" fmla="*/ 454522 w 1537711"/>
                  <a:gd name="connsiteY190" fmla="*/ 90556 h 1031816"/>
                  <a:gd name="connsiteX191" fmla="*/ 472807 w 1537711"/>
                  <a:gd name="connsiteY191" fmla="*/ 79237 h 1031816"/>
                  <a:gd name="connsiteX192" fmla="*/ 492834 w 1537711"/>
                  <a:gd name="connsiteY192" fmla="*/ 71400 h 1031816"/>
                  <a:gd name="connsiteX193" fmla="*/ 513731 w 1537711"/>
                  <a:gd name="connsiteY193" fmla="*/ 68788 h 1031816"/>
                  <a:gd name="connsiteX194" fmla="*/ 557268 w 1537711"/>
                  <a:gd name="connsiteY194" fmla="*/ 78366 h 1031816"/>
                  <a:gd name="connsiteX195" fmla="*/ 583390 w 1537711"/>
                  <a:gd name="connsiteY195" fmla="*/ 76624 h 1031816"/>
                  <a:gd name="connsiteX196" fmla="*/ 606029 w 1537711"/>
                  <a:gd name="connsiteY196" fmla="*/ 63563 h 1031816"/>
                  <a:gd name="connsiteX197" fmla="*/ 619961 w 1537711"/>
                  <a:gd name="connsiteY197" fmla="*/ 33088 h 1031816"/>
                  <a:gd name="connsiteX198" fmla="*/ 620831 w 1537711"/>
                  <a:gd name="connsiteY198" fmla="*/ 17415 h 1031816"/>
                  <a:gd name="connsiteX199" fmla="*/ 622573 w 1537711"/>
                  <a:gd name="connsiteY199" fmla="*/ 10449 h 1031816"/>
                  <a:gd name="connsiteX200" fmla="*/ 626056 w 1537711"/>
                  <a:gd name="connsiteY200" fmla="*/ 5224 h 1031816"/>
                  <a:gd name="connsiteX201" fmla="*/ 631280 w 1537711"/>
                  <a:gd name="connsiteY201" fmla="*/ 1741 h 1031816"/>
                  <a:gd name="connsiteX202" fmla="*/ 638246 w 1537711"/>
                  <a:gd name="connsiteY202" fmla="*/ 0 h 1031816"/>
                  <a:gd name="connsiteX203" fmla="*/ 644341 w 1537711"/>
                  <a:gd name="connsiteY203" fmla="*/ 1741 h 1031816"/>
                  <a:gd name="connsiteX204" fmla="*/ 648695 w 1537711"/>
                  <a:gd name="connsiteY204" fmla="*/ 7837 h 1031816"/>
                  <a:gd name="connsiteX205" fmla="*/ 653919 w 1537711"/>
                  <a:gd name="connsiteY205" fmla="*/ 24380 h 1031816"/>
                  <a:gd name="connsiteX206" fmla="*/ 660014 w 1537711"/>
                  <a:gd name="connsiteY206" fmla="*/ 34829 h 1031816"/>
                  <a:gd name="connsiteX207" fmla="*/ 668722 w 1537711"/>
                  <a:gd name="connsiteY207" fmla="*/ 41795 h 1031816"/>
                  <a:gd name="connsiteX208" fmla="*/ 680041 w 1537711"/>
                  <a:gd name="connsiteY208" fmla="*/ 46149 h 1031816"/>
                  <a:gd name="connsiteX209" fmla="*/ 690490 w 1537711"/>
                  <a:gd name="connsiteY209" fmla="*/ 53985 h 1031816"/>
                  <a:gd name="connsiteX210" fmla="*/ 706163 w 1537711"/>
                  <a:gd name="connsiteY210" fmla="*/ 77495 h 1031816"/>
                  <a:gd name="connsiteX211" fmla="*/ 716612 w 1537711"/>
                  <a:gd name="connsiteY211" fmla="*/ 83590 h 1031816"/>
                  <a:gd name="connsiteX212" fmla="*/ 721836 w 1537711"/>
                  <a:gd name="connsiteY212" fmla="*/ 82719 h 1031816"/>
                  <a:gd name="connsiteX213" fmla="*/ 728802 w 1537711"/>
                  <a:gd name="connsiteY213" fmla="*/ 80107 h 1031816"/>
                  <a:gd name="connsiteX214" fmla="*/ 734897 w 1537711"/>
                  <a:gd name="connsiteY214" fmla="*/ 75754 h 1031816"/>
                  <a:gd name="connsiteX215" fmla="*/ 739251 w 1537711"/>
                  <a:gd name="connsiteY215" fmla="*/ 69658 h 1031816"/>
                  <a:gd name="connsiteX216" fmla="*/ 742734 w 1537711"/>
                  <a:gd name="connsiteY216" fmla="*/ 62693 h 1031816"/>
                  <a:gd name="connsiteX217" fmla="*/ 744475 w 1537711"/>
                  <a:gd name="connsiteY217" fmla="*/ 48761 h 1031816"/>
                  <a:gd name="connsiteX218" fmla="*/ 746217 w 1537711"/>
                  <a:gd name="connsiteY218" fmla="*/ 41795 h 1031816"/>
                  <a:gd name="connsiteX219" fmla="*/ 755795 w 1537711"/>
                  <a:gd name="connsiteY219" fmla="*/ 34829 h 1031816"/>
                  <a:gd name="connsiteX220" fmla="*/ 772338 w 1537711"/>
                  <a:gd name="connsiteY220" fmla="*/ 31346 h 1031816"/>
                  <a:gd name="connsiteX221" fmla="*/ 789753 w 1537711"/>
                  <a:gd name="connsiteY221" fmla="*/ 32217 h 1031816"/>
                  <a:gd name="connsiteX222" fmla="*/ 800202 w 1537711"/>
                  <a:gd name="connsiteY222" fmla="*/ 39183 h 1031816"/>
                  <a:gd name="connsiteX223" fmla="*/ 803685 w 1537711"/>
                  <a:gd name="connsiteY223" fmla="*/ 53985 h 1031816"/>
                  <a:gd name="connsiteX224" fmla="*/ 803685 w 1537711"/>
                  <a:gd name="connsiteY224" fmla="*/ 74883 h 1031816"/>
                  <a:gd name="connsiteX225" fmla="*/ 808909 w 1537711"/>
                  <a:gd name="connsiteY225" fmla="*/ 91427 h 1031816"/>
                  <a:gd name="connsiteX226" fmla="*/ 814134 w 1537711"/>
                  <a:gd name="connsiteY226" fmla="*/ 104488 h 1031816"/>
                  <a:gd name="connsiteX227" fmla="*/ 816746 w 1537711"/>
                  <a:gd name="connsiteY227" fmla="*/ 107971 h 1031816"/>
                  <a:gd name="connsiteX228" fmla="*/ 821970 w 1537711"/>
                  <a:gd name="connsiteY228" fmla="*/ 110583 h 1031816"/>
                  <a:gd name="connsiteX229" fmla="*/ 839385 w 1537711"/>
                  <a:gd name="connsiteY229" fmla="*/ 114936 h 1031816"/>
                  <a:gd name="connsiteX230" fmla="*/ 862024 w 1537711"/>
                  <a:gd name="connsiteY230" fmla="*/ 114936 h 1031816"/>
                  <a:gd name="connsiteX231" fmla="*/ 924716 w 1537711"/>
                  <a:gd name="connsiteY231" fmla="*/ 110583 h 1031816"/>
                  <a:gd name="connsiteX232" fmla="*/ 956063 w 1537711"/>
                  <a:gd name="connsiteY232" fmla="*/ 121032 h 1031816"/>
                  <a:gd name="connsiteX233" fmla="*/ 1145011 w 1537711"/>
                  <a:gd name="connsiteY233" fmla="*/ 129739 h 1031816"/>
                  <a:gd name="connsiteX234" fmla="*/ 1151107 w 1537711"/>
                  <a:gd name="connsiteY234" fmla="*/ 133222 h 1031816"/>
                  <a:gd name="connsiteX235" fmla="*/ 1154590 w 1537711"/>
                  <a:gd name="connsiteY235" fmla="*/ 138446 h 1031816"/>
                  <a:gd name="connsiteX236" fmla="*/ 1156331 w 1537711"/>
                  <a:gd name="connsiteY236" fmla="*/ 144541 h 1031816"/>
                  <a:gd name="connsiteX237" fmla="*/ 1156331 w 1537711"/>
                  <a:gd name="connsiteY237" fmla="*/ 160215 h 1031816"/>
                  <a:gd name="connsiteX238" fmla="*/ 1167651 w 1537711"/>
                  <a:gd name="connsiteY238" fmla="*/ 187207 h 1031816"/>
                  <a:gd name="connsiteX239" fmla="*/ 1169392 w 1537711"/>
                  <a:gd name="connsiteY239" fmla="*/ 197656 h 1031816"/>
                  <a:gd name="connsiteX240" fmla="*/ 1171133 w 1537711"/>
                  <a:gd name="connsiteY240" fmla="*/ 242063 h 1031816"/>
                  <a:gd name="connsiteX241" fmla="*/ 1173746 w 1537711"/>
                  <a:gd name="connsiteY241" fmla="*/ 263831 h 1031816"/>
                  <a:gd name="connsiteX242" fmla="*/ 1176358 w 1537711"/>
                  <a:gd name="connsiteY242" fmla="*/ 274280 h 1031816"/>
                  <a:gd name="connsiteX243" fmla="*/ 1180711 w 1537711"/>
                  <a:gd name="connsiteY243" fmla="*/ 282988 h 1031816"/>
                  <a:gd name="connsiteX244" fmla="*/ 1186807 w 1537711"/>
                  <a:gd name="connsiteY244" fmla="*/ 290824 h 1031816"/>
                  <a:gd name="connsiteX245" fmla="*/ 1209446 w 1537711"/>
                  <a:gd name="connsiteY245" fmla="*/ 300402 h 1031816"/>
                  <a:gd name="connsiteX246" fmla="*/ 1213799 w 1537711"/>
                  <a:gd name="connsiteY246" fmla="*/ 304756 h 1031816"/>
                  <a:gd name="connsiteX247" fmla="*/ 1215541 w 1537711"/>
                  <a:gd name="connsiteY247" fmla="*/ 309980 h 1031816"/>
                  <a:gd name="connsiteX248" fmla="*/ 1218153 w 1537711"/>
                  <a:gd name="connsiteY248" fmla="*/ 322171 h 1031816"/>
                  <a:gd name="connsiteX249" fmla="*/ 1221636 w 1537711"/>
                  <a:gd name="connsiteY249" fmla="*/ 327395 h 1031816"/>
                  <a:gd name="connsiteX250" fmla="*/ 1232955 w 1537711"/>
                  <a:gd name="connsiteY250" fmla="*/ 338714 h 1031816"/>
                  <a:gd name="connsiteX251" fmla="*/ 1236438 w 1537711"/>
                  <a:gd name="connsiteY251" fmla="*/ 343939 h 1031816"/>
                  <a:gd name="connsiteX252" fmla="*/ 1240792 w 1537711"/>
                  <a:gd name="connsiteY252" fmla="*/ 356129 h 1031816"/>
                  <a:gd name="connsiteX253" fmla="*/ 1244275 w 1537711"/>
                  <a:gd name="connsiteY253" fmla="*/ 360483 h 1031816"/>
                  <a:gd name="connsiteX254" fmla="*/ 1249499 w 1537711"/>
                  <a:gd name="connsiteY254" fmla="*/ 362224 h 1031816"/>
                  <a:gd name="connsiteX255" fmla="*/ 1256465 w 1537711"/>
                  <a:gd name="connsiteY255" fmla="*/ 361353 h 1031816"/>
                  <a:gd name="connsiteX256" fmla="*/ 1282587 w 1537711"/>
                  <a:gd name="connsiteY256" fmla="*/ 351775 h 1031816"/>
                  <a:gd name="connsiteX257" fmla="*/ 1329606 w 1537711"/>
                  <a:gd name="connsiteY257" fmla="*/ 349163 h 1031816"/>
                  <a:gd name="connsiteX258" fmla="*/ 1338314 w 1537711"/>
                  <a:gd name="connsiteY258" fmla="*/ 351775 h 1031816"/>
                  <a:gd name="connsiteX259" fmla="*/ 1346150 w 1537711"/>
                  <a:gd name="connsiteY259" fmla="*/ 358741 h 1031816"/>
                  <a:gd name="connsiteX260" fmla="*/ 1356599 w 1537711"/>
                  <a:gd name="connsiteY260" fmla="*/ 381380 h 1031816"/>
                  <a:gd name="connsiteX261" fmla="*/ 1358341 w 1537711"/>
                  <a:gd name="connsiteY261" fmla="*/ 383992 h 1031816"/>
                  <a:gd name="connsiteX262" fmla="*/ 1371402 w 1537711"/>
                  <a:gd name="connsiteY262" fmla="*/ 391829 h 1031816"/>
                  <a:gd name="connsiteX263" fmla="*/ 1447155 w 1537711"/>
                  <a:gd name="connsiteY263" fmla="*/ 390958 h 1031816"/>
                  <a:gd name="connsiteX264" fmla="*/ 1459345 w 1537711"/>
                  <a:gd name="connsiteY264" fmla="*/ 394441 h 1031816"/>
                  <a:gd name="connsiteX265" fmla="*/ 1471536 w 1537711"/>
                  <a:gd name="connsiteY265" fmla="*/ 404890 h 1031816"/>
                  <a:gd name="connsiteX266" fmla="*/ 1480243 w 1537711"/>
                  <a:gd name="connsiteY266" fmla="*/ 413597 h 103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1537711" h="1031816">
                    <a:moveTo>
                      <a:pt x="1480243" y="413597"/>
                    </a:moveTo>
                    <a:lnTo>
                      <a:pt x="1475019" y="420563"/>
                    </a:lnTo>
                    <a:lnTo>
                      <a:pt x="1475889" y="433624"/>
                    </a:lnTo>
                    <a:lnTo>
                      <a:pt x="1479372" y="451909"/>
                    </a:lnTo>
                    <a:lnTo>
                      <a:pt x="1481984" y="474548"/>
                    </a:lnTo>
                    <a:lnTo>
                      <a:pt x="1480243" y="486739"/>
                    </a:lnTo>
                    <a:lnTo>
                      <a:pt x="1475019" y="500670"/>
                    </a:lnTo>
                    <a:lnTo>
                      <a:pt x="1472406" y="510248"/>
                    </a:lnTo>
                    <a:lnTo>
                      <a:pt x="1473277" y="520697"/>
                    </a:lnTo>
                    <a:lnTo>
                      <a:pt x="1475889" y="533758"/>
                    </a:lnTo>
                    <a:lnTo>
                      <a:pt x="1482855" y="549431"/>
                    </a:lnTo>
                    <a:lnTo>
                      <a:pt x="1485467" y="559009"/>
                    </a:lnTo>
                    <a:lnTo>
                      <a:pt x="1488950" y="574682"/>
                    </a:lnTo>
                    <a:lnTo>
                      <a:pt x="1490692" y="579907"/>
                    </a:lnTo>
                    <a:lnTo>
                      <a:pt x="1495916" y="587743"/>
                    </a:lnTo>
                    <a:lnTo>
                      <a:pt x="1503753" y="592968"/>
                    </a:lnTo>
                    <a:lnTo>
                      <a:pt x="1520297" y="602546"/>
                    </a:lnTo>
                    <a:lnTo>
                      <a:pt x="1527262" y="607770"/>
                    </a:lnTo>
                    <a:lnTo>
                      <a:pt x="1531616" y="616478"/>
                    </a:lnTo>
                    <a:lnTo>
                      <a:pt x="1535099" y="623443"/>
                    </a:lnTo>
                    <a:lnTo>
                      <a:pt x="1537711" y="635634"/>
                    </a:lnTo>
                    <a:lnTo>
                      <a:pt x="1536840" y="657402"/>
                    </a:lnTo>
                    <a:lnTo>
                      <a:pt x="1512460" y="704421"/>
                    </a:lnTo>
                    <a:lnTo>
                      <a:pt x="1509848" y="717482"/>
                    </a:lnTo>
                    <a:lnTo>
                      <a:pt x="1510719" y="730543"/>
                    </a:lnTo>
                    <a:lnTo>
                      <a:pt x="1512460" y="741863"/>
                    </a:lnTo>
                    <a:lnTo>
                      <a:pt x="1514202" y="753182"/>
                    </a:lnTo>
                    <a:lnTo>
                      <a:pt x="1512460" y="762760"/>
                    </a:lnTo>
                    <a:lnTo>
                      <a:pt x="1508977" y="773209"/>
                    </a:lnTo>
                    <a:lnTo>
                      <a:pt x="1506365" y="781916"/>
                    </a:lnTo>
                    <a:lnTo>
                      <a:pt x="1505494" y="790624"/>
                    </a:lnTo>
                    <a:lnTo>
                      <a:pt x="1505494" y="808038"/>
                    </a:lnTo>
                    <a:lnTo>
                      <a:pt x="1502011" y="823712"/>
                    </a:lnTo>
                    <a:lnTo>
                      <a:pt x="1492433" y="843738"/>
                    </a:lnTo>
                    <a:lnTo>
                      <a:pt x="1483726" y="847221"/>
                    </a:lnTo>
                    <a:lnTo>
                      <a:pt x="1461958" y="848092"/>
                    </a:lnTo>
                    <a:lnTo>
                      <a:pt x="1449767" y="850704"/>
                    </a:lnTo>
                    <a:lnTo>
                      <a:pt x="1428870" y="869860"/>
                    </a:lnTo>
                    <a:lnTo>
                      <a:pt x="1376626" y="898595"/>
                    </a:lnTo>
                    <a:lnTo>
                      <a:pt x="1340926" y="908172"/>
                    </a:lnTo>
                    <a:lnTo>
                      <a:pt x="1295648" y="913397"/>
                    </a:lnTo>
                    <a:lnTo>
                      <a:pt x="1270397" y="910785"/>
                    </a:lnTo>
                    <a:lnTo>
                      <a:pt x="1256465" y="901207"/>
                    </a:lnTo>
                    <a:lnTo>
                      <a:pt x="1248629" y="899465"/>
                    </a:lnTo>
                    <a:lnTo>
                      <a:pt x="1216411" y="900336"/>
                    </a:lnTo>
                    <a:lnTo>
                      <a:pt x="1204221" y="897724"/>
                    </a:lnTo>
                    <a:lnTo>
                      <a:pt x="1127597" y="866377"/>
                    </a:lnTo>
                    <a:lnTo>
                      <a:pt x="1116277" y="866377"/>
                    </a:lnTo>
                    <a:lnTo>
                      <a:pt x="1003953" y="925587"/>
                    </a:lnTo>
                    <a:lnTo>
                      <a:pt x="996987" y="934294"/>
                    </a:lnTo>
                    <a:lnTo>
                      <a:pt x="984797" y="955192"/>
                    </a:lnTo>
                    <a:lnTo>
                      <a:pt x="975219" y="963899"/>
                    </a:lnTo>
                    <a:lnTo>
                      <a:pt x="964770" y="971736"/>
                    </a:lnTo>
                    <a:lnTo>
                      <a:pt x="949968" y="988280"/>
                    </a:lnTo>
                    <a:lnTo>
                      <a:pt x="934295" y="1031816"/>
                    </a:lnTo>
                    <a:lnTo>
                      <a:pt x="909043" y="1018755"/>
                    </a:lnTo>
                    <a:lnTo>
                      <a:pt x="903819" y="1013531"/>
                    </a:lnTo>
                    <a:lnTo>
                      <a:pt x="886404" y="994375"/>
                    </a:lnTo>
                    <a:lnTo>
                      <a:pt x="880309" y="990021"/>
                    </a:lnTo>
                    <a:lnTo>
                      <a:pt x="876826" y="984797"/>
                    </a:lnTo>
                    <a:lnTo>
                      <a:pt x="874214" y="977831"/>
                    </a:lnTo>
                    <a:lnTo>
                      <a:pt x="872473" y="968253"/>
                    </a:lnTo>
                    <a:lnTo>
                      <a:pt x="871602" y="957804"/>
                    </a:lnTo>
                    <a:lnTo>
                      <a:pt x="867248" y="948226"/>
                    </a:lnTo>
                    <a:lnTo>
                      <a:pt x="862895" y="942131"/>
                    </a:lnTo>
                    <a:lnTo>
                      <a:pt x="840256" y="929941"/>
                    </a:lnTo>
                    <a:lnTo>
                      <a:pt x="834160" y="924716"/>
                    </a:lnTo>
                    <a:lnTo>
                      <a:pt x="830678" y="923846"/>
                    </a:lnTo>
                    <a:lnTo>
                      <a:pt x="817617" y="921233"/>
                    </a:lnTo>
                    <a:lnTo>
                      <a:pt x="808909" y="922104"/>
                    </a:lnTo>
                    <a:lnTo>
                      <a:pt x="798460" y="925587"/>
                    </a:lnTo>
                    <a:lnTo>
                      <a:pt x="784529" y="936036"/>
                    </a:lnTo>
                    <a:lnTo>
                      <a:pt x="774080" y="949097"/>
                    </a:lnTo>
                    <a:lnTo>
                      <a:pt x="761019" y="960416"/>
                    </a:lnTo>
                    <a:lnTo>
                      <a:pt x="747958" y="965641"/>
                    </a:lnTo>
                    <a:lnTo>
                      <a:pt x="718353" y="958675"/>
                    </a:lnTo>
                    <a:lnTo>
                      <a:pt x="619961" y="934294"/>
                    </a:lnTo>
                    <a:lnTo>
                      <a:pt x="615607" y="936907"/>
                    </a:lnTo>
                    <a:lnTo>
                      <a:pt x="603417" y="946485"/>
                    </a:lnTo>
                    <a:lnTo>
                      <a:pt x="597322" y="947355"/>
                    </a:lnTo>
                    <a:lnTo>
                      <a:pt x="591227" y="942131"/>
                    </a:lnTo>
                    <a:lnTo>
                      <a:pt x="586002" y="931682"/>
                    </a:lnTo>
                    <a:lnTo>
                      <a:pt x="576424" y="903819"/>
                    </a:lnTo>
                    <a:lnTo>
                      <a:pt x="570329" y="892499"/>
                    </a:lnTo>
                    <a:lnTo>
                      <a:pt x="563363" y="883792"/>
                    </a:lnTo>
                    <a:lnTo>
                      <a:pt x="556397" y="882921"/>
                    </a:lnTo>
                    <a:lnTo>
                      <a:pt x="552044" y="882921"/>
                    </a:lnTo>
                    <a:lnTo>
                      <a:pt x="545078" y="886404"/>
                    </a:lnTo>
                    <a:lnTo>
                      <a:pt x="539853" y="886404"/>
                    </a:lnTo>
                    <a:lnTo>
                      <a:pt x="534629" y="882921"/>
                    </a:lnTo>
                    <a:lnTo>
                      <a:pt x="516344" y="811521"/>
                    </a:lnTo>
                    <a:lnTo>
                      <a:pt x="512861" y="804556"/>
                    </a:lnTo>
                    <a:lnTo>
                      <a:pt x="508507" y="800202"/>
                    </a:lnTo>
                    <a:lnTo>
                      <a:pt x="502412" y="795848"/>
                    </a:lnTo>
                    <a:lnTo>
                      <a:pt x="492834" y="794107"/>
                    </a:lnTo>
                    <a:lnTo>
                      <a:pt x="482385" y="794977"/>
                    </a:lnTo>
                    <a:lnTo>
                      <a:pt x="470195" y="800202"/>
                    </a:lnTo>
                    <a:lnTo>
                      <a:pt x="444073" y="816746"/>
                    </a:lnTo>
                    <a:lnTo>
                      <a:pt x="435366" y="825453"/>
                    </a:lnTo>
                    <a:lnTo>
                      <a:pt x="418822" y="854187"/>
                    </a:lnTo>
                    <a:lnTo>
                      <a:pt x="391829" y="889887"/>
                    </a:lnTo>
                    <a:lnTo>
                      <a:pt x="376156" y="902948"/>
                    </a:lnTo>
                    <a:lnTo>
                      <a:pt x="363966" y="908172"/>
                    </a:lnTo>
                    <a:lnTo>
                      <a:pt x="363966" y="899465"/>
                    </a:lnTo>
                    <a:lnTo>
                      <a:pt x="365707" y="889887"/>
                    </a:lnTo>
                    <a:lnTo>
                      <a:pt x="363095" y="880309"/>
                    </a:lnTo>
                    <a:lnTo>
                      <a:pt x="354388" y="846351"/>
                    </a:lnTo>
                    <a:lnTo>
                      <a:pt x="350034" y="836773"/>
                    </a:lnTo>
                    <a:lnTo>
                      <a:pt x="346551" y="831548"/>
                    </a:lnTo>
                    <a:lnTo>
                      <a:pt x="337844" y="822841"/>
                    </a:lnTo>
                    <a:lnTo>
                      <a:pt x="331749" y="812392"/>
                    </a:lnTo>
                    <a:lnTo>
                      <a:pt x="327395" y="807168"/>
                    </a:lnTo>
                    <a:lnTo>
                      <a:pt x="323912" y="805426"/>
                    </a:lnTo>
                    <a:lnTo>
                      <a:pt x="304756" y="798460"/>
                    </a:lnTo>
                    <a:lnTo>
                      <a:pt x="293436" y="790624"/>
                    </a:lnTo>
                    <a:lnTo>
                      <a:pt x="277763" y="754053"/>
                    </a:lnTo>
                    <a:lnTo>
                      <a:pt x="271668" y="735768"/>
                    </a:lnTo>
                    <a:lnTo>
                      <a:pt x="265573" y="729673"/>
                    </a:lnTo>
                    <a:lnTo>
                      <a:pt x="249029" y="702680"/>
                    </a:lnTo>
                    <a:lnTo>
                      <a:pt x="246417" y="696585"/>
                    </a:lnTo>
                    <a:lnTo>
                      <a:pt x="245546" y="691361"/>
                    </a:lnTo>
                    <a:lnTo>
                      <a:pt x="247288" y="680041"/>
                    </a:lnTo>
                    <a:lnTo>
                      <a:pt x="245546" y="668721"/>
                    </a:lnTo>
                    <a:lnTo>
                      <a:pt x="244676" y="664368"/>
                    </a:lnTo>
                    <a:lnTo>
                      <a:pt x="241193" y="660014"/>
                    </a:lnTo>
                    <a:lnTo>
                      <a:pt x="208105" y="655660"/>
                    </a:lnTo>
                    <a:lnTo>
                      <a:pt x="192432" y="654790"/>
                    </a:lnTo>
                    <a:lnTo>
                      <a:pt x="184595" y="651307"/>
                    </a:lnTo>
                    <a:lnTo>
                      <a:pt x="182854" y="647824"/>
                    </a:lnTo>
                    <a:lnTo>
                      <a:pt x="178500" y="637375"/>
                    </a:lnTo>
                    <a:lnTo>
                      <a:pt x="175888" y="628668"/>
                    </a:lnTo>
                    <a:lnTo>
                      <a:pt x="177629" y="621702"/>
                    </a:lnTo>
                    <a:lnTo>
                      <a:pt x="172405" y="608641"/>
                    </a:lnTo>
                    <a:lnTo>
                      <a:pt x="142800" y="584261"/>
                    </a:lnTo>
                    <a:lnTo>
                      <a:pt x="93168" y="559009"/>
                    </a:lnTo>
                    <a:lnTo>
                      <a:pt x="86202" y="552044"/>
                    </a:lnTo>
                    <a:lnTo>
                      <a:pt x="81849" y="546819"/>
                    </a:lnTo>
                    <a:lnTo>
                      <a:pt x="78366" y="537241"/>
                    </a:lnTo>
                    <a:lnTo>
                      <a:pt x="74012" y="526792"/>
                    </a:lnTo>
                    <a:lnTo>
                      <a:pt x="69658" y="506765"/>
                    </a:lnTo>
                    <a:lnTo>
                      <a:pt x="65305" y="497187"/>
                    </a:lnTo>
                    <a:lnTo>
                      <a:pt x="47890" y="468453"/>
                    </a:lnTo>
                    <a:lnTo>
                      <a:pt x="46149" y="464970"/>
                    </a:lnTo>
                    <a:lnTo>
                      <a:pt x="44407" y="457134"/>
                    </a:lnTo>
                    <a:lnTo>
                      <a:pt x="44407" y="446685"/>
                    </a:lnTo>
                    <a:lnTo>
                      <a:pt x="41795" y="431012"/>
                    </a:lnTo>
                    <a:lnTo>
                      <a:pt x="33959" y="404890"/>
                    </a:lnTo>
                    <a:lnTo>
                      <a:pt x="26993" y="386605"/>
                    </a:lnTo>
                    <a:lnTo>
                      <a:pt x="20898" y="379639"/>
                    </a:lnTo>
                    <a:lnTo>
                      <a:pt x="6095" y="370061"/>
                    </a:lnTo>
                    <a:lnTo>
                      <a:pt x="0" y="367448"/>
                    </a:lnTo>
                    <a:lnTo>
                      <a:pt x="0" y="358741"/>
                    </a:lnTo>
                    <a:lnTo>
                      <a:pt x="1742" y="347422"/>
                    </a:lnTo>
                    <a:lnTo>
                      <a:pt x="6095" y="338714"/>
                    </a:lnTo>
                    <a:lnTo>
                      <a:pt x="13932" y="333490"/>
                    </a:lnTo>
                    <a:lnTo>
                      <a:pt x="49632" y="325653"/>
                    </a:lnTo>
                    <a:lnTo>
                      <a:pt x="60951" y="320429"/>
                    </a:lnTo>
                    <a:lnTo>
                      <a:pt x="93168" y="295178"/>
                    </a:lnTo>
                    <a:lnTo>
                      <a:pt x="98393" y="292566"/>
                    </a:lnTo>
                    <a:lnTo>
                      <a:pt x="109712" y="291695"/>
                    </a:lnTo>
                    <a:lnTo>
                      <a:pt x="114937" y="289953"/>
                    </a:lnTo>
                    <a:lnTo>
                      <a:pt x="128868" y="278634"/>
                    </a:lnTo>
                    <a:lnTo>
                      <a:pt x="140188" y="276892"/>
                    </a:lnTo>
                    <a:lnTo>
                      <a:pt x="163697" y="282117"/>
                    </a:lnTo>
                    <a:lnTo>
                      <a:pt x="175888" y="281246"/>
                    </a:lnTo>
                    <a:lnTo>
                      <a:pt x="185466" y="277763"/>
                    </a:lnTo>
                    <a:lnTo>
                      <a:pt x="189819" y="273410"/>
                    </a:lnTo>
                    <a:lnTo>
                      <a:pt x="193302" y="268185"/>
                    </a:lnTo>
                    <a:lnTo>
                      <a:pt x="194173" y="262090"/>
                    </a:lnTo>
                    <a:lnTo>
                      <a:pt x="194173" y="249900"/>
                    </a:lnTo>
                    <a:lnTo>
                      <a:pt x="196785" y="245546"/>
                    </a:lnTo>
                    <a:lnTo>
                      <a:pt x="206363" y="239451"/>
                    </a:lnTo>
                    <a:lnTo>
                      <a:pt x="227261" y="233356"/>
                    </a:lnTo>
                    <a:lnTo>
                      <a:pt x="237710" y="225519"/>
                    </a:lnTo>
                    <a:lnTo>
                      <a:pt x="256866" y="201139"/>
                    </a:lnTo>
                    <a:lnTo>
                      <a:pt x="263832" y="194173"/>
                    </a:lnTo>
                    <a:lnTo>
                      <a:pt x="273410" y="188949"/>
                    </a:lnTo>
                    <a:lnTo>
                      <a:pt x="305627" y="188949"/>
                    </a:lnTo>
                    <a:lnTo>
                      <a:pt x="314334" y="185466"/>
                    </a:lnTo>
                    <a:lnTo>
                      <a:pt x="340456" y="171534"/>
                    </a:lnTo>
                    <a:lnTo>
                      <a:pt x="350905" y="171534"/>
                    </a:lnTo>
                    <a:lnTo>
                      <a:pt x="373544" y="176758"/>
                    </a:lnTo>
                    <a:lnTo>
                      <a:pt x="383122" y="174146"/>
                    </a:lnTo>
                    <a:lnTo>
                      <a:pt x="387475" y="166310"/>
                    </a:lnTo>
                    <a:lnTo>
                      <a:pt x="389217" y="157602"/>
                    </a:lnTo>
                    <a:lnTo>
                      <a:pt x="391829" y="148895"/>
                    </a:lnTo>
                    <a:lnTo>
                      <a:pt x="398795" y="141929"/>
                    </a:lnTo>
                    <a:lnTo>
                      <a:pt x="425788" y="130610"/>
                    </a:lnTo>
                    <a:lnTo>
                      <a:pt x="433624" y="123644"/>
                    </a:lnTo>
                    <a:lnTo>
                      <a:pt x="446685" y="97522"/>
                    </a:lnTo>
                    <a:lnTo>
                      <a:pt x="454522" y="90556"/>
                    </a:lnTo>
                    <a:lnTo>
                      <a:pt x="472807" y="79237"/>
                    </a:lnTo>
                    <a:lnTo>
                      <a:pt x="492834" y="71400"/>
                    </a:lnTo>
                    <a:lnTo>
                      <a:pt x="513731" y="68788"/>
                    </a:lnTo>
                    <a:lnTo>
                      <a:pt x="557268" y="78366"/>
                    </a:lnTo>
                    <a:lnTo>
                      <a:pt x="583390" y="76624"/>
                    </a:lnTo>
                    <a:lnTo>
                      <a:pt x="606029" y="63563"/>
                    </a:lnTo>
                    <a:lnTo>
                      <a:pt x="619961" y="33088"/>
                    </a:lnTo>
                    <a:lnTo>
                      <a:pt x="620831" y="17415"/>
                    </a:lnTo>
                    <a:lnTo>
                      <a:pt x="622573" y="10449"/>
                    </a:lnTo>
                    <a:lnTo>
                      <a:pt x="626056" y="5224"/>
                    </a:lnTo>
                    <a:lnTo>
                      <a:pt x="631280" y="1741"/>
                    </a:lnTo>
                    <a:lnTo>
                      <a:pt x="638246" y="0"/>
                    </a:lnTo>
                    <a:lnTo>
                      <a:pt x="644341" y="1741"/>
                    </a:lnTo>
                    <a:lnTo>
                      <a:pt x="648695" y="7837"/>
                    </a:lnTo>
                    <a:lnTo>
                      <a:pt x="653919" y="24380"/>
                    </a:lnTo>
                    <a:lnTo>
                      <a:pt x="660014" y="34829"/>
                    </a:lnTo>
                    <a:lnTo>
                      <a:pt x="668722" y="41795"/>
                    </a:lnTo>
                    <a:lnTo>
                      <a:pt x="680041" y="46149"/>
                    </a:lnTo>
                    <a:lnTo>
                      <a:pt x="690490" y="53985"/>
                    </a:lnTo>
                    <a:lnTo>
                      <a:pt x="706163" y="77495"/>
                    </a:lnTo>
                    <a:lnTo>
                      <a:pt x="716612" y="83590"/>
                    </a:lnTo>
                    <a:lnTo>
                      <a:pt x="721836" y="82719"/>
                    </a:lnTo>
                    <a:lnTo>
                      <a:pt x="728802" y="80107"/>
                    </a:lnTo>
                    <a:lnTo>
                      <a:pt x="734897" y="75754"/>
                    </a:lnTo>
                    <a:lnTo>
                      <a:pt x="739251" y="69658"/>
                    </a:lnTo>
                    <a:lnTo>
                      <a:pt x="742734" y="62693"/>
                    </a:lnTo>
                    <a:lnTo>
                      <a:pt x="744475" y="48761"/>
                    </a:lnTo>
                    <a:lnTo>
                      <a:pt x="746217" y="41795"/>
                    </a:lnTo>
                    <a:lnTo>
                      <a:pt x="755795" y="34829"/>
                    </a:lnTo>
                    <a:lnTo>
                      <a:pt x="772338" y="31346"/>
                    </a:lnTo>
                    <a:lnTo>
                      <a:pt x="789753" y="32217"/>
                    </a:lnTo>
                    <a:lnTo>
                      <a:pt x="800202" y="39183"/>
                    </a:lnTo>
                    <a:lnTo>
                      <a:pt x="803685" y="53985"/>
                    </a:lnTo>
                    <a:lnTo>
                      <a:pt x="803685" y="74883"/>
                    </a:lnTo>
                    <a:lnTo>
                      <a:pt x="808909" y="91427"/>
                    </a:lnTo>
                    <a:lnTo>
                      <a:pt x="814134" y="104488"/>
                    </a:lnTo>
                    <a:lnTo>
                      <a:pt x="816746" y="107971"/>
                    </a:lnTo>
                    <a:lnTo>
                      <a:pt x="821970" y="110583"/>
                    </a:lnTo>
                    <a:lnTo>
                      <a:pt x="839385" y="114936"/>
                    </a:lnTo>
                    <a:lnTo>
                      <a:pt x="862024" y="114936"/>
                    </a:lnTo>
                    <a:lnTo>
                      <a:pt x="924716" y="110583"/>
                    </a:lnTo>
                    <a:lnTo>
                      <a:pt x="956063" y="121032"/>
                    </a:lnTo>
                    <a:lnTo>
                      <a:pt x="1145011" y="129739"/>
                    </a:lnTo>
                    <a:lnTo>
                      <a:pt x="1151107" y="133222"/>
                    </a:lnTo>
                    <a:lnTo>
                      <a:pt x="1154590" y="138446"/>
                    </a:lnTo>
                    <a:lnTo>
                      <a:pt x="1156331" y="144541"/>
                    </a:lnTo>
                    <a:lnTo>
                      <a:pt x="1156331" y="160215"/>
                    </a:lnTo>
                    <a:lnTo>
                      <a:pt x="1167651" y="187207"/>
                    </a:lnTo>
                    <a:lnTo>
                      <a:pt x="1169392" y="197656"/>
                    </a:lnTo>
                    <a:lnTo>
                      <a:pt x="1171133" y="242063"/>
                    </a:lnTo>
                    <a:lnTo>
                      <a:pt x="1173746" y="263831"/>
                    </a:lnTo>
                    <a:lnTo>
                      <a:pt x="1176358" y="274280"/>
                    </a:lnTo>
                    <a:lnTo>
                      <a:pt x="1180711" y="282988"/>
                    </a:lnTo>
                    <a:lnTo>
                      <a:pt x="1186807" y="290824"/>
                    </a:lnTo>
                    <a:lnTo>
                      <a:pt x="1209446" y="300402"/>
                    </a:lnTo>
                    <a:lnTo>
                      <a:pt x="1213799" y="304756"/>
                    </a:lnTo>
                    <a:lnTo>
                      <a:pt x="1215541" y="309980"/>
                    </a:lnTo>
                    <a:lnTo>
                      <a:pt x="1218153" y="322171"/>
                    </a:lnTo>
                    <a:lnTo>
                      <a:pt x="1221636" y="327395"/>
                    </a:lnTo>
                    <a:lnTo>
                      <a:pt x="1232955" y="338714"/>
                    </a:lnTo>
                    <a:lnTo>
                      <a:pt x="1236438" y="343939"/>
                    </a:lnTo>
                    <a:lnTo>
                      <a:pt x="1240792" y="356129"/>
                    </a:lnTo>
                    <a:lnTo>
                      <a:pt x="1244275" y="360483"/>
                    </a:lnTo>
                    <a:lnTo>
                      <a:pt x="1249499" y="362224"/>
                    </a:lnTo>
                    <a:lnTo>
                      <a:pt x="1256465" y="361353"/>
                    </a:lnTo>
                    <a:lnTo>
                      <a:pt x="1282587" y="351775"/>
                    </a:lnTo>
                    <a:lnTo>
                      <a:pt x="1329606" y="349163"/>
                    </a:lnTo>
                    <a:lnTo>
                      <a:pt x="1338314" y="351775"/>
                    </a:lnTo>
                    <a:lnTo>
                      <a:pt x="1346150" y="358741"/>
                    </a:lnTo>
                    <a:lnTo>
                      <a:pt x="1356599" y="381380"/>
                    </a:lnTo>
                    <a:lnTo>
                      <a:pt x="1358341" y="383992"/>
                    </a:lnTo>
                    <a:lnTo>
                      <a:pt x="1371402" y="391829"/>
                    </a:lnTo>
                    <a:lnTo>
                      <a:pt x="1447155" y="390958"/>
                    </a:lnTo>
                    <a:lnTo>
                      <a:pt x="1459345" y="394441"/>
                    </a:lnTo>
                    <a:lnTo>
                      <a:pt x="1471536" y="404890"/>
                    </a:lnTo>
                    <a:lnTo>
                      <a:pt x="1480243" y="413597"/>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5" name="Freeform: Shape 64">
                <a:extLst>
                  <a:ext uri="{FF2B5EF4-FFF2-40B4-BE49-F238E27FC236}">
                    <a16:creationId xmlns:a16="http://schemas.microsoft.com/office/drawing/2014/main" id="{1CBD7A00-1164-0315-C238-AF292DCF4AFA}"/>
                  </a:ext>
                </a:extLst>
              </p:cNvPr>
              <p:cNvSpPr>
                <a:spLocks/>
              </p:cNvSpPr>
              <p:nvPr/>
            </p:nvSpPr>
            <p:spPr>
              <a:xfrm>
                <a:off x="7842052" y="2451756"/>
                <a:ext cx="845479" cy="1293906"/>
              </a:xfrm>
              <a:custGeom>
                <a:avLst/>
                <a:gdLst>
                  <a:gd name="connsiteX0" fmla="*/ 734027 w 845479"/>
                  <a:gd name="connsiteY0" fmla="*/ 53985 h 1293906"/>
                  <a:gd name="connsiteX1" fmla="*/ 761019 w 845479"/>
                  <a:gd name="connsiteY1" fmla="*/ 77495 h 1293906"/>
                  <a:gd name="connsiteX2" fmla="*/ 781046 w 845479"/>
                  <a:gd name="connsiteY2" fmla="*/ 105358 h 1293906"/>
                  <a:gd name="connsiteX3" fmla="*/ 784529 w 845479"/>
                  <a:gd name="connsiteY3" fmla="*/ 112324 h 1293906"/>
                  <a:gd name="connsiteX4" fmla="*/ 788011 w 845479"/>
                  <a:gd name="connsiteY4" fmla="*/ 125385 h 1293906"/>
                  <a:gd name="connsiteX5" fmla="*/ 789753 w 845479"/>
                  <a:gd name="connsiteY5" fmla="*/ 133222 h 1293906"/>
                  <a:gd name="connsiteX6" fmla="*/ 790624 w 845479"/>
                  <a:gd name="connsiteY6" fmla="*/ 147154 h 1293906"/>
                  <a:gd name="connsiteX7" fmla="*/ 806297 w 845479"/>
                  <a:gd name="connsiteY7" fmla="*/ 164568 h 1293906"/>
                  <a:gd name="connsiteX8" fmla="*/ 801943 w 845479"/>
                  <a:gd name="connsiteY8" fmla="*/ 171534 h 1293906"/>
                  <a:gd name="connsiteX9" fmla="*/ 797590 w 845479"/>
                  <a:gd name="connsiteY9" fmla="*/ 174146 h 1293906"/>
                  <a:gd name="connsiteX10" fmla="*/ 791495 w 845479"/>
                  <a:gd name="connsiteY10" fmla="*/ 175017 h 1293906"/>
                  <a:gd name="connsiteX11" fmla="*/ 779304 w 845479"/>
                  <a:gd name="connsiteY11" fmla="*/ 175888 h 1293906"/>
                  <a:gd name="connsiteX12" fmla="*/ 778434 w 845479"/>
                  <a:gd name="connsiteY12" fmla="*/ 198527 h 1293906"/>
                  <a:gd name="connsiteX13" fmla="*/ 779304 w 845479"/>
                  <a:gd name="connsiteY13" fmla="*/ 212458 h 1293906"/>
                  <a:gd name="connsiteX14" fmla="*/ 781046 w 845479"/>
                  <a:gd name="connsiteY14" fmla="*/ 221166 h 1293906"/>
                  <a:gd name="connsiteX15" fmla="*/ 784529 w 845479"/>
                  <a:gd name="connsiteY15" fmla="*/ 229002 h 1293906"/>
                  <a:gd name="connsiteX16" fmla="*/ 794978 w 845479"/>
                  <a:gd name="connsiteY16" fmla="*/ 243805 h 1293906"/>
                  <a:gd name="connsiteX17" fmla="*/ 825453 w 845479"/>
                  <a:gd name="connsiteY17" fmla="*/ 276892 h 1293906"/>
                  <a:gd name="connsiteX18" fmla="*/ 831548 w 845479"/>
                  <a:gd name="connsiteY18" fmla="*/ 286471 h 1293906"/>
                  <a:gd name="connsiteX19" fmla="*/ 837643 w 845479"/>
                  <a:gd name="connsiteY19" fmla="*/ 300402 h 1293906"/>
                  <a:gd name="connsiteX20" fmla="*/ 821970 w 845479"/>
                  <a:gd name="connsiteY20" fmla="*/ 316946 h 1293906"/>
                  <a:gd name="connsiteX21" fmla="*/ 821100 w 845479"/>
                  <a:gd name="connsiteY21" fmla="*/ 360483 h 1293906"/>
                  <a:gd name="connsiteX22" fmla="*/ 820229 w 845479"/>
                  <a:gd name="connsiteY22" fmla="*/ 374414 h 1293906"/>
                  <a:gd name="connsiteX23" fmla="*/ 819358 w 845479"/>
                  <a:gd name="connsiteY23" fmla="*/ 383122 h 1293906"/>
                  <a:gd name="connsiteX24" fmla="*/ 813263 w 845479"/>
                  <a:gd name="connsiteY24" fmla="*/ 405761 h 1293906"/>
                  <a:gd name="connsiteX25" fmla="*/ 806297 w 845479"/>
                  <a:gd name="connsiteY25" fmla="*/ 418822 h 1293906"/>
                  <a:gd name="connsiteX26" fmla="*/ 800202 w 845479"/>
                  <a:gd name="connsiteY26" fmla="*/ 434495 h 1293906"/>
                  <a:gd name="connsiteX27" fmla="*/ 795848 w 845479"/>
                  <a:gd name="connsiteY27" fmla="*/ 461487 h 1293906"/>
                  <a:gd name="connsiteX28" fmla="*/ 788882 w 845479"/>
                  <a:gd name="connsiteY28" fmla="*/ 489351 h 1293906"/>
                  <a:gd name="connsiteX29" fmla="*/ 785399 w 845479"/>
                  <a:gd name="connsiteY29" fmla="*/ 520697 h 1293906"/>
                  <a:gd name="connsiteX30" fmla="*/ 780175 w 845479"/>
                  <a:gd name="connsiteY30" fmla="*/ 541595 h 1293906"/>
                  <a:gd name="connsiteX31" fmla="*/ 767114 w 845479"/>
                  <a:gd name="connsiteY31" fmla="*/ 534629 h 1293906"/>
                  <a:gd name="connsiteX32" fmla="*/ 760148 w 845479"/>
                  <a:gd name="connsiteY32" fmla="*/ 532017 h 1293906"/>
                  <a:gd name="connsiteX33" fmla="*/ 748829 w 845479"/>
                  <a:gd name="connsiteY33" fmla="*/ 530275 h 1293906"/>
                  <a:gd name="connsiteX34" fmla="*/ 741863 w 845479"/>
                  <a:gd name="connsiteY34" fmla="*/ 531146 h 1293906"/>
                  <a:gd name="connsiteX35" fmla="*/ 732285 w 845479"/>
                  <a:gd name="connsiteY35" fmla="*/ 535500 h 1293906"/>
                  <a:gd name="connsiteX36" fmla="*/ 716612 w 845479"/>
                  <a:gd name="connsiteY36" fmla="*/ 551173 h 1293906"/>
                  <a:gd name="connsiteX37" fmla="*/ 677429 w 845479"/>
                  <a:gd name="connsiteY37" fmla="*/ 538983 h 1293906"/>
                  <a:gd name="connsiteX38" fmla="*/ 667851 w 845479"/>
                  <a:gd name="connsiteY38" fmla="*/ 534629 h 1293906"/>
                  <a:gd name="connsiteX39" fmla="*/ 656531 w 845479"/>
                  <a:gd name="connsiteY39" fmla="*/ 545078 h 1293906"/>
                  <a:gd name="connsiteX40" fmla="*/ 639987 w 845479"/>
                  <a:gd name="connsiteY40" fmla="*/ 567717 h 1293906"/>
                  <a:gd name="connsiteX41" fmla="*/ 639987 w 845479"/>
                  <a:gd name="connsiteY41" fmla="*/ 590356 h 1293906"/>
                  <a:gd name="connsiteX42" fmla="*/ 689619 w 845479"/>
                  <a:gd name="connsiteY42" fmla="*/ 604287 h 1293906"/>
                  <a:gd name="connsiteX43" fmla="*/ 705292 w 845479"/>
                  <a:gd name="connsiteY43" fmla="*/ 606900 h 1293906"/>
                  <a:gd name="connsiteX44" fmla="*/ 720966 w 845479"/>
                  <a:gd name="connsiteY44" fmla="*/ 613865 h 1293906"/>
                  <a:gd name="connsiteX45" fmla="*/ 730543 w 845479"/>
                  <a:gd name="connsiteY45" fmla="*/ 620831 h 1293906"/>
                  <a:gd name="connsiteX46" fmla="*/ 741863 w 845479"/>
                  <a:gd name="connsiteY46" fmla="*/ 626056 h 1293906"/>
                  <a:gd name="connsiteX47" fmla="*/ 754053 w 845479"/>
                  <a:gd name="connsiteY47" fmla="*/ 638246 h 1293906"/>
                  <a:gd name="connsiteX48" fmla="*/ 767114 w 845479"/>
                  <a:gd name="connsiteY48" fmla="*/ 649565 h 1293906"/>
                  <a:gd name="connsiteX49" fmla="*/ 775821 w 845479"/>
                  <a:gd name="connsiteY49" fmla="*/ 660885 h 1293906"/>
                  <a:gd name="connsiteX50" fmla="*/ 786270 w 845479"/>
                  <a:gd name="connsiteY50" fmla="*/ 671334 h 1293906"/>
                  <a:gd name="connsiteX51" fmla="*/ 782787 w 845479"/>
                  <a:gd name="connsiteY51" fmla="*/ 679170 h 1293906"/>
                  <a:gd name="connsiteX52" fmla="*/ 779304 w 845479"/>
                  <a:gd name="connsiteY52" fmla="*/ 683524 h 1293906"/>
                  <a:gd name="connsiteX53" fmla="*/ 781917 w 845479"/>
                  <a:gd name="connsiteY53" fmla="*/ 686136 h 1293906"/>
                  <a:gd name="connsiteX54" fmla="*/ 777563 w 845479"/>
                  <a:gd name="connsiteY54" fmla="*/ 693102 h 1293906"/>
                  <a:gd name="connsiteX55" fmla="*/ 780175 w 845479"/>
                  <a:gd name="connsiteY55" fmla="*/ 721836 h 1293906"/>
                  <a:gd name="connsiteX56" fmla="*/ 782787 w 845479"/>
                  <a:gd name="connsiteY56" fmla="*/ 738380 h 1293906"/>
                  <a:gd name="connsiteX57" fmla="*/ 785399 w 845479"/>
                  <a:gd name="connsiteY57" fmla="*/ 774080 h 1293906"/>
                  <a:gd name="connsiteX58" fmla="*/ 785399 w 845479"/>
                  <a:gd name="connsiteY58" fmla="*/ 805426 h 1293906"/>
                  <a:gd name="connsiteX59" fmla="*/ 784529 w 845479"/>
                  <a:gd name="connsiteY59" fmla="*/ 822841 h 1293906"/>
                  <a:gd name="connsiteX60" fmla="*/ 779304 w 845479"/>
                  <a:gd name="connsiteY60" fmla="*/ 841126 h 1293906"/>
                  <a:gd name="connsiteX61" fmla="*/ 774080 w 845479"/>
                  <a:gd name="connsiteY61" fmla="*/ 849834 h 1293906"/>
                  <a:gd name="connsiteX62" fmla="*/ 759277 w 845479"/>
                  <a:gd name="connsiteY62" fmla="*/ 860282 h 1293906"/>
                  <a:gd name="connsiteX63" fmla="*/ 747958 w 845479"/>
                  <a:gd name="connsiteY63" fmla="*/ 871602 h 1293906"/>
                  <a:gd name="connsiteX64" fmla="*/ 738380 w 845479"/>
                  <a:gd name="connsiteY64" fmla="*/ 889016 h 1293906"/>
                  <a:gd name="connsiteX65" fmla="*/ 732285 w 845479"/>
                  <a:gd name="connsiteY65" fmla="*/ 908172 h 1293906"/>
                  <a:gd name="connsiteX66" fmla="*/ 728802 w 845479"/>
                  <a:gd name="connsiteY66" fmla="*/ 916009 h 1293906"/>
                  <a:gd name="connsiteX67" fmla="*/ 717482 w 845479"/>
                  <a:gd name="connsiteY67" fmla="*/ 934294 h 1293906"/>
                  <a:gd name="connsiteX68" fmla="*/ 729673 w 845479"/>
                  <a:gd name="connsiteY68" fmla="*/ 947355 h 1293906"/>
                  <a:gd name="connsiteX69" fmla="*/ 741863 w 845479"/>
                  <a:gd name="connsiteY69" fmla="*/ 967382 h 1293906"/>
                  <a:gd name="connsiteX70" fmla="*/ 744475 w 845479"/>
                  <a:gd name="connsiteY70" fmla="*/ 976090 h 1293906"/>
                  <a:gd name="connsiteX71" fmla="*/ 746216 w 845479"/>
                  <a:gd name="connsiteY71" fmla="*/ 997858 h 1293906"/>
                  <a:gd name="connsiteX72" fmla="*/ 757536 w 845479"/>
                  <a:gd name="connsiteY72" fmla="*/ 1004824 h 1293906"/>
                  <a:gd name="connsiteX73" fmla="*/ 773209 w 845479"/>
                  <a:gd name="connsiteY73" fmla="*/ 1010919 h 1293906"/>
                  <a:gd name="connsiteX74" fmla="*/ 788882 w 845479"/>
                  <a:gd name="connsiteY74" fmla="*/ 1013531 h 1293906"/>
                  <a:gd name="connsiteX75" fmla="*/ 817616 w 845479"/>
                  <a:gd name="connsiteY75" fmla="*/ 1014402 h 1293906"/>
                  <a:gd name="connsiteX76" fmla="*/ 822841 w 845479"/>
                  <a:gd name="connsiteY76" fmla="*/ 1011790 h 1293906"/>
                  <a:gd name="connsiteX77" fmla="*/ 826324 w 845479"/>
                  <a:gd name="connsiteY77" fmla="*/ 1012660 h 1293906"/>
                  <a:gd name="connsiteX78" fmla="*/ 829807 w 845479"/>
                  <a:gd name="connsiteY78" fmla="*/ 1015272 h 1293906"/>
                  <a:gd name="connsiteX79" fmla="*/ 831548 w 845479"/>
                  <a:gd name="connsiteY79" fmla="*/ 1019626 h 1293906"/>
                  <a:gd name="connsiteX80" fmla="*/ 832419 w 845479"/>
                  <a:gd name="connsiteY80" fmla="*/ 1029204 h 1293906"/>
                  <a:gd name="connsiteX81" fmla="*/ 826324 w 845479"/>
                  <a:gd name="connsiteY81" fmla="*/ 1035299 h 1293906"/>
                  <a:gd name="connsiteX82" fmla="*/ 827194 w 845479"/>
                  <a:gd name="connsiteY82" fmla="*/ 1055326 h 1293906"/>
                  <a:gd name="connsiteX83" fmla="*/ 828936 w 845479"/>
                  <a:gd name="connsiteY83" fmla="*/ 1066646 h 1293906"/>
                  <a:gd name="connsiteX84" fmla="*/ 839385 w 845479"/>
                  <a:gd name="connsiteY84" fmla="*/ 1111053 h 1293906"/>
                  <a:gd name="connsiteX85" fmla="*/ 845480 w 845479"/>
                  <a:gd name="connsiteY85" fmla="*/ 1129338 h 1293906"/>
                  <a:gd name="connsiteX86" fmla="*/ 817616 w 845479"/>
                  <a:gd name="connsiteY86" fmla="*/ 1131950 h 1293906"/>
                  <a:gd name="connsiteX87" fmla="*/ 782787 w 845479"/>
                  <a:gd name="connsiteY87" fmla="*/ 1132821 h 1293906"/>
                  <a:gd name="connsiteX88" fmla="*/ 778434 w 845479"/>
                  <a:gd name="connsiteY88" fmla="*/ 1141528 h 1293906"/>
                  <a:gd name="connsiteX89" fmla="*/ 771468 w 845479"/>
                  <a:gd name="connsiteY89" fmla="*/ 1153719 h 1293906"/>
                  <a:gd name="connsiteX90" fmla="*/ 749700 w 845479"/>
                  <a:gd name="connsiteY90" fmla="*/ 1153719 h 1293906"/>
                  <a:gd name="connsiteX91" fmla="*/ 735768 w 845479"/>
                  <a:gd name="connsiteY91" fmla="*/ 1154589 h 1293906"/>
                  <a:gd name="connsiteX92" fmla="*/ 728802 w 845479"/>
                  <a:gd name="connsiteY92" fmla="*/ 1156331 h 1293906"/>
                  <a:gd name="connsiteX93" fmla="*/ 716612 w 845479"/>
                  <a:gd name="connsiteY93" fmla="*/ 1160685 h 1293906"/>
                  <a:gd name="connsiteX94" fmla="*/ 681782 w 845479"/>
                  <a:gd name="connsiteY94" fmla="*/ 1184194 h 1293906"/>
                  <a:gd name="connsiteX95" fmla="*/ 671334 w 845479"/>
                  <a:gd name="connsiteY95" fmla="*/ 1195514 h 1293906"/>
                  <a:gd name="connsiteX96" fmla="*/ 658273 w 845479"/>
                  <a:gd name="connsiteY96" fmla="*/ 1206833 h 1293906"/>
                  <a:gd name="connsiteX97" fmla="*/ 663497 w 845479"/>
                  <a:gd name="connsiteY97" fmla="*/ 1221636 h 1293906"/>
                  <a:gd name="connsiteX98" fmla="*/ 666109 w 845479"/>
                  <a:gd name="connsiteY98" fmla="*/ 1226860 h 1293906"/>
                  <a:gd name="connsiteX99" fmla="*/ 669592 w 845479"/>
                  <a:gd name="connsiteY99" fmla="*/ 1232084 h 1293906"/>
                  <a:gd name="connsiteX100" fmla="*/ 675687 w 845479"/>
                  <a:gd name="connsiteY100" fmla="*/ 1237309 h 1293906"/>
                  <a:gd name="connsiteX101" fmla="*/ 683524 w 845479"/>
                  <a:gd name="connsiteY101" fmla="*/ 1246887 h 1293906"/>
                  <a:gd name="connsiteX102" fmla="*/ 686136 w 845479"/>
                  <a:gd name="connsiteY102" fmla="*/ 1251241 h 1293906"/>
                  <a:gd name="connsiteX103" fmla="*/ 687007 w 845479"/>
                  <a:gd name="connsiteY103" fmla="*/ 1256465 h 1293906"/>
                  <a:gd name="connsiteX104" fmla="*/ 686136 w 845479"/>
                  <a:gd name="connsiteY104" fmla="*/ 1261689 h 1293906"/>
                  <a:gd name="connsiteX105" fmla="*/ 680041 w 845479"/>
                  <a:gd name="connsiteY105" fmla="*/ 1274750 h 1293906"/>
                  <a:gd name="connsiteX106" fmla="*/ 660014 w 845479"/>
                  <a:gd name="connsiteY106" fmla="*/ 1280845 h 1293906"/>
                  <a:gd name="connsiteX107" fmla="*/ 626926 w 845479"/>
                  <a:gd name="connsiteY107" fmla="*/ 1287811 h 1293906"/>
                  <a:gd name="connsiteX108" fmla="*/ 603417 w 845479"/>
                  <a:gd name="connsiteY108" fmla="*/ 1290424 h 1293906"/>
                  <a:gd name="connsiteX109" fmla="*/ 597322 w 845479"/>
                  <a:gd name="connsiteY109" fmla="*/ 1290424 h 1293906"/>
                  <a:gd name="connsiteX110" fmla="*/ 588614 w 845479"/>
                  <a:gd name="connsiteY110" fmla="*/ 1288682 h 1293906"/>
                  <a:gd name="connsiteX111" fmla="*/ 581648 w 845479"/>
                  <a:gd name="connsiteY111" fmla="*/ 1287811 h 1293906"/>
                  <a:gd name="connsiteX112" fmla="*/ 572941 w 845479"/>
                  <a:gd name="connsiteY112" fmla="*/ 1289553 h 1293906"/>
                  <a:gd name="connsiteX113" fmla="*/ 552914 w 845479"/>
                  <a:gd name="connsiteY113" fmla="*/ 1293906 h 1293906"/>
                  <a:gd name="connsiteX114" fmla="*/ 551173 w 845479"/>
                  <a:gd name="connsiteY114" fmla="*/ 1277363 h 1293906"/>
                  <a:gd name="connsiteX115" fmla="*/ 548561 w 845479"/>
                  <a:gd name="connsiteY115" fmla="*/ 1258206 h 1293906"/>
                  <a:gd name="connsiteX116" fmla="*/ 530275 w 845479"/>
                  <a:gd name="connsiteY116" fmla="*/ 1239921 h 1293906"/>
                  <a:gd name="connsiteX117" fmla="*/ 518085 w 845479"/>
                  <a:gd name="connsiteY117" fmla="*/ 1231214 h 1293906"/>
                  <a:gd name="connsiteX118" fmla="*/ 501541 w 845479"/>
                  <a:gd name="connsiteY118" fmla="*/ 1215541 h 1293906"/>
                  <a:gd name="connsiteX119" fmla="*/ 489351 w 845479"/>
                  <a:gd name="connsiteY119" fmla="*/ 1206833 h 1293906"/>
                  <a:gd name="connsiteX120" fmla="*/ 478031 w 845479"/>
                  <a:gd name="connsiteY120" fmla="*/ 1196385 h 1293906"/>
                  <a:gd name="connsiteX121" fmla="*/ 469324 w 845479"/>
                  <a:gd name="connsiteY121" fmla="*/ 1183324 h 1293906"/>
                  <a:gd name="connsiteX122" fmla="*/ 462358 w 845479"/>
                  <a:gd name="connsiteY122" fmla="*/ 1175487 h 1293906"/>
                  <a:gd name="connsiteX123" fmla="*/ 453651 w 845479"/>
                  <a:gd name="connsiteY123" fmla="*/ 1160685 h 1293906"/>
                  <a:gd name="connsiteX124" fmla="*/ 447556 w 845479"/>
                  <a:gd name="connsiteY124" fmla="*/ 1146753 h 1293906"/>
                  <a:gd name="connsiteX125" fmla="*/ 439719 w 845479"/>
                  <a:gd name="connsiteY125" fmla="*/ 1131950 h 1293906"/>
                  <a:gd name="connsiteX126" fmla="*/ 425787 w 845479"/>
                  <a:gd name="connsiteY126" fmla="*/ 1114536 h 1293906"/>
                  <a:gd name="connsiteX127" fmla="*/ 419692 w 845479"/>
                  <a:gd name="connsiteY127" fmla="*/ 1109311 h 1293906"/>
                  <a:gd name="connsiteX128" fmla="*/ 413597 w 845479"/>
                  <a:gd name="connsiteY128" fmla="*/ 1106699 h 1293906"/>
                  <a:gd name="connsiteX129" fmla="*/ 407502 w 845479"/>
                  <a:gd name="connsiteY129" fmla="*/ 1104958 h 1293906"/>
                  <a:gd name="connsiteX130" fmla="*/ 394441 w 845479"/>
                  <a:gd name="connsiteY130" fmla="*/ 1104958 h 1293906"/>
                  <a:gd name="connsiteX131" fmla="*/ 388346 w 845479"/>
                  <a:gd name="connsiteY131" fmla="*/ 1093638 h 1293906"/>
                  <a:gd name="connsiteX132" fmla="*/ 378768 w 845479"/>
                  <a:gd name="connsiteY132" fmla="*/ 1073611 h 1293906"/>
                  <a:gd name="connsiteX133" fmla="*/ 377026 w 845479"/>
                  <a:gd name="connsiteY133" fmla="*/ 1067516 h 1293906"/>
                  <a:gd name="connsiteX134" fmla="*/ 373544 w 845479"/>
                  <a:gd name="connsiteY134" fmla="*/ 1056197 h 1293906"/>
                  <a:gd name="connsiteX135" fmla="*/ 339585 w 845479"/>
                  <a:gd name="connsiteY135" fmla="*/ 1040524 h 1293906"/>
                  <a:gd name="connsiteX136" fmla="*/ 334361 w 845479"/>
                  <a:gd name="connsiteY136" fmla="*/ 1037041 h 1293906"/>
                  <a:gd name="connsiteX137" fmla="*/ 330007 w 845479"/>
                  <a:gd name="connsiteY137" fmla="*/ 1031816 h 1293906"/>
                  <a:gd name="connsiteX138" fmla="*/ 327395 w 845479"/>
                  <a:gd name="connsiteY138" fmla="*/ 1021368 h 1293906"/>
                  <a:gd name="connsiteX139" fmla="*/ 324783 w 845479"/>
                  <a:gd name="connsiteY139" fmla="*/ 991763 h 1293906"/>
                  <a:gd name="connsiteX140" fmla="*/ 321300 w 845479"/>
                  <a:gd name="connsiteY140" fmla="*/ 970865 h 1293906"/>
                  <a:gd name="connsiteX141" fmla="*/ 317817 w 845479"/>
                  <a:gd name="connsiteY141" fmla="*/ 961287 h 1293906"/>
                  <a:gd name="connsiteX142" fmla="*/ 309980 w 845479"/>
                  <a:gd name="connsiteY142" fmla="*/ 947355 h 1293906"/>
                  <a:gd name="connsiteX143" fmla="*/ 303014 w 845479"/>
                  <a:gd name="connsiteY143" fmla="*/ 936036 h 1293906"/>
                  <a:gd name="connsiteX144" fmla="*/ 296919 w 845479"/>
                  <a:gd name="connsiteY144" fmla="*/ 922975 h 1293906"/>
                  <a:gd name="connsiteX145" fmla="*/ 282988 w 845479"/>
                  <a:gd name="connsiteY145" fmla="*/ 903819 h 1293906"/>
                  <a:gd name="connsiteX146" fmla="*/ 270797 w 845479"/>
                  <a:gd name="connsiteY146" fmla="*/ 890758 h 1293906"/>
                  <a:gd name="connsiteX147" fmla="*/ 254253 w 845479"/>
                  <a:gd name="connsiteY147" fmla="*/ 889016 h 1293906"/>
                  <a:gd name="connsiteX148" fmla="*/ 241192 w 845479"/>
                  <a:gd name="connsiteY148" fmla="*/ 889016 h 1293906"/>
                  <a:gd name="connsiteX149" fmla="*/ 229002 w 845479"/>
                  <a:gd name="connsiteY149" fmla="*/ 884663 h 1293906"/>
                  <a:gd name="connsiteX150" fmla="*/ 211588 w 845479"/>
                  <a:gd name="connsiteY150" fmla="*/ 871602 h 1293906"/>
                  <a:gd name="connsiteX151" fmla="*/ 199397 w 845479"/>
                  <a:gd name="connsiteY151" fmla="*/ 858541 h 1293906"/>
                  <a:gd name="connsiteX152" fmla="*/ 195915 w 845479"/>
                  <a:gd name="connsiteY152" fmla="*/ 835031 h 1293906"/>
                  <a:gd name="connsiteX153" fmla="*/ 192432 w 845479"/>
                  <a:gd name="connsiteY153" fmla="*/ 825453 h 1293906"/>
                  <a:gd name="connsiteX154" fmla="*/ 185466 w 845479"/>
                  <a:gd name="connsiteY154" fmla="*/ 816746 h 1293906"/>
                  <a:gd name="connsiteX155" fmla="*/ 172405 w 845479"/>
                  <a:gd name="connsiteY155" fmla="*/ 807168 h 1293906"/>
                  <a:gd name="connsiteX156" fmla="*/ 168051 w 845479"/>
                  <a:gd name="connsiteY156" fmla="*/ 802814 h 1293906"/>
                  <a:gd name="connsiteX157" fmla="*/ 163697 w 845479"/>
                  <a:gd name="connsiteY157" fmla="*/ 797590 h 1293906"/>
                  <a:gd name="connsiteX158" fmla="*/ 161956 w 845479"/>
                  <a:gd name="connsiteY158" fmla="*/ 791495 h 1293906"/>
                  <a:gd name="connsiteX159" fmla="*/ 159344 w 845479"/>
                  <a:gd name="connsiteY159" fmla="*/ 782787 h 1293906"/>
                  <a:gd name="connsiteX160" fmla="*/ 160214 w 845479"/>
                  <a:gd name="connsiteY160" fmla="*/ 771468 h 1293906"/>
                  <a:gd name="connsiteX161" fmla="*/ 160214 w 845479"/>
                  <a:gd name="connsiteY161" fmla="*/ 764502 h 1293906"/>
                  <a:gd name="connsiteX162" fmla="*/ 153249 w 845479"/>
                  <a:gd name="connsiteY162" fmla="*/ 717482 h 1293906"/>
                  <a:gd name="connsiteX163" fmla="*/ 142800 w 845479"/>
                  <a:gd name="connsiteY163" fmla="*/ 680912 h 1293906"/>
                  <a:gd name="connsiteX164" fmla="*/ 134963 w 845479"/>
                  <a:gd name="connsiteY164" fmla="*/ 662626 h 1293906"/>
                  <a:gd name="connsiteX165" fmla="*/ 123644 w 845479"/>
                  <a:gd name="connsiteY165" fmla="*/ 668721 h 1293906"/>
                  <a:gd name="connsiteX166" fmla="*/ 113195 w 845479"/>
                  <a:gd name="connsiteY166" fmla="*/ 676558 h 1293906"/>
                  <a:gd name="connsiteX167" fmla="*/ 104488 w 845479"/>
                  <a:gd name="connsiteY167" fmla="*/ 679170 h 1293906"/>
                  <a:gd name="connsiteX168" fmla="*/ 98393 w 845479"/>
                  <a:gd name="connsiteY168" fmla="*/ 678300 h 1293906"/>
                  <a:gd name="connsiteX169" fmla="*/ 93168 w 845479"/>
                  <a:gd name="connsiteY169" fmla="*/ 676558 h 1293906"/>
                  <a:gd name="connsiteX170" fmla="*/ 88814 w 845479"/>
                  <a:gd name="connsiteY170" fmla="*/ 673075 h 1293906"/>
                  <a:gd name="connsiteX171" fmla="*/ 86202 w 845479"/>
                  <a:gd name="connsiteY171" fmla="*/ 668721 h 1293906"/>
                  <a:gd name="connsiteX172" fmla="*/ 83590 w 845479"/>
                  <a:gd name="connsiteY172" fmla="*/ 660014 h 1293906"/>
                  <a:gd name="connsiteX173" fmla="*/ 80107 w 845479"/>
                  <a:gd name="connsiteY173" fmla="*/ 654790 h 1293906"/>
                  <a:gd name="connsiteX174" fmla="*/ 73141 w 845479"/>
                  <a:gd name="connsiteY174" fmla="*/ 646953 h 1293906"/>
                  <a:gd name="connsiteX175" fmla="*/ 67046 w 845479"/>
                  <a:gd name="connsiteY175" fmla="*/ 642600 h 1293906"/>
                  <a:gd name="connsiteX176" fmla="*/ 57468 w 845479"/>
                  <a:gd name="connsiteY176" fmla="*/ 639987 h 1293906"/>
                  <a:gd name="connsiteX177" fmla="*/ 47019 w 845479"/>
                  <a:gd name="connsiteY177" fmla="*/ 639117 h 1293906"/>
                  <a:gd name="connsiteX178" fmla="*/ 33958 w 845479"/>
                  <a:gd name="connsiteY178" fmla="*/ 630409 h 1293906"/>
                  <a:gd name="connsiteX179" fmla="*/ 22639 w 845479"/>
                  <a:gd name="connsiteY179" fmla="*/ 619961 h 1293906"/>
                  <a:gd name="connsiteX180" fmla="*/ 13061 w 845479"/>
                  <a:gd name="connsiteY180" fmla="*/ 607770 h 1293906"/>
                  <a:gd name="connsiteX181" fmla="*/ 9578 w 845479"/>
                  <a:gd name="connsiteY181" fmla="*/ 599934 h 1293906"/>
                  <a:gd name="connsiteX182" fmla="*/ 6095 w 845479"/>
                  <a:gd name="connsiteY182" fmla="*/ 585131 h 1293906"/>
                  <a:gd name="connsiteX183" fmla="*/ 871 w 845479"/>
                  <a:gd name="connsiteY183" fmla="*/ 555526 h 1293906"/>
                  <a:gd name="connsiteX184" fmla="*/ 0 w 845479"/>
                  <a:gd name="connsiteY184" fmla="*/ 545078 h 1293906"/>
                  <a:gd name="connsiteX185" fmla="*/ 871 w 845479"/>
                  <a:gd name="connsiteY185" fmla="*/ 538112 h 1293906"/>
                  <a:gd name="connsiteX186" fmla="*/ 2612 w 845479"/>
                  <a:gd name="connsiteY186" fmla="*/ 531146 h 1293906"/>
                  <a:gd name="connsiteX187" fmla="*/ 12190 w 845479"/>
                  <a:gd name="connsiteY187" fmla="*/ 505024 h 1293906"/>
                  <a:gd name="connsiteX188" fmla="*/ 16544 w 845479"/>
                  <a:gd name="connsiteY188" fmla="*/ 498929 h 1293906"/>
                  <a:gd name="connsiteX189" fmla="*/ 25251 w 845479"/>
                  <a:gd name="connsiteY189" fmla="*/ 488480 h 1293906"/>
                  <a:gd name="connsiteX190" fmla="*/ 36571 w 845479"/>
                  <a:gd name="connsiteY190" fmla="*/ 486739 h 1293906"/>
                  <a:gd name="connsiteX191" fmla="*/ 40924 w 845479"/>
                  <a:gd name="connsiteY191" fmla="*/ 484997 h 1293906"/>
                  <a:gd name="connsiteX192" fmla="*/ 47019 w 845479"/>
                  <a:gd name="connsiteY192" fmla="*/ 481514 h 1293906"/>
                  <a:gd name="connsiteX193" fmla="*/ 53985 w 845479"/>
                  <a:gd name="connsiteY193" fmla="*/ 473678 h 1293906"/>
                  <a:gd name="connsiteX194" fmla="*/ 57468 w 845479"/>
                  <a:gd name="connsiteY194" fmla="*/ 467583 h 1293906"/>
                  <a:gd name="connsiteX195" fmla="*/ 59210 w 845479"/>
                  <a:gd name="connsiteY195" fmla="*/ 461487 h 1293906"/>
                  <a:gd name="connsiteX196" fmla="*/ 72271 w 845479"/>
                  <a:gd name="connsiteY196" fmla="*/ 451909 h 1293906"/>
                  <a:gd name="connsiteX197" fmla="*/ 82719 w 845479"/>
                  <a:gd name="connsiteY197" fmla="*/ 439719 h 1293906"/>
                  <a:gd name="connsiteX198" fmla="*/ 87944 w 845479"/>
                  <a:gd name="connsiteY198" fmla="*/ 434495 h 1293906"/>
                  <a:gd name="connsiteX199" fmla="*/ 94039 w 845479"/>
                  <a:gd name="connsiteY199" fmla="*/ 430141 h 1293906"/>
                  <a:gd name="connsiteX200" fmla="*/ 109712 w 845479"/>
                  <a:gd name="connsiteY200" fmla="*/ 424046 h 1293906"/>
                  <a:gd name="connsiteX201" fmla="*/ 128868 w 845479"/>
                  <a:gd name="connsiteY201" fmla="*/ 418822 h 1293906"/>
                  <a:gd name="connsiteX202" fmla="*/ 142800 w 845479"/>
                  <a:gd name="connsiteY202" fmla="*/ 414468 h 1293906"/>
                  <a:gd name="connsiteX203" fmla="*/ 154119 w 845479"/>
                  <a:gd name="connsiteY203" fmla="*/ 413597 h 1293906"/>
                  <a:gd name="connsiteX204" fmla="*/ 175017 w 845479"/>
                  <a:gd name="connsiteY204" fmla="*/ 405761 h 1293906"/>
                  <a:gd name="connsiteX205" fmla="*/ 188078 w 845479"/>
                  <a:gd name="connsiteY205" fmla="*/ 400536 h 1293906"/>
                  <a:gd name="connsiteX206" fmla="*/ 192432 w 845479"/>
                  <a:gd name="connsiteY206" fmla="*/ 397053 h 1293906"/>
                  <a:gd name="connsiteX207" fmla="*/ 204622 w 845479"/>
                  <a:gd name="connsiteY207" fmla="*/ 386605 h 1293906"/>
                  <a:gd name="connsiteX208" fmla="*/ 215070 w 845479"/>
                  <a:gd name="connsiteY208" fmla="*/ 374414 h 1293906"/>
                  <a:gd name="connsiteX209" fmla="*/ 218554 w 845479"/>
                  <a:gd name="connsiteY209" fmla="*/ 369190 h 1293906"/>
                  <a:gd name="connsiteX210" fmla="*/ 226390 w 845479"/>
                  <a:gd name="connsiteY210" fmla="*/ 354388 h 1293906"/>
                  <a:gd name="connsiteX211" fmla="*/ 235097 w 845479"/>
                  <a:gd name="connsiteY211" fmla="*/ 330007 h 1293906"/>
                  <a:gd name="connsiteX212" fmla="*/ 240322 w 845479"/>
                  <a:gd name="connsiteY212" fmla="*/ 322171 h 1293906"/>
                  <a:gd name="connsiteX213" fmla="*/ 245546 w 845479"/>
                  <a:gd name="connsiteY213" fmla="*/ 319558 h 1293906"/>
                  <a:gd name="connsiteX214" fmla="*/ 250770 w 845479"/>
                  <a:gd name="connsiteY214" fmla="*/ 317817 h 1293906"/>
                  <a:gd name="connsiteX215" fmla="*/ 255995 w 845479"/>
                  <a:gd name="connsiteY215" fmla="*/ 318688 h 1293906"/>
                  <a:gd name="connsiteX216" fmla="*/ 270797 w 845479"/>
                  <a:gd name="connsiteY216" fmla="*/ 321300 h 1293906"/>
                  <a:gd name="connsiteX217" fmla="*/ 280375 w 845479"/>
                  <a:gd name="connsiteY217" fmla="*/ 320429 h 1293906"/>
                  <a:gd name="connsiteX218" fmla="*/ 289083 w 845479"/>
                  <a:gd name="connsiteY218" fmla="*/ 315205 h 1293906"/>
                  <a:gd name="connsiteX219" fmla="*/ 311722 w 845479"/>
                  <a:gd name="connsiteY219" fmla="*/ 297790 h 1293906"/>
                  <a:gd name="connsiteX220" fmla="*/ 302144 w 845479"/>
                  <a:gd name="connsiteY220" fmla="*/ 286471 h 1293906"/>
                  <a:gd name="connsiteX221" fmla="*/ 294307 w 845479"/>
                  <a:gd name="connsiteY221" fmla="*/ 279505 h 1293906"/>
                  <a:gd name="connsiteX222" fmla="*/ 272539 w 845479"/>
                  <a:gd name="connsiteY222" fmla="*/ 267314 h 1293906"/>
                  <a:gd name="connsiteX223" fmla="*/ 250770 w 845479"/>
                  <a:gd name="connsiteY223" fmla="*/ 256866 h 1293906"/>
                  <a:gd name="connsiteX224" fmla="*/ 230744 w 845479"/>
                  <a:gd name="connsiteY224" fmla="*/ 250771 h 1293906"/>
                  <a:gd name="connsiteX225" fmla="*/ 195915 w 845479"/>
                  <a:gd name="connsiteY225" fmla="*/ 234227 h 1293906"/>
                  <a:gd name="connsiteX226" fmla="*/ 174146 w 845479"/>
                  <a:gd name="connsiteY226" fmla="*/ 227261 h 1293906"/>
                  <a:gd name="connsiteX227" fmla="*/ 151507 w 845479"/>
                  <a:gd name="connsiteY227" fmla="*/ 217683 h 1293906"/>
                  <a:gd name="connsiteX228" fmla="*/ 136705 w 845479"/>
                  <a:gd name="connsiteY228" fmla="*/ 208105 h 1293906"/>
                  <a:gd name="connsiteX229" fmla="*/ 132351 w 845479"/>
                  <a:gd name="connsiteY229" fmla="*/ 204622 h 1293906"/>
                  <a:gd name="connsiteX230" fmla="*/ 128868 w 845479"/>
                  <a:gd name="connsiteY230" fmla="*/ 197656 h 1293906"/>
                  <a:gd name="connsiteX231" fmla="*/ 127127 w 845479"/>
                  <a:gd name="connsiteY231" fmla="*/ 191561 h 1293906"/>
                  <a:gd name="connsiteX232" fmla="*/ 127997 w 845479"/>
                  <a:gd name="connsiteY232" fmla="*/ 184595 h 1293906"/>
                  <a:gd name="connsiteX233" fmla="*/ 129739 w 845479"/>
                  <a:gd name="connsiteY233" fmla="*/ 176758 h 1293906"/>
                  <a:gd name="connsiteX234" fmla="*/ 134963 w 845479"/>
                  <a:gd name="connsiteY234" fmla="*/ 166310 h 1293906"/>
                  <a:gd name="connsiteX235" fmla="*/ 146283 w 845479"/>
                  <a:gd name="connsiteY235" fmla="*/ 154990 h 1293906"/>
                  <a:gd name="connsiteX236" fmla="*/ 158473 w 845479"/>
                  <a:gd name="connsiteY236" fmla="*/ 138446 h 1293906"/>
                  <a:gd name="connsiteX237" fmla="*/ 159344 w 845479"/>
                  <a:gd name="connsiteY237" fmla="*/ 132351 h 1293906"/>
                  <a:gd name="connsiteX238" fmla="*/ 167180 w 845479"/>
                  <a:gd name="connsiteY238" fmla="*/ 121902 h 1293906"/>
                  <a:gd name="connsiteX239" fmla="*/ 179371 w 845479"/>
                  <a:gd name="connsiteY239" fmla="*/ 109712 h 1293906"/>
                  <a:gd name="connsiteX240" fmla="*/ 184595 w 845479"/>
                  <a:gd name="connsiteY240" fmla="*/ 104488 h 1293906"/>
                  <a:gd name="connsiteX241" fmla="*/ 196785 w 845479"/>
                  <a:gd name="connsiteY241" fmla="*/ 90556 h 1293906"/>
                  <a:gd name="connsiteX242" fmla="*/ 202009 w 845479"/>
                  <a:gd name="connsiteY242" fmla="*/ 77495 h 1293906"/>
                  <a:gd name="connsiteX243" fmla="*/ 205493 w 845479"/>
                  <a:gd name="connsiteY243" fmla="*/ 59210 h 1293906"/>
                  <a:gd name="connsiteX244" fmla="*/ 209846 w 845479"/>
                  <a:gd name="connsiteY244" fmla="*/ 45278 h 1293906"/>
                  <a:gd name="connsiteX245" fmla="*/ 212458 w 845479"/>
                  <a:gd name="connsiteY245" fmla="*/ 41795 h 1293906"/>
                  <a:gd name="connsiteX246" fmla="*/ 222907 w 845479"/>
                  <a:gd name="connsiteY246" fmla="*/ 29605 h 1293906"/>
                  <a:gd name="connsiteX247" fmla="*/ 235097 w 845479"/>
                  <a:gd name="connsiteY247" fmla="*/ 19156 h 1293906"/>
                  <a:gd name="connsiteX248" fmla="*/ 251641 w 845479"/>
                  <a:gd name="connsiteY248" fmla="*/ 9578 h 1293906"/>
                  <a:gd name="connsiteX249" fmla="*/ 267314 w 845479"/>
                  <a:gd name="connsiteY249" fmla="*/ 0 h 1293906"/>
                  <a:gd name="connsiteX250" fmla="*/ 305627 w 845479"/>
                  <a:gd name="connsiteY250" fmla="*/ 10449 h 1293906"/>
                  <a:gd name="connsiteX251" fmla="*/ 339585 w 845479"/>
                  <a:gd name="connsiteY251" fmla="*/ 35700 h 1293906"/>
                  <a:gd name="connsiteX252" fmla="*/ 350034 w 845479"/>
                  <a:gd name="connsiteY252" fmla="*/ 40924 h 1293906"/>
                  <a:gd name="connsiteX253" fmla="*/ 363095 w 845479"/>
                  <a:gd name="connsiteY253" fmla="*/ 43537 h 1293906"/>
                  <a:gd name="connsiteX254" fmla="*/ 404890 w 845479"/>
                  <a:gd name="connsiteY254" fmla="*/ 38312 h 1293906"/>
                  <a:gd name="connsiteX255" fmla="*/ 424046 w 845479"/>
                  <a:gd name="connsiteY255" fmla="*/ 43537 h 1293906"/>
                  <a:gd name="connsiteX256" fmla="*/ 434495 w 845479"/>
                  <a:gd name="connsiteY256" fmla="*/ 65305 h 1293906"/>
                  <a:gd name="connsiteX257" fmla="*/ 437978 w 845479"/>
                  <a:gd name="connsiteY257" fmla="*/ 77495 h 1293906"/>
                  <a:gd name="connsiteX258" fmla="*/ 444073 w 845479"/>
                  <a:gd name="connsiteY258" fmla="*/ 85332 h 1293906"/>
                  <a:gd name="connsiteX259" fmla="*/ 452780 w 845479"/>
                  <a:gd name="connsiteY259" fmla="*/ 87944 h 1293906"/>
                  <a:gd name="connsiteX260" fmla="*/ 479773 w 845479"/>
                  <a:gd name="connsiteY260" fmla="*/ 85332 h 1293906"/>
                  <a:gd name="connsiteX261" fmla="*/ 488480 w 845479"/>
                  <a:gd name="connsiteY261" fmla="*/ 87073 h 1293906"/>
                  <a:gd name="connsiteX262" fmla="*/ 498058 w 845479"/>
                  <a:gd name="connsiteY262" fmla="*/ 91427 h 1293906"/>
                  <a:gd name="connsiteX263" fmla="*/ 513731 w 845479"/>
                  <a:gd name="connsiteY263" fmla="*/ 103617 h 1293906"/>
                  <a:gd name="connsiteX264" fmla="*/ 532017 w 845479"/>
                  <a:gd name="connsiteY264" fmla="*/ 112324 h 1293906"/>
                  <a:gd name="connsiteX265" fmla="*/ 550302 w 845479"/>
                  <a:gd name="connsiteY265" fmla="*/ 113195 h 1293906"/>
                  <a:gd name="connsiteX266" fmla="*/ 581648 w 845479"/>
                  <a:gd name="connsiteY266" fmla="*/ 89685 h 1293906"/>
                  <a:gd name="connsiteX267" fmla="*/ 598192 w 845479"/>
                  <a:gd name="connsiteY267" fmla="*/ 90556 h 1293906"/>
                  <a:gd name="connsiteX268" fmla="*/ 633021 w 845479"/>
                  <a:gd name="connsiteY268" fmla="*/ 106229 h 1293906"/>
                  <a:gd name="connsiteX269" fmla="*/ 650436 w 845479"/>
                  <a:gd name="connsiteY269" fmla="*/ 108841 h 1293906"/>
                  <a:gd name="connsiteX270" fmla="*/ 673075 w 845479"/>
                  <a:gd name="connsiteY270" fmla="*/ 106229 h 1293906"/>
                  <a:gd name="connsiteX271" fmla="*/ 693102 w 845479"/>
                  <a:gd name="connsiteY271" fmla="*/ 96651 h 1293906"/>
                  <a:gd name="connsiteX272" fmla="*/ 707034 w 845479"/>
                  <a:gd name="connsiteY272" fmla="*/ 80978 h 1293906"/>
                  <a:gd name="connsiteX273" fmla="*/ 712258 w 845479"/>
                  <a:gd name="connsiteY273" fmla="*/ 72271 h 1293906"/>
                  <a:gd name="connsiteX274" fmla="*/ 727060 w 845479"/>
                  <a:gd name="connsiteY274" fmla="*/ 60951 h 1293906"/>
                  <a:gd name="connsiteX275" fmla="*/ 734027 w 845479"/>
                  <a:gd name="connsiteY275" fmla="*/ 53985 h 129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Lst>
                <a:rect l="l" t="t" r="r" b="b"/>
                <a:pathLst>
                  <a:path w="845479" h="1293906">
                    <a:moveTo>
                      <a:pt x="734027" y="53985"/>
                    </a:moveTo>
                    <a:lnTo>
                      <a:pt x="761019" y="77495"/>
                    </a:lnTo>
                    <a:lnTo>
                      <a:pt x="781046" y="105358"/>
                    </a:lnTo>
                    <a:lnTo>
                      <a:pt x="784529" y="112324"/>
                    </a:lnTo>
                    <a:lnTo>
                      <a:pt x="788011" y="125385"/>
                    </a:lnTo>
                    <a:lnTo>
                      <a:pt x="789753" y="133222"/>
                    </a:lnTo>
                    <a:lnTo>
                      <a:pt x="790624" y="147154"/>
                    </a:lnTo>
                    <a:lnTo>
                      <a:pt x="806297" y="164568"/>
                    </a:lnTo>
                    <a:lnTo>
                      <a:pt x="801943" y="171534"/>
                    </a:lnTo>
                    <a:lnTo>
                      <a:pt x="797590" y="174146"/>
                    </a:lnTo>
                    <a:lnTo>
                      <a:pt x="791495" y="175017"/>
                    </a:lnTo>
                    <a:lnTo>
                      <a:pt x="779304" y="175888"/>
                    </a:lnTo>
                    <a:lnTo>
                      <a:pt x="778434" y="198527"/>
                    </a:lnTo>
                    <a:lnTo>
                      <a:pt x="779304" y="212458"/>
                    </a:lnTo>
                    <a:lnTo>
                      <a:pt x="781046" y="221166"/>
                    </a:lnTo>
                    <a:lnTo>
                      <a:pt x="784529" y="229002"/>
                    </a:lnTo>
                    <a:lnTo>
                      <a:pt x="794978" y="243805"/>
                    </a:lnTo>
                    <a:lnTo>
                      <a:pt x="825453" y="276892"/>
                    </a:lnTo>
                    <a:lnTo>
                      <a:pt x="831548" y="286471"/>
                    </a:lnTo>
                    <a:lnTo>
                      <a:pt x="837643" y="300402"/>
                    </a:lnTo>
                    <a:lnTo>
                      <a:pt x="821970" y="316946"/>
                    </a:lnTo>
                    <a:lnTo>
                      <a:pt x="821100" y="360483"/>
                    </a:lnTo>
                    <a:lnTo>
                      <a:pt x="820229" y="374414"/>
                    </a:lnTo>
                    <a:lnTo>
                      <a:pt x="819358" y="383122"/>
                    </a:lnTo>
                    <a:lnTo>
                      <a:pt x="813263" y="405761"/>
                    </a:lnTo>
                    <a:lnTo>
                      <a:pt x="806297" y="418822"/>
                    </a:lnTo>
                    <a:lnTo>
                      <a:pt x="800202" y="434495"/>
                    </a:lnTo>
                    <a:lnTo>
                      <a:pt x="795848" y="461487"/>
                    </a:lnTo>
                    <a:lnTo>
                      <a:pt x="788882" y="489351"/>
                    </a:lnTo>
                    <a:lnTo>
                      <a:pt x="785399" y="520697"/>
                    </a:lnTo>
                    <a:lnTo>
                      <a:pt x="780175" y="541595"/>
                    </a:lnTo>
                    <a:lnTo>
                      <a:pt x="767114" y="534629"/>
                    </a:lnTo>
                    <a:lnTo>
                      <a:pt x="760148" y="532017"/>
                    </a:lnTo>
                    <a:lnTo>
                      <a:pt x="748829" y="530275"/>
                    </a:lnTo>
                    <a:lnTo>
                      <a:pt x="741863" y="531146"/>
                    </a:lnTo>
                    <a:lnTo>
                      <a:pt x="732285" y="535500"/>
                    </a:lnTo>
                    <a:lnTo>
                      <a:pt x="716612" y="551173"/>
                    </a:lnTo>
                    <a:lnTo>
                      <a:pt x="677429" y="538983"/>
                    </a:lnTo>
                    <a:lnTo>
                      <a:pt x="667851" y="534629"/>
                    </a:lnTo>
                    <a:lnTo>
                      <a:pt x="656531" y="545078"/>
                    </a:lnTo>
                    <a:lnTo>
                      <a:pt x="639987" y="567717"/>
                    </a:lnTo>
                    <a:lnTo>
                      <a:pt x="639987" y="590356"/>
                    </a:lnTo>
                    <a:lnTo>
                      <a:pt x="689619" y="604287"/>
                    </a:lnTo>
                    <a:lnTo>
                      <a:pt x="705292" y="606900"/>
                    </a:lnTo>
                    <a:lnTo>
                      <a:pt x="720966" y="613865"/>
                    </a:lnTo>
                    <a:lnTo>
                      <a:pt x="730543" y="620831"/>
                    </a:lnTo>
                    <a:lnTo>
                      <a:pt x="741863" y="626056"/>
                    </a:lnTo>
                    <a:lnTo>
                      <a:pt x="754053" y="638246"/>
                    </a:lnTo>
                    <a:lnTo>
                      <a:pt x="767114" y="649565"/>
                    </a:lnTo>
                    <a:lnTo>
                      <a:pt x="775821" y="660885"/>
                    </a:lnTo>
                    <a:lnTo>
                      <a:pt x="786270" y="671334"/>
                    </a:lnTo>
                    <a:lnTo>
                      <a:pt x="782787" y="679170"/>
                    </a:lnTo>
                    <a:lnTo>
                      <a:pt x="779304" y="683524"/>
                    </a:lnTo>
                    <a:lnTo>
                      <a:pt x="781917" y="686136"/>
                    </a:lnTo>
                    <a:lnTo>
                      <a:pt x="777563" y="693102"/>
                    </a:lnTo>
                    <a:lnTo>
                      <a:pt x="780175" y="721836"/>
                    </a:lnTo>
                    <a:lnTo>
                      <a:pt x="782787" y="738380"/>
                    </a:lnTo>
                    <a:lnTo>
                      <a:pt x="785399" y="774080"/>
                    </a:lnTo>
                    <a:lnTo>
                      <a:pt x="785399" y="805426"/>
                    </a:lnTo>
                    <a:lnTo>
                      <a:pt x="784529" y="822841"/>
                    </a:lnTo>
                    <a:lnTo>
                      <a:pt x="779304" y="841126"/>
                    </a:lnTo>
                    <a:lnTo>
                      <a:pt x="774080" y="849834"/>
                    </a:lnTo>
                    <a:lnTo>
                      <a:pt x="759277" y="860282"/>
                    </a:lnTo>
                    <a:lnTo>
                      <a:pt x="747958" y="871602"/>
                    </a:lnTo>
                    <a:lnTo>
                      <a:pt x="738380" y="889016"/>
                    </a:lnTo>
                    <a:lnTo>
                      <a:pt x="732285" y="908172"/>
                    </a:lnTo>
                    <a:lnTo>
                      <a:pt x="728802" y="916009"/>
                    </a:lnTo>
                    <a:lnTo>
                      <a:pt x="717482" y="934294"/>
                    </a:lnTo>
                    <a:lnTo>
                      <a:pt x="729673" y="947355"/>
                    </a:lnTo>
                    <a:lnTo>
                      <a:pt x="741863" y="967382"/>
                    </a:lnTo>
                    <a:lnTo>
                      <a:pt x="744475" y="976090"/>
                    </a:lnTo>
                    <a:lnTo>
                      <a:pt x="746216" y="997858"/>
                    </a:lnTo>
                    <a:lnTo>
                      <a:pt x="757536" y="1004824"/>
                    </a:lnTo>
                    <a:lnTo>
                      <a:pt x="773209" y="1010919"/>
                    </a:lnTo>
                    <a:lnTo>
                      <a:pt x="788882" y="1013531"/>
                    </a:lnTo>
                    <a:lnTo>
                      <a:pt x="817616" y="1014402"/>
                    </a:lnTo>
                    <a:lnTo>
                      <a:pt x="822841" y="1011790"/>
                    </a:lnTo>
                    <a:lnTo>
                      <a:pt x="826324" y="1012660"/>
                    </a:lnTo>
                    <a:lnTo>
                      <a:pt x="829807" y="1015272"/>
                    </a:lnTo>
                    <a:lnTo>
                      <a:pt x="831548" y="1019626"/>
                    </a:lnTo>
                    <a:lnTo>
                      <a:pt x="832419" y="1029204"/>
                    </a:lnTo>
                    <a:lnTo>
                      <a:pt x="826324" y="1035299"/>
                    </a:lnTo>
                    <a:lnTo>
                      <a:pt x="827194" y="1055326"/>
                    </a:lnTo>
                    <a:lnTo>
                      <a:pt x="828936" y="1066646"/>
                    </a:lnTo>
                    <a:lnTo>
                      <a:pt x="839385" y="1111053"/>
                    </a:lnTo>
                    <a:lnTo>
                      <a:pt x="845480" y="1129338"/>
                    </a:lnTo>
                    <a:lnTo>
                      <a:pt x="817616" y="1131950"/>
                    </a:lnTo>
                    <a:lnTo>
                      <a:pt x="782787" y="1132821"/>
                    </a:lnTo>
                    <a:lnTo>
                      <a:pt x="778434" y="1141528"/>
                    </a:lnTo>
                    <a:lnTo>
                      <a:pt x="771468" y="1153719"/>
                    </a:lnTo>
                    <a:lnTo>
                      <a:pt x="749700" y="1153719"/>
                    </a:lnTo>
                    <a:lnTo>
                      <a:pt x="735768" y="1154589"/>
                    </a:lnTo>
                    <a:lnTo>
                      <a:pt x="728802" y="1156331"/>
                    </a:lnTo>
                    <a:lnTo>
                      <a:pt x="716612" y="1160685"/>
                    </a:lnTo>
                    <a:lnTo>
                      <a:pt x="681782" y="1184194"/>
                    </a:lnTo>
                    <a:lnTo>
                      <a:pt x="671334" y="1195514"/>
                    </a:lnTo>
                    <a:lnTo>
                      <a:pt x="658273" y="1206833"/>
                    </a:lnTo>
                    <a:lnTo>
                      <a:pt x="663497" y="1221636"/>
                    </a:lnTo>
                    <a:lnTo>
                      <a:pt x="666109" y="1226860"/>
                    </a:lnTo>
                    <a:lnTo>
                      <a:pt x="669592" y="1232084"/>
                    </a:lnTo>
                    <a:lnTo>
                      <a:pt x="675687" y="1237309"/>
                    </a:lnTo>
                    <a:lnTo>
                      <a:pt x="683524" y="1246887"/>
                    </a:lnTo>
                    <a:lnTo>
                      <a:pt x="686136" y="1251241"/>
                    </a:lnTo>
                    <a:lnTo>
                      <a:pt x="687007" y="1256465"/>
                    </a:lnTo>
                    <a:lnTo>
                      <a:pt x="686136" y="1261689"/>
                    </a:lnTo>
                    <a:lnTo>
                      <a:pt x="680041" y="1274750"/>
                    </a:lnTo>
                    <a:lnTo>
                      <a:pt x="660014" y="1280845"/>
                    </a:lnTo>
                    <a:lnTo>
                      <a:pt x="626926" y="1287811"/>
                    </a:lnTo>
                    <a:lnTo>
                      <a:pt x="603417" y="1290424"/>
                    </a:lnTo>
                    <a:lnTo>
                      <a:pt x="597322" y="1290424"/>
                    </a:lnTo>
                    <a:lnTo>
                      <a:pt x="588614" y="1288682"/>
                    </a:lnTo>
                    <a:lnTo>
                      <a:pt x="581648" y="1287811"/>
                    </a:lnTo>
                    <a:lnTo>
                      <a:pt x="572941" y="1289553"/>
                    </a:lnTo>
                    <a:lnTo>
                      <a:pt x="552914" y="1293906"/>
                    </a:lnTo>
                    <a:lnTo>
                      <a:pt x="551173" y="1277363"/>
                    </a:lnTo>
                    <a:lnTo>
                      <a:pt x="548561" y="1258206"/>
                    </a:lnTo>
                    <a:lnTo>
                      <a:pt x="530275" y="1239921"/>
                    </a:lnTo>
                    <a:lnTo>
                      <a:pt x="518085" y="1231214"/>
                    </a:lnTo>
                    <a:lnTo>
                      <a:pt x="501541" y="1215541"/>
                    </a:lnTo>
                    <a:lnTo>
                      <a:pt x="489351" y="1206833"/>
                    </a:lnTo>
                    <a:lnTo>
                      <a:pt x="478031" y="1196385"/>
                    </a:lnTo>
                    <a:lnTo>
                      <a:pt x="469324" y="1183324"/>
                    </a:lnTo>
                    <a:lnTo>
                      <a:pt x="462358" y="1175487"/>
                    </a:lnTo>
                    <a:lnTo>
                      <a:pt x="453651" y="1160685"/>
                    </a:lnTo>
                    <a:lnTo>
                      <a:pt x="447556" y="1146753"/>
                    </a:lnTo>
                    <a:lnTo>
                      <a:pt x="439719" y="1131950"/>
                    </a:lnTo>
                    <a:lnTo>
                      <a:pt x="425787" y="1114536"/>
                    </a:lnTo>
                    <a:lnTo>
                      <a:pt x="419692" y="1109311"/>
                    </a:lnTo>
                    <a:lnTo>
                      <a:pt x="413597" y="1106699"/>
                    </a:lnTo>
                    <a:lnTo>
                      <a:pt x="407502" y="1104958"/>
                    </a:lnTo>
                    <a:lnTo>
                      <a:pt x="394441" y="1104958"/>
                    </a:lnTo>
                    <a:lnTo>
                      <a:pt x="388346" y="1093638"/>
                    </a:lnTo>
                    <a:lnTo>
                      <a:pt x="378768" y="1073611"/>
                    </a:lnTo>
                    <a:lnTo>
                      <a:pt x="377026" y="1067516"/>
                    </a:lnTo>
                    <a:lnTo>
                      <a:pt x="373544" y="1056197"/>
                    </a:lnTo>
                    <a:lnTo>
                      <a:pt x="339585" y="1040524"/>
                    </a:lnTo>
                    <a:lnTo>
                      <a:pt x="334361" y="1037041"/>
                    </a:lnTo>
                    <a:lnTo>
                      <a:pt x="330007" y="1031816"/>
                    </a:lnTo>
                    <a:lnTo>
                      <a:pt x="327395" y="1021368"/>
                    </a:lnTo>
                    <a:lnTo>
                      <a:pt x="324783" y="991763"/>
                    </a:lnTo>
                    <a:lnTo>
                      <a:pt x="321300" y="970865"/>
                    </a:lnTo>
                    <a:lnTo>
                      <a:pt x="317817" y="961287"/>
                    </a:lnTo>
                    <a:lnTo>
                      <a:pt x="309980" y="947355"/>
                    </a:lnTo>
                    <a:lnTo>
                      <a:pt x="303014" y="936036"/>
                    </a:lnTo>
                    <a:lnTo>
                      <a:pt x="296919" y="922975"/>
                    </a:lnTo>
                    <a:lnTo>
                      <a:pt x="282988" y="903819"/>
                    </a:lnTo>
                    <a:lnTo>
                      <a:pt x="270797" y="890758"/>
                    </a:lnTo>
                    <a:lnTo>
                      <a:pt x="254253" y="889016"/>
                    </a:lnTo>
                    <a:lnTo>
                      <a:pt x="241192" y="889016"/>
                    </a:lnTo>
                    <a:lnTo>
                      <a:pt x="229002" y="884663"/>
                    </a:lnTo>
                    <a:lnTo>
                      <a:pt x="211588" y="871602"/>
                    </a:lnTo>
                    <a:lnTo>
                      <a:pt x="199397" y="858541"/>
                    </a:lnTo>
                    <a:lnTo>
                      <a:pt x="195915" y="835031"/>
                    </a:lnTo>
                    <a:lnTo>
                      <a:pt x="192432" y="825453"/>
                    </a:lnTo>
                    <a:lnTo>
                      <a:pt x="185466" y="816746"/>
                    </a:lnTo>
                    <a:lnTo>
                      <a:pt x="172405" y="807168"/>
                    </a:lnTo>
                    <a:lnTo>
                      <a:pt x="168051" y="802814"/>
                    </a:lnTo>
                    <a:lnTo>
                      <a:pt x="163697" y="797590"/>
                    </a:lnTo>
                    <a:lnTo>
                      <a:pt x="161956" y="791495"/>
                    </a:lnTo>
                    <a:lnTo>
                      <a:pt x="159344" y="782787"/>
                    </a:lnTo>
                    <a:lnTo>
                      <a:pt x="160214" y="771468"/>
                    </a:lnTo>
                    <a:lnTo>
                      <a:pt x="160214" y="764502"/>
                    </a:lnTo>
                    <a:lnTo>
                      <a:pt x="153249" y="717482"/>
                    </a:lnTo>
                    <a:lnTo>
                      <a:pt x="142800" y="680912"/>
                    </a:lnTo>
                    <a:lnTo>
                      <a:pt x="134963" y="662626"/>
                    </a:lnTo>
                    <a:lnTo>
                      <a:pt x="123644" y="668721"/>
                    </a:lnTo>
                    <a:lnTo>
                      <a:pt x="113195" y="676558"/>
                    </a:lnTo>
                    <a:lnTo>
                      <a:pt x="104488" y="679170"/>
                    </a:lnTo>
                    <a:lnTo>
                      <a:pt x="98393" y="678300"/>
                    </a:lnTo>
                    <a:lnTo>
                      <a:pt x="93168" y="676558"/>
                    </a:lnTo>
                    <a:lnTo>
                      <a:pt x="88814" y="673075"/>
                    </a:lnTo>
                    <a:lnTo>
                      <a:pt x="86202" y="668721"/>
                    </a:lnTo>
                    <a:lnTo>
                      <a:pt x="83590" y="660014"/>
                    </a:lnTo>
                    <a:lnTo>
                      <a:pt x="80107" y="654790"/>
                    </a:lnTo>
                    <a:lnTo>
                      <a:pt x="73141" y="646953"/>
                    </a:lnTo>
                    <a:lnTo>
                      <a:pt x="67046" y="642600"/>
                    </a:lnTo>
                    <a:lnTo>
                      <a:pt x="57468" y="639987"/>
                    </a:lnTo>
                    <a:lnTo>
                      <a:pt x="47019" y="639117"/>
                    </a:lnTo>
                    <a:lnTo>
                      <a:pt x="33958" y="630409"/>
                    </a:lnTo>
                    <a:lnTo>
                      <a:pt x="22639" y="619961"/>
                    </a:lnTo>
                    <a:lnTo>
                      <a:pt x="13061" y="607770"/>
                    </a:lnTo>
                    <a:lnTo>
                      <a:pt x="9578" y="599934"/>
                    </a:lnTo>
                    <a:lnTo>
                      <a:pt x="6095" y="585131"/>
                    </a:lnTo>
                    <a:lnTo>
                      <a:pt x="871" y="555526"/>
                    </a:lnTo>
                    <a:lnTo>
                      <a:pt x="0" y="545078"/>
                    </a:lnTo>
                    <a:lnTo>
                      <a:pt x="871" y="538112"/>
                    </a:lnTo>
                    <a:lnTo>
                      <a:pt x="2612" y="531146"/>
                    </a:lnTo>
                    <a:lnTo>
                      <a:pt x="12190" y="505024"/>
                    </a:lnTo>
                    <a:lnTo>
                      <a:pt x="16544" y="498929"/>
                    </a:lnTo>
                    <a:lnTo>
                      <a:pt x="25251" y="488480"/>
                    </a:lnTo>
                    <a:lnTo>
                      <a:pt x="36571" y="486739"/>
                    </a:lnTo>
                    <a:lnTo>
                      <a:pt x="40924" y="484997"/>
                    </a:lnTo>
                    <a:lnTo>
                      <a:pt x="47019" y="481514"/>
                    </a:lnTo>
                    <a:lnTo>
                      <a:pt x="53985" y="473678"/>
                    </a:lnTo>
                    <a:lnTo>
                      <a:pt x="57468" y="467583"/>
                    </a:lnTo>
                    <a:lnTo>
                      <a:pt x="59210" y="461487"/>
                    </a:lnTo>
                    <a:lnTo>
                      <a:pt x="72271" y="451909"/>
                    </a:lnTo>
                    <a:lnTo>
                      <a:pt x="82719" y="439719"/>
                    </a:lnTo>
                    <a:lnTo>
                      <a:pt x="87944" y="434495"/>
                    </a:lnTo>
                    <a:lnTo>
                      <a:pt x="94039" y="430141"/>
                    </a:lnTo>
                    <a:lnTo>
                      <a:pt x="109712" y="424046"/>
                    </a:lnTo>
                    <a:lnTo>
                      <a:pt x="128868" y="418822"/>
                    </a:lnTo>
                    <a:lnTo>
                      <a:pt x="142800" y="414468"/>
                    </a:lnTo>
                    <a:lnTo>
                      <a:pt x="154119" y="413597"/>
                    </a:lnTo>
                    <a:lnTo>
                      <a:pt x="175017" y="405761"/>
                    </a:lnTo>
                    <a:lnTo>
                      <a:pt x="188078" y="400536"/>
                    </a:lnTo>
                    <a:lnTo>
                      <a:pt x="192432" y="397053"/>
                    </a:lnTo>
                    <a:lnTo>
                      <a:pt x="204622" y="386605"/>
                    </a:lnTo>
                    <a:lnTo>
                      <a:pt x="215070" y="374414"/>
                    </a:lnTo>
                    <a:lnTo>
                      <a:pt x="218554" y="369190"/>
                    </a:lnTo>
                    <a:lnTo>
                      <a:pt x="226390" y="354388"/>
                    </a:lnTo>
                    <a:lnTo>
                      <a:pt x="235097" y="330007"/>
                    </a:lnTo>
                    <a:lnTo>
                      <a:pt x="240322" y="322171"/>
                    </a:lnTo>
                    <a:lnTo>
                      <a:pt x="245546" y="319558"/>
                    </a:lnTo>
                    <a:lnTo>
                      <a:pt x="250770" y="317817"/>
                    </a:lnTo>
                    <a:lnTo>
                      <a:pt x="255995" y="318688"/>
                    </a:lnTo>
                    <a:lnTo>
                      <a:pt x="270797" y="321300"/>
                    </a:lnTo>
                    <a:lnTo>
                      <a:pt x="280375" y="320429"/>
                    </a:lnTo>
                    <a:lnTo>
                      <a:pt x="289083" y="315205"/>
                    </a:lnTo>
                    <a:lnTo>
                      <a:pt x="311722" y="297790"/>
                    </a:lnTo>
                    <a:lnTo>
                      <a:pt x="302144" y="286471"/>
                    </a:lnTo>
                    <a:lnTo>
                      <a:pt x="294307" y="279505"/>
                    </a:lnTo>
                    <a:lnTo>
                      <a:pt x="272539" y="267314"/>
                    </a:lnTo>
                    <a:lnTo>
                      <a:pt x="250770" y="256866"/>
                    </a:lnTo>
                    <a:lnTo>
                      <a:pt x="230744" y="250771"/>
                    </a:lnTo>
                    <a:lnTo>
                      <a:pt x="195915" y="234227"/>
                    </a:lnTo>
                    <a:lnTo>
                      <a:pt x="174146" y="227261"/>
                    </a:lnTo>
                    <a:lnTo>
                      <a:pt x="151507" y="217683"/>
                    </a:lnTo>
                    <a:lnTo>
                      <a:pt x="136705" y="208105"/>
                    </a:lnTo>
                    <a:lnTo>
                      <a:pt x="132351" y="204622"/>
                    </a:lnTo>
                    <a:lnTo>
                      <a:pt x="128868" y="197656"/>
                    </a:lnTo>
                    <a:lnTo>
                      <a:pt x="127127" y="191561"/>
                    </a:lnTo>
                    <a:lnTo>
                      <a:pt x="127997" y="184595"/>
                    </a:lnTo>
                    <a:lnTo>
                      <a:pt x="129739" y="176758"/>
                    </a:lnTo>
                    <a:lnTo>
                      <a:pt x="134963" y="166310"/>
                    </a:lnTo>
                    <a:lnTo>
                      <a:pt x="146283" y="154990"/>
                    </a:lnTo>
                    <a:lnTo>
                      <a:pt x="158473" y="138446"/>
                    </a:lnTo>
                    <a:lnTo>
                      <a:pt x="159344" y="132351"/>
                    </a:lnTo>
                    <a:lnTo>
                      <a:pt x="167180" y="121902"/>
                    </a:lnTo>
                    <a:lnTo>
                      <a:pt x="179371" y="109712"/>
                    </a:lnTo>
                    <a:lnTo>
                      <a:pt x="184595" y="104488"/>
                    </a:lnTo>
                    <a:lnTo>
                      <a:pt x="196785" y="90556"/>
                    </a:lnTo>
                    <a:lnTo>
                      <a:pt x="202009" y="77495"/>
                    </a:lnTo>
                    <a:lnTo>
                      <a:pt x="205493" y="59210"/>
                    </a:lnTo>
                    <a:lnTo>
                      <a:pt x="209846" y="45278"/>
                    </a:lnTo>
                    <a:lnTo>
                      <a:pt x="212458" y="41795"/>
                    </a:lnTo>
                    <a:lnTo>
                      <a:pt x="222907" y="29605"/>
                    </a:lnTo>
                    <a:lnTo>
                      <a:pt x="235097" y="19156"/>
                    </a:lnTo>
                    <a:lnTo>
                      <a:pt x="251641" y="9578"/>
                    </a:lnTo>
                    <a:lnTo>
                      <a:pt x="267314" y="0"/>
                    </a:lnTo>
                    <a:lnTo>
                      <a:pt x="305627" y="10449"/>
                    </a:lnTo>
                    <a:lnTo>
                      <a:pt x="339585" y="35700"/>
                    </a:lnTo>
                    <a:lnTo>
                      <a:pt x="350034" y="40924"/>
                    </a:lnTo>
                    <a:lnTo>
                      <a:pt x="363095" y="43537"/>
                    </a:lnTo>
                    <a:lnTo>
                      <a:pt x="404890" y="38312"/>
                    </a:lnTo>
                    <a:lnTo>
                      <a:pt x="424046" y="43537"/>
                    </a:lnTo>
                    <a:lnTo>
                      <a:pt x="434495" y="65305"/>
                    </a:lnTo>
                    <a:lnTo>
                      <a:pt x="437978" y="77495"/>
                    </a:lnTo>
                    <a:lnTo>
                      <a:pt x="444073" y="85332"/>
                    </a:lnTo>
                    <a:lnTo>
                      <a:pt x="452780" y="87944"/>
                    </a:lnTo>
                    <a:lnTo>
                      <a:pt x="479773" y="85332"/>
                    </a:lnTo>
                    <a:lnTo>
                      <a:pt x="488480" y="87073"/>
                    </a:lnTo>
                    <a:lnTo>
                      <a:pt x="498058" y="91427"/>
                    </a:lnTo>
                    <a:lnTo>
                      <a:pt x="513731" y="103617"/>
                    </a:lnTo>
                    <a:lnTo>
                      <a:pt x="532017" y="112324"/>
                    </a:lnTo>
                    <a:lnTo>
                      <a:pt x="550302" y="113195"/>
                    </a:lnTo>
                    <a:lnTo>
                      <a:pt x="581648" y="89685"/>
                    </a:lnTo>
                    <a:lnTo>
                      <a:pt x="598192" y="90556"/>
                    </a:lnTo>
                    <a:lnTo>
                      <a:pt x="633021" y="106229"/>
                    </a:lnTo>
                    <a:lnTo>
                      <a:pt x="650436" y="108841"/>
                    </a:lnTo>
                    <a:lnTo>
                      <a:pt x="673075" y="106229"/>
                    </a:lnTo>
                    <a:lnTo>
                      <a:pt x="693102" y="96651"/>
                    </a:lnTo>
                    <a:lnTo>
                      <a:pt x="707034" y="80978"/>
                    </a:lnTo>
                    <a:lnTo>
                      <a:pt x="712258" y="72271"/>
                    </a:lnTo>
                    <a:lnTo>
                      <a:pt x="727060" y="60951"/>
                    </a:lnTo>
                    <a:lnTo>
                      <a:pt x="734027" y="53985"/>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6" name="Freeform: Shape 65">
                <a:extLst>
                  <a:ext uri="{FF2B5EF4-FFF2-40B4-BE49-F238E27FC236}">
                    <a16:creationId xmlns:a16="http://schemas.microsoft.com/office/drawing/2014/main" id="{11F77542-DF4A-917D-4812-4B819FF9D2A6}"/>
                  </a:ext>
                </a:extLst>
              </p:cNvPr>
              <p:cNvSpPr>
                <a:spLocks/>
              </p:cNvSpPr>
              <p:nvPr/>
            </p:nvSpPr>
            <p:spPr>
              <a:xfrm>
                <a:off x="8482039" y="2982031"/>
                <a:ext cx="154119" cy="95780"/>
              </a:xfrm>
              <a:custGeom>
                <a:avLst/>
                <a:gdLst>
                  <a:gd name="connsiteX0" fmla="*/ 140188 w 154119"/>
                  <a:gd name="connsiteY0" fmla="*/ 11320 h 95780"/>
                  <a:gd name="connsiteX1" fmla="*/ 142800 w 154119"/>
                  <a:gd name="connsiteY1" fmla="*/ 21768 h 95780"/>
                  <a:gd name="connsiteX2" fmla="*/ 151507 w 154119"/>
                  <a:gd name="connsiteY2" fmla="*/ 37441 h 95780"/>
                  <a:gd name="connsiteX3" fmla="*/ 154119 w 154119"/>
                  <a:gd name="connsiteY3" fmla="*/ 43537 h 95780"/>
                  <a:gd name="connsiteX4" fmla="*/ 154119 w 154119"/>
                  <a:gd name="connsiteY4" fmla="*/ 49632 h 95780"/>
                  <a:gd name="connsiteX5" fmla="*/ 152378 w 154119"/>
                  <a:gd name="connsiteY5" fmla="*/ 55727 h 95780"/>
                  <a:gd name="connsiteX6" fmla="*/ 148024 w 154119"/>
                  <a:gd name="connsiteY6" fmla="*/ 60080 h 95780"/>
                  <a:gd name="connsiteX7" fmla="*/ 139317 w 154119"/>
                  <a:gd name="connsiteY7" fmla="*/ 69658 h 95780"/>
                  <a:gd name="connsiteX8" fmla="*/ 127127 w 154119"/>
                  <a:gd name="connsiteY8" fmla="*/ 80107 h 95780"/>
                  <a:gd name="connsiteX9" fmla="*/ 101875 w 154119"/>
                  <a:gd name="connsiteY9" fmla="*/ 95780 h 95780"/>
                  <a:gd name="connsiteX10" fmla="*/ 90556 w 154119"/>
                  <a:gd name="connsiteY10" fmla="*/ 90556 h 95780"/>
                  <a:gd name="connsiteX11" fmla="*/ 80978 w 154119"/>
                  <a:gd name="connsiteY11" fmla="*/ 83590 h 95780"/>
                  <a:gd name="connsiteX12" fmla="*/ 65305 w 154119"/>
                  <a:gd name="connsiteY12" fmla="*/ 76624 h 95780"/>
                  <a:gd name="connsiteX13" fmla="*/ 49632 w 154119"/>
                  <a:gd name="connsiteY13" fmla="*/ 74012 h 95780"/>
                  <a:gd name="connsiteX14" fmla="*/ 0 w 154119"/>
                  <a:gd name="connsiteY14" fmla="*/ 60080 h 95780"/>
                  <a:gd name="connsiteX15" fmla="*/ 0 w 154119"/>
                  <a:gd name="connsiteY15" fmla="*/ 37441 h 95780"/>
                  <a:gd name="connsiteX16" fmla="*/ 16544 w 154119"/>
                  <a:gd name="connsiteY16" fmla="*/ 14802 h 95780"/>
                  <a:gd name="connsiteX17" fmla="*/ 27863 w 154119"/>
                  <a:gd name="connsiteY17" fmla="*/ 4354 h 95780"/>
                  <a:gd name="connsiteX18" fmla="*/ 37441 w 154119"/>
                  <a:gd name="connsiteY18" fmla="*/ 8707 h 95780"/>
                  <a:gd name="connsiteX19" fmla="*/ 76625 w 154119"/>
                  <a:gd name="connsiteY19" fmla="*/ 20897 h 95780"/>
                  <a:gd name="connsiteX20" fmla="*/ 92298 w 154119"/>
                  <a:gd name="connsiteY20" fmla="*/ 5224 h 95780"/>
                  <a:gd name="connsiteX21" fmla="*/ 101875 w 154119"/>
                  <a:gd name="connsiteY21" fmla="*/ 871 h 95780"/>
                  <a:gd name="connsiteX22" fmla="*/ 108841 w 154119"/>
                  <a:gd name="connsiteY22" fmla="*/ 0 h 95780"/>
                  <a:gd name="connsiteX23" fmla="*/ 120161 w 154119"/>
                  <a:gd name="connsiteY23" fmla="*/ 1741 h 95780"/>
                  <a:gd name="connsiteX24" fmla="*/ 127127 w 154119"/>
                  <a:gd name="connsiteY24" fmla="*/ 4354 h 95780"/>
                  <a:gd name="connsiteX25" fmla="*/ 140188 w 154119"/>
                  <a:gd name="connsiteY25" fmla="*/ 11320 h 95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4119" h="95780">
                    <a:moveTo>
                      <a:pt x="140188" y="11320"/>
                    </a:moveTo>
                    <a:lnTo>
                      <a:pt x="142800" y="21768"/>
                    </a:lnTo>
                    <a:lnTo>
                      <a:pt x="151507" y="37441"/>
                    </a:lnTo>
                    <a:lnTo>
                      <a:pt x="154119" y="43537"/>
                    </a:lnTo>
                    <a:lnTo>
                      <a:pt x="154119" y="49632"/>
                    </a:lnTo>
                    <a:lnTo>
                      <a:pt x="152378" y="55727"/>
                    </a:lnTo>
                    <a:lnTo>
                      <a:pt x="148024" y="60080"/>
                    </a:lnTo>
                    <a:lnTo>
                      <a:pt x="139317" y="69658"/>
                    </a:lnTo>
                    <a:lnTo>
                      <a:pt x="127127" y="80107"/>
                    </a:lnTo>
                    <a:lnTo>
                      <a:pt x="101875" y="95780"/>
                    </a:lnTo>
                    <a:lnTo>
                      <a:pt x="90556" y="90556"/>
                    </a:lnTo>
                    <a:lnTo>
                      <a:pt x="80978" y="83590"/>
                    </a:lnTo>
                    <a:lnTo>
                      <a:pt x="65305" y="76624"/>
                    </a:lnTo>
                    <a:lnTo>
                      <a:pt x="49632" y="74012"/>
                    </a:lnTo>
                    <a:lnTo>
                      <a:pt x="0" y="60080"/>
                    </a:lnTo>
                    <a:lnTo>
                      <a:pt x="0" y="37441"/>
                    </a:lnTo>
                    <a:lnTo>
                      <a:pt x="16544" y="14802"/>
                    </a:lnTo>
                    <a:lnTo>
                      <a:pt x="27863" y="4354"/>
                    </a:lnTo>
                    <a:lnTo>
                      <a:pt x="37441" y="8707"/>
                    </a:lnTo>
                    <a:lnTo>
                      <a:pt x="76625" y="20897"/>
                    </a:lnTo>
                    <a:lnTo>
                      <a:pt x="92298" y="5224"/>
                    </a:lnTo>
                    <a:lnTo>
                      <a:pt x="101875" y="871"/>
                    </a:lnTo>
                    <a:lnTo>
                      <a:pt x="108841" y="0"/>
                    </a:lnTo>
                    <a:lnTo>
                      <a:pt x="120161" y="1741"/>
                    </a:lnTo>
                    <a:lnTo>
                      <a:pt x="127127" y="4354"/>
                    </a:lnTo>
                    <a:lnTo>
                      <a:pt x="140188" y="11320"/>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7" name="Freeform: Shape 66">
                <a:extLst>
                  <a:ext uri="{FF2B5EF4-FFF2-40B4-BE49-F238E27FC236}">
                    <a16:creationId xmlns:a16="http://schemas.microsoft.com/office/drawing/2014/main" id="{82E2EDAF-B0A8-AD35-51AD-159792E7114B}"/>
                  </a:ext>
                </a:extLst>
              </p:cNvPr>
              <p:cNvSpPr>
                <a:spLocks/>
              </p:cNvSpPr>
              <p:nvPr/>
            </p:nvSpPr>
            <p:spPr>
              <a:xfrm>
                <a:off x="8376680" y="3933740"/>
                <a:ext cx="1353986" cy="994374"/>
              </a:xfrm>
              <a:custGeom>
                <a:avLst/>
                <a:gdLst>
                  <a:gd name="connsiteX0" fmla="*/ 1106699 w 1353986"/>
                  <a:gd name="connsiteY0" fmla="*/ 875956 h 994374"/>
                  <a:gd name="connsiteX1" fmla="*/ 1063163 w 1353986"/>
                  <a:gd name="connsiteY1" fmla="*/ 889887 h 994374"/>
                  <a:gd name="connsiteX2" fmla="*/ 1036170 w 1353986"/>
                  <a:gd name="connsiteY2" fmla="*/ 893370 h 994374"/>
                  <a:gd name="connsiteX3" fmla="*/ 1030946 w 1353986"/>
                  <a:gd name="connsiteY3" fmla="*/ 893370 h 994374"/>
                  <a:gd name="connsiteX4" fmla="*/ 1011790 w 1353986"/>
                  <a:gd name="connsiteY4" fmla="*/ 882921 h 994374"/>
                  <a:gd name="connsiteX5" fmla="*/ 998729 w 1353986"/>
                  <a:gd name="connsiteY5" fmla="*/ 881180 h 994374"/>
                  <a:gd name="connsiteX6" fmla="*/ 990892 w 1353986"/>
                  <a:gd name="connsiteY6" fmla="*/ 882050 h 994374"/>
                  <a:gd name="connsiteX7" fmla="*/ 836772 w 1353986"/>
                  <a:gd name="connsiteY7" fmla="*/ 935165 h 994374"/>
                  <a:gd name="connsiteX8" fmla="*/ 817617 w 1353986"/>
                  <a:gd name="connsiteY8" fmla="*/ 945614 h 994374"/>
                  <a:gd name="connsiteX9" fmla="*/ 793236 w 1353986"/>
                  <a:gd name="connsiteY9" fmla="*/ 964770 h 994374"/>
                  <a:gd name="connsiteX10" fmla="*/ 774080 w 1353986"/>
                  <a:gd name="connsiteY10" fmla="*/ 973477 h 994374"/>
                  <a:gd name="connsiteX11" fmla="*/ 761019 w 1353986"/>
                  <a:gd name="connsiteY11" fmla="*/ 976960 h 994374"/>
                  <a:gd name="connsiteX12" fmla="*/ 737509 w 1353986"/>
                  <a:gd name="connsiteY12" fmla="*/ 981314 h 994374"/>
                  <a:gd name="connsiteX13" fmla="*/ 653048 w 1353986"/>
                  <a:gd name="connsiteY13" fmla="*/ 994375 h 994374"/>
                  <a:gd name="connsiteX14" fmla="*/ 644341 w 1353986"/>
                  <a:gd name="connsiteY14" fmla="*/ 992633 h 994374"/>
                  <a:gd name="connsiteX15" fmla="*/ 624314 w 1353986"/>
                  <a:gd name="connsiteY15" fmla="*/ 983055 h 994374"/>
                  <a:gd name="connsiteX16" fmla="*/ 603417 w 1353986"/>
                  <a:gd name="connsiteY16" fmla="*/ 970865 h 994374"/>
                  <a:gd name="connsiteX17" fmla="*/ 581648 w 1353986"/>
                  <a:gd name="connsiteY17" fmla="*/ 953451 h 994374"/>
                  <a:gd name="connsiteX18" fmla="*/ 576424 w 1353986"/>
                  <a:gd name="connsiteY18" fmla="*/ 945614 h 994374"/>
                  <a:gd name="connsiteX19" fmla="*/ 572941 w 1353986"/>
                  <a:gd name="connsiteY19" fmla="*/ 936036 h 994374"/>
                  <a:gd name="connsiteX20" fmla="*/ 572941 w 1353986"/>
                  <a:gd name="connsiteY20" fmla="*/ 920363 h 994374"/>
                  <a:gd name="connsiteX21" fmla="*/ 569458 w 1353986"/>
                  <a:gd name="connsiteY21" fmla="*/ 910785 h 994374"/>
                  <a:gd name="connsiteX22" fmla="*/ 561622 w 1353986"/>
                  <a:gd name="connsiteY22" fmla="*/ 895982 h 994374"/>
                  <a:gd name="connsiteX23" fmla="*/ 544207 w 1353986"/>
                  <a:gd name="connsiteY23" fmla="*/ 870731 h 994374"/>
                  <a:gd name="connsiteX24" fmla="*/ 509378 w 1353986"/>
                  <a:gd name="connsiteY24" fmla="*/ 807168 h 994374"/>
                  <a:gd name="connsiteX25" fmla="*/ 504154 w 1353986"/>
                  <a:gd name="connsiteY25" fmla="*/ 803685 h 994374"/>
                  <a:gd name="connsiteX26" fmla="*/ 488480 w 1353986"/>
                  <a:gd name="connsiteY26" fmla="*/ 799331 h 994374"/>
                  <a:gd name="connsiteX27" fmla="*/ 410985 w 1353986"/>
                  <a:gd name="connsiteY27" fmla="*/ 792365 h 994374"/>
                  <a:gd name="connsiteX28" fmla="*/ 299532 w 1353986"/>
                  <a:gd name="connsiteY28" fmla="*/ 780175 h 994374"/>
                  <a:gd name="connsiteX29" fmla="*/ 180241 w 1353986"/>
                  <a:gd name="connsiteY29" fmla="*/ 761019 h 994374"/>
                  <a:gd name="connsiteX30" fmla="*/ 160214 w 1353986"/>
                  <a:gd name="connsiteY30" fmla="*/ 754053 h 994374"/>
                  <a:gd name="connsiteX31" fmla="*/ 153249 w 1353986"/>
                  <a:gd name="connsiteY31" fmla="*/ 748829 h 994374"/>
                  <a:gd name="connsiteX32" fmla="*/ 146283 w 1353986"/>
                  <a:gd name="connsiteY32" fmla="*/ 740121 h 994374"/>
                  <a:gd name="connsiteX33" fmla="*/ 135834 w 1353986"/>
                  <a:gd name="connsiteY33" fmla="*/ 717482 h 994374"/>
                  <a:gd name="connsiteX34" fmla="*/ 135834 w 1353986"/>
                  <a:gd name="connsiteY34" fmla="*/ 710517 h 994374"/>
                  <a:gd name="connsiteX35" fmla="*/ 138446 w 1353986"/>
                  <a:gd name="connsiteY35" fmla="*/ 697456 h 994374"/>
                  <a:gd name="connsiteX36" fmla="*/ 138446 w 1353986"/>
                  <a:gd name="connsiteY36" fmla="*/ 693102 h 994374"/>
                  <a:gd name="connsiteX37" fmla="*/ 135834 w 1353986"/>
                  <a:gd name="connsiteY37" fmla="*/ 682653 h 994374"/>
                  <a:gd name="connsiteX38" fmla="*/ 136705 w 1353986"/>
                  <a:gd name="connsiteY38" fmla="*/ 673075 h 994374"/>
                  <a:gd name="connsiteX39" fmla="*/ 140188 w 1353986"/>
                  <a:gd name="connsiteY39" fmla="*/ 663497 h 994374"/>
                  <a:gd name="connsiteX40" fmla="*/ 138446 w 1353986"/>
                  <a:gd name="connsiteY40" fmla="*/ 646082 h 994374"/>
                  <a:gd name="connsiteX41" fmla="*/ 139317 w 1353986"/>
                  <a:gd name="connsiteY41" fmla="*/ 630409 h 994374"/>
                  <a:gd name="connsiteX42" fmla="*/ 132351 w 1353986"/>
                  <a:gd name="connsiteY42" fmla="*/ 619090 h 994374"/>
                  <a:gd name="connsiteX43" fmla="*/ 43537 w 1353986"/>
                  <a:gd name="connsiteY43" fmla="*/ 617348 h 994374"/>
                  <a:gd name="connsiteX44" fmla="*/ 42666 w 1353986"/>
                  <a:gd name="connsiteY44" fmla="*/ 592097 h 994374"/>
                  <a:gd name="connsiteX45" fmla="*/ 47890 w 1353986"/>
                  <a:gd name="connsiteY45" fmla="*/ 576424 h 994374"/>
                  <a:gd name="connsiteX46" fmla="*/ 54856 w 1353986"/>
                  <a:gd name="connsiteY46" fmla="*/ 562492 h 994374"/>
                  <a:gd name="connsiteX47" fmla="*/ 51373 w 1353986"/>
                  <a:gd name="connsiteY47" fmla="*/ 551173 h 994374"/>
                  <a:gd name="connsiteX48" fmla="*/ 21768 w 1353986"/>
                  <a:gd name="connsiteY48" fmla="*/ 523309 h 994374"/>
                  <a:gd name="connsiteX49" fmla="*/ 11319 w 1353986"/>
                  <a:gd name="connsiteY49" fmla="*/ 508507 h 994374"/>
                  <a:gd name="connsiteX50" fmla="*/ 5224 w 1353986"/>
                  <a:gd name="connsiteY50" fmla="*/ 498929 h 994374"/>
                  <a:gd name="connsiteX51" fmla="*/ 2612 w 1353986"/>
                  <a:gd name="connsiteY51" fmla="*/ 490221 h 994374"/>
                  <a:gd name="connsiteX52" fmla="*/ 871 w 1353986"/>
                  <a:gd name="connsiteY52" fmla="*/ 481514 h 994374"/>
                  <a:gd name="connsiteX53" fmla="*/ 0 w 1353986"/>
                  <a:gd name="connsiteY53" fmla="*/ 471936 h 994374"/>
                  <a:gd name="connsiteX54" fmla="*/ 0 w 1353986"/>
                  <a:gd name="connsiteY54" fmla="*/ 464970 h 994374"/>
                  <a:gd name="connsiteX55" fmla="*/ 871 w 1353986"/>
                  <a:gd name="connsiteY55" fmla="*/ 457134 h 994374"/>
                  <a:gd name="connsiteX56" fmla="*/ 4354 w 1353986"/>
                  <a:gd name="connsiteY56" fmla="*/ 450168 h 994374"/>
                  <a:gd name="connsiteX57" fmla="*/ 13932 w 1353986"/>
                  <a:gd name="connsiteY57" fmla="*/ 436236 h 994374"/>
                  <a:gd name="connsiteX58" fmla="*/ 29605 w 1353986"/>
                  <a:gd name="connsiteY58" fmla="*/ 420563 h 994374"/>
                  <a:gd name="connsiteX59" fmla="*/ 35700 w 1353986"/>
                  <a:gd name="connsiteY59" fmla="*/ 416209 h 994374"/>
                  <a:gd name="connsiteX60" fmla="*/ 42666 w 1353986"/>
                  <a:gd name="connsiteY60" fmla="*/ 413597 h 994374"/>
                  <a:gd name="connsiteX61" fmla="*/ 60951 w 1353986"/>
                  <a:gd name="connsiteY61" fmla="*/ 410114 h 994374"/>
                  <a:gd name="connsiteX62" fmla="*/ 121032 w 1353986"/>
                  <a:gd name="connsiteY62" fmla="*/ 403148 h 994374"/>
                  <a:gd name="connsiteX63" fmla="*/ 134093 w 1353986"/>
                  <a:gd name="connsiteY63" fmla="*/ 381380 h 994374"/>
                  <a:gd name="connsiteX64" fmla="*/ 135834 w 1353986"/>
                  <a:gd name="connsiteY64" fmla="*/ 354387 h 994374"/>
                  <a:gd name="connsiteX65" fmla="*/ 148024 w 1353986"/>
                  <a:gd name="connsiteY65" fmla="*/ 296919 h 994374"/>
                  <a:gd name="connsiteX66" fmla="*/ 149766 w 1353986"/>
                  <a:gd name="connsiteY66" fmla="*/ 264702 h 994374"/>
                  <a:gd name="connsiteX67" fmla="*/ 154120 w 1353986"/>
                  <a:gd name="connsiteY67" fmla="*/ 255995 h 994374"/>
                  <a:gd name="connsiteX68" fmla="*/ 158473 w 1353986"/>
                  <a:gd name="connsiteY68" fmla="*/ 253383 h 994374"/>
                  <a:gd name="connsiteX69" fmla="*/ 166309 w 1353986"/>
                  <a:gd name="connsiteY69" fmla="*/ 250770 h 994374"/>
                  <a:gd name="connsiteX70" fmla="*/ 201139 w 1353986"/>
                  <a:gd name="connsiteY70" fmla="*/ 248158 h 994374"/>
                  <a:gd name="connsiteX71" fmla="*/ 218553 w 1353986"/>
                  <a:gd name="connsiteY71" fmla="*/ 241192 h 994374"/>
                  <a:gd name="connsiteX72" fmla="*/ 224649 w 1353986"/>
                  <a:gd name="connsiteY72" fmla="*/ 234227 h 994374"/>
                  <a:gd name="connsiteX73" fmla="*/ 228132 w 1353986"/>
                  <a:gd name="connsiteY73" fmla="*/ 227261 h 994374"/>
                  <a:gd name="connsiteX74" fmla="*/ 231614 w 1353986"/>
                  <a:gd name="connsiteY74" fmla="*/ 218554 h 994374"/>
                  <a:gd name="connsiteX75" fmla="*/ 248158 w 1353986"/>
                  <a:gd name="connsiteY75" fmla="*/ 197656 h 994374"/>
                  <a:gd name="connsiteX76" fmla="*/ 249900 w 1353986"/>
                  <a:gd name="connsiteY76" fmla="*/ 188948 h 994374"/>
                  <a:gd name="connsiteX77" fmla="*/ 250770 w 1353986"/>
                  <a:gd name="connsiteY77" fmla="*/ 169793 h 994374"/>
                  <a:gd name="connsiteX78" fmla="*/ 252512 w 1353986"/>
                  <a:gd name="connsiteY78" fmla="*/ 161085 h 994374"/>
                  <a:gd name="connsiteX79" fmla="*/ 254254 w 1353986"/>
                  <a:gd name="connsiteY79" fmla="*/ 154990 h 994374"/>
                  <a:gd name="connsiteX80" fmla="*/ 268185 w 1353986"/>
                  <a:gd name="connsiteY80" fmla="*/ 139317 h 994374"/>
                  <a:gd name="connsiteX81" fmla="*/ 276022 w 1353986"/>
                  <a:gd name="connsiteY81" fmla="*/ 148895 h 994374"/>
                  <a:gd name="connsiteX82" fmla="*/ 282117 w 1353986"/>
                  <a:gd name="connsiteY82" fmla="*/ 154990 h 994374"/>
                  <a:gd name="connsiteX83" fmla="*/ 317817 w 1353986"/>
                  <a:gd name="connsiteY83" fmla="*/ 123644 h 994374"/>
                  <a:gd name="connsiteX84" fmla="*/ 332619 w 1353986"/>
                  <a:gd name="connsiteY84" fmla="*/ 113195 h 994374"/>
                  <a:gd name="connsiteX85" fmla="*/ 342197 w 1353986"/>
                  <a:gd name="connsiteY85" fmla="*/ 103617 h 994374"/>
                  <a:gd name="connsiteX86" fmla="*/ 366578 w 1353986"/>
                  <a:gd name="connsiteY86" fmla="*/ 73141 h 994374"/>
                  <a:gd name="connsiteX87" fmla="*/ 391829 w 1353986"/>
                  <a:gd name="connsiteY87" fmla="*/ 81849 h 994374"/>
                  <a:gd name="connsiteX88" fmla="*/ 417080 w 1353986"/>
                  <a:gd name="connsiteY88" fmla="*/ 90556 h 994374"/>
                  <a:gd name="connsiteX89" fmla="*/ 436236 w 1353986"/>
                  <a:gd name="connsiteY89" fmla="*/ 98393 h 994374"/>
                  <a:gd name="connsiteX90" fmla="*/ 452780 w 1353986"/>
                  <a:gd name="connsiteY90" fmla="*/ 107971 h 994374"/>
                  <a:gd name="connsiteX91" fmla="*/ 458875 w 1353986"/>
                  <a:gd name="connsiteY91" fmla="*/ 113195 h 994374"/>
                  <a:gd name="connsiteX92" fmla="*/ 469324 w 1353986"/>
                  <a:gd name="connsiteY92" fmla="*/ 120161 h 994374"/>
                  <a:gd name="connsiteX93" fmla="*/ 482385 w 1353986"/>
                  <a:gd name="connsiteY93" fmla="*/ 132351 h 994374"/>
                  <a:gd name="connsiteX94" fmla="*/ 504154 w 1353986"/>
                  <a:gd name="connsiteY94" fmla="*/ 92298 h 994374"/>
                  <a:gd name="connsiteX95" fmla="*/ 524180 w 1353986"/>
                  <a:gd name="connsiteY95" fmla="*/ 66176 h 994374"/>
                  <a:gd name="connsiteX96" fmla="*/ 529404 w 1353986"/>
                  <a:gd name="connsiteY96" fmla="*/ 60080 h 994374"/>
                  <a:gd name="connsiteX97" fmla="*/ 553785 w 1353986"/>
                  <a:gd name="connsiteY97" fmla="*/ 26122 h 994374"/>
                  <a:gd name="connsiteX98" fmla="*/ 564234 w 1353986"/>
                  <a:gd name="connsiteY98" fmla="*/ 21768 h 994374"/>
                  <a:gd name="connsiteX99" fmla="*/ 582519 w 1353986"/>
                  <a:gd name="connsiteY99" fmla="*/ 16544 h 994374"/>
                  <a:gd name="connsiteX100" fmla="*/ 592097 w 1353986"/>
                  <a:gd name="connsiteY100" fmla="*/ 16544 h 994374"/>
                  <a:gd name="connsiteX101" fmla="*/ 601675 w 1353986"/>
                  <a:gd name="connsiteY101" fmla="*/ 19156 h 994374"/>
                  <a:gd name="connsiteX102" fmla="*/ 606029 w 1353986"/>
                  <a:gd name="connsiteY102" fmla="*/ 22639 h 994374"/>
                  <a:gd name="connsiteX103" fmla="*/ 622573 w 1353986"/>
                  <a:gd name="connsiteY103" fmla="*/ 39183 h 994374"/>
                  <a:gd name="connsiteX104" fmla="*/ 635634 w 1353986"/>
                  <a:gd name="connsiteY104" fmla="*/ 47019 h 994374"/>
                  <a:gd name="connsiteX105" fmla="*/ 645212 w 1353986"/>
                  <a:gd name="connsiteY105" fmla="*/ 51373 h 994374"/>
                  <a:gd name="connsiteX106" fmla="*/ 673946 w 1353986"/>
                  <a:gd name="connsiteY106" fmla="*/ 60080 h 994374"/>
                  <a:gd name="connsiteX107" fmla="*/ 680041 w 1353986"/>
                  <a:gd name="connsiteY107" fmla="*/ 63563 h 994374"/>
                  <a:gd name="connsiteX108" fmla="*/ 686136 w 1353986"/>
                  <a:gd name="connsiteY108" fmla="*/ 70529 h 994374"/>
                  <a:gd name="connsiteX109" fmla="*/ 689619 w 1353986"/>
                  <a:gd name="connsiteY109" fmla="*/ 79237 h 994374"/>
                  <a:gd name="connsiteX110" fmla="*/ 740992 w 1353986"/>
                  <a:gd name="connsiteY110" fmla="*/ 79237 h 994374"/>
                  <a:gd name="connsiteX111" fmla="*/ 793236 w 1353986"/>
                  <a:gd name="connsiteY111" fmla="*/ 80107 h 994374"/>
                  <a:gd name="connsiteX112" fmla="*/ 816746 w 1353986"/>
                  <a:gd name="connsiteY112" fmla="*/ 79237 h 994374"/>
                  <a:gd name="connsiteX113" fmla="*/ 834160 w 1353986"/>
                  <a:gd name="connsiteY113" fmla="*/ 80107 h 994374"/>
                  <a:gd name="connsiteX114" fmla="*/ 862024 w 1353986"/>
                  <a:gd name="connsiteY114" fmla="*/ 85332 h 994374"/>
                  <a:gd name="connsiteX115" fmla="*/ 870731 w 1353986"/>
                  <a:gd name="connsiteY115" fmla="*/ 87944 h 994374"/>
                  <a:gd name="connsiteX116" fmla="*/ 888146 w 1353986"/>
                  <a:gd name="connsiteY116" fmla="*/ 97522 h 994374"/>
                  <a:gd name="connsiteX117" fmla="*/ 899465 w 1353986"/>
                  <a:gd name="connsiteY117" fmla="*/ 107971 h 994374"/>
                  <a:gd name="connsiteX118" fmla="*/ 914268 w 1353986"/>
                  <a:gd name="connsiteY118" fmla="*/ 124514 h 994374"/>
                  <a:gd name="connsiteX119" fmla="*/ 926458 w 1353986"/>
                  <a:gd name="connsiteY119" fmla="*/ 134963 h 994374"/>
                  <a:gd name="connsiteX120" fmla="*/ 943002 w 1353986"/>
                  <a:gd name="connsiteY120" fmla="*/ 146283 h 994374"/>
                  <a:gd name="connsiteX121" fmla="*/ 964770 w 1353986"/>
                  <a:gd name="connsiteY121" fmla="*/ 143671 h 994374"/>
                  <a:gd name="connsiteX122" fmla="*/ 1007436 w 1353986"/>
                  <a:gd name="connsiteY122" fmla="*/ 141929 h 994374"/>
                  <a:gd name="connsiteX123" fmla="*/ 1014402 w 1353986"/>
                  <a:gd name="connsiteY123" fmla="*/ 141058 h 994374"/>
                  <a:gd name="connsiteX124" fmla="*/ 1028333 w 1353986"/>
                  <a:gd name="connsiteY124" fmla="*/ 137575 h 994374"/>
                  <a:gd name="connsiteX125" fmla="*/ 1055326 w 1353986"/>
                  <a:gd name="connsiteY125" fmla="*/ 126256 h 994374"/>
                  <a:gd name="connsiteX126" fmla="*/ 1060550 w 1353986"/>
                  <a:gd name="connsiteY126" fmla="*/ 122773 h 994374"/>
                  <a:gd name="connsiteX127" fmla="*/ 1064034 w 1353986"/>
                  <a:gd name="connsiteY127" fmla="*/ 118419 h 994374"/>
                  <a:gd name="connsiteX128" fmla="*/ 1077965 w 1353986"/>
                  <a:gd name="connsiteY128" fmla="*/ 98393 h 994374"/>
                  <a:gd name="connsiteX129" fmla="*/ 1085802 w 1353986"/>
                  <a:gd name="connsiteY129" fmla="*/ 92298 h 994374"/>
                  <a:gd name="connsiteX130" fmla="*/ 1098863 w 1353986"/>
                  <a:gd name="connsiteY130" fmla="*/ 87073 h 994374"/>
                  <a:gd name="connsiteX131" fmla="*/ 1121502 w 1353986"/>
                  <a:gd name="connsiteY131" fmla="*/ 84461 h 994374"/>
                  <a:gd name="connsiteX132" fmla="*/ 1131080 w 1353986"/>
                  <a:gd name="connsiteY132" fmla="*/ 80107 h 994374"/>
                  <a:gd name="connsiteX133" fmla="*/ 1136304 w 1353986"/>
                  <a:gd name="connsiteY133" fmla="*/ 75753 h 994374"/>
                  <a:gd name="connsiteX134" fmla="*/ 1140658 w 1353986"/>
                  <a:gd name="connsiteY134" fmla="*/ 67046 h 994374"/>
                  <a:gd name="connsiteX135" fmla="*/ 1141528 w 1353986"/>
                  <a:gd name="connsiteY135" fmla="*/ 60080 h 994374"/>
                  <a:gd name="connsiteX136" fmla="*/ 1143270 w 1353986"/>
                  <a:gd name="connsiteY136" fmla="*/ 35700 h 994374"/>
                  <a:gd name="connsiteX137" fmla="*/ 1145882 w 1353986"/>
                  <a:gd name="connsiteY137" fmla="*/ 20897 h 994374"/>
                  <a:gd name="connsiteX138" fmla="*/ 1146753 w 1353986"/>
                  <a:gd name="connsiteY138" fmla="*/ 5224 h 994374"/>
                  <a:gd name="connsiteX139" fmla="*/ 1173745 w 1353986"/>
                  <a:gd name="connsiteY139" fmla="*/ 0 h 994374"/>
                  <a:gd name="connsiteX140" fmla="*/ 1178099 w 1353986"/>
                  <a:gd name="connsiteY140" fmla="*/ 17415 h 994374"/>
                  <a:gd name="connsiteX141" fmla="*/ 1184194 w 1353986"/>
                  <a:gd name="connsiteY141" fmla="*/ 25251 h 994374"/>
                  <a:gd name="connsiteX142" fmla="*/ 1191160 w 1353986"/>
                  <a:gd name="connsiteY142" fmla="*/ 32217 h 994374"/>
                  <a:gd name="connsiteX143" fmla="*/ 1199867 w 1353986"/>
                  <a:gd name="connsiteY143" fmla="*/ 35700 h 994374"/>
                  <a:gd name="connsiteX144" fmla="*/ 1211187 w 1353986"/>
                  <a:gd name="connsiteY144" fmla="*/ 38312 h 994374"/>
                  <a:gd name="connsiteX145" fmla="*/ 1229472 w 1353986"/>
                  <a:gd name="connsiteY145" fmla="*/ 38312 h 994374"/>
                  <a:gd name="connsiteX146" fmla="*/ 1242533 w 1353986"/>
                  <a:gd name="connsiteY146" fmla="*/ 40924 h 994374"/>
                  <a:gd name="connsiteX147" fmla="*/ 1240792 w 1353986"/>
                  <a:gd name="connsiteY147" fmla="*/ 44407 h 994374"/>
                  <a:gd name="connsiteX148" fmla="*/ 1213799 w 1353986"/>
                  <a:gd name="connsiteY148" fmla="*/ 66176 h 994374"/>
                  <a:gd name="connsiteX149" fmla="*/ 1207704 w 1353986"/>
                  <a:gd name="connsiteY149" fmla="*/ 74012 h 994374"/>
                  <a:gd name="connsiteX150" fmla="*/ 1205963 w 1353986"/>
                  <a:gd name="connsiteY150" fmla="*/ 80107 h 994374"/>
                  <a:gd name="connsiteX151" fmla="*/ 1205963 w 1353986"/>
                  <a:gd name="connsiteY151" fmla="*/ 85332 h 994374"/>
                  <a:gd name="connsiteX152" fmla="*/ 1211187 w 1353986"/>
                  <a:gd name="connsiteY152" fmla="*/ 92298 h 994374"/>
                  <a:gd name="connsiteX153" fmla="*/ 1253853 w 1353986"/>
                  <a:gd name="connsiteY153" fmla="*/ 138446 h 994374"/>
                  <a:gd name="connsiteX154" fmla="*/ 1264302 w 1353986"/>
                  <a:gd name="connsiteY154" fmla="*/ 154990 h 994374"/>
                  <a:gd name="connsiteX155" fmla="*/ 1271267 w 1353986"/>
                  <a:gd name="connsiteY155" fmla="*/ 173275 h 994374"/>
                  <a:gd name="connsiteX156" fmla="*/ 1273880 w 1353986"/>
                  <a:gd name="connsiteY156" fmla="*/ 185466 h 994374"/>
                  <a:gd name="connsiteX157" fmla="*/ 1273880 w 1353986"/>
                  <a:gd name="connsiteY157" fmla="*/ 193302 h 994374"/>
                  <a:gd name="connsiteX158" fmla="*/ 1273009 w 1353986"/>
                  <a:gd name="connsiteY158" fmla="*/ 219424 h 994374"/>
                  <a:gd name="connsiteX159" fmla="*/ 1266043 w 1353986"/>
                  <a:gd name="connsiteY159" fmla="*/ 277763 h 994374"/>
                  <a:gd name="connsiteX160" fmla="*/ 1265172 w 1353986"/>
                  <a:gd name="connsiteY160" fmla="*/ 289083 h 994374"/>
                  <a:gd name="connsiteX161" fmla="*/ 1267784 w 1353986"/>
                  <a:gd name="connsiteY161" fmla="*/ 303014 h 994374"/>
                  <a:gd name="connsiteX162" fmla="*/ 1273880 w 1353986"/>
                  <a:gd name="connsiteY162" fmla="*/ 313463 h 994374"/>
                  <a:gd name="connsiteX163" fmla="*/ 1283458 w 1353986"/>
                  <a:gd name="connsiteY163" fmla="*/ 330878 h 994374"/>
                  <a:gd name="connsiteX164" fmla="*/ 1291294 w 1353986"/>
                  <a:gd name="connsiteY164" fmla="*/ 338714 h 994374"/>
                  <a:gd name="connsiteX165" fmla="*/ 1299131 w 1353986"/>
                  <a:gd name="connsiteY165" fmla="*/ 342197 h 994374"/>
                  <a:gd name="connsiteX166" fmla="*/ 1335702 w 1353986"/>
                  <a:gd name="connsiteY166" fmla="*/ 329136 h 994374"/>
                  <a:gd name="connsiteX167" fmla="*/ 1346150 w 1353986"/>
                  <a:gd name="connsiteY167" fmla="*/ 330007 h 994374"/>
                  <a:gd name="connsiteX168" fmla="*/ 1330477 w 1353986"/>
                  <a:gd name="connsiteY168" fmla="*/ 376156 h 994374"/>
                  <a:gd name="connsiteX169" fmla="*/ 1323511 w 1353986"/>
                  <a:gd name="connsiteY169" fmla="*/ 416209 h 994374"/>
                  <a:gd name="connsiteX170" fmla="*/ 1322641 w 1353986"/>
                  <a:gd name="connsiteY170" fmla="*/ 444944 h 994374"/>
                  <a:gd name="connsiteX171" fmla="*/ 1327865 w 1353986"/>
                  <a:gd name="connsiteY171" fmla="*/ 523309 h 994374"/>
                  <a:gd name="connsiteX172" fmla="*/ 1347892 w 1353986"/>
                  <a:gd name="connsiteY172" fmla="*/ 647824 h 994374"/>
                  <a:gd name="connsiteX173" fmla="*/ 1353987 w 1353986"/>
                  <a:gd name="connsiteY173" fmla="*/ 668721 h 994374"/>
                  <a:gd name="connsiteX174" fmla="*/ 1353987 w 1353986"/>
                  <a:gd name="connsiteY174" fmla="*/ 676558 h 994374"/>
                  <a:gd name="connsiteX175" fmla="*/ 1351375 w 1353986"/>
                  <a:gd name="connsiteY175" fmla="*/ 680912 h 994374"/>
                  <a:gd name="connsiteX176" fmla="*/ 1346150 w 1353986"/>
                  <a:gd name="connsiteY176" fmla="*/ 682653 h 994374"/>
                  <a:gd name="connsiteX177" fmla="*/ 1335702 w 1353986"/>
                  <a:gd name="connsiteY177" fmla="*/ 682653 h 994374"/>
                  <a:gd name="connsiteX178" fmla="*/ 1326123 w 1353986"/>
                  <a:gd name="connsiteY178" fmla="*/ 684395 h 994374"/>
                  <a:gd name="connsiteX179" fmla="*/ 1316546 w 1353986"/>
                  <a:gd name="connsiteY179" fmla="*/ 692231 h 994374"/>
                  <a:gd name="connsiteX180" fmla="*/ 1307838 w 1353986"/>
                  <a:gd name="connsiteY180" fmla="*/ 706163 h 994374"/>
                  <a:gd name="connsiteX181" fmla="*/ 1295648 w 1353986"/>
                  <a:gd name="connsiteY181" fmla="*/ 730543 h 994374"/>
                  <a:gd name="connsiteX182" fmla="*/ 1268655 w 1353986"/>
                  <a:gd name="connsiteY182" fmla="*/ 746216 h 994374"/>
                  <a:gd name="connsiteX183" fmla="*/ 1172875 w 1353986"/>
                  <a:gd name="connsiteY183" fmla="*/ 758407 h 994374"/>
                  <a:gd name="connsiteX184" fmla="*/ 1152848 w 1353986"/>
                  <a:gd name="connsiteY184" fmla="*/ 761019 h 994374"/>
                  <a:gd name="connsiteX185" fmla="*/ 1145882 w 1353986"/>
                  <a:gd name="connsiteY185" fmla="*/ 763631 h 994374"/>
                  <a:gd name="connsiteX186" fmla="*/ 1140658 w 1353986"/>
                  <a:gd name="connsiteY186" fmla="*/ 770597 h 994374"/>
                  <a:gd name="connsiteX187" fmla="*/ 1137175 w 1353986"/>
                  <a:gd name="connsiteY187" fmla="*/ 785399 h 994374"/>
                  <a:gd name="connsiteX188" fmla="*/ 1129338 w 1353986"/>
                  <a:gd name="connsiteY188" fmla="*/ 847221 h 994374"/>
                  <a:gd name="connsiteX189" fmla="*/ 1124985 w 1353986"/>
                  <a:gd name="connsiteY189" fmla="*/ 858541 h 994374"/>
                  <a:gd name="connsiteX190" fmla="*/ 1121502 w 1353986"/>
                  <a:gd name="connsiteY190" fmla="*/ 865507 h 994374"/>
                  <a:gd name="connsiteX191" fmla="*/ 1106699 w 1353986"/>
                  <a:gd name="connsiteY191" fmla="*/ 875956 h 994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353986" h="994374">
                    <a:moveTo>
                      <a:pt x="1106699" y="875956"/>
                    </a:moveTo>
                    <a:lnTo>
                      <a:pt x="1063163" y="889887"/>
                    </a:lnTo>
                    <a:lnTo>
                      <a:pt x="1036170" y="893370"/>
                    </a:lnTo>
                    <a:lnTo>
                      <a:pt x="1030946" y="893370"/>
                    </a:lnTo>
                    <a:lnTo>
                      <a:pt x="1011790" y="882921"/>
                    </a:lnTo>
                    <a:lnTo>
                      <a:pt x="998729" y="881180"/>
                    </a:lnTo>
                    <a:lnTo>
                      <a:pt x="990892" y="882050"/>
                    </a:lnTo>
                    <a:lnTo>
                      <a:pt x="836772" y="935165"/>
                    </a:lnTo>
                    <a:lnTo>
                      <a:pt x="817617" y="945614"/>
                    </a:lnTo>
                    <a:lnTo>
                      <a:pt x="793236" y="964770"/>
                    </a:lnTo>
                    <a:lnTo>
                      <a:pt x="774080" y="973477"/>
                    </a:lnTo>
                    <a:lnTo>
                      <a:pt x="761019" y="976960"/>
                    </a:lnTo>
                    <a:lnTo>
                      <a:pt x="737509" y="981314"/>
                    </a:lnTo>
                    <a:lnTo>
                      <a:pt x="653048" y="994375"/>
                    </a:lnTo>
                    <a:lnTo>
                      <a:pt x="644341" y="992633"/>
                    </a:lnTo>
                    <a:lnTo>
                      <a:pt x="624314" y="983055"/>
                    </a:lnTo>
                    <a:lnTo>
                      <a:pt x="603417" y="970865"/>
                    </a:lnTo>
                    <a:lnTo>
                      <a:pt x="581648" y="953451"/>
                    </a:lnTo>
                    <a:lnTo>
                      <a:pt x="576424" y="945614"/>
                    </a:lnTo>
                    <a:lnTo>
                      <a:pt x="572941" y="936036"/>
                    </a:lnTo>
                    <a:lnTo>
                      <a:pt x="572941" y="920363"/>
                    </a:lnTo>
                    <a:lnTo>
                      <a:pt x="569458" y="910785"/>
                    </a:lnTo>
                    <a:lnTo>
                      <a:pt x="561622" y="895982"/>
                    </a:lnTo>
                    <a:lnTo>
                      <a:pt x="544207" y="870731"/>
                    </a:lnTo>
                    <a:lnTo>
                      <a:pt x="509378" y="807168"/>
                    </a:lnTo>
                    <a:lnTo>
                      <a:pt x="504154" y="803685"/>
                    </a:lnTo>
                    <a:lnTo>
                      <a:pt x="488480" y="799331"/>
                    </a:lnTo>
                    <a:lnTo>
                      <a:pt x="410985" y="792365"/>
                    </a:lnTo>
                    <a:lnTo>
                      <a:pt x="299532" y="780175"/>
                    </a:lnTo>
                    <a:lnTo>
                      <a:pt x="180241" y="761019"/>
                    </a:lnTo>
                    <a:lnTo>
                      <a:pt x="160214" y="754053"/>
                    </a:lnTo>
                    <a:lnTo>
                      <a:pt x="153249" y="748829"/>
                    </a:lnTo>
                    <a:lnTo>
                      <a:pt x="146283" y="740121"/>
                    </a:lnTo>
                    <a:lnTo>
                      <a:pt x="135834" y="717482"/>
                    </a:lnTo>
                    <a:lnTo>
                      <a:pt x="135834" y="710517"/>
                    </a:lnTo>
                    <a:lnTo>
                      <a:pt x="138446" y="697456"/>
                    </a:lnTo>
                    <a:lnTo>
                      <a:pt x="138446" y="693102"/>
                    </a:lnTo>
                    <a:lnTo>
                      <a:pt x="135834" y="682653"/>
                    </a:lnTo>
                    <a:lnTo>
                      <a:pt x="136705" y="673075"/>
                    </a:lnTo>
                    <a:lnTo>
                      <a:pt x="140188" y="663497"/>
                    </a:lnTo>
                    <a:lnTo>
                      <a:pt x="138446" y="646082"/>
                    </a:lnTo>
                    <a:lnTo>
                      <a:pt x="139317" y="630409"/>
                    </a:lnTo>
                    <a:lnTo>
                      <a:pt x="132351" y="619090"/>
                    </a:lnTo>
                    <a:lnTo>
                      <a:pt x="43537" y="617348"/>
                    </a:lnTo>
                    <a:lnTo>
                      <a:pt x="42666" y="592097"/>
                    </a:lnTo>
                    <a:lnTo>
                      <a:pt x="47890" y="576424"/>
                    </a:lnTo>
                    <a:lnTo>
                      <a:pt x="54856" y="562492"/>
                    </a:lnTo>
                    <a:lnTo>
                      <a:pt x="51373" y="551173"/>
                    </a:lnTo>
                    <a:lnTo>
                      <a:pt x="21768" y="523309"/>
                    </a:lnTo>
                    <a:lnTo>
                      <a:pt x="11319" y="508507"/>
                    </a:lnTo>
                    <a:lnTo>
                      <a:pt x="5224" y="498929"/>
                    </a:lnTo>
                    <a:lnTo>
                      <a:pt x="2612" y="490221"/>
                    </a:lnTo>
                    <a:lnTo>
                      <a:pt x="871" y="481514"/>
                    </a:lnTo>
                    <a:lnTo>
                      <a:pt x="0" y="471936"/>
                    </a:lnTo>
                    <a:lnTo>
                      <a:pt x="0" y="464970"/>
                    </a:lnTo>
                    <a:lnTo>
                      <a:pt x="871" y="457134"/>
                    </a:lnTo>
                    <a:lnTo>
                      <a:pt x="4354" y="450168"/>
                    </a:lnTo>
                    <a:lnTo>
                      <a:pt x="13932" y="436236"/>
                    </a:lnTo>
                    <a:lnTo>
                      <a:pt x="29605" y="420563"/>
                    </a:lnTo>
                    <a:lnTo>
                      <a:pt x="35700" y="416209"/>
                    </a:lnTo>
                    <a:lnTo>
                      <a:pt x="42666" y="413597"/>
                    </a:lnTo>
                    <a:lnTo>
                      <a:pt x="60951" y="410114"/>
                    </a:lnTo>
                    <a:lnTo>
                      <a:pt x="121032" y="403148"/>
                    </a:lnTo>
                    <a:lnTo>
                      <a:pt x="134093" y="381380"/>
                    </a:lnTo>
                    <a:lnTo>
                      <a:pt x="135834" y="354387"/>
                    </a:lnTo>
                    <a:lnTo>
                      <a:pt x="148024" y="296919"/>
                    </a:lnTo>
                    <a:lnTo>
                      <a:pt x="149766" y="264702"/>
                    </a:lnTo>
                    <a:lnTo>
                      <a:pt x="154120" y="255995"/>
                    </a:lnTo>
                    <a:lnTo>
                      <a:pt x="158473" y="253383"/>
                    </a:lnTo>
                    <a:lnTo>
                      <a:pt x="166309" y="250770"/>
                    </a:lnTo>
                    <a:lnTo>
                      <a:pt x="201139" y="248158"/>
                    </a:lnTo>
                    <a:lnTo>
                      <a:pt x="218553" y="241192"/>
                    </a:lnTo>
                    <a:lnTo>
                      <a:pt x="224649" y="234227"/>
                    </a:lnTo>
                    <a:lnTo>
                      <a:pt x="228132" y="227261"/>
                    </a:lnTo>
                    <a:lnTo>
                      <a:pt x="231614" y="218554"/>
                    </a:lnTo>
                    <a:lnTo>
                      <a:pt x="248158" y="197656"/>
                    </a:lnTo>
                    <a:lnTo>
                      <a:pt x="249900" y="188948"/>
                    </a:lnTo>
                    <a:lnTo>
                      <a:pt x="250770" y="169793"/>
                    </a:lnTo>
                    <a:lnTo>
                      <a:pt x="252512" y="161085"/>
                    </a:lnTo>
                    <a:lnTo>
                      <a:pt x="254254" y="154990"/>
                    </a:lnTo>
                    <a:lnTo>
                      <a:pt x="268185" y="139317"/>
                    </a:lnTo>
                    <a:lnTo>
                      <a:pt x="276022" y="148895"/>
                    </a:lnTo>
                    <a:lnTo>
                      <a:pt x="282117" y="154990"/>
                    </a:lnTo>
                    <a:lnTo>
                      <a:pt x="317817" y="123644"/>
                    </a:lnTo>
                    <a:lnTo>
                      <a:pt x="332619" y="113195"/>
                    </a:lnTo>
                    <a:lnTo>
                      <a:pt x="342197" y="103617"/>
                    </a:lnTo>
                    <a:lnTo>
                      <a:pt x="366578" y="73141"/>
                    </a:lnTo>
                    <a:lnTo>
                      <a:pt x="391829" y="81849"/>
                    </a:lnTo>
                    <a:lnTo>
                      <a:pt x="417080" y="90556"/>
                    </a:lnTo>
                    <a:lnTo>
                      <a:pt x="436236" y="98393"/>
                    </a:lnTo>
                    <a:lnTo>
                      <a:pt x="452780" y="107971"/>
                    </a:lnTo>
                    <a:lnTo>
                      <a:pt x="458875" y="113195"/>
                    </a:lnTo>
                    <a:lnTo>
                      <a:pt x="469324" y="120161"/>
                    </a:lnTo>
                    <a:lnTo>
                      <a:pt x="482385" y="132351"/>
                    </a:lnTo>
                    <a:lnTo>
                      <a:pt x="504154" y="92298"/>
                    </a:lnTo>
                    <a:lnTo>
                      <a:pt x="524180" y="66176"/>
                    </a:lnTo>
                    <a:lnTo>
                      <a:pt x="529404" y="60080"/>
                    </a:lnTo>
                    <a:lnTo>
                      <a:pt x="553785" y="26122"/>
                    </a:lnTo>
                    <a:lnTo>
                      <a:pt x="564234" y="21768"/>
                    </a:lnTo>
                    <a:lnTo>
                      <a:pt x="582519" y="16544"/>
                    </a:lnTo>
                    <a:lnTo>
                      <a:pt x="592097" y="16544"/>
                    </a:lnTo>
                    <a:lnTo>
                      <a:pt x="601675" y="19156"/>
                    </a:lnTo>
                    <a:lnTo>
                      <a:pt x="606029" y="22639"/>
                    </a:lnTo>
                    <a:lnTo>
                      <a:pt x="622573" y="39183"/>
                    </a:lnTo>
                    <a:lnTo>
                      <a:pt x="635634" y="47019"/>
                    </a:lnTo>
                    <a:lnTo>
                      <a:pt x="645212" y="51373"/>
                    </a:lnTo>
                    <a:lnTo>
                      <a:pt x="673946" y="60080"/>
                    </a:lnTo>
                    <a:lnTo>
                      <a:pt x="680041" y="63563"/>
                    </a:lnTo>
                    <a:lnTo>
                      <a:pt x="686136" y="70529"/>
                    </a:lnTo>
                    <a:lnTo>
                      <a:pt x="689619" y="79237"/>
                    </a:lnTo>
                    <a:lnTo>
                      <a:pt x="740992" y="79237"/>
                    </a:lnTo>
                    <a:lnTo>
                      <a:pt x="793236" y="80107"/>
                    </a:lnTo>
                    <a:lnTo>
                      <a:pt x="816746" y="79237"/>
                    </a:lnTo>
                    <a:lnTo>
                      <a:pt x="834160" y="80107"/>
                    </a:lnTo>
                    <a:lnTo>
                      <a:pt x="862024" y="85332"/>
                    </a:lnTo>
                    <a:lnTo>
                      <a:pt x="870731" y="87944"/>
                    </a:lnTo>
                    <a:lnTo>
                      <a:pt x="888146" y="97522"/>
                    </a:lnTo>
                    <a:lnTo>
                      <a:pt x="899465" y="107971"/>
                    </a:lnTo>
                    <a:lnTo>
                      <a:pt x="914268" y="124514"/>
                    </a:lnTo>
                    <a:lnTo>
                      <a:pt x="926458" y="134963"/>
                    </a:lnTo>
                    <a:lnTo>
                      <a:pt x="943002" y="146283"/>
                    </a:lnTo>
                    <a:lnTo>
                      <a:pt x="964770" y="143671"/>
                    </a:lnTo>
                    <a:lnTo>
                      <a:pt x="1007436" y="141929"/>
                    </a:lnTo>
                    <a:lnTo>
                      <a:pt x="1014402" y="141058"/>
                    </a:lnTo>
                    <a:lnTo>
                      <a:pt x="1028333" y="137575"/>
                    </a:lnTo>
                    <a:lnTo>
                      <a:pt x="1055326" y="126256"/>
                    </a:lnTo>
                    <a:lnTo>
                      <a:pt x="1060550" y="122773"/>
                    </a:lnTo>
                    <a:lnTo>
                      <a:pt x="1064034" y="118419"/>
                    </a:lnTo>
                    <a:lnTo>
                      <a:pt x="1077965" y="98393"/>
                    </a:lnTo>
                    <a:lnTo>
                      <a:pt x="1085802" y="92298"/>
                    </a:lnTo>
                    <a:lnTo>
                      <a:pt x="1098863" y="87073"/>
                    </a:lnTo>
                    <a:lnTo>
                      <a:pt x="1121502" y="84461"/>
                    </a:lnTo>
                    <a:lnTo>
                      <a:pt x="1131080" y="80107"/>
                    </a:lnTo>
                    <a:lnTo>
                      <a:pt x="1136304" y="75753"/>
                    </a:lnTo>
                    <a:lnTo>
                      <a:pt x="1140658" y="67046"/>
                    </a:lnTo>
                    <a:lnTo>
                      <a:pt x="1141528" y="60080"/>
                    </a:lnTo>
                    <a:lnTo>
                      <a:pt x="1143270" y="35700"/>
                    </a:lnTo>
                    <a:lnTo>
                      <a:pt x="1145882" y="20897"/>
                    </a:lnTo>
                    <a:lnTo>
                      <a:pt x="1146753" y="5224"/>
                    </a:lnTo>
                    <a:lnTo>
                      <a:pt x="1173745" y="0"/>
                    </a:lnTo>
                    <a:lnTo>
                      <a:pt x="1178099" y="17415"/>
                    </a:lnTo>
                    <a:lnTo>
                      <a:pt x="1184194" y="25251"/>
                    </a:lnTo>
                    <a:lnTo>
                      <a:pt x="1191160" y="32217"/>
                    </a:lnTo>
                    <a:lnTo>
                      <a:pt x="1199867" y="35700"/>
                    </a:lnTo>
                    <a:lnTo>
                      <a:pt x="1211187" y="38312"/>
                    </a:lnTo>
                    <a:lnTo>
                      <a:pt x="1229472" y="38312"/>
                    </a:lnTo>
                    <a:lnTo>
                      <a:pt x="1242533" y="40924"/>
                    </a:lnTo>
                    <a:lnTo>
                      <a:pt x="1240792" y="44407"/>
                    </a:lnTo>
                    <a:lnTo>
                      <a:pt x="1213799" y="66176"/>
                    </a:lnTo>
                    <a:lnTo>
                      <a:pt x="1207704" y="74012"/>
                    </a:lnTo>
                    <a:lnTo>
                      <a:pt x="1205963" y="80107"/>
                    </a:lnTo>
                    <a:lnTo>
                      <a:pt x="1205963" y="85332"/>
                    </a:lnTo>
                    <a:lnTo>
                      <a:pt x="1211187" y="92298"/>
                    </a:lnTo>
                    <a:lnTo>
                      <a:pt x="1253853" y="138446"/>
                    </a:lnTo>
                    <a:lnTo>
                      <a:pt x="1264302" y="154990"/>
                    </a:lnTo>
                    <a:lnTo>
                      <a:pt x="1271267" y="173275"/>
                    </a:lnTo>
                    <a:lnTo>
                      <a:pt x="1273880" y="185466"/>
                    </a:lnTo>
                    <a:lnTo>
                      <a:pt x="1273880" y="193302"/>
                    </a:lnTo>
                    <a:lnTo>
                      <a:pt x="1273009" y="219424"/>
                    </a:lnTo>
                    <a:lnTo>
                      <a:pt x="1266043" y="277763"/>
                    </a:lnTo>
                    <a:lnTo>
                      <a:pt x="1265172" y="289083"/>
                    </a:lnTo>
                    <a:lnTo>
                      <a:pt x="1267784" y="303014"/>
                    </a:lnTo>
                    <a:lnTo>
                      <a:pt x="1273880" y="313463"/>
                    </a:lnTo>
                    <a:lnTo>
                      <a:pt x="1283458" y="330878"/>
                    </a:lnTo>
                    <a:lnTo>
                      <a:pt x="1291294" y="338714"/>
                    </a:lnTo>
                    <a:lnTo>
                      <a:pt x="1299131" y="342197"/>
                    </a:lnTo>
                    <a:lnTo>
                      <a:pt x="1335702" y="329136"/>
                    </a:lnTo>
                    <a:lnTo>
                      <a:pt x="1346150" y="330007"/>
                    </a:lnTo>
                    <a:lnTo>
                      <a:pt x="1330477" y="376156"/>
                    </a:lnTo>
                    <a:lnTo>
                      <a:pt x="1323511" y="416209"/>
                    </a:lnTo>
                    <a:lnTo>
                      <a:pt x="1322641" y="444944"/>
                    </a:lnTo>
                    <a:lnTo>
                      <a:pt x="1327865" y="523309"/>
                    </a:lnTo>
                    <a:lnTo>
                      <a:pt x="1347892" y="647824"/>
                    </a:lnTo>
                    <a:lnTo>
                      <a:pt x="1353987" y="668721"/>
                    </a:lnTo>
                    <a:lnTo>
                      <a:pt x="1353987" y="676558"/>
                    </a:lnTo>
                    <a:lnTo>
                      <a:pt x="1351375" y="680912"/>
                    </a:lnTo>
                    <a:lnTo>
                      <a:pt x="1346150" y="682653"/>
                    </a:lnTo>
                    <a:lnTo>
                      <a:pt x="1335702" y="682653"/>
                    </a:lnTo>
                    <a:lnTo>
                      <a:pt x="1326123" y="684395"/>
                    </a:lnTo>
                    <a:lnTo>
                      <a:pt x="1316546" y="692231"/>
                    </a:lnTo>
                    <a:lnTo>
                      <a:pt x="1307838" y="706163"/>
                    </a:lnTo>
                    <a:lnTo>
                      <a:pt x="1295648" y="730543"/>
                    </a:lnTo>
                    <a:lnTo>
                      <a:pt x="1268655" y="746216"/>
                    </a:lnTo>
                    <a:lnTo>
                      <a:pt x="1172875" y="758407"/>
                    </a:lnTo>
                    <a:lnTo>
                      <a:pt x="1152848" y="761019"/>
                    </a:lnTo>
                    <a:lnTo>
                      <a:pt x="1145882" y="763631"/>
                    </a:lnTo>
                    <a:lnTo>
                      <a:pt x="1140658" y="770597"/>
                    </a:lnTo>
                    <a:lnTo>
                      <a:pt x="1137175" y="785399"/>
                    </a:lnTo>
                    <a:lnTo>
                      <a:pt x="1129338" y="847221"/>
                    </a:lnTo>
                    <a:lnTo>
                      <a:pt x="1124985" y="858541"/>
                    </a:lnTo>
                    <a:lnTo>
                      <a:pt x="1121502" y="865507"/>
                    </a:lnTo>
                    <a:lnTo>
                      <a:pt x="1106699" y="875956"/>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8" name="Freeform: Shape 67">
                <a:extLst>
                  <a:ext uri="{FF2B5EF4-FFF2-40B4-BE49-F238E27FC236}">
                    <a16:creationId xmlns:a16="http://schemas.microsoft.com/office/drawing/2014/main" id="{D607FA6B-6CF2-8E49-FC58-40F42855EC2F}"/>
                  </a:ext>
                </a:extLst>
              </p:cNvPr>
              <p:cNvSpPr>
                <a:spLocks/>
              </p:cNvSpPr>
              <p:nvPr/>
            </p:nvSpPr>
            <p:spPr>
              <a:xfrm>
                <a:off x="8576078" y="2418668"/>
                <a:ext cx="1140657" cy="821099"/>
              </a:xfrm>
              <a:custGeom>
                <a:avLst/>
                <a:gdLst>
                  <a:gd name="connsiteX0" fmla="*/ 1140658 w 1140657"/>
                  <a:gd name="connsiteY0" fmla="*/ 483256 h 821099"/>
                  <a:gd name="connsiteX1" fmla="*/ 1131079 w 1140657"/>
                  <a:gd name="connsiteY1" fmla="*/ 524180 h 821099"/>
                  <a:gd name="connsiteX2" fmla="*/ 1127597 w 1140657"/>
                  <a:gd name="connsiteY2" fmla="*/ 566846 h 821099"/>
                  <a:gd name="connsiteX3" fmla="*/ 1117148 w 1140657"/>
                  <a:gd name="connsiteY3" fmla="*/ 565975 h 821099"/>
                  <a:gd name="connsiteX4" fmla="*/ 1108441 w 1140657"/>
                  <a:gd name="connsiteY4" fmla="*/ 566846 h 821099"/>
                  <a:gd name="connsiteX5" fmla="*/ 1077094 w 1140657"/>
                  <a:gd name="connsiteY5" fmla="*/ 570329 h 821099"/>
                  <a:gd name="connsiteX6" fmla="*/ 1067516 w 1140657"/>
                  <a:gd name="connsiteY6" fmla="*/ 573812 h 821099"/>
                  <a:gd name="connsiteX7" fmla="*/ 1048360 w 1140657"/>
                  <a:gd name="connsiteY7" fmla="*/ 582519 h 821099"/>
                  <a:gd name="connsiteX8" fmla="*/ 1030945 w 1140657"/>
                  <a:gd name="connsiteY8" fmla="*/ 592968 h 821099"/>
                  <a:gd name="connsiteX9" fmla="*/ 1020496 w 1140657"/>
                  <a:gd name="connsiteY9" fmla="*/ 605158 h 821099"/>
                  <a:gd name="connsiteX10" fmla="*/ 1010048 w 1140657"/>
                  <a:gd name="connsiteY10" fmla="*/ 613865 h 821099"/>
                  <a:gd name="connsiteX11" fmla="*/ 984797 w 1140657"/>
                  <a:gd name="connsiteY11" fmla="*/ 595580 h 821099"/>
                  <a:gd name="connsiteX12" fmla="*/ 978701 w 1140657"/>
                  <a:gd name="connsiteY12" fmla="*/ 592968 h 821099"/>
                  <a:gd name="connsiteX13" fmla="*/ 968253 w 1140657"/>
                  <a:gd name="connsiteY13" fmla="*/ 589485 h 821099"/>
                  <a:gd name="connsiteX14" fmla="*/ 961287 w 1140657"/>
                  <a:gd name="connsiteY14" fmla="*/ 586873 h 821099"/>
                  <a:gd name="connsiteX15" fmla="*/ 950838 w 1140657"/>
                  <a:gd name="connsiteY15" fmla="*/ 586002 h 821099"/>
                  <a:gd name="connsiteX16" fmla="*/ 930811 w 1140657"/>
                  <a:gd name="connsiteY16" fmla="*/ 586873 h 821099"/>
                  <a:gd name="connsiteX17" fmla="*/ 922975 w 1140657"/>
                  <a:gd name="connsiteY17" fmla="*/ 587744 h 821099"/>
                  <a:gd name="connsiteX18" fmla="*/ 907301 w 1140657"/>
                  <a:gd name="connsiteY18" fmla="*/ 592097 h 821099"/>
                  <a:gd name="connsiteX19" fmla="*/ 898594 w 1140657"/>
                  <a:gd name="connsiteY19" fmla="*/ 594709 h 821099"/>
                  <a:gd name="connsiteX20" fmla="*/ 879438 w 1140657"/>
                  <a:gd name="connsiteY20" fmla="*/ 609512 h 821099"/>
                  <a:gd name="connsiteX21" fmla="*/ 860282 w 1140657"/>
                  <a:gd name="connsiteY21" fmla="*/ 627797 h 821099"/>
                  <a:gd name="connsiteX22" fmla="*/ 874214 w 1140657"/>
                  <a:gd name="connsiteY22" fmla="*/ 653919 h 821099"/>
                  <a:gd name="connsiteX23" fmla="*/ 877697 w 1140657"/>
                  <a:gd name="connsiteY23" fmla="*/ 659143 h 821099"/>
                  <a:gd name="connsiteX24" fmla="*/ 885533 w 1140657"/>
                  <a:gd name="connsiteY24" fmla="*/ 666109 h 821099"/>
                  <a:gd name="connsiteX25" fmla="*/ 902948 w 1140657"/>
                  <a:gd name="connsiteY25" fmla="*/ 673946 h 821099"/>
                  <a:gd name="connsiteX26" fmla="*/ 910785 w 1140657"/>
                  <a:gd name="connsiteY26" fmla="*/ 680041 h 821099"/>
                  <a:gd name="connsiteX27" fmla="*/ 914268 w 1140657"/>
                  <a:gd name="connsiteY27" fmla="*/ 686136 h 821099"/>
                  <a:gd name="connsiteX28" fmla="*/ 915138 w 1140657"/>
                  <a:gd name="connsiteY28" fmla="*/ 692231 h 821099"/>
                  <a:gd name="connsiteX29" fmla="*/ 914268 w 1140657"/>
                  <a:gd name="connsiteY29" fmla="*/ 701809 h 821099"/>
                  <a:gd name="connsiteX30" fmla="*/ 908172 w 1140657"/>
                  <a:gd name="connsiteY30" fmla="*/ 718353 h 821099"/>
                  <a:gd name="connsiteX31" fmla="*/ 902948 w 1140657"/>
                  <a:gd name="connsiteY31" fmla="*/ 734897 h 821099"/>
                  <a:gd name="connsiteX32" fmla="*/ 897724 w 1140657"/>
                  <a:gd name="connsiteY32" fmla="*/ 747958 h 821099"/>
                  <a:gd name="connsiteX33" fmla="*/ 893370 w 1140657"/>
                  <a:gd name="connsiteY33" fmla="*/ 760148 h 821099"/>
                  <a:gd name="connsiteX34" fmla="*/ 888146 w 1140657"/>
                  <a:gd name="connsiteY34" fmla="*/ 767985 h 821099"/>
                  <a:gd name="connsiteX35" fmla="*/ 882921 w 1140657"/>
                  <a:gd name="connsiteY35" fmla="*/ 770597 h 821099"/>
                  <a:gd name="connsiteX36" fmla="*/ 876826 w 1140657"/>
                  <a:gd name="connsiteY36" fmla="*/ 771468 h 821099"/>
                  <a:gd name="connsiteX37" fmla="*/ 862894 w 1140657"/>
                  <a:gd name="connsiteY37" fmla="*/ 769726 h 821099"/>
                  <a:gd name="connsiteX38" fmla="*/ 857670 w 1140657"/>
                  <a:gd name="connsiteY38" fmla="*/ 769726 h 821099"/>
                  <a:gd name="connsiteX39" fmla="*/ 852445 w 1140657"/>
                  <a:gd name="connsiteY39" fmla="*/ 771468 h 821099"/>
                  <a:gd name="connsiteX40" fmla="*/ 844609 w 1140657"/>
                  <a:gd name="connsiteY40" fmla="*/ 777563 h 821099"/>
                  <a:gd name="connsiteX41" fmla="*/ 833289 w 1140657"/>
                  <a:gd name="connsiteY41" fmla="*/ 782787 h 821099"/>
                  <a:gd name="connsiteX42" fmla="*/ 816746 w 1140657"/>
                  <a:gd name="connsiteY42" fmla="*/ 788882 h 821099"/>
                  <a:gd name="connsiteX43" fmla="*/ 784529 w 1140657"/>
                  <a:gd name="connsiteY43" fmla="*/ 799331 h 821099"/>
                  <a:gd name="connsiteX44" fmla="*/ 773209 w 1140657"/>
                  <a:gd name="connsiteY44" fmla="*/ 785399 h 821099"/>
                  <a:gd name="connsiteX45" fmla="*/ 768855 w 1140657"/>
                  <a:gd name="connsiteY45" fmla="*/ 781046 h 821099"/>
                  <a:gd name="connsiteX46" fmla="*/ 756665 w 1140657"/>
                  <a:gd name="connsiteY46" fmla="*/ 775821 h 821099"/>
                  <a:gd name="connsiteX47" fmla="*/ 747087 w 1140657"/>
                  <a:gd name="connsiteY47" fmla="*/ 774951 h 821099"/>
                  <a:gd name="connsiteX48" fmla="*/ 736638 w 1140657"/>
                  <a:gd name="connsiteY48" fmla="*/ 775821 h 821099"/>
                  <a:gd name="connsiteX49" fmla="*/ 715741 w 1140657"/>
                  <a:gd name="connsiteY49" fmla="*/ 781046 h 821099"/>
                  <a:gd name="connsiteX50" fmla="*/ 710516 w 1140657"/>
                  <a:gd name="connsiteY50" fmla="*/ 781916 h 821099"/>
                  <a:gd name="connsiteX51" fmla="*/ 691360 w 1140657"/>
                  <a:gd name="connsiteY51" fmla="*/ 781046 h 821099"/>
                  <a:gd name="connsiteX52" fmla="*/ 682653 w 1140657"/>
                  <a:gd name="connsiteY52" fmla="*/ 781916 h 821099"/>
                  <a:gd name="connsiteX53" fmla="*/ 677429 w 1140657"/>
                  <a:gd name="connsiteY53" fmla="*/ 784529 h 821099"/>
                  <a:gd name="connsiteX54" fmla="*/ 669592 w 1140657"/>
                  <a:gd name="connsiteY54" fmla="*/ 791495 h 821099"/>
                  <a:gd name="connsiteX55" fmla="*/ 662626 w 1140657"/>
                  <a:gd name="connsiteY55" fmla="*/ 798460 h 821099"/>
                  <a:gd name="connsiteX56" fmla="*/ 651307 w 1140657"/>
                  <a:gd name="connsiteY56" fmla="*/ 809780 h 821099"/>
                  <a:gd name="connsiteX57" fmla="*/ 643470 w 1140657"/>
                  <a:gd name="connsiteY57" fmla="*/ 813263 h 821099"/>
                  <a:gd name="connsiteX58" fmla="*/ 633892 w 1140657"/>
                  <a:gd name="connsiteY58" fmla="*/ 815875 h 821099"/>
                  <a:gd name="connsiteX59" fmla="*/ 625185 w 1140657"/>
                  <a:gd name="connsiteY59" fmla="*/ 815875 h 821099"/>
                  <a:gd name="connsiteX60" fmla="*/ 600804 w 1140657"/>
                  <a:gd name="connsiteY60" fmla="*/ 810651 h 821099"/>
                  <a:gd name="connsiteX61" fmla="*/ 590356 w 1140657"/>
                  <a:gd name="connsiteY61" fmla="*/ 806297 h 821099"/>
                  <a:gd name="connsiteX62" fmla="*/ 575553 w 1140657"/>
                  <a:gd name="connsiteY62" fmla="*/ 797590 h 821099"/>
                  <a:gd name="connsiteX63" fmla="*/ 572941 w 1140657"/>
                  <a:gd name="connsiteY63" fmla="*/ 791495 h 821099"/>
                  <a:gd name="connsiteX64" fmla="*/ 567716 w 1140657"/>
                  <a:gd name="connsiteY64" fmla="*/ 786270 h 821099"/>
                  <a:gd name="connsiteX65" fmla="*/ 525921 w 1140657"/>
                  <a:gd name="connsiteY65" fmla="*/ 765373 h 821099"/>
                  <a:gd name="connsiteX66" fmla="*/ 492834 w 1140657"/>
                  <a:gd name="connsiteY66" fmla="*/ 746217 h 821099"/>
                  <a:gd name="connsiteX67" fmla="*/ 484126 w 1140657"/>
                  <a:gd name="connsiteY67" fmla="*/ 753182 h 821099"/>
                  <a:gd name="connsiteX68" fmla="*/ 477161 w 1140657"/>
                  <a:gd name="connsiteY68" fmla="*/ 757536 h 821099"/>
                  <a:gd name="connsiteX69" fmla="*/ 464970 w 1140657"/>
                  <a:gd name="connsiteY69" fmla="*/ 762760 h 821099"/>
                  <a:gd name="connsiteX70" fmla="*/ 451039 w 1140657"/>
                  <a:gd name="connsiteY70" fmla="*/ 754053 h 821099"/>
                  <a:gd name="connsiteX71" fmla="*/ 443202 w 1140657"/>
                  <a:gd name="connsiteY71" fmla="*/ 746217 h 821099"/>
                  <a:gd name="connsiteX72" fmla="*/ 448427 w 1140657"/>
                  <a:gd name="connsiteY72" fmla="*/ 731414 h 821099"/>
                  <a:gd name="connsiteX73" fmla="*/ 453651 w 1140657"/>
                  <a:gd name="connsiteY73" fmla="*/ 714870 h 821099"/>
                  <a:gd name="connsiteX74" fmla="*/ 453651 w 1140657"/>
                  <a:gd name="connsiteY74" fmla="*/ 704421 h 821099"/>
                  <a:gd name="connsiteX75" fmla="*/ 451909 w 1140657"/>
                  <a:gd name="connsiteY75" fmla="*/ 697456 h 821099"/>
                  <a:gd name="connsiteX76" fmla="*/ 445814 w 1140657"/>
                  <a:gd name="connsiteY76" fmla="*/ 688748 h 821099"/>
                  <a:gd name="connsiteX77" fmla="*/ 437107 w 1140657"/>
                  <a:gd name="connsiteY77" fmla="*/ 681782 h 821099"/>
                  <a:gd name="connsiteX78" fmla="*/ 427529 w 1140657"/>
                  <a:gd name="connsiteY78" fmla="*/ 679170 h 821099"/>
                  <a:gd name="connsiteX79" fmla="*/ 401407 w 1140657"/>
                  <a:gd name="connsiteY79" fmla="*/ 673075 h 821099"/>
                  <a:gd name="connsiteX80" fmla="*/ 351775 w 1140657"/>
                  <a:gd name="connsiteY80" fmla="*/ 686136 h 821099"/>
                  <a:gd name="connsiteX81" fmla="*/ 333490 w 1140657"/>
                  <a:gd name="connsiteY81" fmla="*/ 692231 h 821099"/>
                  <a:gd name="connsiteX82" fmla="*/ 327395 w 1140657"/>
                  <a:gd name="connsiteY82" fmla="*/ 694843 h 821099"/>
                  <a:gd name="connsiteX83" fmla="*/ 314334 w 1140657"/>
                  <a:gd name="connsiteY83" fmla="*/ 703551 h 821099"/>
                  <a:gd name="connsiteX84" fmla="*/ 296049 w 1140657"/>
                  <a:gd name="connsiteY84" fmla="*/ 718353 h 821099"/>
                  <a:gd name="connsiteX85" fmla="*/ 299531 w 1140657"/>
                  <a:gd name="connsiteY85" fmla="*/ 729673 h 821099"/>
                  <a:gd name="connsiteX86" fmla="*/ 304756 w 1140657"/>
                  <a:gd name="connsiteY86" fmla="*/ 750570 h 821099"/>
                  <a:gd name="connsiteX87" fmla="*/ 309980 w 1140657"/>
                  <a:gd name="connsiteY87" fmla="*/ 763631 h 821099"/>
                  <a:gd name="connsiteX88" fmla="*/ 291695 w 1140657"/>
                  <a:gd name="connsiteY88" fmla="*/ 774080 h 821099"/>
                  <a:gd name="connsiteX89" fmla="*/ 272539 w 1140657"/>
                  <a:gd name="connsiteY89" fmla="*/ 782787 h 821099"/>
                  <a:gd name="connsiteX90" fmla="*/ 257736 w 1140657"/>
                  <a:gd name="connsiteY90" fmla="*/ 790624 h 821099"/>
                  <a:gd name="connsiteX91" fmla="*/ 249029 w 1140657"/>
                  <a:gd name="connsiteY91" fmla="*/ 796719 h 821099"/>
                  <a:gd name="connsiteX92" fmla="*/ 243805 w 1140657"/>
                  <a:gd name="connsiteY92" fmla="*/ 799331 h 821099"/>
                  <a:gd name="connsiteX93" fmla="*/ 227261 w 1140657"/>
                  <a:gd name="connsiteY93" fmla="*/ 801943 h 821099"/>
                  <a:gd name="connsiteX94" fmla="*/ 221165 w 1140657"/>
                  <a:gd name="connsiteY94" fmla="*/ 803685 h 821099"/>
                  <a:gd name="connsiteX95" fmla="*/ 203751 w 1140657"/>
                  <a:gd name="connsiteY95" fmla="*/ 813263 h 821099"/>
                  <a:gd name="connsiteX96" fmla="*/ 196785 w 1140657"/>
                  <a:gd name="connsiteY96" fmla="*/ 817617 h 821099"/>
                  <a:gd name="connsiteX97" fmla="*/ 192431 w 1140657"/>
                  <a:gd name="connsiteY97" fmla="*/ 820229 h 821099"/>
                  <a:gd name="connsiteX98" fmla="*/ 186336 w 1140657"/>
                  <a:gd name="connsiteY98" fmla="*/ 821099 h 821099"/>
                  <a:gd name="connsiteX99" fmla="*/ 179370 w 1140657"/>
                  <a:gd name="connsiteY99" fmla="*/ 821099 h 821099"/>
                  <a:gd name="connsiteX100" fmla="*/ 165439 w 1140657"/>
                  <a:gd name="connsiteY100" fmla="*/ 816746 h 821099"/>
                  <a:gd name="connsiteX101" fmla="*/ 148024 w 1140657"/>
                  <a:gd name="connsiteY101" fmla="*/ 808909 h 821099"/>
                  <a:gd name="connsiteX102" fmla="*/ 127997 w 1140657"/>
                  <a:gd name="connsiteY102" fmla="*/ 803685 h 821099"/>
                  <a:gd name="connsiteX103" fmla="*/ 114936 w 1140657"/>
                  <a:gd name="connsiteY103" fmla="*/ 799331 h 821099"/>
                  <a:gd name="connsiteX104" fmla="*/ 96651 w 1140657"/>
                  <a:gd name="connsiteY104" fmla="*/ 790624 h 821099"/>
                  <a:gd name="connsiteX105" fmla="*/ 48761 w 1140657"/>
                  <a:gd name="connsiteY105" fmla="*/ 771468 h 821099"/>
                  <a:gd name="connsiteX106" fmla="*/ 46149 w 1140657"/>
                  <a:gd name="connsiteY106" fmla="*/ 754924 h 821099"/>
                  <a:gd name="connsiteX107" fmla="*/ 43537 w 1140657"/>
                  <a:gd name="connsiteY107" fmla="*/ 726190 h 821099"/>
                  <a:gd name="connsiteX108" fmla="*/ 47890 w 1140657"/>
                  <a:gd name="connsiteY108" fmla="*/ 719224 h 821099"/>
                  <a:gd name="connsiteX109" fmla="*/ 45278 w 1140657"/>
                  <a:gd name="connsiteY109" fmla="*/ 716612 h 821099"/>
                  <a:gd name="connsiteX110" fmla="*/ 48761 w 1140657"/>
                  <a:gd name="connsiteY110" fmla="*/ 712258 h 821099"/>
                  <a:gd name="connsiteX111" fmla="*/ 52244 w 1140657"/>
                  <a:gd name="connsiteY111" fmla="*/ 704421 h 821099"/>
                  <a:gd name="connsiteX112" fmla="*/ 41795 w 1140657"/>
                  <a:gd name="connsiteY112" fmla="*/ 693973 h 821099"/>
                  <a:gd name="connsiteX113" fmla="*/ 33088 w 1140657"/>
                  <a:gd name="connsiteY113" fmla="*/ 682653 h 821099"/>
                  <a:gd name="connsiteX114" fmla="*/ 20027 w 1140657"/>
                  <a:gd name="connsiteY114" fmla="*/ 671334 h 821099"/>
                  <a:gd name="connsiteX115" fmla="*/ 7836 w 1140657"/>
                  <a:gd name="connsiteY115" fmla="*/ 659143 h 821099"/>
                  <a:gd name="connsiteX116" fmla="*/ 33088 w 1140657"/>
                  <a:gd name="connsiteY116" fmla="*/ 643470 h 821099"/>
                  <a:gd name="connsiteX117" fmla="*/ 45278 w 1140657"/>
                  <a:gd name="connsiteY117" fmla="*/ 633022 h 821099"/>
                  <a:gd name="connsiteX118" fmla="*/ 53985 w 1140657"/>
                  <a:gd name="connsiteY118" fmla="*/ 623443 h 821099"/>
                  <a:gd name="connsiteX119" fmla="*/ 58339 w 1140657"/>
                  <a:gd name="connsiteY119" fmla="*/ 619090 h 821099"/>
                  <a:gd name="connsiteX120" fmla="*/ 60080 w 1140657"/>
                  <a:gd name="connsiteY120" fmla="*/ 612995 h 821099"/>
                  <a:gd name="connsiteX121" fmla="*/ 60080 w 1140657"/>
                  <a:gd name="connsiteY121" fmla="*/ 606900 h 821099"/>
                  <a:gd name="connsiteX122" fmla="*/ 57468 w 1140657"/>
                  <a:gd name="connsiteY122" fmla="*/ 600805 h 821099"/>
                  <a:gd name="connsiteX123" fmla="*/ 48761 w 1140657"/>
                  <a:gd name="connsiteY123" fmla="*/ 585131 h 821099"/>
                  <a:gd name="connsiteX124" fmla="*/ 46149 w 1140657"/>
                  <a:gd name="connsiteY124" fmla="*/ 574683 h 821099"/>
                  <a:gd name="connsiteX125" fmla="*/ 51373 w 1140657"/>
                  <a:gd name="connsiteY125" fmla="*/ 553785 h 821099"/>
                  <a:gd name="connsiteX126" fmla="*/ 54856 w 1140657"/>
                  <a:gd name="connsiteY126" fmla="*/ 522439 h 821099"/>
                  <a:gd name="connsiteX127" fmla="*/ 61822 w 1140657"/>
                  <a:gd name="connsiteY127" fmla="*/ 494575 h 821099"/>
                  <a:gd name="connsiteX128" fmla="*/ 66175 w 1140657"/>
                  <a:gd name="connsiteY128" fmla="*/ 467583 h 821099"/>
                  <a:gd name="connsiteX129" fmla="*/ 72271 w 1140657"/>
                  <a:gd name="connsiteY129" fmla="*/ 451909 h 821099"/>
                  <a:gd name="connsiteX130" fmla="*/ 79236 w 1140657"/>
                  <a:gd name="connsiteY130" fmla="*/ 438848 h 821099"/>
                  <a:gd name="connsiteX131" fmla="*/ 85332 w 1140657"/>
                  <a:gd name="connsiteY131" fmla="*/ 416209 h 821099"/>
                  <a:gd name="connsiteX132" fmla="*/ 86202 w 1140657"/>
                  <a:gd name="connsiteY132" fmla="*/ 407502 h 821099"/>
                  <a:gd name="connsiteX133" fmla="*/ 87073 w 1140657"/>
                  <a:gd name="connsiteY133" fmla="*/ 393570 h 821099"/>
                  <a:gd name="connsiteX134" fmla="*/ 87944 w 1140657"/>
                  <a:gd name="connsiteY134" fmla="*/ 350034 h 821099"/>
                  <a:gd name="connsiteX135" fmla="*/ 103617 w 1140657"/>
                  <a:gd name="connsiteY135" fmla="*/ 333490 h 821099"/>
                  <a:gd name="connsiteX136" fmla="*/ 97521 w 1140657"/>
                  <a:gd name="connsiteY136" fmla="*/ 319558 h 821099"/>
                  <a:gd name="connsiteX137" fmla="*/ 91427 w 1140657"/>
                  <a:gd name="connsiteY137" fmla="*/ 309980 h 821099"/>
                  <a:gd name="connsiteX138" fmla="*/ 60951 w 1140657"/>
                  <a:gd name="connsiteY138" fmla="*/ 276893 h 821099"/>
                  <a:gd name="connsiteX139" fmla="*/ 50502 w 1140657"/>
                  <a:gd name="connsiteY139" fmla="*/ 262090 h 821099"/>
                  <a:gd name="connsiteX140" fmla="*/ 47019 w 1140657"/>
                  <a:gd name="connsiteY140" fmla="*/ 254254 h 821099"/>
                  <a:gd name="connsiteX141" fmla="*/ 45278 w 1140657"/>
                  <a:gd name="connsiteY141" fmla="*/ 245546 h 821099"/>
                  <a:gd name="connsiteX142" fmla="*/ 44407 w 1140657"/>
                  <a:gd name="connsiteY142" fmla="*/ 231614 h 821099"/>
                  <a:gd name="connsiteX143" fmla="*/ 45278 w 1140657"/>
                  <a:gd name="connsiteY143" fmla="*/ 208975 h 821099"/>
                  <a:gd name="connsiteX144" fmla="*/ 57468 w 1140657"/>
                  <a:gd name="connsiteY144" fmla="*/ 208105 h 821099"/>
                  <a:gd name="connsiteX145" fmla="*/ 63563 w 1140657"/>
                  <a:gd name="connsiteY145" fmla="*/ 207234 h 821099"/>
                  <a:gd name="connsiteX146" fmla="*/ 67917 w 1140657"/>
                  <a:gd name="connsiteY146" fmla="*/ 204622 h 821099"/>
                  <a:gd name="connsiteX147" fmla="*/ 72271 w 1140657"/>
                  <a:gd name="connsiteY147" fmla="*/ 197656 h 821099"/>
                  <a:gd name="connsiteX148" fmla="*/ 56598 w 1140657"/>
                  <a:gd name="connsiteY148" fmla="*/ 180241 h 821099"/>
                  <a:gd name="connsiteX149" fmla="*/ 55726 w 1140657"/>
                  <a:gd name="connsiteY149" fmla="*/ 166310 h 821099"/>
                  <a:gd name="connsiteX150" fmla="*/ 53985 w 1140657"/>
                  <a:gd name="connsiteY150" fmla="*/ 158473 h 821099"/>
                  <a:gd name="connsiteX151" fmla="*/ 50502 w 1140657"/>
                  <a:gd name="connsiteY151" fmla="*/ 145412 h 821099"/>
                  <a:gd name="connsiteX152" fmla="*/ 47019 w 1140657"/>
                  <a:gd name="connsiteY152" fmla="*/ 138446 h 821099"/>
                  <a:gd name="connsiteX153" fmla="*/ 26992 w 1140657"/>
                  <a:gd name="connsiteY153" fmla="*/ 110583 h 821099"/>
                  <a:gd name="connsiteX154" fmla="*/ 0 w 1140657"/>
                  <a:gd name="connsiteY154" fmla="*/ 87073 h 821099"/>
                  <a:gd name="connsiteX155" fmla="*/ 7836 w 1140657"/>
                  <a:gd name="connsiteY155" fmla="*/ 79237 h 821099"/>
                  <a:gd name="connsiteX156" fmla="*/ 15673 w 1140657"/>
                  <a:gd name="connsiteY156" fmla="*/ 74883 h 821099"/>
                  <a:gd name="connsiteX157" fmla="*/ 33958 w 1140657"/>
                  <a:gd name="connsiteY157" fmla="*/ 69658 h 821099"/>
                  <a:gd name="connsiteX158" fmla="*/ 61822 w 1140657"/>
                  <a:gd name="connsiteY158" fmla="*/ 70529 h 821099"/>
                  <a:gd name="connsiteX159" fmla="*/ 70529 w 1140657"/>
                  <a:gd name="connsiteY159" fmla="*/ 68788 h 821099"/>
                  <a:gd name="connsiteX160" fmla="*/ 76624 w 1140657"/>
                  <a:gd name="connsiteY160" fmla="*/ 65305 h 821099"/>
                  <a:gd name="connsiteX161" fmla="*/ 87073 w 1140657"/>
                  <a:gd name="connsiteY161" fmla="*/ 54856 h 821099"/>
                  <a:gd name="connsiteX162" fmla="*/ 94039 w 1140657"/>
                  <a:gd name="connsiteY162" fmla="*/ 52244 h 821099"/>
                  <a:gd name="connsiteX163" fmla="*/ 119290 w 1140657"/>
                  <a:gd name="connsiteY163" fmla="*/ 52244 h 821099"/>
                  <a:gd name="connsiteX164" fmla="*/ 127127 w 1140657"/>
                  <a:gd name="connsiteY164" fmla="*/ 50502 h 821099"/>
                  <a:gd name="connsiteX165" fmla="*/ 143671 w 1140657"/>
                  <a:gd name="connsiteY165" fmla="*/ 39183 h 821099"/>
                  <a:gd name="connsiteX166" fmla="*/ 149765 w 1140657"/>
                  <a:gd name="connsiteY166" fmla="*/ 36571 h 821099"/>
                  <a:gd name="connsiteX167" fmla="*/ 158473 w 1140657"/>
                  <a:gd name="connsiteY167" fmla="*/ 35700 h 821099"/>
                  <a:gd name="connsiteX168" fmla="*/ 189819 w 1140657"/>
                  <a:gd name="connsiteY168" fmla="*/ 39183 h 821099"/>
                  <a:gd name="connsiteX169" fmla="*/ 196785 w 1140657"/>
                  <a:gd name="connsiteY169" fmla="*/ 39183 h 821099"/>
                  <a:gd name="connsiteX170" fmla="*/ 204622 w 1140657"/>
                  <a:gd name="connsiteY170" fmla="*/ 36571 h 821099"/>
                  <a:gd name="connsiteX171" fmla="*/ 211588 w 1140657"/>
                  <a:gd name="connsiteY171" fmla="*/ 33088 h 821099"/>
                  <a:gd name="connsiteX172" fmla="*/ 241192 w 1140657"/>
                  <a:gd name="connsiteY172" fmla="*/ 7837 h 821099"/>
                  <a:gd name="connsiteX173" fmla="*/ 250770 w 1140657"/>
                  <a:gd name="connsiteY173" fmla="*/ 1742 h 821099"/>
                  <a:gd name="connsiteX174" fmla="*/ 264702 w 1140657"/>
                  <a:gd name="connsiteY174" fmla="*/ 0 h 821099"/>
                  <a:gd name="connsiteX175" fmla="*/ 348292 w 1140657"/>
                  <a:gd name="connsiteY175" fmla="*/ 23510 h 821099"/>
                  <a:gd name="connsiteX176" fmla="*/ 386604 w 1140657"/>
                  <a:gd name="connsiteY176" fmla="*/ 20027 h 821099"/>
                  <a:gd name="connsiteX177" fmla="*/ 393570 w 1140657"/>
                  <a:gd name="connsiteY177" fmla="*/ 22639 h 821099"/>
                  <a:gd name="connsiteX178" fmla="*/ 406631 w 1140657"/>
                  <a:gd name="connsiteY178" fmla="*/ 27863 h 821099"/>
                  <a:gd name="connsiteX179" fmla="*/ 420563 w 1140657"/>
                  <a:gd name="connsiteY179" fmla="*/ 31346 h 821099"/>
                  <a:gd name="connsiteX180" fmla="*/ 434495 w 1140657"/>
                  <a:gd name="connsiteY180" fmla="*/ 31346 h 821099"/>
                  <a:gd name="connsiteX181" fmla="*/ 442331 w 1140657"/>
                  <a:gd name="connsiteY181" fmla="*/ 33088 h 821099"/>
                  <a:gd name="connsiteX182" fmla="*/ 456263 w 1140657"/>
                  <a:gd name="connsiteY182" fmla="*/ 44407 h 821099"/>
                  <a:gd name="connsiteX183" fmla="*/ 458004 w 1140657"/>
                  <a:gd name="connsiteY183" fmla="*/ 47890 h 821099"/>
                  <a:gd name="connsiteX184" fmla="*/ 458004 w 1140657"/>
                  <a:gd name="connsiteY184" fmla="*/ 55727 h 821099"/>
                  <a:gd name="connsiteX185" fmla="*/ 461487 w 1140657"/>
                  <a:gd name="connsiteY185" fmla="*/ 60951 h 821099"/>
                  <a:gd name="connsiteX186" fmla="*/ 482385 w 1140657"/>
                  <a:gd name="connsiteY186" fmla="*/ 63563 h 821099"/>
                  <a:gd name="connsiteX187" fmla="*/ 489350 w 1140657"/>
                  <a:gd name="connsiteY187" fmla="*/ 67046 h 821099"/>
                  <a:gd name="connsiteX188" fmla="*/ 500670 w 1140657"/>
                  <a:gd name="connsiteY188" fmla="*/ 74883 h 821099"/>
                  <a:gd name="connsiteX189" fmla="*/ 505895 w 1140657"/>
                  <a:gd name="connsiteY189" fmla="*/ 78366 h 821099"/>
                  <a:gd name="connsiteX190" fmla="*/ 511990 w 1140657"/>
                  <a:gd name="connsiteY190" fmla="*/ 79237 h 821099"/>
                  <a:gd name="connsiteX191" fmla="*/ 565104 w 1140657"/>
                  <a:gd name="connsiteY191" fmla="*/ 63563 h 821099"/>
                  <a:gd name="connsiteX192" fmla="*/ 593838 w 1140657"/>
                  <a:gd name="connsiteY192" fmla="*/ 60080 h 821099"/>
                  <a:gd name="connsiteX193" fmla="*/ 623443 w 1140657"/>
                  <a:gd name="connsiteY193" fmla="*/ 63563 h 821099"/>
                  <a:gd name="connsiteX194" fmla="*/ 647824 w 1140657"/>
                  <a:gd name="connsiteY194" fmla="*/ 71400 h 821099"/>
                  <a:gd name="connsiteX195" fmla="*/ 659143 w 1140657"/>
                  <a:gd name="connsiteY195" fmla="*/ 78366 h 821099"/>
                  <a:gd name="connsiteX196" fmla="*/ 699197 w 1140657"/>
                  <a:gd name="connsiteY196" fmla="*/ 113195 h 821099"/>
                  <a:gd name="connsiteX197" fmla="*/ 708775 w 1140657"/>
                  <a:gd name="connsiteY197" fmla="*/ 118419 h 821099"/>
                  <a:gd name="connsiteX198" fmla="*/ 711387 w 1140657"/>
                  <a:gd name="connsiteY198" fmla="*/ 122773 h 821099"/>
                  <a:gd name="connsiteX199" fmla="*/ 715741 w 1140657"/>
                  <a:gd name="connsiteY199" fmla="*/ 138446 h 821099"/>
                  <a:gd name="connsiteX200" fmla="*/ 717482 w 1140657"/>
                  <a:gd name="connsiteY200" fmla="*/ 142800 h 821099"/>
                  <a:gd name="connsiteX201" fmla="*/ 725319 w 1140657"/>
                  <a:gd name="connsiteY201" fmla="*/ 151507 h 821099"/>
                  <a:gd name="connsiteX202" fmla="*/ 729673 w 1140657"/>
                  <a:gd name="connsiteY202" fmla="*/ 166310 h 821099"/>
                  <a:gd name="connsiteX203" fmla="*/ 731414 w 1140657"/>
                  <a:gd name="connsiteY203" fmla="*/ 170663 h 821099"/>
                  <a:gd name="connsiteX204" fmla="*/ 734897 w 1140657"/>
                  <a:gd name="connsiteY204" fmla="*/ 173276 h 821099"/>
                  <a:gd name="connsiteX205" fmla="*/ 743604 w 1140657"/>
                  <a:gd name="connsiteY205" fmla="*/ 177629 h 821099"/>
                  <a:gd name="connsiteX206" fmla="*/ 747087 w 1140657"/>
                  <a:gd name="connsiteY206" fmla="*/ 180241 h 821099"/>
                  <a:gd name="connsiteX207" fmla="*/ 761019 w 1140657"/>
                  <a:gd name="connsiteY207" fmla="*/ 193302 h 821099"/>
                  <a:gd name="connsiteX208" fmla="*/ 767984 w 1140657"/>
                  <a:gd name="connsiteY208" fmla="*/ 199397 h 821099"/>
                  <a:gd name="connsiteX209" fmla="*/ 776692 w 1140657"/>
                  <a:gd name="connsiteY209" fmla="*/ 202880 h 821099"/>
                  <a:gd name="connsiteX210" fmla="*/ 785399 w 1140657"/>
                  <a:gd name="connsiteY210" fmla="*/ 202010 h 821099"/>
                  <a:gd name="connsiteX211" fmla="*/ 792365 w 1140657"/>
                  <a:gd name="connsiteY211" fmla="*/ 198527 h 821099"/>
                  <a:gd name="connsiteX212" fmla="*/ 798460 w 1140657"/>
                  <a:gd name="connsiteY212" fmla="*/ 197656 h 821099"/>
                  <a:gd name="connsiteX213" fmla="*/ 815004 w 1140657"/>
                  <a:gd name="connsiteY213" fmla="*/ 211588 h 821099"/>
                  <a:gd name="connsiteX214" fmla="*/ 913397 w 1140657"/>
                  <a:gd name="connsiteY214" fmla="*/ 213329 h 821099"/>
                  <a:gd name="connsiteX215" fmla="*/ 918621 w 1140657"/>
                  <a:gd name="connsiteY215" fmla="*/ 215941 h 821099"/>
                  <a:gd name="connsiteX216" fmla="*/ 929070 w 1140657"/>
                  <a:gd name="connsiteY216" fmla="*/ 222907 h 821099"/>
                  <a:gd name="connsiteX217" fmla="*/ 934294 w 1140657"/>
                  <a:gd name="connsiteY217" fmla="*/ 225519 h 821099"/>
                  <a:gd name="connsiteX218" fmla="*/ 946484 w 1140657"/>
                  <a:gd name="connsiteY218" fmla="*/ 224649 h 821099"/>
                  <a:gd name="connsiteX219" fmla="*/ 958675 w 1140657"/>
                  <a:gd name="connsiteY219" fmla="*/ 229002 h 821099"/>
                  <a:gd name="connsiteX220" fmla="*/ 971736 w 1140657"/>
                  <a:gd name="connsiteY220" fmla="*/ 229873 h 821099"/>
                  <a:gd name="connsiteX221" fmla="*/ 974348 w 1140657"/>
                  <a:gd name="connsiteY221" fmla="*/ 233356 h 821099"/>
                  <a:gd name="connsiteX222" fmla="*/ 973477 w 1140657"/>
                  <a:gd name="connsiteY222" fmla="*/ 244675 h 821099"/>
                  <a:gd name="connsiteX223" fmla="*/ 969124 w 1140657"/>
                  <a:gd name="connsiteY223" fmla="*/ 257736 h 821099"/>
                  <a:gd name="connsiteX224" fmla="*/ 967382 w 1140657"/>
                  <a:gd name="connsiteY224" fmla="*/ 263832 h 821099"/>
                  <a:gd name="connsiteX225" fmla="*/ 968253 w 1140657"/>
                  <a:gd name="connsiteY225" fmla="*/ 272539 h 821099"/>
                  <a:gd name="connsiteX226" fmla="*/ 972606 w 1140657"/>
                  <a:gd name="connsiteY226" fmla="*/ 292566 h 821099"/>
                  <a:gd name="connsiteX227" fmla="*/ 974348 w 1140657"/>
                  <a:gd name="connsiteY227" fmla="*/ 308239 h 821099"/>
                  <a:gd name="connsiteX228" fmla="*/ 974348 w 1140657"/>
                  <a:gd name="connsiteY228" fmla="*/ 313463 h 821099"/>
                  <a:gd name="connsiteX229" fmla="*/ 972606 w 1140657"/>
                  <a:gd name="connsiteY229" fmla="*/ 318688 h 821099"/>
                  <a:gd name="connsiteX230" fmla="*/ 966512 w 1140657"/>
                  <a:gd name="connsiteY230" fmla="*/ 334361 h 821099"/>
                  <a:gd name="connsiteX231" fmla="*/ 966512 w 1140657"/>
                  <a:gd name="connsiteY231" fmla="*/ 339585 h 821099"/>
                  <a:gd name="connsiteX232" fmla="*/ 969994 w 1140657"/>
                  <a:gd name="connsiteY232" fmla="*/ 343068 h 821099"/>
                  <a:gd name="connsiteX233" fmla="*/ 976089 w 1140657"/>
                  <a:gd name="connsiteY233" fmla="*/ 343939 h 821099"/>
                  <a:gd name="connsiteX234" fmla="*/ 987409 w 1140657"/>
                  <a:gd name="connsiteY234" fmla="*/ 343068 h 821099"/>
                  <a:gd name="connsiteX235" fmla="*/ 990892 w 1140657"/>
                  <a:gd name="connsiteY235" fmla="*/ 345680 h 821099"/>
                  <a:gd name="connsiteX236" fmla="*/ 988280 w 1140657"/>
                  <a:gd name="connsiteY236" fmla="*/ 355258 h 821099"/>
                  <a:gd name="connsiteX237" fmla="*/ 987409 w 1140657"/>
                  <a:gd name="connsiteY237" fmla="*/ 361353 h 821099"/>
                  <a:gd name="connsiteX238" fmla="*/ 990892 w 1140657"/>
                  <a:gd name="connsiteY238" fmla="*/ 368319 h 821099"/>
                  <a:gd name="connsiteX239" fmla="*/ 995246 w 1140657"/>
                  <a:gd name="connsiteY239" fmla="*/ 373544 h 821099"/>
                  <a:gd name="connsiteX240" fmla="*/ 1015272 w 1140657"/>
                  <a:gd name="connsiteY240" fmla="*/ 388346 h 821099"/>
                  <a:gd name="connsiteX241" fmla="*/ 1020496 w 1140657"/>
                  <a:gd name="connsiteY241" fmla="*/ 390958 h 821099"/>
                  <a:gd name="connsiteX242" fmla="*/ 1043136 w 1140657"/>
                  <a:gd name="connsiteY242" fmla="*/ 394441 h 821099"/>
                  <a:gd name="connsiteX243" fmla="*/ 1050102 w 1140657"/>
                  <a:gd name="connsiteY243" fmla="*/ 397053 h 821099"/>
                  <a:gd name="connsiteX244" fmla="*/ 1054455 w 1140657"/>
                  <a:gd name="connsiteY244" fmla="*/ 401407 h 821099"/>
                  <a:gd name="connsiteX245" fmla="*/ 1061421 w 1140657"/>
                  <a:gd name="connsiteY245" fmla="*/ 417951 h 821099"/>
                  <a:gd name="connsiteX246" fmla="*/ 1077094 w 1140657"/>
                  <a:gd name="connsiteY246" fmla="*/ 437107 h 821099"/>
                  <a:gd name="connsiteX247" fmla="*/ 1114536 w 1140657"/>
                  <a:gd name="connsiteY247" fmla="*/ 470195 h 821099"/>
                  <a:gd name="connsiteX248" fmla="*/ 1131950 w 1140657"/>
                  <a:gd name="connsiteY248" fmla="*/ 482385 h 821099"/>
                  <a:gd name="connsiteX249" fmla="*/ 1140658 w 1140657"/>
                  <a:gd name="connsiteY249" fmla="*/ 483256 h 821099"/>
                  <a:gd name="connsiteX250" fmla="*/ 536370 w 1140657"/>
                  <a:gd name="connsiteY250" fmla="*/ 399666 h 821099"/>
                  <a:gd name="connsiteX251" fmla="*/ 522439 w 1140657"/>
                  <a:gd name="connsiteY251" fmla="*/ 394441 h 821099"/>
                  <a:gd name="connsiteX252" fmla="*/ 511119 w 1140657"/>
                  <a:gd name="connsiteY252" fmla="*/ 389217 h 821099"/>
                  <a:gd name="connsiteX253" fmla="*/ 499799 w 1140657"/>
                  <a:gd name="connsiteY253" fmla="*/ 381380 h 821099"/>
                  <a:gd name="connsiteX254" fmla="*/ 487609 w 1140657"/>
                  <a:gd name="connsiteY254" fmla="*/ 375285 h 821099"/>
                  <a:gd name="connsiteX255" fmla="*/ 478902 w 1140657"/>
                  <a:gd name="connsiteY255" fmla="*/ 369190 h 821099"/>
                  <a:gd name="connsiteX256" fmla="*/ 466712 w 1140657"/>
                  <a:gd name="connsiteY256" fmla="*/ 363966 h 821099"/>
                  <a:gd name="connsiteX257" fmla="*/ 457134 w 1140657"/>
                  <a:gd name="connsiteY257" fmla="*/ 362224 h 821099"/>
                  <a:gd name="connsiteX258" fmla="*/ 458875 w 1140657"/>
                  <a:gd name="connsiteY258" fmla="*/ 351775 h 821099"/>
                  <a:gd name="connsiteX259" fmla="*/ 464970 w 1140657"/>
                  <a:gd name="connsiteY259" fmla="*/ 339585 h 821099"/>
                  <a:gd name="connsiteX260" fmla="*/ 479773 w 1140657"/>
                  <a:gd name="connsiteY260" fmla="*/ 321300 h 821099"/>
                  <a:gd name="connsiteX261" fmla="*/ 482385 w 1140657"/>
                  <a:gd name="connsiteY261" fmla="*/ 316946 h 821099"/>
                  <a:gd name="connsiteX262" fmla="*/ 484126 w 1140657"/>
                  <a:gd name="connsiteY262" fmla="*/ 308239 h 821099"/>
                  <a:gd name="connsiteX263" fmla="*/ 484126 w 1140657"/>
                  <a:gd name="connsiteY263" fmla="*/ 298661 h 821099"/>
                  <a:gd name="connsiteX264" fmla="*/ 482385 w 1140657"/>
                  <a:gd name="connsiteY264" fmla="*/ 276022 h 821099"/>
                  <a:gd name="connsiteX265" fmla="*/ 460616 w 1140657"/>
                  <a:gd name="connsiteY265" fmla="*/ 282988 h 821099"/>
                  <a:gd name="connsiteX266" fmla="*/ 456263 w 1140657"/>
                  <a:gd name="connsiteY266" fmla="*/ 286471 h 821099"/>
                  <a:gd name="connsiteX267" fmla="*/ 449297 w 1140657"/>
                  <a:gd name="connsiteY267" fmla="*/ 302144 h 821099"/>
                  <a:gd name="connsiteX268" fmla="*/ 443202 w 1140657"/>
                  <a:gd name="connsiteY268" fmla="*/ 310851 h 821099"/>
                  <a:gd name="connsiteX269" fmla="*/ 438848 w 1140657"/>
                  <a:gd name="connsiteY269" fmla="*/ 314334 h 821099"/>
                  <a:gd name="connsiteX270" fmla="*/ 435366 w 1140657"/>
                  <a:gd name="connsiteY270" fmla="*/ 316075 h 821099"/>
                  <a:gd name="connsiteX271" fmla="*/ 419692 w 1140657"/>
                  <a:gd name="connsiteY271" fmla="*/ 328266 h 821099"/>
                  <a:gd name="connsiteX272" fmla="*/ 417080 w 1140657"/>
                  <a:gd name="connsiteY272" fmla="*/ 330878 h 821099"/>
                  <a:gd name="connsiteX273" fmla="*/ 410985 w 1140657"/>
                  <a:gd name="connsiteY273" fmla="*/ 343939 h 821099"/>
                  <a:gd name="connsiteX274" fmla="*/ 408373 w 1140657"/>
                  <a:gd name="connsiteY274" fmla="*/ 348292 h 821099"/>
                  <a:gd name="connsiteX275" fmla="*/ 401407 w 1140657"/>
                  <a:gd name="connsiteY275" fmla="*/ 354388 h 821099"/>
                  <a:gd name="connsiteX276" fmla="*/ 402277 w 1140657"/>
                  <a:gd name="connsiteY276" fmla="*/ 367449 h 821099"/>
                  <a:gd name="connsiteX277" fmla="*/ 408373 w 1140657"/>
                  <a:gd name="connsiteY277" fmla="*/ 378768 h 821099"/>
                  <a:gd name="connsiteX278" fmla="*/ 408373 w 1140657"/>
                  <a:gd name="connsiteY278" fmla="*/ 387475 h 821099"/>
                  <a:gd name="connsiteX279" fmla="*/ 410114 w 1140657"/>
                  <a:gd name="connsiteY279" fmla="*/ 395312 h 821099"/>
                  <a:gd name="connsiteX280" fmla="*/ 415338 w 1140657"/>
                  <a:gd name="connsiteY280" fmla="*/ 404019 h 821099"/>
                  <a:gd name="connsiteX281" fmla="*/ 417951 w 1140657"/>
                  <a:gd name="connsiteY281" fmla="*/ 414468 h 821099"/>
                  <a:gd name="connsiteX282" fmla="*/ 417951 w 1140657"/>
                  <a:gd name="connsiteY282" fmla="*/ 424046 h 821099"/>
                  <a:gd name="connsiteX283" fmla="*/ 417080 w 1140657"/>
                  <a:gd name="connsiteY283" fmla="*/ 441461 h 821099"/>
                  <a:gd name="connsiteX284" fmla="*/ 409244 w 1140657"/>
                  <a:gd name="connsiteY284" fmla="*/ 491092 h 821099"/>
                  <a:gd name="connsiteX285" fmla="*/ 404890 w 1140657"/>
                  <a:gd name="connsiteY285" fmla="*/ 523309 h 821099"/>
                  <a:gd name="connsiteX286" fmla="*/ 398795 w 1140657"/>
                  <a:gd name="connsiteY286" fmla="*/ 552914 h 821099"/>
                  <a:gd name="connsiteX287" fmla="*/ 394441 w 1140657"/>
                  <a:gd name="connsiteY287" fmla="*/ 563363 h 821099"/>
                  <a:gd name="connsiteX288" fmla="*/ 410985 w 1140657"/>
                  <a:gd name="connsiteY288" fmla="*/ 570329 h 821099"/>
                  <a:gd name="connsiteX289" fmla="*/ 421434 w 1140657"/>
                  <a:gd name="connsiteY289" fmla="*/ 573812 h 821099"/>
                  <a:gd name="connsiteX290" fmla="*/ 450168 w 1140657"/>
                  <a:gd name="connsiteY290" fmla="*/ 578165 h 821099"/>
                  <a:gd name="connsiteX291" fmla="*/ 457134 w 1140657"/>
                  <a:gd name="connsiteY291" fmla="*/ 579036 h 821099"/>
                  <a:gd name="connsiteX292" fmla="*/ 463229 w 1140657"/>
                  <a:gd name="connsiteY292" fmla="*/ 578165 h 821099"/>
                  <a:gd name="connsiteX293" fmla="*/ 470195 w 1140657"/>
                  <a:gd name="connsiteY293" fmla="*/ 576424 h 821099"/>
                  <a:gd name="connsiteX294" fmla="*/ 478031 w 1140657"/>
                  <a:gd name="connsiteY294" fmla="*/ 570329 h 821099"/>
                  <a:gd name="connsiteX295" fmla="*/ 488480 w 1140657"/>
                  <a:gd name="connsiteY295" fmla="*/ 559880 h 821099"/>
                  <a:gd name="connsiteX296" fmla="*/ 505024 w 1140657"/>
                  <a:gd name="connsiteY296" fmla="*/ 549431 h 821099"/>
                  <a:gd name="connsiteX297" fmla="*/ 521568 w 1140657"/>
                  <a:gd name="connsiteY297" fmla="*/ 543336 h 821099"/>
                  <a:gd name="connsiteX298" fmla="*/ 528533 w 1140657"/>
                  <a:gd name="connsiteY298" fmla="*/ 542465 h 821099"/>
                  <a:gd name="connsiteX299" fmla="*/ 542465 w 1140657"/>
                  <a:gd name="connsiteY299" fmla="*/ 540724 h 821099"/>
                  <a:gd name="connsiteX300" fmla="*/ 551173 w 1140657"/>
                  <a:gd name="connsiteY300" fmla="*/ 553785 h 821099"/>
                  <a:gd name="connsiteX301" fmla="*/ 564234 w 1140657"/>
                  <a:gd name="connsiteY301" fmla="*/ 563363 h 821099"/>
                  <a:gd name="connsiteX302" fmla="*/ 572941 w 1140657"/>
                  <a:gd name="connsiteY302" fmla="*/ 568587 h 821099"/>
                  <a:gd name="connsiteX303" fmla="*/ 608641 w 1140657"/>
                  <a:gd name="connsiteY303" fmla="*/ 581648 h 821099"/>
                  <a:gd name="connsiteX304" fmla="*/ 639116 w 1140657"/>
                  <a:gd name="connsiteY304" fmla="*/ 572941 h 821099"/>
                  <a:gd name="connsiteX305" fmla="*/ 661756 w 1140657"/>
                  <a:gd name="connsiteY305" fmla="*/ 563363 h 821099"/>
                  <a:gd name="connsiteX306" fmla="*/ 660885 w 1140657"/>
                  <a:gd name="connsiteY306" fmla="*/ 532017 h 821099"/>
                  <a:gd name="connsiteX307" fmla="*/ 657402 w 1140657"/>
                  <a:gd name="connsiteY307" fmla="*/ 508507 h 821099"/>
                  <a:gd name="connsiteX308" fmla="*/ 659143 w 1140657"/>
                  <a:gd name="connsiteY308" fmla="*/ 486739 h 821099"/>
                  <a:gd name="connsiteX309" fmla="*/ 661756 w 1140657"/>
                  <a:gd name="connsiteY309" fmla="*/ 464970 h 821099"/>
                  <a:gd name="connsiteX310" fmla="*/ 663497 w 1140657"/>
                  <a:gd name="connsiteY310" fmla="*/ 438848 h 821099"/>
                  <a:gd name="connsiteX311" fmla="*/ 661756 w 1140657"/>
                  <a:gd name="connsiteY311" fmla="*/ 423175 h 821099"/>
                  <a:gd name="connsiteX312" fmla="*/ 660014 w 1140657"/>
                  <a:gd name="connsiteY312" fmla="*/ 414468 h 821099"/>
                  <a:gd name="connsiteX313" fmla="*/ 656531 w 1140657"/>
                  <a:gd name="connsiteY313" fmla="*/ 406631 h 821099"/>
                  <a:gd name="connsiteX314" fmla="*/ 653048 w 1140657"/>
                  <a:gd name="connsiteY314" fmla="*/ 402278 h 821099"/>
                  <a:gd name="connsiteX315" fmla="*/ 646082 w 1140657"/>
                  <a:gd name="connsiteY315" fmla="*/ 395312 h 821099"/>
                  <a:gd name="connsiteX316" fmla="*/ 641728 w 1140657"/>
                  <a:gd name="connsiteY316" fmla="*/ 391829 h 821099"/>
                  <a:gd name="connsiteX317" fmla="*/ 631280 w 1140657"/>
                  <a:gd name="connsiteY317" fmla="*/ 387475 h 821099"/>
                  <a:gd name="connsiteX318" fmla="*/ 622573 w 1140657"/>
                  <a:gd name="connsiteY318" fmla="*/ 382251 h 821099"/>
                  <a:gd name="connsiteX319" fmla="*/ 614736 w 1140657"/>
                  <a:gd name="connsiteY319" fmla="*/ 377897 h 821099"/>
                  <a:gd name="connsiteX320" fmla="*/ 583390 w 1140657"/>
                  <a:gd name="connsiteY320" fmla="*/ 366578 h 821099"/>
                  <a:gd name="connsiteX321" fmla="*/ 572941 w 1140657"/>
                  <a:gd name="connsiteY321" fmla="*/ 382251 h 821099"/>
                  <a:gd name="connsiteX322" fmla="*/ 566846 w 1140657"/>
                  <a:gd name="connsiteY322" fmla="*/ 389217 h 821099"/>
                  <a:gd name="connsiteX323" fmla="*/ 557268 w 1140657"/>
                  <a:gd name="connsiteY323" fmla="*/ 397924 h 821099"/>
                  <a:gd name="connsiteX324" fmla="*/ 551173 w 1140657"/>
                  <a:gd name="connsiteY324" fmla="*/ 400536 h 821099"/>
                  <a:gd name="connsiteX325" fmla="*/ 545077 w 1140657"/>
                  <a:gd name="connsiteY325" fmla="*/ 400536 h 821099"/>
                  <a:gd name="connsiteX326" fmla="*/ 536370 w 1140657"/>
                  <a:gd name="connsiteY326" fmla="*/ 399666 h 821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Lst>
                <a:rect l="l" t="t" r="r" b="b"/>
                <a:pathLst>
                  <a:path w="1140657" h="821099">
                    <a:moveTo>
                      <a:pt x="1140658" y="483256"/>
                    </a:moveTo>
                    <a:lnTo>
                      <a:pt x="1131079" y="524180"/>
                    </a:lnTo>
                    <a:lnTo>
                      <a:pt x="1127597" y="566846"/>
                    </a:lnTo>
                    <a:lnTo>
                      <a:pt x="1117148" y="565975"/>
                    </a:lnTo>
                    <a:lnTo>
                      <a:pt x="1108441" y="566846"/>
                    </a:lnTo>
                    <a:lnTo>
                      <a:pt x="1077094" y="570329"/>
                    </a:lnTo>
                    <a:lnTo>
                      <a:pt x="1067516" y="573812"/>
                    </a:lnTo>
                    <a:lnTo>
                      <a:pt x="1048360" y="582519"/>
                    </a:lnTo>
                    <a:lnTo>
                      <a:pt x="1030945" y="592968"/>
                    </a:lnTo>
                    <a:lnTo>
                      <a:pt x="1020496" y="605158"/>
                    </a:lnTo>
                    <a:lnTo>
                      <a:pt x="1010048" y="613865"/>
                    </a:lnTo>
                    <a:lnTo>
                      <a:pt x="984797" y="595580"/>
                    </a:lnTo>
                    <a:lnTo>
                      <a:pt x="978701" y="592968"/>
                    </a:lnTo>
                    <a:lnTo>
                      <a:pt x="968253" y="589485"/>
                    </a:lnTo>
                    <a:lnTo>
                      <a:pt x="961287" y="586873"/>
                    </a:lnTo>
                    <a:lnTo>
                      <a:pt x="950838" y="586002"/>
                    </a:lnTo>
                    <a:lnTo>
                      <a:pt x="930811" y="586873"/>
                    </a:lnTo>
                    <a:lnTo>
                      <a:pt x="922975" y="587744"/>
                    </a:lnTo>
                    <a:lnTo>
                      <a:pt x="907301" y="592097"/>
                    </a:lnTo>
                    <a:lnTo>
                      <a:pt x="898594" y="594709"/>
                    </a:lnTo>
                    <a:lnTo>
                      <a:pt x="879438" y="609512"/>
                    </a:lnTo>
                    <a:lnTo>
                      <a:pt x="860282" y="627797"/>
                    </a:lnTo>
                    <a:lnTo>
                      <a:pt x="874214" y="653919"/>
                    </a:lnTo>
                    <a:lnTo>
                      <a:pt x="877697" y="659143"/>
                    </a:lnTo>
                    <a:lnTo>
                      <a:pt x="885533" y="666109"/>
                    </a:lnTo>
                    <a:lnTo>
                      <a:pt x="902948" y="673946"/>
                    </a:lnTo>
                    <a:lnTo>
                      <a:pt x="910785" y="680041"/>
                    </a:lnTo>
                    <a:lnTo>
                      <a:pt x="914268" y="686136"/>
                    </a:lnTo>
                    <a:lnTo>
                      <a:pt x="915138" y="692231"/>
                    </a:lnTo>
                    <a:lnTo>
                      <a:pt x="914268" y="701809"/>
                    </a:lnTo>
                    <a:lnTo>
                      <a:pt x="908172" y="718353"/>
                    </a:lnTo>
                    <a:lnTo>
                      <a:pt x="902948" y="734897"/>
                    </a:lnTo>
                    <a:lnTo>
                      <a:pt x="897724" y="747958"/>
                    </a:lnTo>
                    <a:lnTo>
                      <a:pt x="893370" y="760148"/>
                    </a:lnTo>
                    <a:lnTo>
                      <a:pt x="888146" y="767985"/>
                    </a:lnTo>
                    <a:lnTo>
                      <a:pt x="882921" y="770597"/>
                    </a:lnTo>
                    <a:lnTo>
                      <a:pt x="876826" y="771468"/>
                    </a:lnTo>
                    <a:lnTo>
                      <a:pt x="862894" y="769726"/>
                    </a:lnTo>
                    <a:lnTo>
                      <a:pt x="857670" y="769726"/>
                    </a:lnTo>
                    <a:lnTo>
                      <a:pt x="852445" y="771468"/>
                    </a:lnTo>
                    <a:lnTo>
                      <a:pt x="844609" y="777563"/>
                    </a:lnTo>
                    <a:lnTo>
                      <a:pt x="833289" y="782787"/>
                    </a:lnTo>
                    <a:lnTo>
                      <a:pt x="816746" y="788882"/>
                    </a:lnTo>
                    <a:lnTo>
                      <a:pt x="784529" y="799331"/>
                    </a:lnTo>
                    <a:lnTo>
                      <a:pt x="773209" y="785399"/>
                    </a:lnTo>
                    <a:lnTo>
                      <a:pt x="768855" y="781046"/>
                    </a:lnTo>
                    <a:lnTo>
                      <a:pt x="756665" y="775821"/>
                    </a:lnTo>
                    <a:lnTo>
                      <a:pt x="747087" y="774951"/>
                    </a:lnTo>
                    <a:lnTo>
                      <a:pt x="736638" y="775821"/>
                    </a:lnTo>
                    <a:lnTo>
                      <a:pt x="715741" y="781046"/>
                    </a:lnTo>
                    <a:lnTo>
                      <a:pt x="710516" y="781916"/>
                    </a:lnTo>
                    <a:lnTo>
                      <a:pt x="691360" y="781046"/>
                    </a:lnTo>
                    <a:lnTo>
                      <a:pt x="682653" y="781916"/>
                    </a:lnTo>
                    <a:lnTo>
                      <a:pt x="677429" y="784529"/>
                    </a:lnTo>
                    <a:lnTo>
                      <a:pt x="669592" y="791495"/>
                    </a:lnTo>
                    <a:lnTo>
                      <a:pt x="662626" y="798460"/>
                    </a:lnTo>
                    <a:lnTo>
                      <a:pt x="651307" y="809780"/>
                    </a:lnTo>
                    <a:lnTo>
                      <a:pt x="643470" y="813263"/>
                    </a:lnTo>
                    <a:lnTo>
                      <a:pt x="633892" y="815875"/>
                    </a:lnTo>
                    <a:lnTo>
                      <a:pt x="625185" y="815875"/>
                    </a:lnTo>
                    <a:lnTo>
                      <a:pt x="600804" y="810651"/>
                    </a:lnTo>
                    <a:lnTo>
                      <a:pt x="590356" y="806297"/>
                    </a:lnTo>
                    <a:lnTo>
                      <a:pt x="575553" y="797590"/>
                    </a:lnTo>
                    <a:lnTo>
                      <a:pt x="572941" y="791495"/>
                    </a:lnTo>
                    <a:lnTo>
                      <a:pt x="567716" y="786270"/>
                    </a:lnTo>
                    <a:lnTo>
                      <a:pt x="525921" y="765373"/>
                    </a:lnTo>
                    <a:lnTo>
                      <a:pt x="492834" y="746217"/>
                    </a:lnTo>
                    <a:lnTo>
                      <a:pt x="484126" y="753182"/>
                    </a:lnTo>
                    <a:lnTo>
                      <a:pt x="477161" y="757536"/>
                    </a:lnTo>
                    <a:lnTo>
                      <a:pt x="464970" y="762760"/>
                    </a:lnTo>
                    <a:lnTo>
                      <a:pt x="451039" y="754053"/>
                    </a:lnTo>
                    <a:lnTo>
                      <a:pt x="443202" y="746217"/>
                    </a:lnTo>
                    <a:lnTo>
                      <a:pt x="448427" y="731414"/>
                    </a:lnTo>
                    <a:lnTo>
                      <a:pt x="453651" y="714870"/>
                    </a:lnTo>
                    <a:lnTo>
                      <a:pt x="453651" y="704421"/>
                    </a:lnTo>
                    <a:lnTo>
                      <a:pt x="451909" y="697456"/>
                    </a:lnTo>
                    <a:lnTo>
                      <a:pt x="445814" y="688748"/>
                    </a:lnTo>
                    <a:lnTo>
                      <a:pt x="437107" y="681782"/>
                    </a:lnTo>
                    <a:lnTo>
                      <a:pt x="427529" y="679170"/>
                    </a:lnTo>
                    <a:lnTo>
                      <a:pt x="401407" y="673075"/>
                    </a:lnTo>
                    <a:lnTo>
                      <a:pt x="351775" y="686136"/>
                    </a:lnTo>
                    <a:lnTo>
                      <a:pt x="333490" y="692231"/>
                    </a:lnTo>
                    <a:lnTo>
                      <a:pt x="327395" y="694843"/>
                    </a:lnTo>
                    <a:lnTo>
                      <a:pt x="314334" y="703551"/>
                    </a:lnTo>
                    <a:lnTo>
                      <a:pt x="296049" y="718353"/>
                    </a:lnTo>
                    <a:lnTo>
                      <a:pt x="299531" y="729673"/>
                    </a:lnTo>
                    <a:lnTo>
                      <a:pt x="304756" y="750570"/>
                    </a:lnTo>
                    <a:lnTo>
                      <a:pt x="309980" y="763631"/>
                    </a:lnTo>
                    <a:lnTo>
                      <a:pt x="291695" y="774080"/>
                    </a:lnTo>
                    <a:lnTo>
                      <a:pt x="272539" y="782787"/>
                    </a:lnTo>
                    <a:lnTo>
                      <a:pt x="257736" y="790624"/>
                    </a:lnTo>
                    <a:lnTo>
                      <a:pt x="249029" y="796719"/>
                    </a:lnTo>
                    <a:lnTo>
                      <a:pt x="243805" y="799331"/>
                    </a:lnTo>
                    <a:lnTo>
                      <a:pt x="227261" y="801943"/>
                    </a:lnTo>
                    <a:lnTo>
                      <a:pt x="221165" y="803685"/>
                    </a:lnTo>
                    <a:lnTo>
                      <a:pt x="203751" y="813263"/>
                    </a:lnTo>
                    <a:lnTo>
                      <a:pt x="196785" y="817617"/>
                    </a:lnTo>
                    <a:lnTo>
                      <a:pt x="192431" y="820229"/>
                    </a:lnTo>
                    <a:lnTo>
                      <a:pt x="186336" y="821099"/>
                    </a:lnTo>
                    <a:lnTo>
                      <a:pt x="179370" y="821099"/>
                    </a:lnTo>
                    <a:lnTo>
                      <a:pt x="165439" y="816746"/>
                    </a:lnTo>
                    <a:lnTo>
                      <a:pt x="148024" y="808909"/>
                    </a:lnTo>
                    <a:lnTo>
                      <a:pt x="127997" y="803685"/>
                    </a:lnTo>
                    <a:lnTo>
                      <a:pt x="114936" y="799331"/>
                    </a:lnTo>
                    <a:lnTo>
                      <a:pt x="96651" y="790624"/>
                    </a:lnTo>
                    <a:lnTo>
                      <a:pt x="48761" y="771468"/>
                    </a:lnTo>
                    <a:lnTo>
                      <a:pt x="46149" y="754924"/>
                    </a:lnTo>
                    <a:lnTo>
                      <a:pt x="43537" y="726190"/>
                    </a:lnTo>
                    <a:lnTo>
                      <a:pt x="47890" y="719224"/>
                    </a:lnTo>
                    <a:lnTo>
                      <a:pt x="45278" y="716612"/>
                    </a:lnTo>
                    <a:lnTo>
                      <a:pt x="48761" y="712258"/>
                    </a:lnTo>
                    <a:lnTo>
                      <a:pt x="52244" y="704421"/>
                    </a:lnTo>
                    <a:lnTo>
                      <a:pt x="41795" y="693973"/>
                    </a:lnTo>
                    <a:lnTo>
                      <a:pt x="33088" y="682653"/>
                    </a:lnTo>
                    <a:lnTo>
                      <a:pt x="20027" y="671334"/>
                    </a:lnTo>
                    <a:lnTo>
                      <a:pt x="7836" y="659143"/>
                    </a:lnTo>
                    <a:lnTo>
                      <a:pt x="33088" y="643470"/>
                    </a:lnTo>
                    <a:lnTo>
                      <a:pt x="45278" y="633022"/>
                    </a:lnTo>
                    <a:lnTo>
                      <a:pt x="53985" y="623443"/>
                    </a:lnTo>
                    <a:lnTo>
                      <a:pt x="58339" y="619090"/>
                    </a:lnTo>
                    <a:lnTo>
                      <a:pt x="60080" y="612995"/>
                    </a:lnTo>
                    <a:lnTo>
                      <a:pt x="60080" y="606900"/>
                    </a:lnTo>
                    <a:lnTo>
                      <a:pt x="57468" y="600805"/>
                    </a:lnTo>
                    <a:lnTo>
                      <a:pt x="48761" y="585131"/>
                    </a:lnTo>
                    <a:lnTo>
                      <a:pt x="46149" y="574683"/>
                    </a:lnTo>
                    <a:lnTo>
                      <a:pt x="51373" y="553785"/>
                    </a:lnTo>
                    <a:lnTo>
                      <a:pt x="54856" y="522439"/>
                    </a:lnTo>
                    <a:lnTo>
                      <a:pt x="61822" y="494575"/>
                    </a:lnTo>
                    <a:lnTo>
                      <a:pt x="66175" y="467583"/>
                    </a:lnTo>
                    <a:lnTo>
                      <a:pt x="72271" y="451909"/>
                    </a:lnTo>
                    <a:lnTo>
                      <a:pt x="79236" y="438848"/>
                    </a:lnTo>
                    <a:lnTo>
                      <a:pt x="85332" y="416209"/>
                    </a:lnTo>
                    <a:lnTo>
                      <a:pt x="86202" y="407502"/>
                    </a:lnTo>
                    <a:lnTo>
                      <a:pt x="87073" y="393570"/>
                    </a:lnTo>
                    <a:lnTo>
                      <a:pt x="87944" y="350034"/>
                    </a:lnTo>
                    <a:lnTo>
                      <a:pt x="103617" y="333490"/>
                    </a:lnTo>
                    <a:lnTo>
                      <a:pt x="97521" y="319558"/>
                    </a:lnTo>
                    <a:lnTo>
                      <a:pt x="91427" y="309980"/>
                    </a:lnTo>
                    <a:lnTo>
                      <a:pt x="60951" y="276893"/>
                    </a:lnTo>
                    <a:lnTo>
                      <a:pt x="50502" y="262090"/>
                    </a:lnTo>
                    <a:lnTo>
                      <a:pt x="47019" y="254254"/>
                    </a:lnTo>
                    <a:lnTo>
                      <a:pt x="45278" y="245546"/>
                    </a:lnTo>
                    <a:lnTo>
                      <a:pt x="44407" y="231614"/>
                    </a:lnTo>
                    <a:lnTo>
                      <a:pt x="45278" y="208975"/>
                    </a:lnTo>
                    <a:lnTo>
                      <a:pt x="57468" y="208105"/>
                    </a:lnTo>
                    <a:lnTo>
                      <a:pt x="63563" y="207234"/>
                    </a:lnTo>
                    <a:lnTo>
                      <a:pt x="67917" y="204622"/>
                    </a:lnTo>
                    <a:lnTo>
                      <a:pt x="72271" y="197656"/>
                    </a:lnTo>
                    <a:lnTo>
                      <a:pt x="56598" y="180241"/>
                    </a:lnTo>
                    <a:lnTo>
                      <a:pt x="55726" y="166310"/>
                    </a:lnTo>
                    <a:lnTo>
                      <a:pt x="53985" y="158473"/>
                    </a:lnTo>
                    <a:lnTo>
                      <a:pt x="50502" y="145412"/>
                    </a:lnTo>
                    <a:lnTo>
                      <a:pt x="47019" y="138446"/>
                    </a:lnTo>
                    <a:lnTo>
                      <a:pt x="26992" y="110583"/>
                    </a:lnTo>
                    <a:lnTo>
                      <a:pt x="0" y="87073"/>
                    </a:lnTo>
                    <a:lnTo>
                      <a:pt x="7836" y="79237"/>
                    </a:lnTo>
                    <a:lnTo>
                      <a:pt x="15673" y="74883"/>
                    </a:lnTo>
                    <a:lnTo>
                      <a:pt x="33958" y="69658"/>
                    </a:lnTo>
                    <a:lnTo>
                      <a:pt x="61822" y="70529"/>
                    </a:lnTo>
                    <a:lnTo>
                      <a:pt x="70529" y="68788"/>
                    </a:lnTo>
                    <a:lnTo>
                      <a:pt x="76624" y="65305"/>
                    </a:lnTo>
                    <a:lnTo>
                      <a:pt x="87073" y="54856"/>
                    </a:lnTo>
                    <a:lnTo>
                      <a:pt x="94039" y="52244"/>
                    </a:lnTo>
                    <a:lnTo>
                      <a:pt x="119290" y="52244"/>
                    </a:lnTo>
                    <a:lnTo>
                      <a:pt x="127127" y="50502"/>
                    </a:lnTo>
                    <a:lnTo>
                      <a:pt x="143671" y="39183"/>
                    </a:lnTo>
                    <a:lnTo>
                      <a:pt x="149765" y="36571"/>
                    </a:lnTo>
                    <a:lnTo>
                      <a:pt x="158473" y="35700"/>
                    </a:lnTo>
                    <a:lnTo>
                      <a:pt x="189819" y="39183"/>
                    </a:lnTo>
                    <a:lnTo>
                      <a:pt x="196785" y="39183"/>
                    </a:lnTo>
                    <a:lnTo>
                      <a:pt x="204622" y="36571"/>
                    </a:lnTo>
                    <a:lnTo>
                      <a:pt x="211588" y="33088"/>
                    </a:lnTo>
                    <a:lnTo>
                      <a:pt x="241192" y="7837"/>
                    </a:lnTo>
                    <a:lnTo>
                      <a:pt x="250770" y="1742"/>
                    </a:lnTo>
                    <a:lnTo>
                      <a:pt x="264702" y="0"/>
                    </a:lnTo>
                    <a:lnTo>
                      <a:pt x="348292" y="23510"/>
                    </a:lnTo>
                    <a:lnTo>
                      <a:pt x="386604" y="20027"/>
                    </a:lnTo>
                    <a:lnTo>
                      <a:pt x="393570" y="22639"/>
                    </a:lnTo>
                    <a:lnTo>
                      <a:pt x="406631" y="27863"/>
                    </a:lnTo>
                    <a:lnTo>
                      <a:pt x="420563" y="31346"/>
                    </a:lnTo>
                    <a:lnTo>
                      <a:pt x="434495" y="31346"/>
                    </a:lnTo>
                    <a:lnTo>
                      <a:pt x="442331" y="33088"/>
                    </a:lnTo>
                    <a:lnTo>
                      <a:pt x="456263" y="44407"/>
                    </a:lnTo>
                    <a:lnTo>
                      <a:pt x="458004" y="47890"/>
                    </a:lnTo>
                    <a:lnTo>
                      <a:pt x="458004" y="55727"/>
                    </a:lnTo>
                    <a:lnTo>
                      <a:pt x="461487" y="60951"/>
                    </a:lnTo>
                    <a:lnTo>
                      <a:pt x="482385" y="63563"/>
                    </a:lnTo>
                    <a:lnTo>
                      <a:pt x="489350" y="67046"/>
                    </a:lnTo>
                    <a:lnTo>
                      <a:pt x="500670" y="74883"/>
                    </a:lnTo>
                    <a:lnTo>
                      <a:pt x="505895" y="78366"/>
                    </a:lnTo>
                    <a:lnTo>
                      <a:pt x="511990" y="79237"/>
                    </a:lnTo>
                    <a:lnTo>
                      <a:pt x="565104" y="63563"/>
                    </a:lnTo>
                    <a:lnTo>
                      <a:pt x="593838" y="60080"/>
                    </a:lnTo>
                    <a:lnTo>
                      <a:pt x="623443" y="63563"/>
                    </a:lnTo>
                    <a:lnTo>
                      <a:pt x="647824" y="71400"/>
                    </a:lnTo>
                    <a:lnTo>
                      <a:pt x="659143" y="78366"/>
                    </a:lnTo>
                    <a:lnTo>
                      <a:pt x="699197" y="113195"/>
                    </a:lnTo>
                    <a:lnTo>
                      <a:pt x="708775" y="118419"/>
                    </a:lnTo>
                    <a:lnTo>
                      <a:pt x="711387" y="122773"/>
                    </a:lnTo>
                    <a:lnTo>
                      <a:pt x="715741" y="138446"/>
                    </a:lnTo>
                    <a:lnTo>
                      <a:pt x="717482" y="142800"/>
                    </a:lnTo>
                    <a:lnTo>
                      <a:pt x="725319" y="151507"/>
                    </a:lnTo>
                    <a:lnTo>
                      <a:pt x="729673" y="166310"/>
                    </a:lnTo>
                    <a:lnTo>
                      <a:pt x="731414" y="170663"/>
                    </a:lnTo>
                    <a:lnTo>
                      <a:pt x="734897" y="173276"/>
                    </a:lnTo>
                    <a:lnTo>
                      <a:pt x="743604" y="177629"/>
                    </a:lnTo>
                    <a:lnTo>
                      <a:pt x="747087" y="180241"/>
                    </a:lnTo>
                    <a:lnTo>
                      <a:pt x="761019" y="193302"/>
                    </a:lnTo>
                    <a:lnTo>
                      <a:pt x="767984" y="199397"/>
                    </a:lnTo>
                    <a:lnTo>
                      <a:pt x="776692" y="202880"/>
                    </a:lnTo>
                    <a:lnTo>
                      <a:pt x="785399" y="202010"/>
                    </a:lnTo>
                    <a:lnTo>
                      <a:pt x="792365" y="198527"/>
                    </a:lnTo>
                    <a:lnTo>
                      <a:pt x="798460" y="197656"/>
                    </a:lnTo>
                    <a:lnTo>
                      <a:pt x="815004" y="211588"/>
                    </a:lnTo>
                    <a:lnTo>
                      <a:pt x="913397" y="213329"/>
                    </a:lnTo>
                    <a:lnTo>
                      <a:pt x="918621" y="215941"/>
                    </a:lnTo>
                    <a:lnTo>
                      <a:pt x="929070" y="222907"/>
                    </a:lnTo>
                    <a:lnTo>
                      <a:pt x="934294" y="225519"/>
                    </a:lnTo>
                    <a:lnTo>
                      <a:pt x="946484" y="224649"/>
                    </a:lnTo>
                    <a:lnTo>
                      <a:pt x="958675" y="229002"/>
                    </a:lnTo>
                    <a:lnTo>
                      <a:pt x="971736" y="229873"/>
                    </a:lnTo>
                    <a:lnTo>
                      <a:pt x="974348" y="233356"/>
                    </a:lnTo>
                    <a:lnTo>
                      <a:pt x="973477" y="244675"/>
                    </a:lnTo>
                    <a:lnTo>
                      <a:pt x="969124" y="257736"/>
                    </a:lnTo>
                    <a:lnTo>
                      <a:pt x="967382" y="263832"/>
                    </a:lnTo>
                    <a:lnTo>
                      <a:pt x="968253" y="272539"/>
                    </a:lnTo>
                    <a:lnTo>
                      <a:pt x="972606" y="292566"/>
                    </a:lnTo>
                    <a:lnTo>
                      <a:pt x="974348" y="308239"/>
                    </a:lnTo>
                    <a:lnTo>
                      <a:pt x="974348" y="313463"/>
                    </a:lnTo>
                    <a:lnTo>
                      <a:pt x="972606" y="318688"/>
                    </a:lnTo>
                    <a:lnTo>
                      <a:pt x="966512" y="334361"/>
                    </a:lnTo>
                    <a:lnTo>
                      <a:pt x="966512" y="339585"/>
                    </a:lnTo>
                    <a:lnTo>
                      <a:pt x="969994" y="343068"/>
                    </a:lnTo>
                    <a:lnTo>
                      <a:pt x="976089" y="343939"/>
                    </a:lnTo>
                    <a:lnTo>
                      <a:pt x="987409" y="343068"/>
                    </a:lnTo>
                    <a:lnTo>
                      <a:pt x="990892" y="345680"/>
                    </a:lnTo>
                    <a:lnTo>
                      <a:pt x="988280" y="355258"/>
                    </a:lnTo>
                    <a:lnTo>
                      <a:pt x="987409" y="361353"/>
                    </a:lnTo>
                    <a:lnTo>
                      <a:pt x="990892" y="368319"/>
                    </a:lnTo>
                    <a:lnTo>
                      <a:pt x="995246" y="373544"/>
                    </a:lnTo>
                    <a:lnTo>
                      <a:pt x="1015272" y="388346"/>
                    </a:lnTo>
                    <a:lnTo>
                      <a:pt x="1020496" y="390958"/>
                    </a:lnTo>
                    <a:lnTo>
                      <a:pt x="1043136" y="394441"/>
                    </a:lnTo>
                    <a:lnTo>
                      <a:pt x="1050102" y="397053"/>
                    </a:lnTo>
                    <a:lnTo>
                      <a:pt x="1054455" y="401407"/>
                    </a:lnTo>
                    <a:lnTo>
                      <a:pt x="1061421" y="417951"/>
                    </a:lnTo>
                    <a:lnTo>
                      <a:pt x="1077094" y="437107"/>
                    </a:lnTo>
                    <a:lnTo>
                      <a:pt x="1114536" y="470195"/>
                    </a:lnTo>
                    <a:lnTo>
                      <a:pt x="1131950" y="482385"/>
                    </a:lnTo>
                    <a:lnTo>
                      <a:pt x="1140658" y="483256"/>
                    </a:lnTo>
                    <a:close/>
                    <a:moveTo>
                      <a:pt x="536370" y="399666"/>
                    </a:moveTo>
                    <a:lnTo>
                      <a:pt x="522439" y="394441"/>
                    </a:lnTo>
                    <a:lnTo>
                      <a:pt x="511119" y="389217"/>
                    </a:lnTo>
                    <a:lnTo>
                      <a:pt x="499799" y="381380"/>
                    </a:lnTo>
                    <a:lnTo>
                      <a:pt x="487609" y="375285"/>
                    </a:lnTo>
                    <a:lnTo>
                      <a:pt x="478902" y="369190"/>
                    </a:lnTo>
                    <a:lnTo>
                      <a:pt x="466712" y="363966"/>
                    </a:lnTo>
                    <a:lnTo>
                      <a:pt x="457134" y="362224"/>
                    </a:lnTo>
                    <a:lnTo>
                      <a:pt x="458875" y="351775"/>
                    </a:lnTo>
                    <a:lnTo>
                      <a:pt x="464970" y="339585"/>
                    </a:lnTo>
                    <a:lnTo>
                      <a:pt x="479773" y="321300"/>
                    </a:lnTo>
                    <a:lnTo>
                      <a:pt x="482385" y="316946"/>
                    </a:lnTo>
                    <a:lnTo>
                      <a:pt x="484126" y="308239"/>
                    </a:lnTo>
                    <a:lnTo>
                      <a:pt x="484126" y="298661"/>
                    </a:lnTo>
                    <a:lnTo>
                      <a:pt x="482385" y="276022"/>
                    </a:lnTo>
                    <a:lnTo>
                      <a:pt x="460616" y="282988"/>
                    </a:lnTo>
                    <a:lnTo>
                      <a:pt x="456263" y="286471"/>
                    </a:lnTo>
                    <a:lnTo>
                      <a:pt x="449297" y="302144"/>
                    </a:lnTo>
                    <a:lnTo>
                      <a:pt x="443202" y="310851"/>
                    </a:lnTo>
                    <a:lnTo>
                      <a:pt x="438848" y="314334"/>
                    </a:lnTo>
                    <a:lnTo>
                      <a:pt x="435366" y="316075"/>
                    </a:lnTo>
                    <a:lnTo>
                      <a:pt x="419692" y="328266"/>
                    </a:lnTo>
                    <a:lnTo>
                      <a:pt x="417080" y="330878"/>
                    </a:lnTo>
                    <a:lnTo>
                      <a:pt x="410985" y="343939"/>
                    </a:lnTo>
                    <a:lnTo>
                      <a:pt x="408373" y="348292"/>
                    </a:lnTo>
                    <a:lnTo>
                      <a:pt x="401407" y="354388"/>
                    </a:lnTo>
                    <a:lnTo>
                      <a:pt x="402277" y="367449"/>
                    </a:lnTo>
                    <a:lnTo>
                      <a:pt x="408373" y="378768"/>
                    </a:lnTo>
                    <a:lnTo>
                      <a:pt x="408373" y="387475"/>
                    </a:lnTo>
                    <a:lnTo>
                      <a:pt x="410114" y="395312"/>
                    </a:lnTo>
                    <a:lnTo>
                      <a:pt x="415338" y="404019"/>
                    </a:lnTo>
                    <a:lnTo>
                      <a:pt x="417951" y="414468"/>
                    </a:lnTo>
                    <a:lnTo>
                      <a:pt x="417951" y="424046"/>
                    </a:lnTo>
                    <a:lnTo>
                      <a:pt x="417080" y="441461"/>
                    </a:lnTo>
                    <a:lnTo>
                      <a:pt x="409244" y="491092"/>
                    </a:lnTo>
                    <a:lnTo>
                      <a:pt x="404890" y="523309"/>
                    </a:lnTo>
                    <a:lnTo>
                      <a:pt x="398795" y="552914"/>
                    </a:lnTo>
                    <a:lnTo>
                      <a:pt x="394441" y="563363"/>
                    </a:lnTo>
                    <a:lnTo>
                      <a:pt x="410985" y="570329"/>
                    </a:lnTo>
                    <a:lnTo>
                      <a:pt x="421434" y="573812"/>
                    </a:lnTo>
                    <a:lnTo>
                      <a:pt x="450168" y="578165"/>
                    </a:lnTo>
                    <a:lnTo>
                      <a:pt x="457134" y="579036"/>
                    </a:lnTo>
                    <a:lnTo>
                      <a:pt x="463229" y="578165"/>
                    </a:lnTo>
                    <a:lnTo>
                      <a:pt x="470195" y="576424"/>
                    </a:lnTo>
                    <a:lnTo>
                      <a:pt x="478031" y="570329"/>
                    </a:lnTo>
                    <a:lnTo>
                      <a:pt x="488480" y="559880"/>
                    </a:lnTo>
                    <a:lnTo>
                      <a:pt x="505024" y="549431"/>
                    </a:lnTo>
                    <a:lnTo>
                      <a:pt x="521568" y="543336"/>
                    </a:lnTo>
                    <a:lnTo>
                      <a:pt x="528533" y="542465"/>
                    </a:lnTo>
                    <a:lnTo>
                      <a:pt x="542465" y="540724"/>
                    </a:lnTo>
                    <a:lnTo>
                      <a:pt x="551173" y="553785"/>
                    </a:lnTo>
                    <a:lnTo>
                      <a:pt x="564234" y="563363"/>
                    </a:lnTo>
                    <a:lnTo>
                      <a:pt x="572941" y="568587"/>
                    </a:lnTo>
                    <a:lnTo>
                      <a:pt x="608641" y="581648"/>
                    </a:lnTo>
                    <a:lnTo>
                      <a:pt x="639116" y="572941"/>
                    </a:lnTo>
                    <a:lnTo>
                      <a:pt x="661756" y="563363"/>
                    </a:lnTo>
                    <a:lnTo>
                      <a:pt x="660885" y="532017"/>
                    </a:lnTo>
                    <a:lnTo>
                      <a:pt x="657402" y="508507"/>
                    </a:lnTo>
                    <a:lnTo>
                      <a:pt x="659143" y="486739"/>
                    </a:lnTo>
                    <a:lnTo>
                      <a:pt x="661756" y="464970"/>
                    </a:lnTo>
                    <a:lnTo>
                      <a:pt x="663497" y="438848"/>
                    </a:lnTo>
                    <a:lnTo>
                      <a:pt x="661756" y="423175"/>
                    </a:lnTo>
                    <a:lnTo>
                      <a:pt x="660014" y="414468"/>
                    </a:lnTo>
                    <a:lnTo>
                      <a:pt x="656531" y="406631"/>
                    </a:lnTo>
                    <a:lnTo>
                      <a:pt x="653048" y="402278"/>
                    </a:lnTo>
                    <a:lnTo>
                      <a:pt x="646082" y="395312"/>
                    </a:lnTo>
                    <a:lnTo>
                      <a:pt x="641728" y="391829"/>
                    </a:lnTo>
                    <a:lnTo>
                      <a:pt x="631280" y="387475"/>
                    </a:lnTo>
                    <a:lnTo>
                      <a:pt x="622573" y="382251"/>
                    </a:lnTo>
                    <a:lnTo>
                      <a:pt x="614736" y="377897"/>
                    </a:lnTo>
                    <a:lnTo>
                      <a:pt x="583390" y="366578"/>
                    </a:lnTo>
                    <a:lnTo>
                      <a:pt x="572941" y="382251"/>
                    </a:lnTo>
                    <a:lnTo>
                      <a:pt x="566846" y="389217"/>
                    </a:lnTo>
                    <a:lnTo>
                      <a:pt x="557268" y="397924"/>
                    </a:lnTo>
                    <a:lnTo>
                      <a:pt x="551173" y="400536"/>
                    </a:lnTo>
                    <a:lnTo>
                      <a:pt x="545077" y="400536"/>
                    </a:lnTo>
                    <a:lnTo>
                      <a:pt x="536370" y="399666"/>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69" name="Freeform: Shape 68">
                <a:extLst>
                  <a:ext uri="{FF2B5EF4-FFF2-40B4-BE49-F238E27FC236}">
                    <a16:creationId xmlns:a16="http://schemas.microsoft.com/office/drawing/2014/main" id="{D2E3445F-C153-FC97-C533-FD92CC8A58A9}"/>
                  </a:ext>
                </a:extLst>
              </p:cNvPr>
              <p:cNvSpPr>
                <a:spLocks/>
              </p:cNvSpPr>
              <p:nvPr/>
            </p:nvSpPr>
            <p:spPr>
              <a:xfrm>
                <a:off x="7700993" y="3672521"/>
                <a:ext cx="943872" cy="1308708"/>
              </a:xfrm>
              <a:custGeom>
                <a:avLst/>
                <a:gdLst>
                  <a:gd name="connsiteX0" fmla="*/ 693973 w 943872"/>
                  <a:gd name="connsiteY0" fmla="*/ 73141 h 1308708"/>
                  <a:gd name="connsiteX1" fmla="*/ 714000 w 943872"/>
                  <a:gd name="connsiteY1" fmla="*/ 68788 h 1308708"/>
                  <a:gd name="connsiteX2" fmla="*/ 722707 w 943872"/>
                  <a:gd name="connsiteY2" fmla="*/ 67046 h 1308708"/>
                  <a:gd name="connsiteX3" fmla="*/ 729673 w 943872"/>
                  <a:gd name="connsiteY3" fmla="*/ 67917 h 1308708"/>
                  <a:gd name="connsiteX4" fmla="*/ 738380 w 943872"/>
                  <a:gd name="connsiteY4" fmla="*/ 69658 h 1308708"/>
                  <a:gd name="connsiteX5" fmla="*/ 744475 w 943872"/>
                  <a:gd name="connsiteY5" fmla="*/ 69658 h 1308708"/>
                  <a:gd name="connsiteX6" fmla="*/ 767985 w 943872"/>
                  <a:gd name="connsiteY6" fmla="*/ 67046 h 1308708"/>
                  <a:gd name="connsiteX7" fmla="*/ 801073 w 943872"/>
                  <a:gd name="connsiteY7" fmla="*/ 60080 h 1308708"/>
                  <a:gd name="connsiteX8" fmla="*/ 821100 w 943872"/>
                  <a:gd name="connsiteY8" fmla="*/ 53985 h 1308708"/>
                  <a:gd name="connsiteX9" fmla="*/ 820229 w 943872"/>
                  <a:gd name="connsiteY9" fmla="*/ 67046 h 1308708"/>
                  <a:gd name="connsiteX10" fmla="*/ 821100 w 943872"/>
                  <a:gd name="connsiteY10" fmla="*/ 77495 h 1308708"/>
                  <a:gd name="connsiteX11" fmla="*/ 824582 w 943872"/>
                  <a:gd name="connsiteY11" fmla="*/ 101005 h 1308708"/>
                  <a:gd name="connsiteX12" fmla="*/ 828936 w 943872"/>
                  <a:gd name="connsiteY12" fmla="*/ 113195 h 1308708"/>
                  <a:gd name="connsiteX13" fmla="*/ 832419 w 943872"/>
                  <a:gd name="connsiteY13" fmla="*/ 118419 h 1308708"/>
                  <a:gd name="connsiteX14" fmla="*/ 842868 w 943872"/>
                  <a:gd name="connsiteY14" fmla="*/ 129739 h 1308708"/>
                  <a:gd name="connsiteX15" fmla="*/ 859411 w 943872"/>
                  <a:gd name="connsiteY15" fmla="*/ 144541 h 1308708"/>
                  <a:gd name="connsiteX16" fmla="*/ 869860 w 943872"/>
                  <a:gd name="connsiteY16" fmla="*/ 155861 h 1308708"/>
                  <a:gd name="connsiteX17" fmla="*/ 872472 w 943872"/>
                  <a:gd name="connsiteY17" fmla="*/ 161085 h 1308708"/>
                  <a:gd name="connsiteX18" fmla="*/ 876826 w 943872"/>
                  <a:gd name="connsiteY18" fmla="*/ 173275 h 1308708"/>
                  <a:gd name="connsiteX19" fmla="*/ 877697 w 943872"/>
                  <a:gd name="connsiteY19" fmla="*/ 181983 h 1308708"/>
                  <a:gd name="connsiteX20" fmla="*/ 876826 w 943872"/>
                  <a:gd name="connsiteY20" fmla="*/ 192431 h 1308708"/>
                  <a:gd name="connsiteX21" fmla="*/ 874214 w 943872"/>
                  <a:gd name="connsiteY21" fmla="*/ 209846 h 1308708"/>
                  <a:gd name="connsiteX22" fmla="*/ 867248 w 943872"/>
                  <a:gd name="connsiteY22" fmla="*/ 210717 h 1308708"/>
                  <a:gd name="connsiteX23" fmla="*/ 862024 w 943872"/>
                  <a:gd name="connsiteY23" fmla="*/ 213329 h 1308708"/>
                  <a:gd name="connsiteX24" fmla="*/ 855929 w 943872"/>
                  <a:gd name="connsiteY24" fmla="*/ 218553 h 1308708"/>
                  <a:gd name="connsiteX25" fmla="*/ 844609 w 943872"/>
                  <a:gd name="connsiteY25" fmla="*/ 230744 h 1308708"/>
                  <a:gd name="connsiteX26" fmla="*/ 855058 w 943872"/>
                  <a:gd name="connsiteY26" fmla="*/ 243805 h 1308708"/>
                  <a:gd name="connsiteX27" fmla="*/ 863765 w 943872"/>
                  <a:gd name="connsiteY27" fmla="*/ 256866 h 1308708"/>
                  <a:gd name="connsiteX28" fmla="*/ 868119 w 943872"/>
                  <a:gd name="connsiteY28" fmla="*/ 262961 h 1308708"/>
                  <a:gd name="connsiteX29" fmla="*/ 874214 w 943872"/>
                  <a:gd name="connsiteY29" fmla="*/ 276022 h 1308708"/>
                  <a:gd name="connsiteX30" fmla="*/ 881180 w 943872"/>
                  <a:gd name="connsiteY30" fmla="*/ 286470 h 1308708"/>
                  <a:gd name="connsiteX31" fmla="*/ 883792 w 943872"/>
                  <a:gd name="connsiteY31" fmla="*/ 293436 h 1308708"/>
                  <a:gd name="connsiteX32" fmla="*/ 886404 w 943872"/>
                  <a:gd name="connsiteY32" fmla="*/ 301273 h 1308708"/>
                  <a:gd name="connsiteX33" fmla="*/ 887275 w 943872"/>
                  <a:gd name="connsiteY33" fmla="*/ 308239 h 1308708"/>
                  <a:gd name="connsiteX34" fmla="*/ 887275 w 943872"/>
                  <a:gd name="connsiteY34" fmla="*/ 345680 h 1308708"/>
                  <a:gd name="connsiteX35" fmla="*/ 888146 w 943872"/>
                  <a:gd name="connsiteY35" fmla="*/ 352646 h 1308708"/>
                  <a:gd name="connsiteX36" fmla="*/ 890758 w 943872"/>
                  <a:gd name="connsiteY36" fmla="*/ 358741 h 1308708"/>
                  <a:gd name="connsiteX37" fmla="*/ 897724 w 943872"/>
                  <a:gd name="connsiteY37" fmla="*/ 365707 h 1308708"/>
                  <a:gd name="connsiteX38" fmla="*/ 932553 w 943872"/>
                  <a:gd name="connsiteY38" fmla="*/ 390087 h 1308708"/>
                  <a:gd name="connsiteX39" fmla="*/ 943872 w 943872"/>
                  <a:gd name="connsiteY39" fmla="*/ 400536 h 1308708"/>
                  <a:gd name="connsiteX40" fmla="*/ 929941 w 943872"/>
                  <a:gd name="connsiteY40" fmla="*/ 416209 h 1308708"/>
                  <a:gd name="connsiteX41" fmla="*/ 928199 w 943872"/>
                  <a:gd name="connsiteY41" fmla="*/ 422305 h 1308708"/>
                  <a:gd name="connsiteX42" fmla="*/ 926458 w 943872"/>
                  <a:gd name="connsiteY42" fmla="*/ 431012 h 1308708"/>
                  <a:gd name="connsiteX43" fmla="*/ 925587 w 943872"/>
                  <a:gd name="connsiteY43" fmla="*/ 450168 h 1308708"/>
                  <a:gd name="connsiteX44" fmla="*/ 923846 w 943872"/>
                  <a:gd name="connsiteY44" fmla="*/ 458875 h 1308708"/>
                  <a:gd name="connsiteX45" fmla="*/ 907302 w 943872"/>
                  <a:gd name="connsiteY45" fmla="*/ 479773 h 1308708"/>
                  <a:gd name="connsiteX46" fmla="*/ 903819 w 943872"/>
                  <a:gd name="connsiteY46" fmla="*/ 488480 h 1308708"/>
                  <a:gd name="connsiteX47" fmla="*/ 900336 w 943872"/>
                  <a:gd name="connsiteY47" fmla="*/ 495446 h 1308708"/>
                  <a:gd name="connsiteX48" fmla="*/ 894241 w 943872"/>
                  <a:gd name="connsiteY48" fmla="*/ 502412 h 1308708"/>
                  <a:gd name="connsiteX49" fmla="*/ 876826 w 943872"/>
                  <a:gd name="connsiteY49" fmla="*/ 509378 h 1308708"/>
                  <a:gd name="connsiteX50" fmla="*/ 841997 w 943872"/>
                  <a:gd name="connsiteY50" fmla="*/ 511990 h 1308708"/>
                  <a:gd name="connsiteX51" fmla="*/ 834161 w 943872"/>
                  <a:gd name="connsiteY51" fmla="*/ 514602 h 1308708"/>
                  <a:gd name="connsiteX52" fmla="*/ 829807 w 943872"/>
                  <a:gd name="connsiteY52" fmla="*/ 517214 h 1308708"/>
                  <a:gd name="connsiteX53" fmla="*/ 825453 w 943872"/>
                  <a:gd name="connsiteY53" fmla="*/ 525922 h 1308708"/>
                  <a:gd name="connsiteX54" fmla="*/ 823712 w 943872"/>
                  <a:gd name="connsiteY54" fmla="*/ 558139 h 1308708"/>
                  <a:gd name="connsiteX55" fmla="*/ 811522 w 943872"/>
                  <a:gd name="connsiteY55" fmla="*/ 615607 h 1308708"/>
                  <a:gd name="connsiteX56" fmla="*/ 809780 w 943872"/>
                  <a:gd name="connsiteY56" fmla="*/ 642599 h 1308708"/>
                  <a:gd name="connsiteX57" fmla="*/ 796719 w 943872"/>
                  <a:gd name="connsiteY57" fmla="*/ 664368 h 1308708"/>
                  <a:gd name="connsiteX58" fmla="*/ 736639 w 943872"/>
                  <a:gd name="connsiteY58" fmla="*/ 671334 h 1308708"/>
                  <a:gd name="connsiteX59" fmla="*/ 718353 w 943872"/>
                  <a:gd name="connsiteY59" fmla="*/ 674817 h 1308708"/>
                  <a:gd name="connsiteX60" fmla="*/ 711387 w 943872"/>
                  <a:gd name="connsiteY60" fmla="*/ 677429 h 1308708"/>
                  <a:gd name="connsiteX61" fmla="*/ 705292 w 943872"/>
                  <a:gd name="connsiteY61" fmla="*/ 681782 h 1308708"/>
                  <a:gd name="connsiteX62" fmla="*/ 689619 w 943872"/>
                  <a:gd name="connsiteY62" fmla="*/ 697456 h 1308708"/>
                  <a:gd name="connsiteX63" fmla="*/ 680041 w 943872"/>
                  <a:gd name="connsiteY63" fmla="*/ 711387 h 1308708"/>
                  <a:gd name="connsiteX64" fmla="*/ 676558 w 943872"/>
                  <a:gd name="connsiteY64" fmla="*/ 718353 h 1308708"/>
                  <a:gd name="connsiteX65" fmla="*/ 675687 w 943872"/>
                  <a:gd name="connsiteY65" fmla="*/ 726190 h 1308708"/>
                  <a:gd name="connsiteX66" fmla="*/ 675687 w 943872"/>
                  <a:gd name="connsiteY66" fmla="*/ 733155 h 1308708"/>
                  <a:gd name="connsiteX67" fmla="*/ 676558 w 943872"/>
                  <a:gd name="connsiteY67" fmla="*/ 742734 h 1308708"/>
                  <a:gd name="connsiteX68" fmla="*/ 678300 w 943872"/>
                  <a:gd name="connsiteY68" fmla="*/ 751441 h 1308708"/>
                  <a:gd name="connsiteX69" fmla="*/ 680912 w 943872"/>
                  <a:gd name="connsiteY69" fmla="*/ 760148 h 1308708"/>
                  <a:gd name="connsiteX70" fmla="*/ 687007 w 943872"/>
                  <a:gd name="connsiteY70" fmla="*/ 769726 h 1308708"/>
                  <a:gd name="connsiteX71" fmla="*/ 697456 w 943872"/>
                  <a:gd name="connsiteY71" fmla="*/ 784529 h 1308708"/>
                  <a:gd name="connsiteX72" fmla="*/ 727060 w 943872"/>
                  <a:gd name="connsiteY72" fmla="*/ 812392 h 1308708"/>
                  <a:gd name="connsiteX73" fmla="*/ 730543 w 943872"/>
                  <a:gd name="connsiteY73" fmla="*/ 823712 h 1308708"/>
                  <a:gd name="connsiteX74" fmla="*/ 723578 w 943872"/>
                  <a:gd name="connsiteY74" fmla="*/ 837643 h 1308708"/>
                  <a:gd name="connsiteX75" fmla="*/ 718353 w 943872"/>
                  <a:gd name="connsiteY75" fmla="*/ 853316 h 1308708"/>
                  <a:gd name="connsiteX76" fmla="*/ 719224 w 943872"/>
                  <a:gd name="connsiteY76" fmla="*/ 878568 h 1308708"/>
                  <a:gd name="connsiteX77" fmla="*/ 714870 w 943872"/>
                  <a:gd name="connsiteY77" fmla="*/ 891629 h 1308708"/>
                  <a:gd name="connsiteX78" fmla="*/ 696585 w 943872"/>
                  <a:gd name="connsiteY78" fmla="*/ 928199 h 1308708"/>
                  <a:gd name="connsiteX79" fmla="*/ 690490 w 943872"/>
                  <a:gd name="connsiteY79" fmla="*/ 936907 h 1308708"/>
                  <a:gd name="connsiteX80" fmla="*/ 682653 w 943872"/>
                  <a:gd name="connsiteY80" fmla="*/ 945614 h 1308708"/>
                  <a:gd name="connsiteX81" fmla="*/ 636505 w 943872"/>
                  <a:gd name="connsiteY81" fmla="*/ 981314 h 1308708"/>
                  <a:gd name="connsiteX82" fmla="*/ 580778 w 943872"/>
                  <a:gd name="connsiteY82" fmla="*/ 1010919 h 1308708"/>
                  <a:gd name="connsiteX83" fmla="*/ 572941 w 943872"/>
                  <a:gd name="connsiteY83" fmla="*/ 1025721 h 1308708"/>
                  <a:gd name="connsiteX84" fmla="*/ 525922 w 943872"/>
                  <a:gd name="connsiteY84" fmla="*/ 1127597 h 1308708"/>
                  <a:gd name="connsiteX85" fmla="*/ 522439 w 943872"/>
                  <a:gd name="connsiteY85" fmla="*/ 1139787 h 1308708"/>
                  <a:gd name="connsiteX86" fmla="*/ 518085 w 943872"/>
                  <a:gd name="connsiteY86" fmla="*/ 1158072 h 1308708"/>
                  <a:gd name="connsiteX87" fmla="*/ 512861 w 943872"/>
                  <a:gd name="connsiteY87" fmla="*/ 1168521 h 1308708"/>
                  <a:gd name="connsiteX88" fmla="*/ 508507 w 943872"/>
                  <a:gd name="connsiteY88" fmla="*/ 1174616 h 1308708"/>
                  <a:gd name="connsiteX89" fmla="*/ 495446 w 943872"/>
                  <a:gd name="connsiteY89" fmla="*/ 1186806 h 1308708"/>
                  <a:gd name="connsiteX90" fmla="*/ 491963 w 943872"/>
                  <a:gd name="connsiteY90" fmla="*/ 1197255 h 1308708"/>
                  <a:gd name="connsiteX91" fmla="*/ 491963 w 943872"/>
                  <a:gd name="connsiteY91" fmla="*/ 1209445 h 1308708"/>
                  <a:gd name="connsiteX92" fmla="*/ 509378 w 943872"/>
                  <a:gd name="connsiteY92" fmla="*/ 1255594 h 1308708"/>
                  <a:gd name="connsiteX93" fmla="*/ 511119 w 943872"/>
                  <a:gd name="connsiteY93" fmla="*/ 1265172 h 1308708"/>
                  <a:gd name="connsiteX94" fmla="*/ 511119 w 943872"/>
                  <a:gd name="connsiteY94" fmla="*/ 1272138 h 1308708"/>
                  <a:gd name="connsiteX95" fmla="*/ 410114 w 943872"/>
                  <a:gd name="connsiteY95" fmla="*/ 1263431 h 1308708"/>
                  <a:gd name="connsiteX96" fmla="*/ 274280 w 943872"/>
                  <a:gd name="connsiteY96" fmla="*/ 1273879 h 1308708"/>
                  <a:gd name="connsiteX97" fmla="*/ 195044 w 943872"/>
                  <a:gd name="connsiteY97" fmla="*/ 1299131 h 1308708"/>
                  <a:gd name="connsiteX98" fmla="*/ 174146 w 943872"/>
                  <a:gd name="connsiteY98" fmla="*/ 1308709 h 1308708"/>
                  <a:gd name="connsiteX99" fmla="*/ 130610 w 943872"/>
                  <a:gd name="connsiteY99" fmla="*/ 1131080 h 1308708"/>
                  <a:gd name="connsiteX100" fmla="*/ 121902 w 943872"/>
                  <a:gd name="connsiteY100" fmla="*/ 1108441 h 1308708"/>
                  <a:gd name="connsiteX101" fmla="*/ 109712 w 943872"/>
                  <a:gd name="connsiteY101" fmla="*/ 1081448 h 1308708"/>
                  <a:gd name="connsiteX102" fmla="*/ 106229 w 943872"/>
                  <a:gd name="connsiteY102" fmla="*/ 1071870 h 1308708"/>
                  <a:gd name="connsiteX103" fmla="*/ 105359 w 943872"/>
                  <a:gd name="connsiteY103" fmla="*/ 1064904 h 1308708"/>
                  <a:gd name="connsiteX104" fmla="*/ 107100 w 943872"/>
                  <a:gd name="connsiteY104" fmla="*/ 1055326 h 1308708"/>
                  <a:gd name="connsiteX105" fmla="*/ 117549 w 943872"/>
                  <a:gd name="connsiteY105" fmla="*/ 1029204 h 1308708"/>
                  <a:gd name="connsiteX106" fmla="*/ 123644 w 943872"/>
                  <a:gd name="connsiteY106" fmla="*/ 1007436 h 1308708"/>
                  <a:gd name="connsiteX107" fmla="*/ 118419 w 943872"/>
                  <a:gd name="connsiteY107" fmla="*/ 996987 h 1308708"/>
                  <a:gd name="connsiteX108" fmla="*/ 94039 w 943872"/>
                  <a:gd name="connsiteY108" fmla="*/ 981314 h 1308708"/>
                  <a:gd name="connsiteX109" fmla="*/ 83590 w 943872"/>
                  <a:gd name="connsiteY109" fmla="*/ 972606 h 1308708"/>
                  <a:gd name="connsiteX110" fmla="*/ 66176 w 943872"/>
                  <a:gd name="connsiteY110" fmla="*/ 962158 h 1308708"/>
                  <a:gd name="connsiteX111" fmla="*/ 33088 w 943872"/>
                  <a:gd name="connsiteY111" fmla="*/ 950838 h 1308708"/>
                  <a:gd name="connsiteX112" fmla="*/ 26122 w 943872"/>
                  <a:gd name="connsiteY112" fmla="*/ 946485 h 1308708"/>
                  <a:gd name="connsiteX113" fmla="*/ 20897 w 943872"/>
                  <a:gd name="connsiteY113" fmla="*/ 940390 h 1308708"/>
                  <a:gd name="connsiteX114" fmla="*/ 17415 w 943872"/>
                  <a:gd name="connsiteY114" fmla="*/ 933424 h 1308708"/>
                  <a:gd name="connsiteX115" fmla="*/ 14803 w 943872"/>
                  <a:gd name="connsiteY115" fmla="*/ 924716 h 1308708"/>
                  <a:gd name="connsiteX116" fmla="*/ 10449 w 943872"/>
                  <a:gd name="connsiteY116" fmla="*/ 907302 h 1308708"/>
                  <a:gd name="connsiteX117" fmla="*/ 8707 w 943872"/>
                  <a:gd name="connsiteY117" fmla="*/ 892499 h 1308708"/>
                  <a:gd name="connsiteX118" fmla="*/ 5224 w 943872"/>
                  <a:gd name="connsiteY118" fmla="*/ 852446 h 1308708"/>
                  <a:gd name="connsiteX119" fmla="*/ 3483 w 943872"/>
                  <a:gd name="connsiteY119" fmla="*/ 840256 h 1308708"/>
                  <a:gd name="connsiteX120" fmla="*/ 4354 w 943872"/>
                  <a:gd name="connsiteY120" fmla="*/ 828065 h 1308708"/>
                  <a:gd name="connsiteX121" fmla="*/ 3483 w 943872"/>
                  <a:gd name="connsiteY121" fmla="*/ 820229 h 1308708"/>
                  <a:gd name="connsiteX122" fmla="*/ 0 w 943872"/>
                  <a:gd name="connsiteY122" fmla="*/ 800202 h 1308708"/>
                  <a:gd name="connsiteX123" fmla="*/ 0 w 943872"/>
                  <a:gd name="connsiteY123" fmla="*/ 792365 h 1308708"/>
                  <a:gd name="connsiteX124" fmla="*/ 1742 w 943872"/>
                  <a:gd name="connsiteY124" fmla="*/ 786270 h 1308708"/>
                  <a:gd name="connsiteX125" fmla="*/ 4354 w 943872"/>
                  <a:gd name="connsiteY125" fmla="*/ 781046 h 1308708"/>
                  <a:gd name="connsiteX126" fmla="*/ 20027 w 943872"/>
                  <a:gd name="connsiteY126" fmla="*/ 767114 h 1308708"/>
                  <a:gd name="connsiteX127" fmla="*/ 32217 w 943872"/>
                  <a:gd name="connsiteY127" fmla="*/ 748829 h 1308708"/>
                  <a:gd name="connsiteX128" fmla="*/ 42666 w 943872"/>
                  <a:gd name="connsiteY128" fmla="*/ 724448 h 1308708"/>
                  <a:gd name="connsiteX129" fmla="*/ 42666 w 943872"/>
                  <a:gd name="connsiteY129" fmla="*/ 714870 h 1308708"/>
                  <a:gd name="connsiteX130" fmla="*/ 42666 w 943872"/>
                  <a:gd name="connsiteY130" fmla="*/ 694843 h 1308708"/>
                  <a:gd name="connsiteX131" fmla="*/ 53985 w 943872"/>
                  <a:gd name="connsiteY131" fmla="*/ 653048 h 1308708"/>
                  <a:gd name="connsiteX132" fmla="*/ 54856 w 943872"/>
                  <a:gd name="connsiteY132" fmla="*/ 638246 h 1308708"/>
                  <a:gd name="connsiteX133" fmla="*/ 53115 w 943872"/>
                  <a:gd name="connsiteY133" fmla="*/ 625185 h 1308708"/>
                  <a:gd name="connsiteX134" fmla="*/ 49632 w 943872"/>
                  <a:gd name="connsiteY134" fmla="*/ 605158 h 1308708"/>
                  <a:gd name="connsiteX135" fmla="*/ 48761 w 943872"/>
                  <a:gd name="connsiteY135" fmla="*/ 572070 h 1308708"/>
                  <a:gd name="connsiteX136" fmla="*/ 51373 w 943872"/>
                  <a:gd name="connsiteY136" fmla="*/ 562492 h 1308708"/>
                  <a:gd name="connsiteX137" fmla="*/ 54856 w 943872"/>
                  <a:gd name="connsiteY137" fmla="*/ 552914 h 1308708"/>
                  <a:gd name="connsiteX138" fmla="*/ 58339 w 943872"/>
                  <a:gd name="connsiteY138" fmla="*/ 545078 h 1308708"/>
                  <a:gd name="connsiteX139" fmla="*/ 63564 w 943872"/>
                  <a:gd name="connsiteY139" fmla="*/ 538112 h 1308708"/>
                  <a:gd name="connsiteX140" fmla="*/ 68788 w 943872"/>
                  <a:gd name="connsiteY140" fmla="*/ 533758 h 1308708"/>
                  <a:gd name="connsiteX141" fmla="*/ 83590 w 943872"/>
                  <a:gd name="connsiteY141" fmla="*/ 527663 h 1308708"/>
                  <a:gd name="connsiteX142" fmla="*/ 91427 w 943872"/>
                  <a:gd name="connsiteY142" fmla="*/ 523309 h 1308708"/>
                  <a:gd name="connsiteX143" fmla="*/ 98393 w 943872"/>
                  <a:gd name="connsiteY143" fmla="*/ 518085 h 1308708"/>
                  <a:gd name="connsiteX144" fmla="*/ 103617 w 943872"/>
                  <a:gd name="connsiteY144" fmla="*/ 511119 h 1308708"/>
                  <a:gd name="connsiteX145" fmla="*/ 105359 w 943872"/>
                  <a:gd name="connsiteY145" fmla="*/ 505895 h 1308708"/>
                  <a:gd name="connsiteX146" fmla="*/ 107100 w 943872"/>
                  <a:gd name="connsiteY146" fmla="*/ 498929 h 1308708"/>
                  <a:gd name="connsiteX147" fmla="*/ 107100 w 943872"/>
                  <a:gd name="connsiteY147" fmla="*/ 483256 h 1308708"/>
                  <a:gd name="connsiteX148" fmla="*/ 105359 w 943872"/>
                  <a:gd name="connsiteY148" fmla="*/ 463229 h 1308708"/>
                  <a:gd name="connsiteX149" fmla="*/ 102746 w 943872"/>
                  <a:gd name="connsiteY149" fmla="*/ 454521 h 1308708"/>
                  <a:gd name="connsiteX150" fmla="*/ 99263 w 943872"/>
                  <a:gd name="connsiteY150" fmla="*/ 447556 h 1308708"/>
                  <a:gd name="connsiteX151" fmla="*/ 94910 w 943872"/>
                  <a:gd name="connsiteY151" fmla="*/ 443202 h 1308708"/>
                  <a:gd name="connsiteX152" fmla="*/ 92298 w 943872"/>
                  <a:gd name="connsiteY152" fmla="*/ 436236 h 1308708"/>
                  <a:gd name="connsiteX153" fmla="*/ 96651 w 943872"/>
                  <a:gd name="connsiteY153" fmla="*/ 425787 h 1308708"/>
                  <a:gd name="connsiteX154" fmla="*/ 120161 w 943872"/>
                  <a:gd name="connsiteY154" fmla="*/ 395312 h 1308708"/>
                  <a:gd name="connsiteX155" fmla="*/ 121902 w 943872"/>
                  <a:gd name="connsiteY155" fmla="*/ 388346 h 1308708"/>
                  <a:gd name="connsiteX156" fmla="*/ 120161 w 943872"/>
                  <a:gd name="connsiteY156" fmla="*/ 382251 h 1308708"/>
                  <a:gd name="connsiteX157" fmla="*/ 116678 w 943872"/>
                  <a:gd name="connsiteY157" fmla="*/ 377026 h 1308708"/>
                  <a:gd name="connsiteX158" fmla="*/ 114066 w 943872"/>
                  <a:gd name="connsiteY158" fmla="*/ 370061 h 1308708"/>
                  <a:gd name="connsiteX159" fmla="*/ 113195 w 943872"/>
                  <a:gd name="connsiteY159" fmla="*/ 363095 h 1308708"/>
                  <a:gd name="connsiteX160" fmla="*/ 110583 w 943872"/>
                  <a:gd name="connsiteY160" fmla="*/ 331749 h 1308708"/>
                  <a:gd name="connsiteX161" fmla="*/ 85332 w 943872"/>
                  <a:gd name="connsiteY161" fmla="*/ 299531 h 1308708"/>
                  <a:gd name="connsiteX162" fmla="*/ 54856 w 943872"/>
                  <a:gd name="connsiteY162" fmla="*/ 269927 h 1308708"/>
                  <a:gd name="connsiteX163" fmla="*/ 51373 w 943872"/>
                  <a:gd name="connsiteY163" fmla="*/ 264702 h 1308708"/>
                  <a:gd name="connsiteX164" fmla="*/ 41795 w 943872"/>
                  <a:gd name="connsiteY164" fmla="*/ 243805 h 1308708"/>
                  <a:gd name="connsiteX165" fmla="*/ 187207 w 943872"/>
                  <a:gd name="connsiteY165" fmla="*/ 211588 h 1308708"/>
                  <a:gd name="connsiteX166" fmla="*/ 199397 w 943872"/>
                  <a:gd name="connsiteY166" fmla="*/ 202880 h 1308708"/>
                  <a:gd name="connsiteX167" fmla="*/ 206363 w 943872"/>
                  <a:gd name="connsiteY167" fmla="*/ 194173 h 1308708"/>
                  <a:gd name="connsiteX168" fmla="*/ 225519 w 943872"/>
                  <a:gd name="connsiteY168" fmla="*/ 180241 h 1308708"/>
                  <a:gd name="connsiteX169" fmla="*/ 282117 w 943872"/>
                  <a:gd name="connsiteY169" fmla="*/ 164568 h 1308708"/>
                  <a:gd name="connsiteX170" fmla="*/ 313463 w 943872"/>
                  <a:gd name="connsiteY170" fmla="*/ 150636 h 1308708"/>
                  <a:gd name="connsiteX171" fmla="*/ 321300 w 943872"/>
                  <a:gd name="connsiteY171" fmla="*/ 149766 h 1308708"/>
                  <a:gd name="connsiteX172" fmla="*/ 327395 w 943872"/>
                  <a:gd name="connsiteY172" fmla="*/ 152378 h 1308708"/>
                  <a:gd name="connsiteX173" fmla="*/ 334361 w 943872"/>
                  <a:gd name="connsiteY173" fmla="*/ 159344 h 1308708"/>
                  <a:gd name="connsiteX174" fmla="*/ 345680 w 943872"/>
                  <a:gd name="connsiteY174" fmla="*/ 175888 h 1308708"/>
                  <a:gd name="connsiteX175" fmla="*/ 350905 w 943872"/>
                  <a:gd name="connsiteY175" fmla="*/ 181983 h 1308708"/>
                  <a:gd name="connsiteX176" fmla="*/ 357000 w 943872"/>
                  <a:gd name="connsiteY176" fmla="*/ 187207 h 1308708"/>
                  <a:gd name="connsiteX177" fmla="*/ 364836 w 943872"/>
                  <a:gd name="connsiteY177" fmla="*/ 188949 h 1308708"/>
                  <a:gd name="connsiteX178" fmla="*/ 378768 w 943872"/>
                  <a:gd name="connsiteY178" fmla="*/ 182854 h 1308708"/>
                  <a:gd name="connsiteX179" fmla="*/ 383122 w 943872"/>
                  <a:gd name="connsiteY179" fmla="*/ 160214 h 1308708"/>
                  <a:gd name="connsiteX180" fmla="*/ 383992 w 943872"/>
                  <a:gd name="connsiteY180" fmla="*/ 141058 h 1308708"/>
                  <a:gd name="connsiteX181" fmla="*/ 387475 w 943872"/>
                  <a:gd name="connsiteY181" fmla="*/ 133222 h 1308708"/>
                  <a:gd name="connsiteX182" fmla="*/ 390088 w 943872"/>
                  <a:gd name="connsiteY182" fmla="*/ 127127 h 1308708"/>
                  <a:gd name="connsiteX183" fmla="*/ 410985 w 943872"/>
                  <a:gd name="connsiteY183" fmla="*/ 113195 h 1308708"/>
                  <a:gd name="connsiteX184" fmla="*/ 422305 w 943872"/>
                  <a:gd name="connsiteY184" fmla="*/ 94910 h 1308708"/>
                  <a:gd name="connsiteX185" fmla="*/ 437978 w 943872"/>
                  <a:gd name="connsiteY185" fmla="*/ 58339 h 1308708"/>
                  <a:gd name="connsiteX186" fmla="*/ 438848 w 943872"/>
                  <a:gd name="connsiteY186" fmla="*/ 47019 h 1308708"/>
                  <a:gd name="connsiteX187" fmla="*/ 434495 w 943872"/>
                  <a:gd name="connsiteY187" fmla="*/ 42666 h 1308708"/>
                  <a:gd name="connsiteX188" fmla="*/ 423175 w 943872"/>
                  <a:gd name="connsiteY188" fmla="*/ 37441 h 1308708"/>
                  <a:gd name="connsiteX189" fmla="*/ 418822 w 943872"/>
                  <a:gd name="connsiteY189" fmla="*/ 32217 h 1308708"/>
                  <a:gd name="connsiteX190" fmla="*/ 415339 w 943872"/>
                  <a:gd name="connsiteY190" fmla="*/ 26122 h 1308708"/>
                  <a:gd name="connsiteX191" fmla="*/ 412727 w 943872"/>
                  <a:gd name="connsiteY191" fmla="*/ 18285 h 1308708"/>
                  <a:gd name="connsiteX192" fmla="*/ 410985 w 943872"/>
                  <a:gd name="connsiteY192" fmla="*/ 9578 h 1308708"/>
                  <a:gd name="connsiteX193" fmla="*/ 413597 w 943872"/>
                  <a:gd name="connsiteY193" fmla="*/ 3483 h 1308708"/>
                  <a:gd name="connsiteX194" fmla="*/ 417951 w 943872"/>
                  <a:gd name="connsiteY194" fmla="*/ 0 h 1308708"/>
                  <a:gd name="connsiteX195" fmla="*/ 428400 w 943872"/>
                  <a:gd name="connsiteY195" fmla="*/ 1741 h 1308708"/>
                  <a:gd name="connsiteX196" fmla="*/ 451039 w 943872"/>
                  <a:gd name="connsiteY196" fmla="*/ 14802 h 1308708"/>
                  <a:gd name="connsiteX197" fmla="*/ 465841 w 943872"/>
                  <a:gd name="connsiteY197" fmla="*/ 14802 h 1308708"/>
                  <a:gd name="connsiteX198" fmla="*/ 472807 w 943872"/>
                  <a:gd name="connsiteY198" fmla="*/ 15673 h 1308708"/>
                  <a:gd name="connsiteX199" fmla="*/ 518956 w 943872"/>
                  <a:gd name="connsiteY199" fmla="*/ 33088 h 1308708"/>
                  <a:gd name="connsiteX200" fmla="*/ 526792 w 943872"/>
                  <a:gd name="connsiteY200" fmla="*/ 40924 h 1308708"/>
                  <a:gd name="connsiteX201" fmla="*/ 532017 w 943872"/>
                  <a:gd name="connsiteY201" fmla="*/ 49632 h 1308708"/>
                  <a:gd name="connsiteX202" fmla="*/ 546819 w 943872"/>
                  <a:gd name="connsiteY202" fmla="*/ 81849 h 1308708"/>
                  <a:gd name="connsiteX203" fmla="*/ 552914 w 943872"/>
                  <a:gd name="connsiteY203" fmla="*/ 86202 h 1308708"/>
                  <a:gd name="connsiteX204" fmla="*/ 562492 w 943872"/>
                  <a:gd name="connsiteY204" fmla="*/ 90556 h 1308708"/>
                  <a:gd name="connsiteX205" fmla="*/ 610383 w 943872"/>
                  <a:gd name="connsiteY205" fmla="*/ 95780 h 1308708"/>
                  <a:gd name="connsiteX206" fmla="*/ 653048 w 943872"/>
                  <a:gd name="connsiteY206" fmla="*/ 94039 h 1308708"/>
                  <a:gd name="connsiteX207" fmla="*/ 665239 w 943872"/>
                  <a:gd name="connsiteY207" fmla="*/ 90556 h 1308708"/>
                  <a:gd name="connsiteX208" fmla="*/ 693973 w 943872"/>
                  <a:gd name="connsiteY208" fmla="*/ 73141 h 130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943872" h="1308708">
                    <a:moveTo>
                      <a:pt x="693973" y="73141"/>
                    </a:moveTo>
                    <a:lnTo>
                      <a:pt x="714000" y="68788"/>
                    </a:lnTo>
                    <a:lnTo>
                      <a:pt x="722707" y="67046"/>
                    </a:lnTo>
                    <a:lnTo>
                      <a:pt x="729673" y="67917"/>
                    </a:lnTo>
                    <a:lnTo>
                      <a:pt x="738380" y="69658"/>
                    </a:lnTo>
                    <a:lnTo>
                      <a:pt x="744475" y="69658"/>
                    </a:lnTo>
                    <a:lnTo>
                      <a:pt x="767985" y="67046"/>
                    </a:lnTo>
                    <a:lnTo>
                      <a:pt x="801073" y="60080"/>
                    </a:lnTo>
                    <a:lnTo>
                      <a:pt x="821100" y="53985"/>
                    </a:lnTo>
                    <a:lnTo>
                      <a:pt x="820229" y="67046"/>
                    </a:lnTo>
                    <a:lnTo>
                      <a:pt x="821100" y="77495"/>
                    </a:lnTo>
                    <a:lnTo>
                      <a:pt x="824582" y="101005"/>
                    </a:lnTo>
                    <a:lnTo>
                      <a:pt x="828936" y="113195"/>
                    </a:lnTo>
                    <a:lnTo>
                      <a:pt x="832419" y="118419"/>
                    </a:lnTo>
                    <a:lnTo>
                      <a:pt x="842868" y="129739"/>
                    </a:lnTo>
                    <a:lnTo>
                      <a:pt x="859411" y="144541"/>
                    </a:lnTo>
                    <a:lnTo>
                      <a:pt x="869860" y="155861"/>
                    </a:lnTo>
                    <a:lnTo>
                      <a:pt x="872472" y="161085"/>
                    </a:lnTo>
                    <a:lnTo>
                      <a:pt x="876826" y="173275"/>
                    </a:lnTo>
                    <a:lnTo>
                      <a:pt x="877697" y="181983"/>
                    </a:lnTo>
                    <a:lnTo>
                      <a:pt x="876826" y="192431"/>
                    </a:lnTo>
                    <a:lnTo>
                      <a:pt x="874214" y="209846"/>
                    </a:lnTo>
                    <a:lnTo>
                      <a:pt x="867248" y="210717"/>
                    </a:lnTo>
                    <a:lnTo>
                      <a:pt x="862024" y="213329"/>
                    </a:lnTo>
                    <a:lnTo>
                      <a:pt x="855929" y="218553"/>
                    </a:lnTo>
                    <a:lnTo>
                      <a:pt x="844609" y="230744"/>
                    </a:lnTo>
                    <a:lnTo>
                      <a:pt x="855058" y="243805"/>
                    </a:lnTo>
                    <a:lnTo>
                      <a:pt x="863765" y="256866"/>
                    </a:lnTo>
                    <a:lnTo>
                      <a:pt x="868119" y="262961"/>
                    </a:lnTo>
                    <a:lnTo>
                      <a:pt x="874214" y="276022"/>
                    </a:lnTo>
                    <a:lnTo>
                      <a:pt x="881180" y="286470"/>
                    </a:lnTo>
                    <a:lnTo>
                      <a:pt x="883792" y="293436"/>
                    </a:lnTo>
                    <a:lnTo>
                      <a:pt x="886404" y="301273"/>
                    </a:lnTo>
                    <a:lnTo>
                      <a:pt x="887275" y="308239"/>
                    </a:lnTo>
                    <a:lnTo>
                      <a:pt x="887275" y="345680"/>
                    </a:lnTo>
                    <a:lnTo>
                      <a:pt x="888146" y="352646"/>
                    </a:lnTo>
                    <a:lnTo>
                      <a:pt x="890758" y="358741"/>
                    </a:lnTo>
                    <a:lnTo>
                      <a:pt x="897724" y="365707"/>
                    </a:lnTo>
                    <a:lnTo>
                      <a:pt x="932553" y="390087"/>
                    </a:lnTo>
                    <a:lnTo>
                      <a:pt x="943872" y="400536"/>
                    </a:lnTo>
                    <a:lnTo>
                      <a:pt x="929941" y="416209"/>
                    </a:lnTo>
                    <a:lnTo>
                      <a:pt x="928199" y="422305"/>
                    </a:lnTo>
                    <a:lnTo>
                      <a:pt x="926458" y="431012"/>
                    </a:lnTo>
                    <a:lnTo>
                      <a:pt x="925587" y="450168"/>
                    </a:lnTo>
                    <a:lnTo>
                      <a:pt x="923846" y="458875"/>
                    </a:lnTo>
                    <a:lnTo>
                      <a:pt x="907302" y="479773"/>
                    </a:lnTo>
                    <a:lnTo>
                      <a:pt x="903819" y="488480"/>
                    </a:lnTo>
                    <a:lnTo>
                      <a:pt x="900336" y="495446"/>
                    </a:lnTo>
                    <a:lnTo>
                      <a:pt x="894241" y="502412"/>
                    </a:lnTo>
                    <a:lnTo>
                      <a:pt x="876826" y="509378"/>
                    </a:lnTo>
                    <a:lnTo>
                      <a:pt x="841997" y="511990"/>
                    </a:lnTo>
                    <a:lnTo>
                      <a:pt x="834161" y="514602"/>
                    </a:lnTo>
                    <a:lnTo>
                      <a:pt x="829807" y="517214"/>
                    </a:lnTo>
                    <a:lnTo>
                      <a:pt x="825453" y="525922"/>
                    </a:lnTo>
                    <a:lnTo>
                      <a:pt x="823712" y="558139"/>
                    </a:lnTo>
                    <a:lnTo>
                      <a:pt x="811522" y="615607"/>
                    </a:lnTo>
                    <a:lnTo>
                      <a:pt x="809780" y="642599"/>
                    </a:lnTo>
                    <a:lnTo>
                      <a:pt x="796719" y="664368"/>
                    </a:lnTo>
                    <a:lnTo>
                      <a:pt x="736639" y="671334"/>
                    </a:lnTo>
                    <a:lnTo>
                      <a:pt x="718353" y="674817"/>
                    </a:lnTo>
                    <a:lnTo>
                      <a:pt x="711387" y="677429"/>
                    </a:lnTo>
                    <a:lnTo>
                      <a:pt x="705292" y="681782"/>
                    </a:lnTo>
                    <a:lnTo>
                      <a:pt x="689619" y="697456"/>
                    </a:lnTo>
                    <a:lnTo>
                      <a:pt x="680041" y="711387"/>
                    </a:lnTo>
                    <a:lnTo>
                      <a:pt x="676558" y="718353"/>
                    </a:lnTo>
                    <a:lnTo>
                      <a:pt x="675687" y="726190"/>
                    </a:lnTo>
                    <a:lnTo>
                      <a:pt x="675687" y="733155"/>
                    </a:lnTo>
                    <a:lnTo>
                      <a:pt x="676558" y="742734"/>
                    </a:lnTo>
                    <a:lnTo>
                      <a:pt x="678300" y="751441"/>
                    </a:lnTo>
                    <a:lnTo>
                      <a:pt x="680912" y="760148"/>
                    </a:lnTo>
                    <a:lnTo>
                      <a:pt x="687007" y="769726"/>
                    </a:lnTo>
                    <a:lnTo>
                      <a:pt x="697456" y="784529"/>
                    </a:lnTo>
                    <a:lnTo>
                      <a:pt x="727060" y="812392"/>
                    </a:lnTo>
                    <a:lnTo>
                      <a:pt x="730543" y="823712"/>
                    </a:lnTo>
                    <a:lnTo>
                      <a:pt x="723578" y="837643"/>
                    </a:lnTo>
                    <a:lnTo>
                      <a:pt x="718353" y="853316"/>
                    </a:lnTo>
                    <a:lnTo>
                      <a:pt x="719224" y="878568"/>
                    </a:lnTo>
                    <a:lnTo>
                      <a:pt x="714870" y="891629"/>
                    </a:lnTo>
                    <a:lnTo>
                      <a:pt x="696585" y="928199"/>
                    </a:lnTo>
                    <a:lnTo>
                      <a:pt x="690490" y="936907"/>
                    </a:lnTo>
                    <a:lnTo>
                      <a:pt x="682653" y="945614"/>
                    </a:lnTo>
                    <a:lnTo>
                      <a:pt x="636505" y="981314"/>
                    </a:lnTo>
                    <a:lnTo>
                      <a:pt x="580778" y="1010919"/>
                    </a:lnTo>
                    <a:lnTo>
                      <a:pt x="572941" y="1025721"/>
                    </a:lnTo>
                    <a:lnTo>
                      <a:pt x="525922" y="1127597"/>
                    </a:lnTo>
                    <a:lnTo>
                      <a:pt x="522439" y="1139787"/>
                    </a:lnTo>
                    <a:lnTo>
                      <a:pt x="518085" y="1158072"/>
                    </a:lnTo>
                    <a:lnTo>
                      <a:pt x="512861" y="1168521"/>
                    </a:lnTo>
                    <a:lnTo>
                      <a:pt x="508507" y="1174616"/>
                    </a:lnTo>
                    <a:lnTo>
                      <a:pt x="495446" y="1186806"/>
                    </a:lnTo>
                    <a:lnTo>
                      <a:pt x="491963" y="1197255"/>
                    </a:lnTo>
                    <a:lnTo>
                      <a:pt x="491963" y="1209445"/>
                    </a:lnTo>
                    <a:lnTo>
                      <a:pt x="509378" y="1255594"/>
                    </a:lnTo>
                    <a:lnTo>
                      <a:pt x="511119" y="1265172"/>
                    </a:lnTo>
                    <a:lnTo>
                      <a:pt x="511119" y="1272138"/>
                    </a:lnTo>
                    <a:lnTo>
                      <a:pt x="410114" y="1263431"/>
                    </a:lnTo>
                    <a:lnTo>
                      <a:pt x="274280" y="1273879"/>
                    </a:lnTo>
                    <a:lnTo>
                      <a:pt x="195044" y="1299131"/>
                    </a:lnTo>
                    <a:lnTo>
                      <a:pt x="174146" y="1308709"/>
                    </a:lnTo>
                    <a:lnTo>
                      <a:pt x="130610" y="1131080"/>
                    </a:lnTo>
                    <a:lnTo>
                      <a:pt x="121902" y="1108441"/>
                    </a:lnTo>
                    <a:lnTo>
                      <a:pt x="109712" y="1081448"/>
                    </a:lnTo>
                    <a:lnTo>
                      <a:pt x="106229" y="1071870"/>
                    </a:lnTo>
                    <a:lnTo>
                      <a:pt x="105359" y="1064904"/>
                    </a:lnTo>
                    <a:lnTo>
                      <a:pt x="107100" y="1055326"/>
                    </a:lnTo>
                    <a:lnTo>
                      <a:pt x="117549" y="1029204"/>
                    </a:lnTo>
                    <a:lnTo>
                      <a:pt x="123644" y="1007436"/>
                    </a:lnTo>
                    <a:lnTo>
                      <a:pt x="118419" y="996987"/>
                    </a:lnTo>
                    <a:lnTo>
                      <a:pt x="94039" y="981314"/>
                    </a:lnTo>
                    <a:lnTo>
                      <a:pt x="83590" y="972606"/>
                    </a:lnTo>
                    <a:lnTo>
                      <a:pt x="66176" y="962158"/>
                    </a:lnTo>
                    <a:lnTo>
                      <a:pt x="33088" y="950838"/>
                    </a:lnTo>
                    <a:lnTo>
                      <a:pt x="26122" y="946485"/>
                    </a:lnTo>
                    <a:lnTo>
                      <a:pt x="20897" y="940390"/>
                    </a:lnTo>
                    <a:lnTo>
                      <a:pt x="17415" y="933424"/>
                    </a:lnTo>
                    <a:lnTo>
                      <a:pt x="14803" y="924716"/>
                    </a:lnTo>
                    <a:lnTo>
                      <a:pt x="10449" y="907302"/>
                    </a:lnTo>
                    <a:lnTo>
                      <a:pt x="8707" y="892499"/>
                    </a:lnTo>
                    <a:lnTo>
                      <a:pt x="5224" y="852446"/>
                    </a:lnTo>
                    <a:lnTo>
                      <a:pt x="3483" y="840256"/>
                    </a:lnTo>
                    <a:lnTo>
                      <a:pt x="4354" y="828065"/>
                    </a:lnTo>
                    <a:lnTo>
                      <a:pt x="3483" y="820229"/>
                    </a:lnTo>
                    <a:lnTo>
                      <a:pt x="0" y="800202"/>
                    </a:lnTo>
                    <a:lnTo>
                      <a:pt x="0" y="792365"/>
                    </a:lnTo>
                    <a:lnTo>
                      <a:pt x="1742" y="786270"/>
                    </a:lnTo>
                    <a:lnTo>
                      <a:pt x="4354" y="781046"/>
                    </a:lnTo>
                    <a:lnTo>
                      <a:pt x="20027" y="767114"/>
                    </a:lnTo>
                    <a:lnTo>
                      <a:pt x="32217" y="748829"/>
                    </a:lnTo>
                    <a:lnTo>
                      <a:pt x="42666" y="724448"/>
                    </a:lnTo>
                    <a:lnTo>
                      <a:pt x="42666" y="714870"/>
                    </a:lnTo>
                    <a:lnTo>
                      <a:pt x="42666" y="694843"/>
                    </a:lnTo>
                    <a:lnTo>
                      <a:pt x="53985" y="653048"/>
                    </a:lnTo>
                    <a:lnTo>
                      <a:pt x="54856" y="638246"/>
                    </a:lnTo>
                    <a:lnTo>
                      <a:pt x="53115" y="625185"/>
                    </a:lnTo>
                    <a:lnTo>
                      <a:pt x="49632" y="605158"/>
                    </a:lnTo>
                    <a:lnTo>
                      <a:pt x="48761" y="572070"/>
                    </a:lnTo>
                    <a:lnTo>
                      <a:pt x="51373" y="562492"/>
                    </a:lnTo>
                    <a:lnTo>
                      <a:pt x="54856" y="552914"/>
                    </a:lnTo>
                    <a:lnTo>
                      <a:pt x="58339" y="545078"/>
                    </a:lnTo>
                    <a:lnTo>
                      <a:pt x="63564" y="538112"/>
                    </a:lnTo>
                    <a:lnTo>
                      <a:pt x="68788" y="533758"/>
                    </a:lnTo>
                    <a:lnTo>
                      <a:pt x="83590" y="527663"/>
                    </a:lnTo>
                    <a:lnTo>
                      <a:pt x="91427" y="523309"/>
                    </a:lnTo>
                    <a:lnTo>
                      <a:pt x="98393" y="518085"/>
                    </a:lnTo>
                    <a:lnTo>
                      <a:pt x="103617" y="511119"/>
                    </a:lnTo>
                    <a:lnTo>
                      <a:pt x="105359" y="505895"/>
                    </a:lnTo>
                    <a:lnTo>
                      <a:pt x="107100" y="498929"/>
                    </a:lnTo>
                    <a:lnTo>
                      <a:pt x="107100" y="483256"/>
                    </a:lnTo>
                    <a:lnTo>
                      <a:pt x="105359" y="463229"/>
                    </a:lnTo>
                    <a:lnTo>
                      <a:pt x="102746" y="454521"/>
                    </a:lnTo>
                    <a:lnTo>
                      <a:pt x="99263" y="447556"/>
                    </a:lnTo>
                    <a:lnTo>
                      <a:pt x="94910" y="443202"/>
                    </a:lnTo>
                    <a:lnTo>
                      <a:pt x="92298" y="436236"/>
                    </a:lnTo>
                    <a:lnTo>
                      <a:pt x="96651" y="425787"/>
                    </a:lnTo>
                    <a:lnTo>
                      <a:pt x="120161" y="395312"/>
                    </a:lnTo>
                    <a:lnTo>
                      <a:pt x="121902" y="388346"/>
                    </a:lnTo>
                    <a:lnTo>
                      <a:pt x="120161" y="382251"/>
                    </a:lnTo>
                    <a:lnTo>
                      <a:pt x="116678" y="377026"/>
                    </a:lnTo>
                    <a:lnTo>
                      <a:pt x="114066" y="370061"/>
                    </a:lnTo>
                    <a:lnTo>
                      <a:pt x="113195" y="363095"/>
                    </a:lnTo>
                    <a:lnTo>
                      <a:pt x="110583" y="331749"/>
                    </a:lnTo>
                    <a:lnTo>
                      <a:pt x="85332" y="299531"/>
                    </a:lnTo>
                    <a:lnTo>
                      <a:pt x="54856" y="269927"/>
                    </a:lnTo>
                    <a:lnTo>
                      <a:pt x="51373" y="264702"/>
                    </a:lnTo>
                    <a:lnTo>
                      <a:pt x="41795" y="243805"/>
                    </a:lnTo>
                    <a:lnTo>
                      <a:pt x="187207" y="211588"/>
                    </a:lnTo>
                    <a:lnTo>
                      <a:pt x="199397" y="202880"/>
                    </a:lnTo>
                    <a:lnTo>
                      <a:pt x="206363" y="194173"/>
                    </a:lnTo>
                    <a:lnTo>
                      <a:pt x="225519" y="180241"/>
                    </a:lnTo>
                    <a:lnTo>
                      <a:pt x="282117" y="164568"/>
                    </a:lnTo>
                    <a:lnTo>
                      <a:pt x="313463" y="150636"/>
                    </a:lnTo>
                    <a:lnTo>
                      <a:pt x="321300" y="149766"/>
                    </a:lnTo>
                    <a:lnTo>
                      <a:pt x="327395" y="152378"/>
                    </a:lnTo>
                    <a:lnTo>
                      <a:pt x="334361" y="159344"/>
                    </a:lnTo>
                    <a:lnTo>
                      <a:pt x="345680" y="175888"/>
                    </a:lnTo>
                    <a:lnTo>
                      <a:pt x="350905" y="181983"/>
                    </a:lnTo>
                    <a:lnTo>
                      <a:pt x="357000" y="187207"/>
                    </a:lnTo>
                    <a:lnTo>
                      <a:pt x="364836" y="188949"/>
                    </a:lnTo>
                    <a:lnTo>
                      <a:pt x="378768" y="182854"/>
                    </a:lnTo>
                    <a:lnTo>
                      <a:pt x="383122" y="160214"/>
                    </a:lnTo>
                    <a:lnTo>
                      <a:pt x="383992" y="141058"/>
                    </a:lnTo>
                    <a:lnTo>
                      <a:pt x="387475" y="133222"/>
                    </a:lnTo>
                    <a:lnTo>
                      <a:pt x="390088" y="127127"/>
                    </a:lnTo>
                    <a:lnTo>
                      <a:pt x="410985" y="113195"/>
                    </a:lnTo>
                    <a:lnTo>
                      <a:pt x="422305" y="94910"/>
                    </a:lnTo>
                    <a:lnTo>
                      <a:pt x="437978" y="58339"/>
                    </a:lnTo>
                    <a:lnTo>
                      <a:pt x="438848" y="47019"/>
                    </a:lnTo>
                    <a:lnTo>
                      <a:pt x="434495" y="42666"/>
                    </a:lnTo>
                    <a:lnTo>
                      <a:pt x="423175" y="37441"/>
                    </a:lnTo>
                    <a:lnTo>
                      <a:pt x="418822" y="32217"/>
                    </a:lnTo>
                    <a:lnTo>
                      <a:pt x="415339" y="26122"/>
                    </a:lnTo>
                    <a:lnTo>
                      <a:pt x="412727" y="18285"/>
                    </a:lnTo>
                    <a:lnTo>
                      <a:pt x="410985" y="9578"/>
                    </a:lnTo>
                    <a:lnTo>
                      <a:pt x="413597" y="3483"/>
                    </a:lnTo>
                    <a:lnTo>
                      <a:pt x="417951" y="0"/>
                    </a:lnTo>
                    <a:lnTo>
                      <a:pt x="428400" y="1741"/>
                    </a:lnTo>
                    <a:lnTo>
                      <a:pt x="451039" y="14802"/>
                    </a:lnTo>
                    <a:lnTo>
                      <a:pt x="465841" y="14802"/>
                    </a:lnTo>
                    <a:lnTo>
                      <a:pt x="472807" y="15673"/>
                    </a:lnTo>
                    <a:lnTo>
                      <a:pt x="518956" y="33088"/>
                    </a:lnTo>
                    <a:lnTo>
                      <a:pt x="526792" y="40924"/>
                    </a:lnTo>
                    <a:lnTo>
                      <a:pt x="532017" y="49632"/>
                    </a:lnTo>
                    <a:lnTo>
                      <a:pt x="546819" y="81849"/>
                    </a:lnTo>
                    <a:lnTo>
                      <a:pt x="552914" y="86202"/>
                    </a:lnTo>
                    <a:lnTo>
                      <a:pt x="562492" y="90556"/>
                    </a:lnTo>
                    <a:lnTo>
                      <a:pt x="610383" y="95780"/>
                    </a:lnTo>
                    <a:lnTo>
                      <a:pt x="653048" y="94039"/>
                    </a:lnTo>
                    <a:lnTo>
                      <a:pt x="665239" y="90556"/>
                    </a:lnTo>
                    <a:lnTo>
                      <a:pt x="693973" y="73141"/>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70" name="Freeform: Shape 69">
                <a:extLst>
                  <a:ext uri="{FF2B5EF4-FFF2-40B4-BE49-F238E27FC236}">
                    <a16:creationId xmlns:a16="http://schemas.microsoft.com/office/drawing/2014/main" id="{31A26CBD-A85A-8E33-BD16-828EA4DA972E}"/>
                  </a:ext>
                </a:extLst>
              </p:cNvPr>
              <p:cNvSpPr>
                <a:spLocks/>
              </p:cNvSpPr>
              <p:nvPr/>
            </p:nvSpPr>
            <p:spPr>
              <a:xfrm>
                <a:off x="8970519" y="2694690"/>
                <a:ext cx="269055" cy="305626"/>
              </a:xfrm>
              <a:custGeom>
                <a:avLst/>
                <a:gdLst>
                  <a:gd name="connsiteX0" fmla="*/ 141929 w 269055"/>
                  <a:gd name="connsiteY0" fmla="*/ 123644 h 305626"/>
                  <a:gd name="connsiteX1" fmla="*/ 150636 w 269055"/>
                  <a:gd name="connsiteY1" fmla="*/ 124515 h 305626"/>
                  <a:gd name="connsiteX2" fmla="*/ 156732 w 269055"/>
                  <a:gd name="connsiteY2" fmla="*/ 124515 h 305626"/>
                  <a:gd name="connsiteX3" fmla="*/ 162827 w 269055"/>
                  <a:gd name="connsiteY3" fmla="*/ 121902 h 305626"/>
                  <a:gd name="connsiteX4" fmla="*/ 172405 w 269055"/>
                  <a:gd name="connsiteY4" fmla="*/ 113195 h 305626"/>
                  <a:gd name="connsiteX5" fmla="*/ 178500 w 269055"/>
                  <a:gd name="connsiteY5" fmla="*/ 106229 h 305626"/>
                  <a:gd name="connsiteX6" fmla="*/ 188949 w 269055"/>
                  <a:gd name="connsiteY6" fmla="*/ 90556 h 305626"/>
                  <a:gd name="connsiteX7" fmla="*/ 220295 w 269055"/>
                  <a:gd name="connsiteY7" fmla="*/ 101876 h 305626"/>
                  <a:gd name="connsiteX8" fmla="*/ 228132 w 269055"/>
                  <a:gd name="connsiteY8" fmla="*/ 106229 h 305626"/>
                  <a:gd name="connsiteX9" fmla="*/ 236839 w 269055"/>
                  <a:gd name="connsiteY9" fmla="*/ 111454 h 305626"/>
                  <a:gd name="connsiteX10" fmla="*/ 247287 w 269055"/>
                  <a:gd name="connsiteY10" fmla="*/ 115807 h 305626"/>
                  <a:gd name="connsiteX11" fmla="*/ 251641 w 269055"/>
                  <a:gd name="connsiteY11" fmla="*/ 119290 h 305626"/>
                  <a:gd name="connsiteX12" fmla="*/ 258607 w 269055"/>
                  <a:gd name="connsiteY12" fmla="*/ 126256 h 305626"/>
                  <a:gd name="connsiteX13" fmla="*/ 262090 w 269055"/>
                  <a:gd name="connsiteY13" fmla="*/ 130610 h 305626"/>
                  <a:gd name="connsiteX14" fmla="*/ 265573 w 269055"/>
                  <a:gd name="connsiteY14" fmla="*/ 138446 h 305626"/>
                  <a:gd name="connsiteX15" fmla="*/ 267315 w 269055"/>
                  <a:gd name="connsiteY15" fmla="*/ 147154 h 305626"/>
                  <a:gd name="connsiteX16" fmla="*/ 269056 w 269055"/>
                  <a:gd name="connsiteY16" fmla="*/ 162827 h 305626"/>
                  <a:gd name="connsiteX17" fmla="*/ 267315 w 269055"/>
                  <a:gd name="connsiteY17" fmla="*/ 188949 h 305626"/>
                  <a:gd name="connsiteX18" fmla="*/ 264702 w 269055"/>
                  <a:gd name="connsiteY18" fmla="*/ 210717 h 305626"/>
                  <a:gd name="connsiteX19" fmla="*/ 262961 w 269055"/>
                  <a:gd name="connsiteY19" fmla="*/ 232485 h 305626"/>
                  <a:gd name="connsiteX20" fmla="*/ 266444 w 269055"/>
                  <a:gd name="connsiteY20" fmla="*/ 255995 h 305626"/>
                  <a:gd name="connsiteX21" fmla="*/ 267315 w 269055"/>
                  <a:gd name="connsiteY21" fmla="*/ 287341 h 305626"/>
                  <a:gd name="connsiteX22" fmla="*/ 244675 w 269055"/>
                  <a:gd name="connsiteY22" fmla="*/ 296919 h 305626"/>
                  <a:gd name="connsiteX23" fmla="*/ 214200 w 269055"/>
                  <a:gd name="connsiteY23" fmla="*/ 305627 h 305626"/>
                  <a:gd name="connsiteX24" fmla="*/ 178500 w 269055"/>
                  <a:gd name="connsiteY24" fmla="*/ 292566 h 305626"/>
                  <a:gd name="connsiteX25" fmla="*/ 169793 w 269055"/>
                  <a:gd name="connsiteY25" fmla="*/ 287341 h 305626"/>
                  <a:gd name="connsiteX26" fmla="*/ 156732 w 269055"/>
                  <a:gd name="connsiteY26" fmla="*/ 277763 h 305626"/>
                  <a:gd name="connsiteX27" fmla="*/ 148024 w 269055"/>
                  <a:gd name="connsiteY27" fmla="*/ 264702 h 305626"/>
                  <a:gd name="connsiteX28" fmla="*/ 134092 w 269055"/>
                  <a:gd name="connsiteY28" fmla="*/ 266444 h 305626"/>
                  <a:gd name="connsiteX29" fmla="*/ 127127 w 269055"/>
                  <a:gd name="connsiteY29" fmla="*/ 267314 h 305626"/>
                  <a:gd name="connsiteX30" fmla="*/ 110583 w 269055"/>
                  <a:gd name="connsiteY30" fmla="*/ 273410 h 305626"/>
                  <a:gd name="connsiteX31" fmla="*/ 94039 w 269055"/>
                  <a:gd name="connsiteY31" fmla="*/ 283858 h 305626"/>
                  <a:gd name="connsiteX32" fmla="*/ 83590 w 269055"/>
                  <a:gd name="connsiteY32" fmla="*/ 294307 h 305626"/>
                  <a:gd name="connsiteX33" fmla="*/ 75754 w 269055"/>
                  <a:gd name="connsiteY33" fmla="*/ 300402 h 305626"/>
                  <a:gd name="connsiteX34" fmla="*/ 68787 w 269055"/>
                  <a:gd name="connsiteY34" fmla="*/ 302144 h 305626"/>
                  <a:gd name="connsiteX35" fmla="*/ 62693 w 269055"/>
                  <a:gd name="connsiteY35" fmla="*/ 303014 h 305626"/>
                  <a:gd name="connsiteX36" fmla="*/ 55726 w 269055"/>
                  <a:gd name="connsiteY36" fmla="*/ 302144 h 305626"/>
                  <a:gd name="connsiteX37" fmla="*/ 26992 w 269055"/>
                  <a:gd name="connsiteY37" fmla="*/ 297790 h 305626"/>
                  <a:gd name="connsiteX38" fmla="*/ 16544 w 269055"/>
                  <a:gd name="connsiteY38" fmla="*/ 294307 h 305626"/>
                  <a:gd name="connsiteX39" fmla="*/ 0 w 269055"/>
                  <a:gd name="connsiteY39" fmla="*/ 287341 h 305626"/>
                  <a:gd name="connsiteX40" fmla="*/ 4354 w 269055"/>
                  <a:gd name="connsiteY40" fmla="*/ 276893 h 305626"/>
                  <a:gd name="connsiteX41" fmla="*/ 10449 w 269055"/>
                  <a:gd name="connsiteY41" fmla="*/ 247288 h 305626"/>
                  <a:gd name="connsiteX42" fmla="*/ 14803 w 269055"/>
                  <a:gd name="connsiteY42" fmla="*/ 215071 h 305626"/>
                  <a:gd name="connsiteX43" fmla="*/ 22639 w 269055"/>
                  <a:gd name="connsiteY43" fmla="*/ 165439 h 305626"/>
                  <a:gd name="connsiteX44" fmla="*/ 23510 w 269055"/>
                  <a:gd name="connsiteY44" fmla="*/ 148024 h 305626"/>
                  <a:gd name="connsiteX45" fmla="*/ 23510 w 269055"/>
                  <a:gd name="connsiteY45" fmla="*/ 138446 h 305626"/>
                  <a:gd name="connsiteX46" fmla="*/ 20897 w 269055"/>
                  <a:gd name="connsiteY46" fmla="*/ 127997 h 305626"/>
                  <a:gd name="connsiteX47" fmla="*/ 15673 w 269055"/>
                  <a:gd name="connsiteY47" fmla="*/ 119290 h 305626"/>
                  <a:gd name="connsiteX48" fmla="*/ 13931 w 269055"/>
                  <a:gd name="connsiteY48" fmla="*/ 111454 h 305626"/>
                  <a:gd name="connsiteX49" fmla="*/ 13931 w 269055"/>
                  <a:gd name="connsiteY49" fmla="*/ 102746 h 305626"/>
                  <a:gd name="connsiteX50" fmla="*/ 7836 w 269055"/>
                  <a:gd name="connsiteY50" fmla="*/ 91427 h 305626"/>
                  <a:gd name="connsiteX51" fmla="*/ 6966 w 269055"/>
                  <a:gd name="connsiteY51" fmla="*/ 78366 h 305626"/>
                  <a:gd name="connsiteX52" fmla="*/ 13931 w 269055"/>
                  <a:gd name="connsiteY52" fmla="*/ 72271 h 305626"/>
                  <a:gd name="connsiteX53" fmla="*/ 16544 w 269055"/>
                  <a:gd name="connsiteY53" fmla="*/ 67917 h 305626"/>
                  <a:gd name="connsiteX54" fmla="*/ 22639 w 269055"/>
                  <a:gd name="connsiteY54" fmla="*/ 54856 h 305626"/>
                  <a:gd name="connsiteX55" fmla="*/ 25251 w 269055"/>
                  <a:gd name="connsiteY55" fmla="*/ 52244 h 305626"/>
                  <a:gd name="connsiteX56" fmla="*/ 40924 w 269055"/>
                  <a:gd name="connsiteY56" fmla="*/ 40054 h 305626"/>
                  <a:gd name="connsiteX57" fmla="*/ 44407 w 269055"/>
                  <a:gd name="connsiteY57" fmla="*/ 38312 h 305626"/>
                  <a:gd name="connsiteX58" fmla="*/ 48761 w 269055"/>
                  <a:gd name="connsiteY58" fmla="*/ 34829 h 305626"/>
                  <a:gd name="connsiteX59" fmla="*/ 54856 w 269055"/>
                  <a:gd name="connsiteY59" fmla="*/ 26122 h 305626"/>
                  <a:gd name="connsiteX60" fmla="*/ 61822 w 269055"/>
                  <a:gd name="connsiteY60" fmla="*/ 10449 h 305626"/>
                  <a:gd name="connsiteX61" fmla="*/ 66175 w 269055"/>
                  <a:gd name="connsiteY61" fmla="*/ 6966 h 305626"/>
                  <a:gd name="connsiteX62" fmla="*/ 87944 w 269055"/>
                  <a:gd name="connsiteY62" fmla="*/ 0 h 305626"/>
                  <a:gd name="connsiteX63" fmla="*/ 89685 w 269055"/>
                  <a:gd name="connsiteY63" fmla="*/ 22639 h 305626"/>
                  <a:gd name="connsiteX64" fmla="*/ 89685 w 269055"/>
                  <a:gd name="connsiteY64" fmla="*/ 32217 h 305626"/>
                  <a:gd name="connsiteX65" fmla="*/ 87944 w 269055"/>
                  <a:gd name="connsiteY65" fmla="*/ 40924 h 305626"/>
                  <a:gd name="connsiteX66" fmla="*/ 85332 w 269055"/>
                  <a:gd name="connsiteY66" fmla="*/ 45278 h 305626"/>
                  <a:gd name="connsiteX67" fmla="*/ 70529 w 269055"/>
                  <a:gd name="connsiteY67" fmla="*/ 63563 h 305626"/>
                  <a:gd name="connsiteX68" fmla="*/ 64434 w 269055"/>
                  <a:gd name="connsiteY68" fmla="*/ 75754 h 305626"/>
                  <a:gd name="connsiteX69" fmla="*/ 62693 w 269055"/>
                  <a:gd name="connsiteY69" fmla="*/ 86202 h 305626"/>
                  <a:gd name="connsiteX70" fmla="*/ 72271 w 269055"/>
                  <a:gd name="connsiteY70" fmla="*/ 87944 h 305626"/>
                  <a:gd name="connsiteX71" fmla="*/ 84461 w 269055"/>
                  <a:gd name="connsiteY71" fmla="*/ 93168 h 305626"/>
                  <a:gd name="connsiteX72" fmla="*/ 93168 w 269055"/>
                  <a:gd name="connsiteY72" fmla="*/ 99263 h 305626"/>
                  <a:gd name="connsiteX73" fmla="*/ 105358 w 269055"/>
                  <a:gd name="connsiteY73" fmla="*/ 105358 h 305626"/>
                  <a:gd name="connsiteX74" fmla="*/ 116678 w 269055"/>
                  <a:gd name="connsiteY74" fmla="*/ 113195 h 305626"/>
                  <a:gd name="connsiteX75" fmla="*/ 127998 w 269055"/>
                  <a:gd name="connsiteY75" fmla="*/ 118419 h 305626"/>
                  <a:gd name="connsiteX76" fmla="*/ 141929 w 269055"/>
                  <a:gd name="connsiteY76" fmla="*/ 123644 h 305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9055" h="305626">
                    <a:moveTo>
                      <a:pt x="141929" y="123644"/>
                    </a:moveTo>
                    <a:lnTo>
                      <a:pt x="150636" y="124515"/>
                    </a:lnTo>
                    <a:lnTo>
                      <a:pt x="156732" y="124515"/>
                    </a:lnTo>
                    <a:lnTo>
                      <a:pt x="162827" y="121902"/>
                    </a:lnTo>
                    <a:lnTo>
                      <a:pt x="172405" y="113195"/>
                    </a:lnTo>
                    <a:lnTo>
                      <a:pt x="178500" y="106229"/>
                    </a:lnTo>
                    <a:lnTo>
                      <a:pt x="188949" y="90556"/>
                    </a:lnTo>
                    <a:lnTo>
                      <a:pt x="220295" y="101876"/>
                    </a:lnTo>
                    <a:lnTo>
                      <a:pt x="228132" y="106229"/>
                    </a:lnTo>
                    <a:lnTo>
                      <a:pt x="236839" y="111454"/>
                    </a:lnTo>
                    <a:lnTo>
                      <a:pt x="247287" y="115807"/>
                    </a:lnTo>
                    <a:lnTo>
                      <a:pt x="251641" y="119290"/>
                    </a:lnTo>
                    <a:lnTo>
                      <a:pt x="258607" y="126256"/>
                    </a:lnTo>
                    <a:lnTo>
                      <a:pt x="262090" y="130610"/>
                    </a:lnTo>
                    <a:lnTo>
                      <a:pt x="265573" y="138446"/>
                    </a:lnTo>
                    <a:lnTo>
                      <a:pt x="267315" y="147154"/>
                    </a:lnTo>
                    <a:lnTo>
                      <a:pt x="269056" y="162827"/>
                    </a:lnTo>
                    <a:lnTo>
                      <a:pt x="267315" y="188949"/>
                    </a:lnTo>
                    <a:lnTo>
                      <a:pt x="264702" y="210717"/>
                    </a:lnTo>
                    <a:lnTo>
                      <a:pt x="262961" y="232485"/>
                    </a:lnTo>
                    <a:lnTo>
                      <a:pt x="266444" y="255995"/>
                    </a:lnTo>
                    <a:lnTo>
                      <a:pt x="267315" y="287341"/>
                    </a:lnTo>
                    <a:lnTo>
                      <a:pt x="244675" y="296919"/>
                    </a:lnTo>
                    <a:lnTo>
                      <a:pt x="214200" y="305627"/>
                    </a:lnTo>
                    <a:lnTo>
                      <a:pt x="178500" y="292566"/>
                    </a:lnTo>
                    <a:lnTo>
                      <a:pt x="169793" y="287341"/>
                    </a:lnTo>
                    <a:lnTo>
                      <a:pt x="156732" y="277763"/>
                    </a:lnTo>
                    <a:lnTo>
                      <a:pt x="148024" y="264702"/>
                    </a:lnTo>
                    <a:lnTo>
                      <a:pt x="134092" y="266444"/>
                    </a:lnTo>
                    <a:lnTo>
                      <a:pt x="127127" y="267314"/>
                    </a:lnTo>
                    <a:lnTo>
                      <a:pt x="110583" y="273410"/>
                    </a:lnTo>
                    <a:lnTo>
                      <a:pt x="94039" y="283858"/>
                    </a:lnTo>
                    <a:lnTo>
                      <a:pt x="83590" y="294307"/>
                    </a:lnTo>
                    <a:lnTo>
                      <a:pt x="75754" y="300402"/>
                    </a:lnTo>
                    <a:lnTo>
                      <a:pt x="68787" y="302144"/>
                    </a:lnTo>
                    <a:lnTo>
                      <a:pt x="62693" y="303014"/>
                    </a:lnTo>
                    <a:lnTo>
                      <a:pt x="55726" y="302144"/>
                    </a:lnTo>
                    <a:lnTo>
                      <a:pt x="26992" y="297790"/>
                    </a:lnTo>
                    <a:lnTo>
                      <a:pt x="16544" y="294307"/>
                    </a:lnTo>
                    <a:lnTo>
                      <a:pt x="0" y="287341"/>
                    </a:lnTo>
                    <a:lnTo>
                      <a:pt x="4354" y="276893"/>
                    </a:lnTo>
                    <a:lnTo>
                      <a:pt x="10449" y="247288"/>
                    </a:lnTo>
                    <a:lnTo>
                      <a:pt x="14803" y="215071"/>
                    </a:lnTo>
                    <a:lnTo>
                      <a:pt x="22639" y="165439"/>
                    </a:lnTo>
                    <a:lnTo>
                      <a:pt x="23510" y="148024"/>
                    </a:lnTo>
                    <a:lnTo>
                      <a:pt x="23510" y="138446"/>
                    </a:lnTo>
                    <a:lnTo>
                      <a:pt x="20897" y="127997"/>
                    </a:lnTo>
                    <a:lnTo>
                      <a:pt x="15673" y="119290"/>
                    </a:lnTo>
                    <a:lnTo>
                      <a:pt x="13931" y="111454"/>
                    </a:lnTo>
                    <a:lnTo>
                      <a:pt x="13931" y="102746"/>
                    </a:lnTo>
                    <a:lnTo>
                      <a:pt x="7836" y="91427"/>
                    </a:lnTo>
                    <a:lnTo>
                      <a:pt x="6966" y="78366"/>
                    </a:lnTo>
                    <a:lnTo>
                      <a:pt x="13931" y="72271"/>
                    </a:lnTo>
                    <a:lnTo>
                      <a:pt x="16544" y="67917"/>
                    </a:lnTo>
                    <a:lnTo>
                      <a:pt x="22639" y="54856"/>
                    </a:lnTo>
                    <a:lnTo>
                      <a:pt x="25251" y="52244"/>
                    </a:lnTo>
                    <a:lnTo>
                      <a:pt x="40924" y="40054"/>
                    </a:lnTo>
                    <a:lnTo>
                      <a:pt x="44407" y="38312"/>
                    </a:lnTo>
                    <a:lnTo>
                      <a:pt x="48761" y="34829"/>
                    </a:lnTo>
                    <a:lnTo>
                      <a:pt x="54856" y="26122"/>
                    </a:lnTo>
                    <a:lnTo>
                      <a:pt x="61822" y="10449"/>
                    </a:lnTo>
                    <a:lnTo>
                      <a:pt x="66175" y="6966"/>
                    </a:lnTo>
                    <a:lnTo>
                      <a:pt x="87944" y="0"/>
                    </a:lnTo>
                    <a:lnTo>
                      <a:pt x="89685" y="22639"/>
                    </a:lnTo>
                    <a:lnTo>
                      <a:pt x="89685" y="32217"/>
                    </a:lnTo>
                    <a:lnTo>
                      <a:pt x="87944" y="40924"/>
                    </a:lnTo>
                    <a:lnTo>
                      <a:pt x="85332" y="45278"/>
                    </a:lnTo>
                    <a:lnTo>
                      <a:pt x="70529" y="63563"/>
                    </a:lnTo>
                    <a:lnTo>
                      <a:pt x="64434" y="75754"/>
                    </a:lnTo>
                    <a:lnTo>
                      <a:pt x="62693" y="86202"/>
                    </a:lnTo>
                    <a:lnTo>
                      <a:pt x="72271" y="87944"/>
                    </a:lnTo>
                    <a:lnTo>
                      <a:pt x="84461" y="93168"/>
                    </a:lnTo>
                    <a:lnTo>
                      <a:pt x="93168" y="99263"/>
                    </a:lnTo>
                    <a:lnTo>
                      <a:pt x="105358" y="105358"/>
                    </a:lnTo>
                    <a:lnTo>
                      <a:pt x="116678" y="113195"/>
                    </a:lnTo>
                    <a:lnTo>
                      <a:pt x="127998" y="118419"/>
                    </a:lnTo>
                    <a:lnTo>
                      <a:pt x="141929" y="123644"/>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71" name="Freeform: Shape 70">
                <a:extLst>
                  <a:ext uri="{FF2B5EF4-FFF2-40B4-BE49-F238E27FC236}">
                    <a16:creationId xmlns:a16="http://schemas.microsoft.com/office/drawing/2014/main" id="{0B50954B-0C1F-2068-A570-65A8EB69F1E7}"/>
                  </a:ext>
                </a:extLst>
              </p:cNvPr>
              <p:cNvSpPr>
                <a:spLocks/>
              </p:cNvSpPr>
              <p:nvPr/>
            </p:nvSpPr>
            <p:spPr>
              <a:xfrm>
                <a:off x="8500324" y="2984643"/>
                <a:ext cx="1342667" cy="1104086"/>
              </a:xfrm>
              <a:custGeom>
                <a:avLst/>
                <a:gdLst>
                  <a:gd name="connsiteX0" fmla="*/ 1203351 w 1342667"/>
                  <a:gd name="connsiteY0" fmla="*/ 871 h 1104086"/>
                  <a:gd name="connsiteX1" fmla="*/ 1211187 w 1342667"/>
                  <a:gd name="connsiteY1" fmla="*/ 11319 h 1104086"/>
                  <a:gd name="connsiteX2" fmla="*/ 1218153 w 1342667"/>
                  <a:gd name="connsiteY2" fmla="*/ 17415 h 1104086"/>
                  <a:gd name="connsiteX3" fmla="*/ 1223377 w 1342667"/>
                  <a:gd name="connsiteY3" fmla="*/ 23510 h 1104086"/>
                  <a:gd name="connsiteX4" fmla="*/ 1229472 w 1342667"/>
                  <a:gd name="connsiteY4" fmla="*/ 28734 h 1104086"/>
                  <a:gd name="connsiteX5" fmla="*/ 1234697 w 1342667"/>
                  <a:gd name="connsiteY5" fmla="*/ 34829 h 1104086"/>
                  <a:gd name="connsiteX6" fmla="*/ 1251241 w 1342667"/>
                  <a:gd name="connsiteY6" fmla="*/ 50502 h 1104086"/>
                  <a:gd name="connsiteX7" fmla="*/ 1261689 w 1342667"/>
                  <a:gd name="connsiteY7" fmla="*/ 62693 h 1104086"/>
                  <a:gd name="connsiteX8" fmla="*/ 1271267 w 1342667"/>
                  <a:gd name="connsiteY8" fmla="*/ 80107 h 1104086"/>
                  <a:gd name="connsiteX9" fmla="*/ 1282587 w 1342667"/>
                  <a:gd name="connsiteY9" fmla="*/ 107971 h 1104086"/>
                  <a:gd name="connsiteX10" fmla="*/ 1293036 w 1342667"/>
                  <a:gd name="connsiteY10" fmla="*/ 127127 h 1104086"/>
                  <a:gd name="connsiteX11" fmla="*/ 1294777 w 1342667"/>
                  <a:gd name="connsiteY11" fmla="*/ 134093 h 1104086"/>
                  <a:gd name="connsiteX12" fmla="*/ 1298260 w 1342667"/>
                  <a:gd name="connsiteY12" fmla="*/ 154990 h 1104086"/>
                  <a:gd name="connsiteX13" fmla="*/ 1300001 w 1342667"/>
                  <a:gd name="connsiteY13" fmla="*/ 161085 h 1104086"/>
                  <a:gd name="connsiteX14" fmla="*/ 1306097 w 1342667"/>
                  <a:gd name="connsiteY14" fmla="*/ 174146 h 1104086"/>
                  <a:gd name="connsiteX15" fmla="*/ 1310450 w 1342667"/>
                  <a:gd name="connsiteY15" fmla="*/ 188078 h 1104086"/>
                  <a:gd name="connsiteX16" fmla="*/ 1319158 w 1342667"/>
                  <a:gd name="connsiteY16" fmla="*/ 235097 h 1104086"/>
                  <a:gd name="connsiteX17" fmla="*/ 1326123 w 1342667"/>
                  <a:gd name="connsiteY17" fmla="*/ 259478 h 1104086"/>
                  <a:gd name="connsiteX18" fmla="*/ 1329607 w 1342667"/>
                  <a:gd name="connsiteY18" fmla="*/ 276022 h 1104086"/>
                  <a:gd name="connsiteX19" fmla="*/ 1336572 w 1342667"/>
                  <a:gd name="connsiteY19" fmla="*/ 296049 h 1104086"/>
                  <a:gd name="connsiteX20" fmla="*/ 1341796 w 1342667"/>
                  <a:gd name="connsiteY20" fmla="*/ 319558 h 1104086"/>
                  <a:gd name="connsiteX21" fmla="*/ 1342668 w 1342667"/>
                  <a:gd name="connsiteY21" fmla="*/ 330007 h 1104086"/>
                  <a:gd name="connsiteX22" fmla="*/ 1341796 w 1342667"/>
                  <a:gd name="connsiteY22" fmla="*/ 339585 h 1104086"/>
                  <a:gd name="connsiteX23" fmla="*/ 1337443 w 1342667"/>
                  <a:gd name="connsiteY23" fmla="*/ 352646 h 1104086"/>
                  <a:gd name="connsiteX24" fmla="*/ 1332219 w 1342667"/>
                  <a:gd name="connsiteY24" fmla="*/ 362224 h 1104086"/>
                  <a:gd name="connsiteX25" fmla="*/ 1324382 w 1342667"/>
                  <a:gd name="connsiteY25" fmla="*/ 370061 h 1104086"/>
                  <a:gd name="connsiteX26" fmla="*/ 1318287 w 1342667"/>
                  <a:gd name="connsiteY26" fmla="*/ 380509 h 1104086"/>
                  <a:gd name="connsiteX27" fmla="*/ 1312192 w 1342667"/>
                  <a:gd name="connsiteY27" fmla="*/ 396183 h 1104086"/>
                  <a:gd name="connsiteX28" fmla="*/ 1307838 w 1342667"/>
                  <a:gd name="connsiteY28" fmla="*/ 416209 h 1104086"/>
                  <a:gd name="connsiteX29" fmla="*/ 1304355 w 1342667"/>
                  <a:gd name="connsiteY29" fmla="*/ 424917 h 1104086"/>
                  <a:gd name="connsiteX30" fmla="*/ 1298260 w 1342667"/>
                  <a:gd name="connsiteY30" fmla="*/ 431012 h 1104086"/>
                  <a:gd name="connsiteX31" fmla="*/ 1288682 w 1342667"/>
                  <a:gd name="connsiteY31" fmla="*/ 436236 h 1104086"/>
                  <a:gd name="connsiteX32" fmla="*/ 1274750 w 1342667"/>
                  <a:gd name="connsiteY32" fmla="*/ 446685 h 1104086"/>
                  <a:gd name="connsiteX33" fmla="*/ 1259077 w 1342667"/>
                  <a:gd name="connsiteY33" fmla="*/ 463229 h 1104086"/>
                  <a:gd name="connsiteX34" fmla="*/ 1246887 w 1342667"/>
                  <a:gd name="connsiteY34" fmla="*/ 474548 h 1104086"/>
                  <a:gd name="connsiteX35" fmla="*/ 1230343 w 1342667"/>
                  <a:gd name="connsiteY35" fmla="*/ 484126 h 1104086"/>
                  <a:gd name="connsiteX36" fmla="*/ 1224248 w 1342667"/>
                  <a:gd name="connsiteY36" fmla="*/ 486739 h 1104086"/>
                  <a:gd name="connsiteX37" fmla="*/ 1211187 w 1342667"/>
                  <a:gd name="connsiteY37" fmla="*/ 491092 h 1104086"/>
                  <a:gd name="connsiteX38" fmla="*/ 1192902 w 1342667"/>
                  <a:gd name="connsiteY38" fmla="*/ 494575 h 1104086"/>
                  <a:gd name="connsiteX39" fmla="*/ 1157201 w 1342667"/>
                  <a:gd name="connsiteY39" fmla="*/ 492834 h 1104086"/>
                  <a:gd name="connsiteX40" fmla="*/ 1138046 w 1342667"/>
                  <a:gd name="connsiteY40" fmla="*/ 511990 h 1104086"/>
                  <a:gd name="connsiteX41" fmla="*/ 1130209 w 1342667"/>
                  <a:gd name="connsiteY41" fmla="*/ 523309 h 1104086"/>
                  <a:gd name="connsiteX42" fmla="*/ 1125855 w 1342667"/>
                  <a:gd name="connsiteY42" fmla="*/ 530275 h 1104086"/>
                  <a:gd name="connsiteX43" fmla="*/ 1119760 w 1342667"/>
                  <a:gd name="connsiteY43" fmla="*/ 547690 h 1104086"/>
                  <a:gd name="connsiteX44" fmla="*/ 1116277 w 1342667"/>
                  <a:gd name="connsiteY44" fmla="*/ 560751 h 1104086"/>
                  <a:gd name="connsiteX45" fmla="*/ 1115406 w 1342667"/>
                  <a:gd name="connsiteY45" fmla="*/ 571200 h 1104086"/>
                  <a:gd name="connsiteX46" fmla="*/ 1116277 w 1342667"/>
                  <a:gd name="connsiteY46" fmla="*/ 579036 h 1104086"/>
                  <a:gd name="connsiteX47" fmla="*/ 1121502 w 1342667"/>
                  <a:gd name="connsiteY47" fmla="*/ 595580 h 1104086"/>
                  <a:gd name="connsiteX48" fmla="*/ 1124114 w 1342667"/>
                  <a:gd name="connsiteY48" fmla="*/ 612124 h 1104086"/>
                  <a:gd name="connsiteX49" fmla="*/ 1132821 w 1342667"/>
                  <a:gd name="connsiteY49" fmla="*/ 625185 h 1104086"/>
                  <a:gd name="connsiteX50" fmla="*/ 1138046 w 1342667"/>
                  <a:gd name="connsiteY50" fmla="*/ 629538 h 1104086"/>
                  <a:gd name="connsiteX51" fmla="*/ 1144140 w 1342667"/>
                  <a:gd name="connsiteY51" fmla="*/ 632151 h 1104086"/>
                  <a:gd name="connsiteX52" fmla="*/ 1178099 w 1342667"/>
                  <a:gd name="connsiteY52" fmla="*/ 638246 h 1104086"/>
                  <a:gd name="connsiteX53" fmla="*/ 1174616 w 1342667"/>
                  <a:gd name="connsiteY53" fmla="*/ 645212 h 1104086"/>
                  <a:gd name="connsiteX54" fmla="*/ 1171133 w 1342667"/>
                  <a:gd name="connsiteY54" fmla="*/ 650436 h 1104086"/>
                  <a:gd name="connsiteX55" fmla="*/ 1169392 w 1342667"/>
                  <a:gd name="connsiteY55" fmla="*/ 657402 h 1104086"/>
                  <a:gd name="connsiteX56" fmla="*/ 1170262 w 1342667"/>
                  <a:gd name="connsiteY56" fmla="*/ 661756 h 1104086"/>
                  <a:gd name="connsiteX57" fmla="*/ 1178970 w 1342667"/>
                  <a:gd name="connsiteY57" fmla="*/ 667851 h 1104086"/>
                  <a:gd name="connsiteX58" fmla="*/ 1180711 w 1342667"/>
                  <a:gd name="connsiteY58" fmla="*/ 671334 h 1104086"/>
                  <a:gd name="connsiteX59" fmla="*/ 1185936 w 1342667"/>
                  <a:gd name="connsiteY59" fmla="*/ 688748 h 1104086"/>
                  <a:gd name="connsiteX60" fmla="*/ 1189419 w 1342667"/>
                  <a:gd name="connsiteY60" fmla="*/ 697456 h 1104086"/>
                  <a:gd name="connsiteX61" fmla="*/ 1191160 w 1342667"/>
                  <a:gd name="connsiteY61" fmla="*/ 700068 h 1104086"/>
                  <a:gd name="connsiteX62" fmla="*/ 1208575 w 1342667"/>
                  <a:gd name="connsiteY62" fmla="*/ 717482 h 1104086"/>
                  <a:gd name="connsiteX63" fmla="*/ 1216412 w 1342667"/>
                  <a:gd name="connsiteY63" fmla="*/ 747087 h 1104086"/>
                  <a:gd name="connsiteX64" fmla="*/ 1219024 w 1342667"/>
                  <a:gd name="connsiteY64" fmla="*/ 752312 h 1104086"/>
                  <a:gd name="connsiteX65" fmla="*/ 1227731 w 1342667"/>
                  <a:gd name="connsiteY65" fmla="*/ 761019 h 1104086"/>
                  <a:gd name="connsiteX66" fmla="*/ 1230343 w 1342667"/>
                  <a:gd name="connsiteY66" fmla="*/ 767114 h 1104086"/>
                  <a:gd name="connsiteX67" fmla="*/ 1241662 w 1342667"/>
                  <a:gd name="connsiteY67" fmla="*/ 798460 h 1104086"/>
                  <a:gd name="connsiteX68" fmla="*/ 1246016 w 1342667"/>
                  <a:gd name="connsiteY68" fmla="*/ 814134 h 1104086"/>
                  <a:gd name="connsiteX69" fmla="*/ 1249499 w 1342667"/>
                  <a:gd name="connsiteY69" fmla="*/ 821099 h 1104086"/>
                  <a:gd name="connsiteX70" fmla="*/ 1258207 w 1342667"/>
                  <a:gd name="connsiteY70" fmla="*/ 832419 h 1104086"/>
                  <a:gd name="connsiteX71" fmla="*/ 1267784 w 1342667"/>
                  <a:gd name="connsiteY71" fmla="*/ 841997 h 1104086"/>
                  <a:gd name="connsiteX72" fmla="*/ 1286070 w 1342667"/>
                  <a:gd name="connsiteY72" fmla="*/ 855929 h 1104086"/>
                  <a:gd name="connsiteX73" fmla="*/ 1266914 w 1342667"/>
                  <a:gd name="connsiteY73" fmla="*/ 902077 h 1104086"/>
                  <a:gd name="connsiteX74" fmla="*/ 1263431 w 1342667"/>
                  <a:gd name="connsiteY74" fmla="*/ 906431 h 1104086"/>
                  <a:gd name="connsiteX75" fmla="*/ 1253853 w 1342667"/>
                  <a:gd name="connsiteY75" fmla="*/ 915138 h 1104086"/>
                  <a:gd name="connsiteX76" fmla="*/ 1234697 w 1342667"/>
                  <a:gd name="connsiteY76" fmla="*/ 926458 h 1104086"/>
                  <a:gd name="connsiteX77" fmla="*/ 1192031 w 1342667"/>
                  <a:gd name="connsiteY77" fmla="*/ 947355 h 1104086"/>
                  <a:gd name="connsiteX78" fmla="*/ 1158943 w 1342667"/>
                  <a:gd name="connsiteY78" fmla="*/ 943002 h 1104086"/>
                  <a:gd name="connsiteX79" fmla="*/ 1117148 w 1342667"/>
                  <a:gd name="connsiteY79" fmla="*/ 935165 h 1104086"/>
                  <a:gd name="connsiteX80" fmla="*/ 1093638 w 1342667"/>
                  <a:gd name="connsiteY80" fmla="*/ 935165 h 1104086"/>
                  <a:gd name="connsiteX81" fmla="*/ 1075353 w 1342667"/>
                  <a:gd name="connsiteY81" fmla="*/ 938648 h 1104086"/>
                  <a:gd name="connsiteX82" fmla="*/ 1063163 w 1342667"/>
                  <a:gd name="connsiteY82" fmla="*/ 942131 h 1104086"/>
                  <a:gd name="connsiteX83" fmla="*/ 1050102 w 1342667"/>
                  <a:gd name="connsiteY83" fmla="*/ 949097 h 1104086"/>
                  <a:gd name="connsiteX84" fmla="*/ 1023109 w 1342667"/>
                  <a:gd name="connsiteY84" fmla="*/ 954321 h 1104086"/>
                  <a:gd name="connsiteX85" fmla="*/ 1022238 w 1342667"/>
                  <a:gd name="connsiteY85" fmla="*/ 969994 h 1104086"/>
                  <a:gd name="connsiteX86" fmla="*/ 1019626 w 1342667"/>
                  <a:gd name="connsiteY86" fmla="*/ 984797 h 1104086"/>
                  <a:gd name="connsiteX87" fmla="*/ 1017884 w 1342667"/>
                  <a:gd name="connsiteY87" fmla="*/ 1009177 h 1104086"/>
                  <a:gd name="connsiteX88" fmla="*/ 1017014 w 1342667"/>
                  <a:gd name="connsiteY88" fmla="*/ 1016143 h 1104086"/>
                  <a:gd name="connsiteX89" fmla="*/ 1012660 w 1342667"/>
                  <a:gd name="connsiteY89" fmla="*/ 1024850 h 1104086"/>
                  <a:gd name="connsiteX90" fmla="*/ 1007436 w 1342667"/>
                  <a:gd name="connsiteY90" fmla="*/ 1029204 h 1104086"/>
                  <a:gd name="connsiteX91" fmla="*/ 997858 w 1342667"/>
                  <a:gd name="connsiteY91" fmla="*/ 1033558 h 1104086"/>
                  <a:gd name="connsiteX92" fmla="*/ 975219 w 1342667"/>
                  <a:gd name="connsiteY92" fmla="*/ 1036170 h 1104086"/>
                  <a:gd name="connsiteX93" fmla="*/ 962158 w 1342667"/>
                  <a:gd name="connsiteY93" fmla="*/ 1041394 h 1104086"/>
                  <a:gd name="connsiteX94" fmla="*/ 954321 w 1342667"/>
                  <a:gd name="connsiteY94" fmla="*/ 1047489 h 1104086"/>
                  <a:gd name="connsiteX95" fmla="*/ 940390 w 1342667"/>
                  <a:gd name="connsiteY95" fmla="*/ 1067516 h 1104086"/>
                  <a:gd name="connsiteX96" fmla="*/ 936906 w 1342667"/>
                  <a:gd name="connsiteY96" fmla="*/ 1071870 h 1104086"/>
                  <a:gd name="connsiteX97" fmla="*/ 931682 w 1342667"/>
                  <a:gd name="connsiteY97" fmla="*/ 1075353 h 1104086"/>
                  <a:gd name="connsiteX98" fmla="*/ 904689 w 1342667"/>
                  <a:gd name="connsiteY98" fmla="*/ 1086672 h 1104086"/>
                  <a:gd name="connsiteX99" fmla="*/ 890758 w 1342667"/>
                  <a:gd name="connsiteY99" fmla="*/ 1090155 h 1104086"/>
                  <a:gd name="connsiteX100" fmla="*/ 883792 w 1342667"/>
                  <a:gd name="connsiteY100" fmla="*/ 1091026 h 1104086"/>
                  <a:gd name="connsiteX101" fmla="*/ 841126 w 1342667"/>
                  <a:gd name="connsiteY101" fmla="*/ 1092768 h 1104086"/>
                  <a:gd name="connsiteX102" fmla="*/ 819358 w 1342667"/>
                  <a:gd name="connsiteY102" fmla="*/ 1095380 h 1104086"/>
                  <a:gd name="connsiteX103" fmla="*/ 802814 w 1342667"/>
                  <a:gd name="connsiteY103" fmla="*/ 1084060 h 1104086"/>
                  <a:gd name="connsiteX104" fmla="*/ 790624 w 1342667"/>
                  <a:gd name="connsiteY104" fmla="*/ 1073611 h 1104086"/>
                  <a:gd name="connsiteX105" fmla="*/ 775821 w 1342667"/>
                  <a:gd name="connsiteY105" fmla="*/ 1057068 h 1104086"/>
                  <a:gd name="connsiteX106" fmla="*/ 764502 w 1342667"/>
                  <a:gd name="connsiteY106" fmla="*/ 1046619 h 1104086"/>
                  <a:gd name="connsiteX107" fmla="*/ 747087 w 1342667"/>
                  <a:gd name="connsiteY107" fmla="*/ 1037041 h 1104086"/>
                  <a:gd name="connsiteX108" fmla="*/ 738380 w 1342667"/>
                  <a:gd name="connsiteY108" fmla="*/ 1034428 h 1104086"/>
                  <a:gd name="connsiteX109" fmla="*/ 710516 w 1342667"/>
                  <a:gd name="connsiteY109" fmla="*/ 1029204 h 1104086"/>
                  <a:gd name="connsiteX110" fmla="*/ 693102 w 1342667"/>
                  <a:gd name="connsiteY110" fmla="*/ 1028333 h 1104086"/>
                  <a:gd name="connsiteX111" fmla="*/ 669592 w 1342667"/>
                  <a:gd name="connsiteY111" fmla="*/ 1029204 h 1104086"/>
                  <a:gd name="connsiteX112" fmla="*/ 617348 w 1342667"/>
                  <a:gd name="connsiteY112" fmla="*/ 1028333 h 1104086"/>
                  <a:gd name="connsiteX113" fmla="*/ 565975 w 1342667"/>
                  <a:gd name="connsiteY113" fmla="*/ 1028333 h 1104086"/>
                  <a:gd name="connsiteX114" fmla="*/ 562492 w 1342667"/>
                  <a:gd name="connsiteY114" fmla="*/ 1019626 h 1104086"/>
                  <a:gd name="connsiteX115" fmla="*/ 556397 w 1342667"/>
                  <a:gd name="connsiteY115" fmla="*/ 1012660 h 1104086"/>
                  <a:gd name="connsiteX116" fmla="*/ 550302 w 1342667"/>
                  <a:gd name="connsiteY116" fmla="*/ 1009177 h 1104086"/>
                  <a:gd name="connsiteX117" fmla="*/ 521568 w 1342667"/>
                  <a:gd name="connsiteY117" fmla="*/ 1000470 h 1104086"/>
                  <a:gd name="connsiteX118" fmla="*/ 511990 w 1342667"/>
                  <a:gd name="connsiteY118" fmla="*/ 996116 h 1104086"/>
                  <a:gd name="connsiteX119" fmla="*/ 498929 w 1342667"/>
                  <a:gd name="connsiteY119" fmla="*/ 988280 h 1104086"/>
                  <a:gd name="connsiteX120" fmla="*/ 482385 w 1342667"/>
                  <a:gd name="connsiteY120" fmla="*/ 971736 h 1104086"/>
                  <a:gd name="connsiteX121" fmla="*/ 478031 w 1342667"/>
                  <a:gd name="connsiteY121" fmla="*/ 968253 h 1104086"/>
                  <a:gd name="connsiteX122" fmla="*/ 468453 w 1342667"/>
                  <a:gd name="connsiteY122" fmla="*/ 965641 h 1104086"/>
                  <a:gd name="connsiteX123" fmla="*/ 458875 w 1342667"/>
                  <a:gd name="connsiteY123" fmla="*/ 965641 h 1104086"/>
                  <a:gd name="connsiteX124" fmla="*/ 440590 w 1342667"/>
                  <a:gd name="connsiteY124" fmla="*/ 970865 h 1104086"/>
                  <a:gd name="connsiteX125" fmla="*/ 430141 w 1342667"/>
                  <a:gd name="connsiteY125" fmla="*/ 975219 h 1104086"/>
                  <a:gd name="connsiteX126" fmla="*/ 405760 w 1342667"/>
                  <a:gd name="connsiteY126" fmla="*/ 1009177 h 1104086"/>
                  <a:gd name="connsiteX127" fmla="*/ 400536 w 1342667"/>
                  <a:gd name="connsiteY127" fmla="*/ 1015272 h 1104086"/>
                  <a:gd name="connsiteX128" fmla="*/ 380510 w 1342667"/>
                  <a:gd name="connsiteY128" fmla="*/ 1041394 h 1104086"/>
                  <a:gd name="connsiteX129" fmla="*/ 358741 w 1342667"/>
                  <a:gd name="connsiteY129" fmla="*/ 1081448 h 1104086"/>
                  <a:gd name="connsiteX130" fmla="*/ 345680 w 1342667"/>
                  <a:gd name="connsiteY130" fmla="*/ 1069258 h 1104086"/>
                  <a:gd name="connsiteX131" fmla="*/ 335231 w 1342667"/>
                  <a:gd name="connsiteY131" fmla="*/ 1062292 h 1104086"/>
                  <a:gd name="connsiteX132" fmla="*/ 329136 w 1342667"/>
                  <a:gd name="connsiteY132" fmla="*/ 1057068 h 1104086"/>
                  <a:gd name="connsiteX133" fmla="*/ 312592 w 1342667"/>
                  <a:gd name="connsiteY133" fmla="*/ 1047489 h 1104086"/>
                  <a:gd name="connsiteX134" fmla="*/ 293437 w 1342667"/>
                  <a:gd name="connsiteY134" fmla="*/ 1039653 h 1104086"/>
                  <a:gd name="connsiteX135" fmla="*/ 268185 w 1342667"/>
                  <a:gd name="connsiteY135" fmla="*/ 1030946 h 1104086"/>
                  <a:gd name="connsiteX136" fmla="*/ 242934 w 1342667"/>
                  <a:gd name="connsiteY136" fmla="*/ 1022238 h 1104086"/>
                  <a:gd name="connsiteX137" fmla="*/ 218553 w 1342667"/>
                  <a:gd name="connsiteY137" fmla="*/ 1052714 h 1104086"/>
                  <a:gd name="connsiteX138" fmla="*/ 208975 w 1342667"/>
                  <a:gd name="connsiteY138" fmla="*/ 1062292 h 1104086"/>
                  <a:gd name="connsiteX139" fmla="*/ 194173 w 1342667"/>
                  <a:gd name="connsiteY139" fmla="*/ 1072741 h 1104086"/>
                  <a:gd name="connsiteX140" fmla="*/ 158473 w 1342667"/>
                  <a:gd name="connsiteY140" fmla="*/ 1104087 h 1104086"/>
                  <a:gd name="connsiteX141" fmla="*/ 152378 w 1342667"/>
                  <a:gd name="connsiteY141" fmla="*/ 1097992 h 1104086"/>
                  <a:gd name="connsiteX142" fmla="*/ 144541 w 1342667"/>
                  <a:gd name="connsiteY142" fmla="*/ 1088414 h 1104086"/>
                  <a:gd name="connsiteX143" fmla="*/ 133222 w 1342667"/>
                  <a:gd name="connsiteY143" fmla="*/ 1077965 h 1104086"/>
                  <a:gd name="connsiteX144" fmla="*/ 98393 w 1342667"/>
                  <a:gd name="connsiteY144" fmla="*/ 1053585 h 1104086"/>
                  <a:gd name="connsiteX145" fmla="*/ 91427 w 1342667"/>
                  <a:gd name="connsiteY145" fmla="*/ 1046619 h 1104086"/>
                  <a:gd name="connsiteX146" fmla="*/ 88815 w 1342667"/>
                  <a:gd name="connsiteY146" fmla="*/ 1040524 h 1104086"/>
                  <a:gd name="connsiteX147" fmla="*/ 87944 w 1342667"/>
                  <a:gd name="connsiteY147" fmla="*/ 1033558 h 1104086"/>
                  <a:gd name="connsiteX148" fmla="*/ 87944 w 1342667"/>
                  <a:gd name="connsiteY148" fmla="*/ 996116 h 1104086"/>
                  <a:gd name="connsiteX149" fmla="*/ 87073 w 1342667"/>
                  <a:gd name="connsiteY149" fmla="*/ 989151 h 1104086"/>
                  <a:gd name="connsiteX150" fmla="*/ 84461 w 1342667"/>
                  <a:gd name="connsiteY150" fmla="*/ 981314 h 1104086"/>
                  <a:gd name="connsiteX151" fmla="*/ 81848 w 1342667"/>
                  <a:gd name="connsiteY151" fmla="*/ 974348 h 1104086"/>
                  <a:gd name="connsiteX152" fmla="*/ 74883 w 1342667"/>
                  <a:gd name="connsiteY152" fmla="*/ 963899 h 1104086"/>
                  <a:gd name="connsiteX153" fmla="*/ 68787 w 1342667"/>
                  <a:gd name="connsiteY153" fmla="*/ 950838 h 1104086"/>
                  <a:gd name="connsiteX154" fmla="*/ 64434 w 1342667"/>
                  <a:gd name="connsiteY154" fmla="*/ 944743 h 1104086"/>
                  <a:gd name="connsiteX155" fmla="*/ 55726 w 1342667"/>
                  <a:gd name="connsiteY155" fmla="*/ 931682 h 1104086"/>
                  <a:gd name="connsiteX156" fmla="*/ 45278 w 1342667"/>
                  <a:gd name="connsiteY156" fmla="*/ 918621 h 1104086"/>
                  <a:gd name="connsiteX157" fmla="*/ 56598 w 1342667"/>
                  <a:gd name="connsiteY157" fmla="*/ 906431 h 1104086"/>
                  <a:gd name="connsiteX158" fmla="*/ 62693 w 1342667"/>
                  <a:gd name="connsiteY158" fmla="*/ 901207 h 1104086"/>
                  <a:gd name="connsiteX159" fmla="*/ 67917 w 1342667"/>
                  <a:gd name="connsiteY159" fmla="*/ 898594 h 1104086"/>
                  <a:gd name="connsiteX160" fmla="*/ 74883 w 1342667"/>
                  <a:gd name="connsiteY160" fmla="*/ 897724 h 1104086"/>
                  <a:gd name="connsiteX161" fmla="*/ 77495 w 1342667"/>
                  <a:gd name="connsiteY161" fmla="*/ 880309 h 1104086"/>
                  <a:gd name="connsiteX162" fmla="*/ 78366 w 1342667"/>
                  <a:gd name="connsiteY162" fmla="*/ 869860 h 1104086"/>
                  <a:gd name="connsiteX163" fmla="*/ 77495 w 1342667"/>
                  <a:gd name="connsiteY163" fmla="*/ 861153 h 1104086"/>
                  <a:gd name="connsiteX164" fmla="*/ 73141 w 1342667"/>
                  <a:gd name="connsiteY164" fmla="*/ 848963 h 1104086"/>
                  <a:gd name="connsiteX165" fmla="*/ 70529 w 1342667"/>
                  <a:gd name="connsiteY165" fmla="*/ 843738 h 1104086"/>
                  <a:gd name="connsiteX166" fmla="*/ 60080 w 1342667"/>
                  <a:gd name="connsiteY166" fmla="*/ 832419 h 1104086"/>
                  <a:gd name="connsiteX167" fmla="*/ 43537 w 1342667"/>
                  <a:gd name="connsiteY167" fmla="*/ 817616 h 1104086"/>
                  <a:gd name="connsiteX168" fmla="*/ 33088 w 1342667"/>
                  <a:gd name="connsiteY168" fmla="*/ 806297 h 1104086"/>
                  <a:gd name="connsiteX169" fmla="*/ 29605 w 1342667"/>
                  <a:gd name="connsiteY169" fmla="*/ 801073 h 1104086"/>
                  <a:gd name="connsiteX170" fmla="*/ 25251 w 1342667"/>
                  <a:gd name="connsiteY170" fmla="*/ 788882 h 1104086"/>
                  <a:gd name="connsiteX171" fmla="*/ 21768 w 1342667"/>
                  <a:gd name="connsiteY171" fmla="*/ 765373 h 1104086"/>
                  <a:gd name="connsiteX172" fmla="*/ 20897 w 1342667"/>
                  <a:gd name="connsiteY172" fmla="*/ 754924 h 1104086"/>
                  <a:gd name="connsiteX173" fmla="*/ 21768 w 1342667"/>
                  <a:gd name="connsiteY173" fmla="*/ 741863 h 1104086"/>
                  <a:gd name="connsiteX174" fmla="*/ 27863 w 1342667"/>
                  <a:gd name="connsiteY174" fmla="*/ 728802 h 1104086"/>
                  <a:gd name="connsiteX175" fmla="*/ 28734 w 1342667"/>
                  <a:gd name="connsiteY175" fmla="*/ 723577 h 1104086"/>
                  <a:gd name="connsiteX176" fmla="*/ 27863 w 1342667"/>
                  <a:gd name="connsiteY176" fmla="*/ 718353 h 1104086"/>
                  <a:gd name="connsiteX177" fmla="*/ 25251 w 1342667"/>
                  <a:gd name="connsiteY177" fmla="*/ 713999 h 1104086"/>
                  <a:gd name="connsiteX178" fmla="*/ 17415 w 1342667"/>
                  <a:gd name="connsiteY178" fmla="*/ 704421 h 1104086"/>
                  <a:gd name="connsiteX179" fmla="*/ 11319 w 1342667"/>
                  <a:gd name="connsiteY179" fmla="*/ 699197 h 1104086"/>
                  <a:gd name="connsiteX180" fmla="*/ 7837 w 1342667"/>
                  <a:gd name="connsiteY180" fmla="*/ 693973 h 1104086"/>
                  <a:gd name="connsiteX181" fmla="*/ 5224 w 1342667"/>
                  <a:gd name="connsiteY181" fmla="*/ 688748 h 1104086"/>
                  <a:gd name="connsiteX182" fmla="*/ 0 w 1342667"/>
                  <a:gd name="connsiteY182" fmla="*/ 673946 h 1104086"/>
                  <a:gd name="connsiteX183" fmla="*/ 13061 w 1342667"/>
                  <a:gd name="connsiteY183" fmla="*/ 662626 h 1104086"/>
                  <a:gd name="connsiteX184" fmla="*/ 23510 w 1342667"/>
                  <a:gd name="connsiteY184" fmla="*/ 651307 h 1104086"/>
                  <a:gd name="connsiteX185" fmla="*/ 58339 w 1342667"/>
                  <a:gd name="connsiteY185" fmla="*/ 627797 h 1104086"/>
                  <a:gd name="connsiteX186" fmla="*/ 70529 w 1342667"/>
                  <a:gd name="connsiteY186" fmla="*/ 623443 h 1104086"/>
                  <a:gd name="connsiteX187" fmla="*/ 77495 w 1342667"/>
                  <a:gd name="connsiteY187" fmla="*/ 621702 h 1104086"/>
                  <a:gd name="connsiteX188" fmla="*/ 91427 w 1342667"/>
                  <a:gd name="connsiteY188" fmla="*/ 620831 h 1104086"/>
                  <a:gd name="connsiteX189" fmla="*/ 113195 w 1342667"/>
                  <a:gd name="connsiteY189" fmla="*/ 620831 h 1104086"/>
                  <a:gd name="connsiteX190" fmla="*/ 120161 w 1342667"/>
                  <a:gd name="connsiteY190" fmla="*/ 608641 h 1104086"/>
                  <a:gd name="connsiteX191" fmla="*/ 124514 w 1342667"/>
                  <a:gd name="connsiteY191" fmla="*/ 599934 h 1104086"/>
                  <a:gd name="connsiteX192" fmla="*/ 159344 w 1342667"/>
                  <a:gd name="connsiteY192" fmla="*/ 599063 h 1104086"/>
                  <a:gd name="connsiteX193" fmla="*/ 187207 w 1342667"/>
                  <a:gd name="connsiteY193" fmla="*/ 596451 h 1104086"/>
                  <a:gd name="connsiteX194" fmla="*/ 181112 w 1342667"/>
                  <a:gd name="connsiteY194" fmla="*/ 578165 h 1104086"/>
                  <a:gd name="connsiteX195" fmla="*/ 170663 w 1342667"/>
                  <a:gd name="connsiteY195" fmla="*/ 533758 h 1104086"/>
                  <a:gd name="connsiteX196" fmla="*/ 168922 w 1342667"/>
                  <a:gd name="connsiteY196" fmla="*/ 522439 h 1104086"/>
                  <a:gd name="connsiteX197" fmla="*/ 168051 w 1342667"/>
                  <a:gd name="connsiteY197" fmla="*/ 502412 h 1104086"/>
                  <a:gd name="connsiteX198" fmla="*/ 174146 w 1342667"/>
                  <a:gd name="connsiteY198" fmla="*/ 496317 h 1104086"/>
                  <a:gd name="connsiteX199" fmla="*/ 173275 w 1342667"/>
                  <a:gd name="connsiteY199" fmla="*/ 486739 h 1104086"/>
                  <a:gd name="connsiteX200" fmla="*/ 171534 w 1342667"/>
                  <a:gd name="connsiteY200" fmla="*/ 482385 h 1104086"/>
                  <a:gd name="connsiteX201" fmla="*/ 168051 w 1342667"/>
                  <a:gd name="connsiteY201" fmla="*/ 479773 h 1104086"/>
                  <a:gd name="connsiteX202" fmla="*/ 164568 w 1342667"/>
                  <a:gd name="connsiteY202" fmla="*/ 478902 h 1104086"/>
                  <a:gd name="connsiteX203" fmla="*/ 159344 w 1342667"/>
                  <a:gd name="connsiteY203" fmla="*/ 481514 h 1104086"/>
                  <a:gd name="connsiteX204" fmla="*/ 130610 w 1342667"/>
                  <a:gd name="connsiteY204" fmla="*/ 480644 h 1104086"/>
                  <a:gd name="connsiteX205" fmla="*/ 114937 w 1342667"/>
                  <a:gd name="connsiteY205" fmla="*/ 478031 h 1104086"/>
                  <a:gd name="connsiteX206" fmla="*/ 99263 w 1342667"/>
                  <a:gd name="connsiteY206" fmla="*/ 471936 h 1104086"/>
                  <a:gd name="connsiteX207" fmla="*/ 87944 w 1342667"/>
                  <a:gd name="connsiteY207" fmla="*/ 464970 h 1104086"/>
                  <a:gd name="connsiteX208" fmla="*/ 86202 w 1342667"/>
                  <a:gd name="connsiteY208" fmla="*/ 443202 h 1104086"/>
                  <a:gd name="connsiteX209" fmla="*/ 83590 w 1342667"/>
                  <a:gd name="connsiteY209" fmla="*/ 434495 h 1104086"/>
                  <a:gd name="connsiteX210" fmla="*/ 71400 w 1342667"/>
                  <a:gd name="connsiteY210" fmla="*/ 414468 h 1104086"/>
                  <a:gd name="connsiteX211" fmla="*/ 59210 w 1342667"/>
                  <a:gd name="connsiteY211" fmla="*/ 401407 h 1104086"/>
                  <a:gd name="connsiteX212" fmla="*/ 70529 w 1342667"/>
                  <a:gd name="connsiteY212" fmla="*/ 383122 h 1104086"/>
                  <a:gd name="connsiteX213" fmla="*/ 74012 w 1342667"/>
                  <a:gd name="connsiteY213" fmla="*/ 375285 h 1104086"/>
                  <a:gd name="connsiteX214" fmla="*/ 80107 w 1342667"/>
                  <a:gd name="connsiteY214" fmla="*/ 356129 h 1104086"/>
                  <a:gd name="connsiteX215" fmla="*/ 89685 w 1342667"/>
                  <a:gd name="connsiteY215" fmla="*/ 338714 h 1104086"/>
                  <a:gd name="connsiteX216" fmla="*/ 101005 w 1342667"/>
                  <a:gd name="connsiteY216" fmla="*/ 327395 h 1104086"/>
                  <a:gd name="connsiteX217" fmla="*/ 115807 w 1342667"/>
                  <a:gd name="connsiteY217" fmla="*/ 316946 h 1104086"/>
                  <a:gd name="connsiteX218" fmla="*/ 121031 w 1342667"/>
                  <a:gd name="connsiteY218" fmla="*/ 308239 h 1104086"/>
                  <a:gd name="connsiteX219" fmla="*/ 126256 w 1342667"/>
                  <a:gd name="connsiteY219" fmla="*/ 289953 h 1104086"/>
                  <a:gd name="connsiteX220" fmla="*/ 127127 w 1342667"/>
                  <a:gd name="connsiteY220" fmla="*/ 272539 h 1104086"/>
                  <a:gd name="connsiteX221" fmla="*/ 127127 w 1342667"/>
                  <a:gd name="connsiteY221" fmla="*/ 241192 h 1104086"/>
                  <a:gd name="connsiteX222" fmla="*/ 124514 w 1342667"/>
                  <a:gd name="connsiteY222" fmla="*/ 205492 h 1104086"/>
                  <a:gd name="connsiteX223" fmla="*/ 172405 w 1342667"/>
                  <a:gd name="connsiteY223" fmla="*/ 224649 h 1104086"/>
                  <a:gd name="connsiteX224" fmla="*/ 190690 w 1342667"/>
                  <a:gd name="connsiteY224" fmla="*/ 233356 h 1104086"/>
                  <a:gd name="connsiteX225" fmla="*/ 203751 w 1342667"/>
                  <a:gd name="connsiteY225" fmla="*/ 237709 h 1104086"/>
                  <a:gd name="connsiteX226" fmla="*/ 223778 w 1342667"/>
                  <a:gd name="connsiteY226" fmla="*/ 242934 h 1104086"/>
                  <a:gd name="connsiteX227" fmla="*/ 241193 w 1342667"/>
                  <a:gd name="connsiteY227" fmla="*/ 250770 h 1104086"/>
                  <a:gd name="connsiteX228" fmla="*/ 255124 w 1342667"/>
                  <a:gd name="connsiteY228" fmla="*/ 255124 h 1104086"/>
                  <a:gd name="connsiteX229" fmla="*/ 262090 w 1342667"/>
                  <a:gd name="connsiteY229" fmla="*/ 255124 h 1104086"/>
                  <a:gd name="connsiteX230" fmla="*/ 268185 w 1342667"/>
                  <a:gd name="connsiteY230" fmla="*/ 254253 h 1104086"/>
                  <a:gd name="connsiteX231" fmla="*/ 272539 w 1342667"/>
                  <a:gd name="connsiteY231" fmla="*/ 251641 h 1104086"/>
                  <a:gd name="connsiteX232" fmla="*/ 279504 w 1342667"/>
                  <a:gd name="connsiteY232" fmla="*/ 247288 h 1104086"/>
                  <a:gd name="connsiteX233" fmla="*/ 296919 w 1342667"/>
                  <a:gd name="connsiteY233" fmla="*/ 237709 h 1104086"/>
                  <a:gd name="connsiteX234" fmla="*/ 303014 w 1342667"/>
                  <a:gd name="connsiteY234" fmla="*/ 235968 h 1104086"/>
                  <a:gd name="connsiteX235" fmla="*/ 319558 w 1342667"/>
                  <a:gd name="connsiteY235" fmla="*/ 233356 h 1104086"/>
                  <a:gd name="connsiteX236" fmla="*/ 324783 w 1342667"/>
                  <a:gd name="connsiteY236" fmla="*/ 230744 h 1104086"/>
                  <a:gd name="connsiteX237" fmla="*/ 333490 w 1342667"/>
                  <a:gd name="connsiteY237" fmla="*/ 224649 h 1104086"/>
                  <a:gd name="connsiteX238" fmla="*/ 348292 w 1342667"/>
                  <a:gd name="connsiteY238" fmla="*/ 216812 h 1104086"/>
                  <a:gd name="connsiteX239" fmla="*/ 367449 w 1342667"/>
                  <a:gd name="connsiteY239" fmla="*/ 208105 h 1104086"/>
                  <a:gd name="connsiteX240" fmla="*/ 385734 w 1342667"/>
                  <a:gd name="connsiteY240" fmla="*/ 197656 h 1104086"/>
                  <a:gd name="connsiteX241" fmla="*/ 380510 w 1342667"/>
                  <a:gd name="connsiteY241" fmla="*/ 184595 h 1104086"/>
                  <a:gd name="connsiteX242" fmla="*/ 375285 w 1342667"/>
                  <a:gd name="connsiteY242" fmla="*/ 163697 h 1104086"/>
                  <a:gd name="connsiteX243" fmla="*/ 371802 w 1342667"/>
                  <a:gd name="connsiteY243" fmla="*/ 152378 h 1104086"/>
                  <a:gd name="connsiteX244" fmla="*/ 390087 w 1342667"/>
                  <a:gd name="connsiteY244" fmla="*/ 137575 h 1104086"/>
                  <a:gd name="connsiteX245" fmla="*/ 403148 w 1342667"/>
                  <a:gd name="connsiteY245" fmla="*/ 128868 h 1104086"/>
                  <a:gd name="connsiteX246" fmla="*/ 409244 w 1342667"/>
                  <a:gd name="connsiteY246" fmla="*/ 126256 h 1104086"/>
                  <a:gd name="connsiteX247" fmla="*/ 427529 w 1342667"/>
                  <a:gd name="connsiteY247" fmla="*/ 120161 h 1104086"/>
                  <a:gd name="connsiteX248" fmla="*/ 477161 w 1342667"/>
                  <a:gd name="connsiteY248" fmla="*/ 107100 h 1104086"/>
                  <a:gd name="connsiteX249" fmla="*/ 503282 w 1342667"/>
                  <a:gd name="connsiteY249" fmla="*/ 113195 h 1104086"/>
                  <a:gd name="connsiteX250" fmla="*/ 512860 w 1342667"/>
                  <a:gd name="connsiteY250" fmla="*/ 115807 h 1104086"/>
                  <a:gd name="connsiteX251" fmla="*/ 521568 w 1342667"/>
                  <a:gd name="connsiteY251" fmla="*/ 122773 h 1104086"/>
                  <a:gd name="connsiteX252" fmla="*/ 527663 w 1342667"/>
                  <a:gd name="connsiteY252" fmla="*/ 131480 h 1104086"/>
                  <a:gd name="connsiteX253" fmla="*/ 529404 w 1342667"/>
                  <a:gd name="connsiteY253" fmla="*/ 138446 h 1104086"/>
                  <a:gd name="connsiteX254" fmla="*/ 529404 w 1342667"/>
                  <a:gd name="connsiteY254" fmla="*/ 148895 h 1104086"/>
                  <a:gd name="connsiteX255" fmla="*/ 524180 w 1342667"/>
                  <a:gd name="connsiteY255" fmla="*/ 165439 h 1104086"/>
                  <a:gd name="connsiteX256" fmla="*/ 518956 w 1342667"/>
                  <a:gd name="connsiteY256" fmla="*/ 180241 h 1104086"/>
                  <a:gd name="connsiteX257" fmla="*/ 526792 w 1342667"/>
                  <a:gd name="connsiteY257" fmla="*/ 188078 h 1104086"/>
                  <a:gd name="connsiteX258" fmla="*/ 540724 w 1342667"/>
                  <a:gd name="connsiteY258" fmla="*/ 196785 h 1104086"/>
                  <a:gd name="connsiteX259" fmla="*/ 552914 w 1342667"/>
                  <a:gd name="connsiteY259" fmla="*/ 191561 h 1104086"/>
                  <a:gd name="connsiteX260" fmla="*/ 559880 w 1342667"/>
                  <a:gd name="connsiteY260" fmla="*/ 187207 h 1104086"/>
                  <a:gd name="connsiteX261" fmla="*/ 568587 w 1342667"/>
                  <a:gd name="connsiteY261" fmla="*/ 180241 h 1104086"/>
                  <a:gd name="connsiteX262" fmla="*/ 601675 w 1342667"/>
                  <a:gd name="connsiteY262" fmla="*/ 199397 h 1104086"/>
                  <a:gd name="connsiteX263" fmla="*/ 643470 w 1342667"/>
                  <a:gd name="connsiteY263" fmla="*/ 220295 h 1104086"/>
                  <a:gd name="connsiteX264" fmla="*/ 648695 w 1342667"/>
                  <a:gd name="connsiteY264" fmla="*/ 225519 h 1104086"/>
                  <a:gd name="connsiteX265" fmla="*/ 651307 w 1342667"/>
                  <a:gd name="connsiteY265" fmla="*/ 231614 h 1104086"/>
                  <a:gd name="connsiteX266" fmla="*/ 666109 w 1342667"/>
                  <a:gd name="connsiteY266" fmla="*/ 240322 h 1104086"/>
                  <a:gd name="connsiteX267" fmla="*/ 676558 w 1342667"/>
                  <a:gd name="connsiteY267" fmla="*/ 244675 h 1104086"/>
                  <a:gd name="connsiteX268" fmla="*/ 700939 w 1342667"/>
                  <a:gd name="connsiteY268" fmla="*/ 249900 h 1104086"/>
                  <a:gd name="connsiteX269" fmla="*/ 709646 w 1342667"/>
                  <a:gd name="connsiteY269" fmla="*/ 249900 h 1104086"/>
                  <a:gd name="connsiteX270" fmla="*/ 719224 w 1342667"/>
                  <a:gd name="connsiteY270" fmla="*/ 247288 h 1104086"/>
                  <a:gd name="connsiteX271" fmla="*/ 727060 w 1342667"/>
                  <a:gd name="connsiteY271" fmla="*/ 243805 h 1104086"/>
                  <a:gd name="connsiteX272" fmla="*/ 738380 w 1342667"/>
                  <a:gd name="connsiteY272" fmla="*/ 232485 h 1104086"/>
                  <a:gd name="connsiteX273" fmla="*/ 745346 w 1342667"/>
                  <a:gd name="connsiteY273" fmla="*/ 225519 h 1104086"/>
                  <a:gd name="connsiteX274" fmla="*/ 753182 w 1342667"/>
                  <a:gd name="connsiteY274" fmla="*/ 218553 h 1104086"/>
                  <a:gd name="connsiteX275" fmla="*/ 758407 w 1342667"/>
                  <a:gd name="connsiteY275" fmla="*/ 215941 h 1104086"/>
                  <a:gd name="connsiteX276" fmla="*/ 767114 w 1342667"/>
                  <a:gd name="connsiteY276" fmla="*/ 215071 h 1104086"/>
                  <a:gd name="connsiteX277" fmla="*/ 786270 w 1342667"/>
                  <a:gd name="connsiteY277" fmla="*/ 215941 h 1104086"/>
                  <a:gd name="connsiteX278" fmla="*/ 791494 w 1342667"/>
                  <a:gd name="connsiteY278" fmla="*/ 215071 h 1104086"/>
                  <a:gd name="connsiteX279" fmla="*/ 812392 w 1342667"/>
                  <a:gd name="connsiteY279" fmla="*/ 209846 h 1104086"/>
                  <a:gd name="connsiteX280" fmla="*/ 822841 w 1342667"/>
                  <a:gd name="connsiteY280" fmla="*/ 208975 h 1104086"/>
                  <a:gd name="connsiteX281" fmla="*/ 832419 w 1342667"/>
                  <a:gd name="connsiteY281" fmla="*/ 209846 h 1104086"/>
                  <a:gd name="connsiteX282" fmla="*/ 844609 w 1342667"/>
                  <a:gd name="connsiteY282" fmla="*/ 215071 h 1104086"/>
                  <a:gd name="connsiteX283" fmla="*/ 848963 w 1342667"/>
                  <a:gd name="connsiteY283" fmla="*/ 219424 h 1104086"/>
                  <a:gd name="connsiteX284" fmla="*/ 860282 w 1342667"/>
                  <a:gd name="connsiteY284" fmla="*/ 233356 h 1104086"/>
                  <a:gd name="connsiteX285" fmla="*/ 892499 w 1342667"/>
                  <a:gd name="connsiteY285" fmla="*/ 222907 h 1104086"/>
                  <a:gd name="connsiteX286" fmla="*/ 909043 w 1342667"/>
                  <a:gd name="connsiteY286" fmla="*/ 216812 h 1104086"/>
                  <a:gd name="connsiteX287" fmla="*/ 920363 w 1342667"/>
                  <a:gd name="connsiteY287" fmla="*/ 211588 h 1104086"/>
                  <a:gd name="connsiteX288" fmla="*/ 928199 w 1342667"/>
                  <a:gd name="connsiteY288" fmla="*/ 205492 h 1104086"/>
                  <a:gd name="connsiteX289" fmla="*/ 933424 w 1342667"/>
                  <a:gd name="connsiteY289" fmla="*/ 203751 h 1104086"/>
                  <a:gd name="connsiteX290" fmla="*/ 938648 w 1342667"/>
                  <a:gd name="connsiteY290" fmla="*/ 203751 h 1104086"/>
                  <a:gd name="connsiteX291" fmla="*/ 952580 w 1342667"/>
                  <a:gd name="connsiteY291" fmla="*/ 205492 h 1104086"/>
                  <a:gd name="connsiteX292" fmla="*/ 958675 w 1342667"/>
                  <a:gd name="connsiteY292" fmla="*/ 204622 h 1104086"/>
                  <a:gd name="connsiteX293" fmla="*/ 963899 w 1342667"/>
                  <a:gd name="connsiteY293" fmla="*/ 202010 h 1104086"/>
                  <a:gd name="connsiteX294" fmla="*/ 969124 w 1342667"/>
                  <a:gd name="connsiteY294" fmla="*/ 194173 h 1104086"/>
                  <a:gd name="connsiteX295" fmla="*/ 973477 w 1342667"/>
                  <a:gd name="connsiteY295" fmla="*/ 181983 h 1104086"/>
                  <a:gd name="connsiteX296" fmla="*/ 978701 w 1342667"/>
                  <a:gd name="connsiteY296" fmla="*/ 168922 h 1104086"/>
                  <a:gd name="connsiteX297" fmla="*/ 983926 w 1342667"/>
                  <a:gd name="connsiteY297" fmla="*/ 152378 h 1104086"/>
                  <a:gd name="connsiteX298" fmla="*/ 990021 w 1342667"/>
                  <a:gd name="connsiteY298" fmla="*/ 135834 h 1104086"/>
                  <a:gd name="connsiteX299" fmla="*/ 990892 w 1342667"/>
                  <a:gd name="connsiteY299" fmla="*/ 126256 h 1104086"/>
                  <a:gd name="connsiteX300" fmla="*/ 990021 w 1342667"/>
                  <a:gd name="connsiteY300" fmla="*/ 120161 h 1104086"/>
                  <a:gd name="connsiteX301" fmla="*/ 986538 w 1342667"/>
                  <a:gd name="connsiteY301" fmla="*/ 114066 h 1104086"/>
                  <a:gd name="connsiteX302" fmla="*/ 978701 w 1342667"/>
                  <a:gd name="connsiteY302" fmla="*/ 107971 h 1104086"/>
                  <a:gd name="connsiteX303" fmla="*/ 961287 w 1342667"/>
                  <a:gd name="connsiteY303" fmla="*/ 100134 h 1104086"/>
                  <a:gd name="connsiteX304" fmla="*/ 953451 w 1342667"/>
                  <a:gd name="connsiteY304" fmla="*/ 93168 h 1104086"/>
                  <a:gd name="connsiteX305" fmla="*/ 949967 w 1342667"/>
                  <a:gd name="connsiteY305" fmla="*/ 87944 h 1104086"/>
                  <a:gd name="connsiteX306" fmla="*/ 936036 w 1342667"/>
                  <a:gd name="connsiteY306" fmla="*/ 61822 h 1104086"/>
                  <a:gd name="connsiteX307" fmla="*/ 955192 w 1342667"/>
                  <a:gd name="connsiteY307" fmla="*/ 43537 h 1104086"/>
                  <a:gd name="connsiteX308" fmla="*/ 974348 w 1342667"/>
                  <a:gd name="connsiteY308" fmla="*/ 28734 h 1104086"/>
                  <a:gd name="connsiteX309" fmla="*/ 983055 w 1342667"/>
                  <a:gd name="connsiteY309" fmla="*/ 26122 h 1104086"/>
                  <a:gd name="connsiteX310" fmla="*/ 998729 w 1342667"/>
                  <a:gd name="connsiteY310" fmla="*/ 21768 h 1104086"/>
                  <a:gd name="connsiteX311" fmla="*/ 1006565 w 1342667"/>
                  <a:gd name="connsiteY311" fmla="*/ 20897 h 1104086"/>
                  <a:gd name="connsiteX312" fmla="*/ 1026592 w 1342667"/>
                  <a:gd name="connsiteY312" fmla="*/ 20027 h 1104086"/>
                  <a:gd name="connsiteX313" fmla="*/ 1037041 w 1342667"/>
                  <a:gd name="connsiteY313" fmla="*/ 20897 h 1104086"/>
                  <a:gd name="connsiteX314" fmla="*/ 1044006 w 1342667"/>
                  <a:gd name="connsiteY314" fmla="*/ 23510 h 1104086"/>
                  <a:gd name="connsiteX315" fmla="*/ 1054455 w 1342667"/>
                  <a:gd name="connsiteY315" fmla="*/ 26993 h 1104086"/>
                  <a:gd name="connsiteX316" fmla="*/ 1060550 w 1342667"/>
                  <a:gd name="connsiteY316" fmla="*/ 29605 h 1104086"/>
                  <a:gd name="connsiteX317" fmla="*/ 1085802 w 1342667"/>
                  <a:gd name="connsiteY317" fmla="*/ 47890 h 1104086"/>
                  <a:gd name="connsiteX318" fmla="*/ 1096250 w 1342667"/>
                  <a:gd name="connsiteY318" fmla="*/ 39183 h 1104086"/>
                  <a:gd name="connsiteX319" fmla="*/ 1106699 w 1342667"/>
                  <a:gd name="connsiteY319" fmla="*/ 26993 h 1104086"/>
                  <a:gd name="connsiteX320" fmla="*/ 1124114 w 1342667"/>
                  <a:gd name="connsiteY320" fmla="*/ 16544 h 1104086"/>
                  <a:gd name="connsiteX321" fmla="*/ 1143270 w 1342667"/>
                  <a:gd name="connsiteY321" fmla="*/ 7837 h 1104086"/>
                  <a:gd name="connsiteX322" fmla="*/ 1152848 w 1342667"/>
                  <a:gd name="connsiteY322" fmla="*/ 4354 h 1104086"/>
                  <a:gd name="connsiteX323" fmla="*/ 1184194 w 1342667"/>
                  <a:gd name="connsiteY323" fmla="*/ 871 h 1104086"/>
                  <a:gd name="connsiteX324" fmla="*/ 1192902 w 1342667"/>
                  <a:gd name="connsiteY324" fmla="*/ 0 h 1104086"/>
                  <a:gd name="connsiteX325" fmla="*/ 1203351 w 1342667"/>
                  <a:gd name="connsiteY325" fmla="*/ 871 h 1104086"/>
                  <a:gd name="connsiteX326" fmla="*/ 754053 w 1342667"/>
                  <a:gd name="connsiteY326" fmla="*/ 389217 h 1104086"/>
                  <a:gd name="connsiteX327" fmla="*/ 738380 w 1342667"/>
                  <a:gd name="connsiteY327" fmla="*/ 382251 h 1104086"/>
                  <a:gd name="connsiteX328" fmla="*/ 731414 w 1342667"/>
                  <a:gd name="connsiteY328" fmla="*/ 379639 h 1104086"/>
                  <a:gd name="connsiteX329" fmla="*/ 708775 w 1342667"/>
                  <a:gd name="connsiteY329" fmla="*/ 375285 h 1104086"/>
                  <a:gd name="connsiteX330" fmla="*/ 681782 w 1342667"/>
                  <a:gd name="connsiteY330" fmla="*/ 368319 h 1104086"/>
                  <a:gd name="connsiteX331" fmla="*/ 618219 w 1342667"/>
                  <a:gd name="connsiteY331" fmla="*/ 356129 h 1104086"/>
                  <a:gd name="connsiteX332" fmla="*/ 623443 w 1342667"/>
                  <a:gd name="connsiteY332" fmla="*/ 374414 h 1104086"/>
                  <a:gd name="connsiteX333" fmla="*/ 627797 w 1342667"/>
                  <a:gd name="connsiteY333" fmla="*/ 393570 h 1104086"/>
                  <a:gd name="connsiteX334" fmla="*/ 635634 w 1342667"/>
                  <a:gd name="connsiteY334" fmla="*/ 420563 h 1104086"/>
                  <a:gd name="connsiteX335" fmla="*/ 638246 w 1342667"/>
                  <a:gd name="connsiteY335" fmla="*/ 473678 h 1104086"/>
                  <a:gd name="connsiteX336" fmla="*/ 645212 w 1342667"/>
                  <a:gd name="connsiteY336" fmla="*/ 482385 h 1104086"/>
                  <a:gd name="connsiteX337" fmla="*/ 648695 w 1342667"/>
                  <a:gd name="connsiteY337" fmla="*/ 488480 h 1104086"/>
                  <a:gd name="connsiteX338" fmla="*/ 653048 w 1342667"/>
                  <a:gd name="connsiteY338" fmla="*/ 500670 h 1104086"/>
                  <a:gd name="connsiteX339" fmla="*/ 656531 w 1342667"/>
                  <a:gd name="connsiteY339" fmla="*/ 514602 h 1104086"/>
                  <a:gd name="connsiteX340" fmla="*/ 656531 w 1342667"/>
                  <a:gd name="connsiteY340" fmla="*/ 545948 h 1104086"/>
                  <a:gd name="connsiteX341" fmla="*/ 658273 w 1342667"/>
                  <a:gd name="connsiteY341" fmla="*/ 552914 h 1104086"/>
                  <a:gd name="connsiteX342" fmla="*/ 660885 w 1342667"/>
                  <a:gd name="connsiteY342" fmla="*/ 559880 h 1104086"/>
                  <a:gd name="connsiteX343" fmla="*/ 662626 w 1342667"/>
                  <a:gd name="connsiteY343" fmla="*/ 562492 h 1104086"/>
                  <a:gd name="connsiteX344" fmla="*/ 669592 w 1342667"/>
                  <a:gd name="connsiteY344" fmla="*/ 566846 h 1104086"/>
                  <a:gd name="connsiteX345" fmla="*/ 692231 w 1342667"/>
                  <a:gd name="connsiteY345" fmla="*/ 572070 h 1104086"/>
                  <a:gd name="connsiteX346" fmla="*/ 700939 w 1342667"/>
                  <a:gd name="connsiteY346" fmla="*/ 576424 h 1104086"/>
                  <a:gd name="connsiteX347" fmla="*/ 741863 w 1342667"/>
                  <a:gd name="connsiteY347" fmla="*/ 572070 h 1104086"/>
                  <a:gd name="connsiteX348" fmla="*/ 773209 w 1342667"/>
                  <a:gd name="connsiteY348" fmla="*/ 566846 h 1104086"/>
                  <a:gd name="connsiteX349" fmla="*/ 780175 w 1342667"/>
                  <a:gd name="connsiteY349" fmla="*/ 566846 h 1104086"/>
                  <a:gd name="connsiteX350" fmla="*/ 801073 w 1342667"/>
                  <a:gd name="connsiteY350" fmla="*/ 567717 h 1104086"/>
                  <a:gd name="connsiteX351" fmla="*/ 811522 w 1342667"/>
                  <a:gd name="connsiteY351" fmla="*/ 569458 h 1104086"/>
                  <a:gd name="connsiteX352" fmla="*/ 821970 w 1342667"/>
                  <a:gd name="connsiteY352" fmla="*/ 573812 h 1104086"/>
                  <a:gd name="connsiteX353" fmla="*/ 831548 w 1342667"/>
                  <a:gd name="connsiteY353" fmla="*/ 580778 h 1104086"/>
                  <a:gd name="connsiteX354" fmla="*/ 852445 w 1342667"/>
                  <a:gd name="connsiteY354" fmla="*/ 599063 h 1104086"/>
                  <a:gd name="connsiteX355" fmla="*/ 859412 w 1342667"/>
                  <a:gd name="connsiteY355" fmla="*/ 602546 h 1104086"/>
                  <a:gd name="connsiteX356" fmla="*/ 866377 w 1342667"/>
                  <a:gd name="connsiteY356" fmla="*/ 605158 h 1104086"/>
                  <a:gd name="connsiteX357" fmla="*/ 882921 w 1342667"/>
                  <a:gd name="connsiteY357" fmla="*/ 606900 h 1104086"/>
                  <a:gd name="connsiteX358" fmla="*/ 903819 w 1342667"/>
                  <a:gd name="connsiteY358" fmla="*/ 606029 h 1104086"/>
                  <a:gd name="connsiteX359" fmla="*/ 916009 w 1342667"/>
                  <a:gd name="connsiteY359" fmla="*/ 604287 h 1104086"/>
                  <a:gd name="connsiteX360" fmla="*/ 929941 w 1342667"/>
                  <a:gd name="connsiteY360" fmla="*/ 599934 h 1104086"/>
                  <a:gd name="connsiteX361" fmla="*/ 930811 w 1342667"/>
                  <a:gd name="connsiteY361" fmla="*/ 590356 h 1104086"/>
                  <a:gd name="connsiteX362" fmla="*/ 938648 w 1342667"/>
                  <a:gd name="connsiteY362" fmla="*/ 552914 h 1104086"/>
                  <a:gd name="connsiteX363" fmla="*/ 941260 w 1342667"/>
                  <a:gd name="connsiteY363" fmla="*/ 533758 h 1104086"/>
                  <a:gd name="connsiteX364" fmla="*/ 948226 w 1342667"/>
                  <a:gd name="connsiteY364" fmla="*/ 507636 h 1104086"/>
                  <a:gd name="connsiteX365" fmla="*/ 948226 w 1342667"/>
                  <a:gd name="connsiteY365" fmla="*/ 500670 h 1104086"/>
                  <a:gd name="connsiteX366" fmla="*/ 946485 w 1342667"/>
                  <a:gd name="connsiteY366" fmla="*/ 494575 h 1104086"/>
                  <a:gd name="connsiteX367" fmla="*/ 942131 w 1342667"/>
                  <a:gd name="connsiteY367" fmla="*/ 489351 h 1104086"/>
                  <a:gd name="connsiteX368" fmla="*/ 935165 w 1342667"/>
                  <a:gd name="connsiteY368" fmla="*/ 484997 h 1104086"/>
                  <a:gd name="connsiteX369" fmla="*/ 917750 w 1342667"/>
                  <a:gd name="connsiteY369" fmla="*/ 478031 h 1104086"/>
                  <a:gd name="connsiteX370" fmla="*/ 900336 w 1342667"/>
                  <a:gd name="connsiteY370" fmla="*/ 474548 h 1104086"/>
                  <a:gd name="connsiteX371" fmla="*/ 893370 w 1342667"/>
                  <a:gd name="connsiteY371" fmla="*/ 472807 h 1104086"/>
                  <a:gd name="connsiteX372" fmla="*/ 887275 w 1342667"/>
                  <a:gd name="connsiteY372" fmla="*/ 469324 h 1104086"/>
                  <a:gd name="connsiteX373" fmla="*/ 882051 w 1342667"/>
                  <a:gd name="connsiteY373" fmla="*/ 464100 h 1104086"/>
                  <a:gd name="connsiteX374" fmla="*/ 876826 w 1342667"/>
                  <a:gd name="connsiteY374" fmla="*/ 458875 h 1104086"/>
                  <a:gd name="connsiteX375" fmla="*/ 869860 w 1342667"/>
                  <a:gd name="connsiteY375" fmla="*/ 449297 h 1104086"/>
                  <a:gd name="connsiteX376" fmla="*/ 862024 w 1342667"/>
                  <a:gd name="connsiteY376" fmla="*/ 440590 h 1104086"/>
                  <a:gd name="connsiteX377" fmla="*/ 845480 w 1342667"/>
                  <a:gd name="connsiteY377" fmla="*/ 412726 h 1104086"/>
                  <a:gd name="connsiteX378" fmla="*/ 831548 w 1342667"/>
                  <a:gd name="connsiteY378" fmla="*/ 396183 h 1104086"/>
                  <a:gd name="connsiteX379" fmla="*/ 826324 w 1342667"/>
                  <a:gd name="connsiteY379" fmla="*/ 385734 h 1104086"/>
                  <a:gd name="connsiteX380" fmla="*/ 818487 w 1342667"/>
                  <a:gd name="connsiteY380" fmla="*/ 370931 h 1104086"/>
                  <a:gd name="connsiteX381" fmla="*/ 792365 w 1342667"/>
                  <a:gd name="connsiteY381" fmla="*/ 382251 h 1104086"/>
                  <a:gd name="connsiteX382" fmla="*/ 769726 w 1342667"/>
                  <a:gd name="connsiteY382" fmla="*/ 389217 h 1104086"/>
                  <a:gd name="connsiteX383" fmla="*/ 760148 w 1342667"/>
                  <a:gd name="connsiteY383" fmla="*/ 390087 h 1104086"/>
                  <a:gd name="connsiteX384" fmla="*/ 754053 w 1342667"/>
                  <a:gd name="connsiteY384" fmla="*/ 389217 h 1104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Lst>
                <a:rect l="l" t="t" r="r" b="b"/>
                <a:pathLst>
                  <a:path w="1342667" h="1104086">
                    <a:moveTo>
                      <a:pt x="1203351" y="871"/>
                    </a:moveTo>
                    <a:lnTo>
                      <a:pt x="1211187" y="11319"/>
                    </a:lnTo>
                    <a:lnTo>
                      <a:pt x="1218153" y="17415"/>
                    </a:lnTo>
                    <a:lnTo>
                      <a:pt x="1223377" y="23510"/>
                    </a:lnTo>
                    <a:lnTo>
                      <a:pt x="1229472" y="28734"/>
                    </a:lnTo>
                    <a:lnTo>
                      <a:pt x="1234697" y="34829"/>
                    </a:lnTo>
                    <a:lnTo>
                      <a:pt x="1251241" y="50502"/>
                    </a:lnTo>
                    <a:lnTo>
                      <a:pt x="1261689" y="62693"/>
                    </a:lnTo>
                    <a:lnTo>
                      <a:pt x="1271267" y="80107"/>
                    </a:lnTo>
                    <a:lnTo>
                      <a:pt x="1282587" y="107971"/>
                    </a:lnTo>
                    <a:lnTo>
                      <a:pt x="1293036" y="127127"/>
                    </a:lnTo>
                    <a:lnTo>
                      <a:pt x="1294777" y="134093"/>
                    </a:lnTo>
                    <a:lnTo>
                      <a:pt x="1298260" y="154990"/>
                    </a:lnTo>
                    <a:lnTo>
                      <a:pt x="1300001" y="161085"/>
                    </a:lnTo>
                    <a:lnTo>
                      <a:pt x="1306097" y="174146"/>
                    </a:lnTo>
                    <a:lnTo>
                      <a:pt x="1310450" y="188078"/>
                    </a:lnTo>
                    <a:lnTo>
                      <a:pt x="1319158" y="235097"/>
                    </a:lnTo>
                    <a:lnTo>
                      <a:pt x="1326123" y="259478"/>
                    </a:lnTo>
                    <a:lnTo>
                      <a:pt x="1329607" y="276022"/>
                    </a:lnTo>
                    <a:lnTo>
                      <a:pt x="1336572" y="296049"/>
                    </a:lnTo>
                    <a:lnTo>
                      <a:pt x="1341796" y="319558"/>
                    </a:lnTo>
                    <a:lnTo>
                      <a:pt x="1342668" y="330007"/>
                    </a:lnTo>
                    <a:lnTo>
                      <a:pt x="1341796" y="339585"/>
                    </a:lnTo>
                    <a:lnTo>
                      <a:pt x="1337443" y="352646"/>
                    </a:lnTo>
                    <a:lnTo>
                      <a:pt x="1332219" y="362224"/>
                    </a:lnTo>
                    <a:lnTo>
                      <a:pt x="1324382" y="370061"/>
                    </a:lnTo>
                    <a:lnTo>
                      <a:pt x="1318287" y="380509"/>
                    </a:lnTo>
                    <a:lnTo>
                      <a:pt x="1312192" y="396183"/>
                    </a:lnTo>
                    <a:lnTo>
                      <a:pt x="1307838" y="416209"/>
                    </a:lnTo>
                    <a:lnTo>
                      <a:pt x="1304355" y="424917"/>
                    </a:lnTo>
                    <a:lnTo>
                      <a:pt x="1298260" y="431012"/>
                    </a:lnTo>
                    <a:lnTo>
                      <a:pt x="1288682" y="436236"/>
                    </a:lnTo>
                    <a:lnTo>
                      <a:pt x="1274750" y="446685"/>
                    </a:lnTo>
                    <a:lnTo>
                      <a:pt x="1259077" y="463229"/>
                    </a:lnTo>
                    <a:lnTo>
                      <a:pt x="1246887" y="474548"/>
                    </a:lnTo>
                    <a:lnTo>
                      <a:pt x="1230343" y="484126"/>
                    </a:lnTo>
                    <a:lnTo>
                      <a:pt x="1224248" y="486739"/>
                    </a:lnTo>
                    <a:lnTo>
                      <a:pt x="1211187" y="491092"/>
                    </a:lnTo>
                    <a:lnTo>
                      <a:pt x="1192902" y="494575"/>
                    </a:lnTo>
                    <a:lnTo>
                      <a:pt x="1157201" y="492834"/>
                    </a:lnTo>
                    <a:lnTo>
                      <a:pt x="1138046" y="511990"/>
                    </a:lnTo>
                    <a:lnTo>
                      <a:pt x="1130209" y="523309"/>
                    </a:lnTo>
                    <a:lnTo>
                      <a:pt x="1125855" y="530275"/>
                    </a:lnTo>
                    <a:lnTo>
                      <a:pt x="1119760" y="547690"/>
                    </a:lnTo>
                    <a:lnTo>
                      <a:pt x="1116277" y="560751"/>
                    </a:lnTo>
                    <a:lnTo>
                      <a:pt x="1115406" y="571200"/>
                    </a:lnTo>
                    <a:lnTo>
                      <a:pt x="1116277" y="579036"/>
                    </a:lnTo>
                    <a:lnTo>
                      <a:pt x="1121502" y="595580"/>
                    </a:lnTo>
                    <a:lnTo>
                      <a:pt x="1124114" y="612124"/>
                    </a:lnTo>
                    <a:lnTo>
                      <a:pt x="1132821" y="625185"/>
                    </a:lnTo>
                    <a:lnTo>
                      <a:pt x="1138046" y="629538"/>
                    </a:lnTo>
                    <a:lnTo>
                      <a:pt x="1144140" y="632151"/>
                    </a:lnTo>
                    <a:lnTo>
                      <a:pt x="1178099" y="638246"/>
                    </a:lnTo>
                    <a:lnTo>
                      <a:pt x="1174616" y="645212"/>
                    </a:lnTo>
                    <a:lnTo>
                      <a:pt x="1171133" y="650436"/>
                    </a:lnTo>
                    <a:lnTo>
                      <a:pt x="1169392" y="657402"/>
                    </a:lnTo>
                    <a:lnTo>
                      <a:pt x="1170262" y="661756"/>
                    </a:lnTo>
                    <a:lnTo>
                      <a:pt x="1178970" y="667851"/>
                    </a:lnTo>
                    <a:lnTo>
                      <a:pt x="1180711" y="671334"/>
                    </a:lnTo>
                    <a:lnTo>
                      <a:pt x="1185936" y="688748"/>
                    </a:lnTo>
                    <a:lnTo>
                      <a:pt x="1189419" y="697456"/>
                    </a:lnTo>
                    <a:lnTo>
                      <a:pt x="1191160" y="700068"/>
                    </a:lnTo>
                    <a:lnTo>
                      <a:pt x="1208575" y="717482"/>
                    </a:lnTo>
                    <a:lnTo>
                      <a:pt x="1216412" y="747087"/>
                    </a:lnTo>
                    <a:lnTo>
                      <a:pt x="1219024" y="752312"/>
                    </a:lnTo>
                    <a:lnTo>
                      <a:pt x="1227731" y="761019"/>
                    </a:lnTo>
                    <a:lnTo>
                      <a:pt x="1230343" y="767114"/>
                    </a:lnTo>
                    <a:lnTo>
                      <a:pt x="1241662" y="798460"/>
                    </a:lnTo>
                    <a:lnTo>
                      <a:pt x="1246016" y="814134"/>
                    </a:lnTo>
                    <a:lnTo>
                      <a:pt x="1249499" y="821099"/>
                    </a:lnTo>
                    <a:lnTo>
                      <a:pt x="1258207" y="832419"/>
                    </a:lnTo>
                    <a:lnTo>
                      <a:pt x="1267784" y="841997"/>
                    </a:lnTo>
                    <a:lnTo>
                      <a:pt x="1286070" y="855929"/>
                    </a:lnTo>
                    <a:lnTo>
                      <a:pt x="1266914" y="902077"/>
                    </a:lnTo>
                    <a:lnTo>
                      <a:pt x="1263431" y="906431"/>
                    </a:lnTo>
                    <a:lnTo>
                      <a:pt x="1253853" y="915138"/>
                    </a:lnTo>
                    <a:lnTo>
                      <a:pt x="1234697" y="926458"/>
                    </a:lnTo>
                    <a:lnTo>
                      <a:pt x="1192031" y="947355"/>
                    </a:lnTo>
                    <a:lnTo>
                      <a:pt x="1158943" y="943002"/>
                    </a:lnTo>
                    <a:lnTo>
                      <a:pt x="1117148" y="935165"/>
                    </a:lnTo>
                    <a:lnTo>
                      <a:pt x="1093638" y="935165"/>
                    </a:lnTo>
                    <a:lnTo>
                      <a:pt x="1075353" y="938648"/>
                    </a:lnTo>
                    <a:lnTo>
                      <a:pt x="1063163" y="942131"/>
                    </a:lnTo>
                    <a:lnTo>
                      <a:pt x="1050102" y="949097"/>
                    </a:lnTo>
                    <a:lnTo>
                      <a:pt x="1023109" y="954321"/>
                    </a:lnTo>
                    <a:lnTo>
                      <a:pt x="1022238" y="969994"/>
                    </a:lnTo>
                    <a:lnTo>
                      <a:pt x="1019626" y="984797"/>
                    </a:lnTo>
                    <a:lnTo>
                      <a:pt x="1017884" y="1009177"/>
                    </a:lnTo>
                    <a:lnTo>
                      <a:pt x="1017014" y="1016143"/>
                    </a:lnTo>
                    <a:lnTo>
                      <a:pt x="1012660" y="1024850"/>
                    </a:lnTo>
                    <a:lnTo>
                      <a:pt x="1007436" y="1029204"/>
                    </a:lnTo>
                    <a:lnTo>
                      <a:pt x="997858" y="1033558"/>
                    </a:lnTo>
                    <a:lnTo>
                      <a:pt x="975219" y="1036170"/>
                    </a:lnTo>
                    <a:lnTo>
                      <a:pt x="962158" y="1041394"/>
                    </a:lnTo>
                    <a:lnTo>
                      <a:pt x="954321" y="1047489"/>
                    </a:lnTo>
                    <a:lnTo>
                      <a:pt x="940390" y="1067516"/>
                    </a:lnTo>
                    <a:lnTo>
                      <a:pt x="936906" y="1071870"/>
                    </a:lnTo>
                    <a:lnTo>
                      <a:pt x="931682" y="1075353"/>
                    </a:lnTo>
                    <a:lnTo>
                      <a:pt x="904689" y="1086672"/>
                    </a:lnTo>
                    <a:lnTo>
                      <a:pt x="890758" y="1090155"/>
                    </a:lnTo>
                    <a:lnTo>
                      <a:pt x="883792" y="1091026"/>
                    </a:lnTo>
                    <a:lnTo>
                      <a:pt x="841126" y="1092768"/>
                    </a:lnTo>
                    <a:lnTo>
                      <a:pt x="819358" y="1095380"/>
                    </a:lnTo>
                    <a:lnTo>
                      <a:pt x="802814" y="1084060"/>
                    </a:lnTo>
                    <a:lnTo>
                      <a:pt x="790624" y="1073611"/>
                    </a:lnTo>
                    <a:lnTo>
                      <a:pt x="775821" y="1057068"/>
                    </a:lnTo>
                    <a:lnTo>
                      <a:pt x="764502" y="1046619"/>
                    </a:lnTo>
                    <a:lnTo>
                      <a:pt x="747087" y="1037041"/>
                    </a:lnTo>
                    <a:lnTo>
                      <a:pt x="738380" y="1034428"/>
                    </a:lnTo>
                    <a:lnTo>
                      <a:pt x="710516" y="1029204"/>
                    </a:lnTo>
                    <a:lnTo>
                      <a:pt x="693102" y="1028333"/>
                    </a:lnTo>
                    <a:lnTo>
                      <a:pt x="669592" y="1029204"/>
                    </a:lnTo>
                    <a:lnTo>
                      <a:pt x="617348" y="1028333"/>
                    </a:lnTo>
                    <a:lnTo>
                      <a:pt x="565975" y="1028333"/>
                    </a:lnTo>
                    <a:lnTo>
                      <a:pt x="562492" y="1019626"/>
                    </a:lnTo>
                    <a:lnTo>
                      <a:pt x="556397" y="1012660"/>
                    </a:lnTo>
                    <a:lnTo>
                      <a:pt x="550302" y="1009177"/>
                    </a:lnTo>
                    <a:lnTo>
                      <a:pt x="521568" y="1000470"/>
                    </a:lnTo>
                    <a:lnTo>
                      <a:pt x="511990" y="996116"/>
                    </a:lnTo>
                    <a:lnTo>
                      <a:pt x="498929" y="988280"/>
                    </a:lnTo>
                    <a:lnTo>
                      <a:pt x="482385" y="971736"/>
                    </a:lnTo>
                    <a:lnTo>
                      <a:pt x="478031" y="968253"/>
                    </a:lnTo>
                    <a:lnTo>
                      <a:pt x="468453" y="965641"/>
                    </a:lnTo>
                    <a:lnTo>
                      <a:pt x="458875" y="965641"/>
                    </a:lnTo>
                    <a:lnTo>
                      <a:pt x="440590" y="970865"/>
                    </a:lnTo>
                    <a:lnTo>
                      <a:pt x="430141" y="975219"/>
                    </a:lnTo>
                    <a:lnTo>
                      <a:pt x="405760" y="1009177"/>
                    </a:lnTo>
                    <a:lnTo>
                      <a:pt x="400536" y="1015272"/>
                    </a:lnTo>
                    <a:lnTo>
                      <a:pt x="380510" y="1041394"/>
                    </a:lnTo>
                    <a:lnTo>
                      <a:pt x="358741" y="1081448"/>
                    </a:lnTo>
                    <a:lnTo>
                      <a:pt x="345680" y="1069258"/>
                    </a:lnTo>
                    <a:lnTo>
                      <a:pt x="335231" y="1062292"/>
                    </a:lnTo>
                    <a:lnTo>
                      <a:pt x="329136" y="1057068"/>
                    </a:lnTo>
                    <a:lnTo>
                      <a:pt x="312592" y="1047489"/>
                    </a:lnTo>
                    <a:lnTo>
                      <a:pt x="293437" y="1039653"/>
                    </a:lnTo>
                    <a:lnTo>
                      <a:pt x="268185" y="1030946"/>
                    </a:lnTo>
                    <a:lnTo>
                      <a:pt x="242934" y="1022238"/>
                    </a:lnTo>
                    <a:lnTo>
                      <a:pt x="218553" y="1052714"/>
                    </a:lnTo>
                    <a:lnTo>
                      <a:pt x="208975" y="1062292"/>
                    </a:lnTo>
                    <a:lnTo>
                      <a:pt x="194173" y="1072741"/>
                    </a:lnTo>
                    <a:lnTo>
                      <a:pt x="158473" y="1104087"/>
                    </a:lnTo>
                    <a:lnTo>
                      <a:pt x="152378" y="1097992"/>
                    </a:lnTo>
                    <a:lnTo>
                      <a:pt x="144541" y="1088414"/>
                    </a:lnTo>
                    <a:lnTo>
                      <a:pt x="133222" y="1077965"/>
                    </a:lnTo>
                    <a:lnTo>
                      <a:pt x="98393" y="1053585"/>
                    </a:lnTo>
                    <a:lnTo>
                      <a:pt x="91427" y="1046619"/>
                    </a:lnTo>
                    <a:lnTo>
                      <a:pt x="88815" y="1040524"/>
                    </a:lnTo>
                    <a:lnTo>
                      <a:pt x="87944" y="1033558"/>
                    </a:lnTo>
                    <a:lnTo>
                      <a:pt x="87944" y="996116"/>
                    </a:lnTo>
                    <a:lnTo>
                      <a:pt x="87073" y="989151"/>
                    </a:lnTo>
                    <a:lnTo>
                      <a:pt x="84461" y="981314"/>
                    </a:lnTo>
                    <a:lnTo>
                      <a:pt x="81848" y="974348"/>
                    </a:lnTo>
                    <a:lnTo>
                      <a:pt x="74883" y="963899"/>
                    </a:lnTo>
                    <a:lnTo>
                      <a:pt x="68787" y="950838"/>
                    </a:lnTo>
                    <a:lnTo>
                      <a:pt x="64434" y="944743"/>
                    </a:lnTo>
                    <a:lnTo>
                      <a:pt x="55726" y="931682"/>
                    </a:lnTo>
                    <a:lnTo>
                      <a:pt x="45278" y="918621"/>
                    </a:lnTo>
                    <a:lnTo>
                      <a:pt x="56598" y="906431"/>
                    </a:lnTo>
                    <a:lnTo>
                      <a:pt x="62693" y="901207"/>
                    </a:lnTo>
                    <a:lnTo>
                      <a:pt x="67917" y="898594"/>
                    </a:lnTo>
                    <a:lnTo>
                      <a:pt x="74883" y="897724"/>
                    </a:lnTo>
                    <a:lnTo>
                      <a:pt x="77495" y="880309"/>
                    </a:lnTo>
                    <a:lnTo>
                      <a:pt x="78366" y="869860"/>
                    </a:lnTo>
                    <a:lnTo>
                      <a:pt x="77495" y="861153"/>
                    </a:lnTo>
                    <a:lnTo>
                      <a:pt x="73141" y="848963"/>
                    </a:lnTo>
                    <a:lnTo>
                      <a:pt x="70529" y="843738"/>
                    </a:lnTo>
                    <a:lnTo>
                      <a:pt x="60080" y="832419"/>
                    </a:lnTo>
                    <a:lnTo>
                      <a:pt x="43537" y="817616"/>
                    </a:lnTo>
                    <a:lnTo>
                      <a:pt x="33088" y="806297"/>
                    </a:lnTo>
                    <a:lnTo>
                      <a:pt x="29605" y="801073"/>
                    </a:lnTo>
                    <a:lnTo>
                      <a:pt x="25251" y="788882"/>
                    </a:lnTo>
                    <a:lnTo>
                      <a:pt x="21768" y="765373"/>
                    </a:lnTo>
                    <a:lnTo>
                      <a:pt x="20897" y="754924"/>
                    </a:lnTo>
                    <a:lnTo>
                      <a:pt x="21768" y="741863"/>
                    </a:lnTo>
                    <a:lnTo>
                      <a:pt x="27863" y="728802"/>
                    </a:lnTo>
                    <a:lnTo>
                      <a:pt x="28734" y="723577"/>
                    </a:lnTo>
                    <a:lnTo>
                      <a:pt x="27863" y="718353"/>
                    </a:lnTo>
                    <a:lnTo>
                      <a:pt x="25251" y="713999"/>
                    </a:lnTo>
                    <a:lnTo>
                      <a:pt x="17415" y="704421"/>
                    </a:lnTo>
                    <a:lnTo>
                      <a:pt x="11319" y="699197"/>
                    </a:lnTo>
                    <a:lnTo>
                      <a:pt x="7837" y="693973"/>
                    </a:lnTo>
                    <a:lnTo>
                      <a:pt x="5224" y="688748"/>
                    </a:lnTo>
                    <a:lnTo>
                      <a:pt x="0" y="673946"/>
                    </a:lnTo>
                    <a:lnTo>
                      <a:pt x="13061" y="662626"/>
                    </a:lnTo>
                    <a:lnTo>
                      <a:pt x="23510" y="651307"/>
                    </a:lnTo>
                    <a:lnTo>
                      <a:pt x="58339" y="627797"/>
                    </a:lnTo>
                    <a:lnTo>
                      <a:pt x="70529" y="623443"/>
                    </a:lnTo>
                    <a:lnTo>
                      <a:pt x="77495" y="621702"/>
                    </a:lnTo>
                    <a:lnTo>
                      <a:pt x="91427" y="620831"/>
                    </a:lnTo>
                    <a:lnTo>
                      <a:pt x="113195" y="620831"/>
                    </a:lnTo>
                    <a:lnTo>
                      <a:pt x="120161" y="608641"/>
                    </a:lnTo>
                    <a:lnTo>
                      <a:pt x="124514" y="599934"/>
                    </a:lnTo>
                    <a:lnTo>
                      <a:pt x="159344" y="599063"/>
                    </a:lnTo>
                    <a:lnTo>
                      <a:pt x="187207" y="596451"/>
                    </a:lnTo>
                    <a:lnTo>
                      <a:pt x="181112" y="578165"/>
                    </a:lnTo>
                    <a:lnTo>
                      <a:pt x="170663" y="533758"/>
                    </a:lnTo>
                    <a:lnTo>
                      <a:pt x="168922" y="522439"/>
                    </a:lnTo>
                    <a:lnTo>
                      <a:pt x="168051" y="502412"/>
                    </a:lnTo>
                    <a:lnTo>
                      <a:pt x="174146" y="496317"/>
                    </a:lnTo>
                    <a:lnTo>
                      <a:pt x="173275" y="486739"/>
                    </a:lnTo>
                    <a:lnTo>
                      <a:pt x="171534" y="482385"/>
                    </a:lnTo>
                    <a:lnTo>
                      <a:pt x="168051" y="479773"/>
                    </a:lnTo>
                    <a:lnTo>
                      <a:pt x="164568" y="478902"/>
                    </a:lnTo>
                    <a:lnTo>
                      <a:pt x="159344" y="481514"/>
                    </a:lnTo>
                    <a:lnTo>
                      <a:pt x="130610" y="480644"/>
                    </a:lnTo>
                    <a:lnTo>
                      <a:pt x="114937" y="478031"/>
                    </a:lnTo>
                    <a:lnTo>
                      <a:pt x="99263" y="471936"/>
                    </a:lnTo>
                    <a:lnTo>
                      <a:pt x="87944" y="464970"/>
                    </a:lnTo>
                    <a:lnTo>
                      <a:pt x="86202" y="443202"/>
                    </a:lnTo>
                    <a:lnTo>
                      <a:pt x="83590" y="434495"/>
                    </a:lnTo>
                    <a:lnTo>
                      <a:pt x="71400" y="414468"/>
                    </a:lnTo>
                    <a:lnTo>
                      <a:pt x="59210" y="401407"/>
                    </a:lnTo>
                    <a:lnTo>
                      <a:pt x="70529" y="383122"/>
                    </a:lnTo>
                    <a:lnTo>
                      <a:pt x="74012" y="375285"/>
                    </a:lnTo>
                    <a:lnTo>
                      <a:pt x="80107" y="356129"/>
                    </a:lnTo>
                    <a:lnTo>
                      <a:pt x="89685" y="338714"/>
                    </a:lnTo>
                    <a:lnTo>
                      <a:pt x="101005" y="327395"/>
                    </a:lnTo>
                    <a:lnTo>
                      <a:pt x="115807" y="316946"/>
                    </a:lnTo>
                    <a:lnTo>
                      <a:pt x="121031" y="308239"/>
                    </a:lnTo>
                    <a:lnTo>
                      <a:pt x="126256" y="289953"/>
                    </a:lnTo>
                    <a:lnTo>
                      <a:pt x="127127" y="272539"/>
                    </a:lnTo>
                    <a:lnTo>
                      <a:pt x="127127" y="241192"/>
                    </a:lnTo>
                    <a:lnTo>
                      <a:pt x="124514" y="205492"/>
                    </a:lnTo>
                    <a:lnTo>
                      <a:pt x="172405" y="224649"/>
                    </a:lnTo>
                    <a:lnTo>
                      <a:pt x="190690" y="233356"/>
                    </a:lnTo>
                    <a:lnTo>
                      <a:pt x="203751" y="237709"/>
                    </a:lnTo>
                    <a:lnTo>
                      <a:pt x="223778" y="242934"/>
                    </a:lnTo>
                    <a:lnTo>
                      <a:pt x="241193" y="250770"/>
                    </a:lnTo>
                    <a:lnTo>
                      <a:pt x="255124" y="255124"/>
                    </a:lnTo>
                    <a:lnTo>
                      <a:pt x="262090" y="255124"/>
                    </a:lnTo>
                    <a:lnTo>
                      <a:pt x="268185" y="254253"/>
                    </a:lnTo>
                    <a:lnTo>
                      <a:pt x="272539" y="251641"/>
                    </a:lnTo>
                    <a:lnTo>
                      <a:pt x="279504" y="247288"/>
                    </a:lnTo>
                    <a:lnTo>
                      <a:pt x="296919" y="237709"/>
                    </a:lnTo>
                    <a:lnTo>
                      <a:pt x="303014" y="235968"/>
                    </a:lnTo>
                    <a:lnTo>
                      <a:pt x="319558" y="233356"/>
                    </a:lnTo>
                    <a:lnTo>
                      <a:pt x="324783" y="230744"/>
                    </a:lnTo>
                    <a:lnTo>
                      <a:pt x="333490" y="224649"/>
                    </a:lnTo>
                    <a:lnTo>
                      <a:pt x="348292" y="216812"/>
                    </a:lnTo>
                    <a:lnTo>
                      <a:pt x="367449" y="208105"/>
                    </a:lnTo>
                    <a:lnTo>
                      <a:pt x="385734" y="197656"/>
                    </a:lnTo>
                    <a:lnTo>
                      <a:pt x="380510" y="184595"/>
                    </a:lnTo>
                    <a:lnTo>
                      <a:pt x="375285" y="163697"/>
                    </a:lnTo>
                    <a:lnTo>
                      <a:pt x="371802" y="152378"/>
                    </a:lnTo>
                    <a:lnTo>
                      <a:pt x="390087" y="137575"/>
                    </a:lnTo>
                    <a:lnTo>
                      <a:pt x="403148" y="128868"/>
                    </a:lnTo>
                    <a:lnTo>
                      <a:pt x="409244" y="126256"/>
                    </a:lnTo>
                    <a:lnTo>
                      <a:pt x="427529" y="120161"/>
                    </a:lnTo>
                    <a:lnTo>
                      <a:pt x="477161" y="107100"/>
                    </a:lnTo>
                    <a:lnTo>
                      <a:pt x="503282" y="113195"/>
                    </a:lnTo>
                    <a:lnTo>
                      <a:pt x="512860" y="115807"/>
                    </a:lnTo>
                    <a:lnTo>
                      <a:pt x="521568" y="122773"/>
                    </a:lnTo>
                    <a:lnTo>
                      <a:pt x="527663" y="131480"/>
                    </a:lnTo>
                    <a:lnTo>
                      <a:pt x="529404" y="138446"/>
                    </a:lnTo>
                    <a:lnTo>
                      <a:pt x="529404" y="148895"/>
                    </a:lnTo>
                    <a:lnTo>
                      <a:pt x="524180" y="165439"/>
                    </a:lnTo>
                    <a:lnTo>
                      <a:pt x="518956" y="180241"/>
                    </a:lnTo>
                    <a:lnTo>
                      <a:pt x="526792" y="188078"/>
                    </a:lnTo>
                    <a:lnTo>
                      <a:pt x="540724" y="196785"/>
                    </a:lnTo>
                    <a:lnTo>
                      <a:pt x="552914" y="191561"/>
                    </a:lnTo>
                    <a:lnTo>
                      <a:pt x="559880" y="187207"/>
                    </a:lnTo>
                    <a:lnTo>
                      <a:pt x="568587" y="180241"/>
                    </a:lnTo>
                    <a:lnTo>
                      <a:pt x="601675" y="199397"/>
                    </a:lnTo>
                    <a:lnTo>
                      <a:pt x="643470" y="220295"/>
                    </a:lnTo>
                    <a:lnTo>
                      <a:pt x="648695" y="225519"/>
                    </a:lnTo>
                    <a:lnTo>
                      <a:pt x="651307" y="231614"/>
                    </a:lnTo>
                    <a:lnTo>
                      <a:pt x="666109" y="240322"/>
                    </a:lnTo>
                    <a:lnTo>
                      <a:pt x="676558" y="244675"/>
                    </a:lnTo>
                    <a:lnTo>
                      <a:pt x="700939" y="249900"/>
                    </a:lnTo>
                    <a:lnTo>
                      <a:pt x="709646" y="249900"/>
                    </a:lnTo>
                    <a:lnTo>
                      <a:pt x="719224" y="247288"/>
                    </a:lnTo>
                    <a:lnTo>
                      <a:pt x="727060" y="243805"/>
                    </a:lnTo>
                    <a:lnTo>
                      <a:pt x="738380" y="232485"/>
                    </a:lnTo>
                    <a:lnTo>
                      <a:pt x="745346" y="225519"/>
                    </a:lnTo>
                    <a:lnTo>
                      <a:pt x="753182" y="218553"/>
                    </a:lnTo>
                    <a:lnTo>
                      <a:pt x="758407" y="215941"/>
                    </a:lnTo>
                    <a:lnTo>
                      <a:pt x="767114" y="215071"/>
                    </a:lnTo>
                    <a:lnTo>
                      <a:pt x="786270" y="215941"/>
                    </a:lnTo>
                    <a:lnTo>
                      <a:pt x="791494" y="215071"/>
                    </a:lnTo>
                    <a:lnTo>
                      <a:pt x="812392" y="209846"/>
                    </a:lnTo>
                    <a:lnTo>
                      <a:pt x="822841" y="208975"/>
                    </a:lnTo>
                    <a:lnTo>
                      <a:pt x="832419" y="209846"/>
                    </a:lnTo>
                    <a:lnTo>
                      <a:pt x="844609" y="215071"/>
                    </a:lnTo>
                    <a:lnTo>
                      <a:pt x="848963" y="219424"/>
                    </a:lnTo>
                    <a:lnTo>
                      <a:pt x="860282" y="233356"/>
                    </a:lnTo>
                    <a:lnTo>
                      <a:pt x="892499" y="222907"/>
                    </a:lnTo>
                    <a:lnTo>
                      <a:pt x="909043" y="216812"/>
                    </a:lnTo>
                    <a:lnTo>
                      <a:pt x="920363" y="211588"/>
                    </a:lnTo>
                    <a:lnTo>
                      <a:pt x="928199" y="205492"/>
                    </a:lnTo>
                    <a:lnTo>
                      <a:pt x="933424" y="203751"/>
                    </a:lnTo>
                    <a:lnTo>
                      <a:pt x="938648" y="203751"/>
                    </a:lnTo>
                    <a:lnTo>
                      <a:pt x="952580" y="205492"/>
                    </a:lnTo>
                    <a:lnTo>
                      <a:pt x="958675" y="204622"/>
                    </a:lnTo>
                    <a:lnTo>
                      <a:pt x="963899" y="202010"/>
                    </a:lnTo>
                    <a:lnTo>
                      <a:pt x="969124" y="194173"/>
                    </a:lnTo>
                    <a:lnTo>
                      <a:pt x="973477" y="181983"/>
                    </a:lnTo>
                    <a:lnTo>
                      <a:pt x="978701" y="168922"/>
                    </a:lnTo>
                    <a:lnTo>
                      <a:pt x="983926" y="152378"/>
                    </a:lnTo>
                    <a:lnTo>
                      <a:pt x="990021" y="135834"/>
                    </a:lnTo>
                    <a:lnTo>
                      <a:pt x="990892" y="126256"/>
                    </a:lnTo>
                    <a:lnTo>
                      <a:pt x="990021" y="120161"/>
                    </a:lnTo>
                    <a:lnTo>
                      <a:pt x="986538" y="114066"/>
                    </a:lnTo>
                    <a:lnTo>
                      <a:pt x="978701" y="107971"/>
                    </a:lnTo>
                    <a:lnTo>
                      <a:pt x="961287" y="100134"/>
                    </a:lnTo>
                    <a:lnTo>
                      <a:pt x="953451" y="93168"/>
                    </a:lnTo>
                    <a:lnTo>
                      <a:pt x="949967" y="87944"/>
                    </a:lnTo>
                    <a:lnTo>
                      <a:pt x="936036" y="61822"/>
                    </a:lnTo>
                    <a:lnTo>
                      <a:pt x="955192" y="43537"/>
                    </a:lnTo>
                    <a:lnTo>
                      <a:pt x="974348" y="28734"/>
                    </a:lnTo>
                    <a:lnTo>
                      <a:pt x="983055" y="26122"/>
                    </a:lnTo>
                    <a:lnTo>
                      <a:pt x="998729" y="21768"/>
                    </a:lnTo>
                    <a:lnTo>
                      <a:pt x="1006565" y="20897"/>
                    </a:lnTo>
                    <a:lnTo>
                      <a:pt x="1026592" y="20027"/>
                    </a:lnTo>
                    <a:lnTo>
                      <a:pt x="1037041" y="20897"/>
                    </a:lnTo>
                    <a:lnTo>
                      <a:pt x="1044006" y="23510"/>
                    </a:lnTo>
                    <a:lnTo>
                      <a:pt x="1054455" y="26993"/>
                    </a:lnTo>
                    <a:lnTo>
                      <a:pt x="1060550" y="29605"/>
                    </a:lnTo>
                    <a:lnTo>
                      <a:pt x="1085802" y="47890"/>
                    </a:lnTo>
                    <a:lnTo>
                      <a:pt x="1096250" y="39183"/>
                    </a:lnTo>
                    <a:lnTo>
                      <a:pt x="1106699" y="26993"/>
                    </a:lnTo>
                    <a:lnTo>
                      <a:pt x="1124114" y="16544"/>
                    </a:lnTo>
                    <a:lnTo>
                      <a:pt x="1143270" y="7837"/>
                    </a:lnTo>
                    <a:lnTo>
                      <a:pt x="1152848" y="4354"/>
                    </a:lnTo>
                    <a:lnTo>
                      <a:pt x="1184194" y="871"/>
                    </a:lnTo>
                    <a:lnTo>
                      <a:pt x="1192902" y="0"/>
                    </a:lnTo>
                    <a:lnTo>
                      <a:pt x="1203351" y="871"/>
                    </a:lnTo>
                    <a:close/>
                    <a:moveTo>
                      <a:pt x="754053" y="389217"/>
                    </a:moveTo>
                    <a:lnTo>
                      <a:pt x="738380" y="382251"/>
                    </a:lnTo>
                    <a:lnTo>
                      <a:pt x="731414" y="379639"/>
                    </a:lnTo>
                    <a:lnTo>
                      <a:pt x="708775" y="375285"/>
                    </a:lnTo>
                    <a:lnTo>
                      <a:pt x="681782" y="368319"/>
                    </a:lnTo>
                    <a:lnTo>
                      <a:pt x="618219" y="356129"/>
                    </a:lnTo>
                    <a:lnTo>
                      <a:pt x="623443" y="374414"/>
                    </a:lnTo>
                    <a:lnTo>
                      <a:pt x="627797" y="393570"/>
                    </a:lnTo>
                    <a:lnTo>
                      <a:pt x="635634" y="420563"/>
                    </a:lnTo>
                    <a:lnTo>
                      <a:pt x="638246" y="473678"/>
                    </a:lnTo>
                    <a:lnTo>
                      <a:pt x="645212" y="482385"/>
                    </a:lnTo>
                    <a:lnTo>
                      <a:pt x="648695" y="488480"/>
                    </a:lnTo>
                    <a:lnTo>
                      <a:pt x="653048" y="500670"/>
                    </a:lnTo>
                    <a:lnTo>
                      <a:pt x="656531" y="514602"/>
                    </a:lnTo>
                    <a:lnTo>
                      <a:pt x="656531" y="545948"/>
                    </a:lnTo>
                    <a:lnTo>
                      <a:pt x="658273" y="552914"/>
                    </a:lnTo>
                    <a:lnTo>
                      <a:pt x="660885" y="559880"/>
                    </a:lnTo>
                    <a:lnTo>
                      <a:pt x="662626" y="562492"/>
                    </a:lnTo>
                    <a:lnTo>
                      <a:pt x="669592" y="566846"/>
                    </a:lnTo>
                    <a:lnTo>
                      <a:pt x="692231" y="572070"/>
                    </a:lnTo>
                    <a:lnTo>
                      <a:pt x="700939" y="576424"/>
                    </a:lnTo>
                    <a:lnTo>
                      <a:pt x="741863" y="572070"/>
                    </a:lnTo>
                    <a:lnTo>
                      <a:pt x="773209" y="566846"/>
                    </a:lnTo>
                    <a:lnTo>
                      <a:pt x="780175" y="566846"/>
                    </a:lnTo>
                    <a:lnTo>
                      <a:pt x="801073" y="567717"/>
                    </a:lnTo>
                    <a:lnTo>
                      <a:pt x="811522" y="569458"/>
                    </a:lnTo>
                    <a:lnTo>
                      <a:pt x="821970" y="573812"/>
                    </a:lnTo>
                    <a:lnTo>
                      <a:pt x="831548" y="580778"/>
                    </a:lnTo>
                    <a:lnTo>
                      <a:pt x="852445" y="599063"/>
                    </a:lnTo>
                    <a:lnTo>
                      <a:pt x="859412" y="602546"/>
                    </a:lnTo>
                    <a:lnTo>
                      <a:pt x="866377" y="605158"/>
                    </a:lnTo>
                    <a:lnTo>
                      <a:pt x="882921" y="606900"/>
                    </a:lnTo>
                    <a:lnTo>
                      <a:pt x="903819" y="606029"/>
                    </a:lnTo>
                    <a:lnTo>
                      <a:pt x="916009" y="604287"/>
                    </a:lnTo>
                    <a:lnTo>
                      <a:pt x="929941" y="599934"/>
                    </a:lnTo>
                    <a:lnTo>
                      <a:pt x="930811" y="590356"/>
                    </a:lnTo>
                    <a:lnTo>
                      <a:pt x="938648" y="552914"/>
                    </a:lnTo>
                    <a:lnTo>
                      <a:pt x="941260" y="533758"/>
                    </a:lnTo>
                    <a:lnTo>
                      <a:pt x="948226" y="507636"/>
                    </a:lnTo>
                    <a:lnTo>
                      <a:pt x="948226" y="500670"/>
                    </a:lnTo>
                    <a:lnTo>
                      <a:pt x="946485" y="494575"/>
                    </a:lnTo>
                    <a:lnTo>
                      <a:pt x="942131" y="489351"/>
                    </a:lnTo>
                    <a:lnTo>
                      <a:pt x="935165" y="484997"/>
                    </a:lnTo>
                    <a:lnTo>
                      <a:pt x="917750" y="478031"/>
                    </a:lnTo>
                    <a:lnTo>
                      <a:pt x="900336" y="474548"/>
                    </a:lnTo>
                    <a:lnTo>
                      <a:pt x="893370" y="472807"/>
                    </a:lnTo>
                    <a:lnTo>
                      <a:pt x="887275" y="469324"/>
                    </a:lnTo>
                    <a:lnTo>
                      <a:pt x="882051" y="464100"/>
                    </a:lnTo>
                    <a:lnTo>
                      <a:pt x="876826" y="458875"/>
                    </a:lnTo>
                    <a:lnTo>
                      <a:pt x="869860" y="449297"/>
                    </a:lnTo>
                    <a:lnTo>
                      <a:pt x="862024" y="440590"/>
                    </a:lnTo>
                    <a:lnTo>
                      <a:pt x="845480" y="412726"/>
                    </a:lnTo>
                    <a:lnTo>
                      <a:pt x="831548" y="396183"/>
                    </a:lnTo>
                    <a:lnTo>
                      <a:pt x="826324" y="385734"/>
                    </a:lnTo>
                    <a:lnTo>
                      <a:pt x="818487" y="370931"/>
                    </a:lnTo>
                    <a:lnTo>
                      <a:pt x="792365" y="382251"/>
                    </a:lnTo>
                    <a:lnTo>
                      <a:pt x="769726" y="389217"/>
                    </a:lnTo>
                    <a:lnTo>
                      <a:pt x="760148" y="390087"/>
                    </a:lnTo>
                    <a:lnTo>
                      <a:pt x="754053" y="389217"/>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72" name="Freeform: Shape 71">
                <a:extLst>
                  <a:ext uri="{FF2B5EF4-FFF2-40B4-BE49-F238E27FC236}">
                    <a16:creationId xmlns:a16="http://schemas.microsoft.com/office/drawing/2014/main" id="{3E1D281D-7DCA-8A82-7D21-7692BEE0DA69}"/>
                  </a:ext>
                </a:extLst>
              </p:cNvPr>
              <p:cNvSpPr>
                <a:spLocks/>
              </p:cNvSpPr>
              <p:nvPr/>
            </p:nvSpPr>
            <p:spPr>
              <a:xfrm>
                <a:off x="9615731" y="3477477"/>
                <a:ext cx="80107" cy="145412"/>
              </a:xfrm>
              <a:custGeom>
                <a:avLst/>
                <a:gdLst>
                  <a:gd name="connsiteX0" fmla="*/ 77495 w 80107"/>
                  <a:gd name="connsiteY0" fmla="*/ 1741 h 145412"/>
                  <a:gd name="connsiteX1" fmla="*/ 76624 w 80107"/>
                  <a:gd name="connsiteY1" fmla="*/ 7837 h 145412"/>
                  <a:gd name="connsiteX2" fmla="*/ 72271 w 80107"/>
                  <a:gd name="connsiteY2" fmla="*/ 15673 h 145412"/>
                  <a:gd name="connsiteX3" fmla="*/ 70530 w 80107"/>
                  <a:gd name="connsiteY3" fmla="*/ 20027 h 145412"/>
                  <a:gd name="connsiteX4" fmla="*/ 74012 w 80107"/>
                  <a:gd name="connsiteY4" fmla="*/ 36571 h 145412"/>
                  <a:gd name="connsiteX5" fmla="*/ 74012 w 80107"/>
                  <a:gd name="connsiteY5" fmla="*/ 41795 h 145412"/>
                  <a:gd name="connsiteX6" fmla="*/ 74012 w 80107"/>
                  <a:gd name="connsiteY6" fmla="*/ 53985 h 145412"/>
                  <a:gd name="connsiteX7" fmla="*/ 75754 w 80107"/>
                  <a:gd name="connsiteY7" fmla="*/ 58339 h 145412"/>
                  <a:gd name="connsiteX8" fmla="*/ 80107 w 80107"/>
                  <a:gd name="connsiteY8" fmla="*/ 64434 h 145412"/>
                  <a:gd name="connsiteX9" fmla="*/ 78366 w 80107"/>
                  <a:gd name="connsiteY9" fmla="*/ 70529 h 145412"/>
                  <a:gd name="connsiteX10" fmla="*/ 77495 w 80107"/>
                  <a:gd name="connsiteY10" fmla="*/ 83590 h 145412"/>
                  <a:gd name="connsiteX11" fmla="*/ 75754 w 80107"/>
                  <a:gd name="connsiteY11" fmla="*/ 90556 h 145412"/>
                  <a:gd name="connsiteX12" fmla="*/ 66176 w 80107"/>
                  <a:gd name="connsiteY12" fmla="*/ 109712 h 145412"/>
                  <a:gd name="connsiteX13" fmla="*/ 58339 w 80107"/>
                  <a:gd name="connsiteY13" fmla="*/ 116678 h 145412"/>
                  <a:gd name="connsiteX14" fmla="*/ 57469 w 80107"/>
                  <a:gd name="connsiteY14" fmla="*/ 120161 h 145412"/>
                  <a:gd name="connsiteX15" fmla="*/ 58339 w 80107"/>
                  <a:gd name="connsiteY15" fmla="*/ 125385 h 145412"/>
                  <a:gd name="connsiteX16" fmla="*/ 61822 w 80107"/>
                  <a:gd name="connsiteY16" fmla="*/ 131480 h 145412"/>
                  <a:gd name="connsiteX17" fmla="*/ 62693 w 80107"/>
                  <a:gd name="connsiteY17" fmla="*/ 135834 h 145412"/>
                  <a:gd name="connsiteX18" fmla="*/ 62693 w 80107"/>
                  <a:gd name="connsiteY18" fmla="*/ 145412 h 145412"/>
                  <a:gd name="connsiteX19" fmla="*/ 28734 w 80107"/>
                  <a:gd name="connsiteY19" fmla="*/ 139317 h 145412"/>
                  <a:gd name="connsiteX20" fmla="*/ 22639 w 80107"/>
                  <a:gd name="connsiteY20" fmla="*/ 136705 h 145412"/>
                  <a:gd name="connsiteX21" fmla="*/ 17415 w 80107"/>
                  <a:gd name="connsiteY21" fmla="*/ 132351 h 145412"/>
                  <a:gd name="connsiteX22" fmla="*/ 8707 w 80107"/>
                  <a:gd name="connsiteY22" fmla="*/ 119290 h 145412"/>
                  <a:gd name="connsiteX23" fmla="*/ 6095 w 80107"/>
                  <a:gd name="connsiteY23" fmla="*/ 102746 h 145412"/>
                  <a:gd name="connsiteX24" fmla="*/ 871 w 80107"/>
                  <a:gd name="connsiteY24" fmla="*/ 86202 h 145412"/>
                  <a:gd name="connsiteX25" fmla="*/ 0 w 80107"/>
                  <a:gd name="connsiteY25" fmla="*/ 78366 h 145412"/>
                  <a:gd name="connsiteX26" fmla="*/ 871 w 80107"/>
                  <a:gd name="connsiteY26" fmla="*/ 67917 h 145412"/>
                  <a:gd name="connsiteX27" fmla="*/ 4354 w 80107"/>
                  <a:gd name="connsiteY27" fmla="*/ 54856 h 145412"/>
                  <a:gd name="connsiteX28" fmla="*/ 10449 w 80107"/>
                  <a:gd name="connsiteY28" fmla="*/ 37441 h 145412"/>
                  <a:gd name="connsiteX29" fmla="*/ 14803 w 80107"/>
                  <a:gd name="connsiteY29" fmla="*/ 30476 h 145412"/>
                  <a:gd name="connsiteX30" fmla="*/ 22639 w 80107"/>
                  <a:gd name="connsiteY30" fmla="*/ 19156 h 145412"/>
                  <a:gd name="connsiteX31" fmla="*/ 41795 w 80107"/>
                  <a:gd name="connsiteY31" fmla="*/ 0 h 145412"/>
                  <a:gd name="connsiteX32" fmla="*/ 77495 w 80107"/>
                  <a:gd name="connsiteY32" fmla="*/ 1741 h 14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0107" h="145412">
                    <a:moveTo>
                      <a:pt x="77495" y="1741"/>
                    </a:moveTo>
                    <a:lnTo>
                      <a:pt x="76624" y="7837"/>
                    </a:lnTo>
                    <a:lnTo>
                      <a:pt x="72271" y="15673"/>
                    </a:lnTo>
                    <a:lnTo>
                      <a:pt x="70530" y="20027"/>
                    </a:lnTo>
                    <a:lnTo>
                      <a:pt x="74012" y="36571"/>
                    </a:lnTo>
                    <a:lnTo>
                      <a:pt x="74012" y="41795"/>
                    </a:lnTo>
                    <a:lnTo>
                      <a:pt x="74012" y="53985"/>
                    </a:lnTo>
                    <a:lnTo>
                      <a:pt x="75754" y="58339"/>
                    </a:lnTo>
                    <a:lnTo>
                      <a:pt x="80107" y="64434"/>
                    </a:lnTo>
                    <a:lnTo>
                      <a:pt x="78366" y="70529"/>
                    </a:lnTo>
                    <a:lnTo>
                      <a:pt x="77495" y="83590"/>
                    </a:lnTo>
                    <a:lnTo>
                      <a:pt x="75754" y="90556"/>
                    </a:lnTo>
                    <a:lnTo>
                      <a:pt x="66176" y="109712"/>
                    </a:lnTo>
                    <a:lnTo>
                      <a:pt x="58339" y="116678"/>
                    </a:lnTo>
                    <a:lnTo>
                      <a:pt x="57469" y="120161"/>
                    </a:lnTo>
                    <a:lnTo>
                      <a:pt x="58339" y="125385"/>
                    </a:lnTo>
                    <a:lnTo>
                      <a:pt x="61822" y="131480"/>
                    </a:lnTo>
                    <a:lnTo>
                      <a:pt x="62693" y="135834"/>
                    </a:lnTo>
                    <a:lnTo>
                      <a:pt x="62693" y="145412"/>
                    </a:lnTo>
                    <a:lnTo>
                      <a:pt x="28734" y="139317"/>
                    </a:lnTo>
                    <a:lnTo>
                      <a:pt x="22639" y="136705"/>
                    </a:lnTo>
                    <a:lnTo>
                      <a:pt x="17415" y="132351"/>
                    </a:lnTo>
                    <a:lnTo>
                      <a:pt x="8707" y="119290"/>
                    </a:lnTo>
                    <a:lnTo>
                      <a:pt x="6095" y="102746"/>
                    </a:lnTo>
                    <a:lnTo>
                      <a:pt x="871" y="86202"/>
                    </a:lnTo>
                    <a:lnTo>
                      <a:pt x="0" y="78366"/>
                    </a:lnTo>
                    <a:lnTo>
                      <a:pt x="871" y="67917"/>
                    </a:lnTo>
                    <a:lnTo>
                      <a:pt x="4354" y="54856"/>
                    </a:lnTo>
                    <a:lnTo>
                      <a:pt x="10449" y="37441"/>
                    </a:lnTo>
                    <a:lnTo>
                      <a:pt x="14803" y="30476"/>
                    </a:lnTo>
                    <a:lnTo>
                      <a:pt x="22639" y="19156"/>
                    </a:lnTo>
                    <a:lnTo>
                      <a:pt x="41795" y="0"/>
                    </a:lnTo>
                    <a:lnTo>
                      <a:pt x="77495" y="1741"/>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lumMod val="50000"/>
                    </a:srgbClr>
                  </a:solidFill>
                  <a:effectLst/>
                  <a:uLnTx/>
                  <a:uFillTx/>
                  <a:latin typeface="Montserrat Medium" pitchFamily="2" charset="0"/>
                  <a:ea typeface="+mn-ea"/>
                  <a:cs typeface="+mn-cs"/>
                </a:endParaRPr>
              </a:p>
            </p:txBody>
          </p:sp>
          <p:sp>
            <p:nvSpPr>
              <p:cNvPr id="73" name="Freeform: Shape 72">
                <a:extLst>
                  <a:ext uri="{FF2B5EF4-FFF2-40B4-BE49-F238E27FC236}">
                    <a16:creationId xmlns:a16="http://schemas.microsoft.com/office/drawing/2014/main" id="{6E9DAC04-69B8-4EB2-0108-ED6BBA736C42}"/>
                  </a:ext>
                </a:extLst>
              </p:cNvPr>
              <p:cNvSpPr>
                <a:spLocks/>
              </p:cNvSpPr>
              <p:nvPr/>
            </p:nvSpPr>
            <p:spPr>
              <a:xfrm>
                <a:off x="9118543" y="3340772"/>
                <a:ext cx="330006" cy="250770"/>
              </a:xfrm>
              <a:custGeom>
                <a:avLst/>
                <a:gdLst>
                  <a:gd name="connsiteX0" fmla="*/ 135834 w 330006"/>
                  <a:gd name="connsiteY0" fmla="*/ 33088 h 250770"/>
                  <a:gd name="connsiteX1" fmla="*/ 141929 w 330006"/>
                  <a:gd name="connsiteY1" fmla="*/ 33958 h 250770"/>
                  <a:gd name="connsiteX2" fmla="*/ 151507 w 330006"/>
                  <a:gd name="connsiteY2" fmla="*/ 33088 h 250770"/>
                  <a:gd name="connsiteX3" fmla="*/ 174146 w 330006"/>
                  <a:gd name="connsiteY3" fmla="*/ 26122 h 250770"/>
                  <a:gd name="connsiteX4" fmla="*/ 200268 w 330006"/>
                  <a:gd name="connsiteY4" fmla="*/ 14802 h 250770"/>
                  <a:gd name="connsiteX5" fmla="*/ 208104 w 330006"/>
                  <a:gd name="connsiteY5" fmla="*/ 29605 h 250770"/>
                  <a:gd name="connsiteX6" fmla="*/ 213329 w 330006"/>
                  <a:gd name="connsiteY6" fmla="*/ 40054 h 250770"/>
                  <a:gd name="connsiteX7" fmla="*/ 227261 w 330006"/>
                  <a:gd name="connsiteY7" fmla="*/ 56598 h 250770"/>
                  <a:gd name="connsiteX8" fmla="*/ 243805 w 330006"/>
                  <a:gd name="connsiteY8" fmla="*/ 84461 h 250770"/>
                  <a:gd name="connsiteX9" fmla="*/ 251641 w 330006"/>
                  <a:gd name="connsiteY9" fmla="*/ 93168 h 250770"/>
                  <a:gd name="connsiteX10" fmla="*/ 258607 w 330006"/>
                  <a:gd name="connsiteY10" fmla="*/ 102746 h 250770"/>
                  <a:gd name="connsiteX11" fmla="*/ 263831 w 330006"/>
                  <a:gd name="connsiteY11" fmla="*/ 107971 h 250770"/>
                  <a:gd name="connsiteX12" fmla="*/ 269056 w 330006"/>
                  <a:gd name="connsiteY12" fmla="*/ 113195 h 250770"/>
                  <a:gd name="connsiteX13" fmla="*/ 275151 w 330006"/>
                  <a:gd name="connsiteY13" fmla="*/ 116678 h 250770"/>
                  <a:gd name="connsiteX14" fmla="*/ 282117 w 330006"/>
                  <a:gd name="connsiteY14" fmla="*/ 118419 h 250770"/>
                  <a:gd name="connsiteX15" fmla="*/ 299531 w 330006"/>
                  <a:gd name="connsiteY15" fmla="*/ 121902 h 250770"/>
                  <a:gd name="connsiteX16" fmla="*/ 316946 w 330006"/>
                  <a:gd name="connsiteY16" fmla="*/ 128868 h 250770"/>
                  <a:gd name="connsiteX17" fmla="*/ 323912 w 330006"/>
                  <a:gd name="connsiteY17" fmla="*/ 133222 h 250770"/>
                  <a:gd name="connsiteX18" fmla="*/ 328266 w 330006"/>
                  <a:gd name="connsiteY18" fmla="*/ 138446 h 250770"/>
                  <a:gd name="connsiteX19" fmla="*/ 330007 w 330006"/>
                  <a:gd name="connsiteY19" fmla="*/ 144541 h 250770"/>
                  <a:gd name="connsiteX20" fmla="*/ 330007 w 330006"/>
                  <a:gd name="connsiteY20" fmla="*/ 151507 h 250770"/>
                  <a:gd name="connsiteX21" fmla="*/ 323041 w 330006"/>
                  <a:gd name="connsiteY21" fmla="*/ 177629 h 250770"/>
                  <a:gd name="connsiteX22" fmla="*/ 320429 w 330006"/>
                  <a:gd name="connsiteY22" fmla="*/ 196785 h 250770"/>
                  <a:gd name="connsiteX23" fmla="*/ 312592 w 330006"/>
                  <a:gd name="connsiteY23" fmla="*/ 234227 h 250770"/>
                  <a:gd name="connsiteX24" fmla="*/ 311722 w 330006"/>
                  <a:gd name="connsiteY24" fmla="*/ 243805 h 250770"/>
                  <a:gd name="connsiteX25" fmla="*/ 297790 w 330006"/>
                  <a:gd name="connsiteY25" fmla="*/ 248158 h 250770"/>
                  <a:gd name="connsiteX26" fmla="*/ 285600 w 330006"/>
                  <a:gd name="connsiteY26" fmla="*/ 249900 h 250770"/>
                  <a:gd name="connsiteX27" fmla="*/ 264702 w 330006"/>
                  <a:gd name="connsiteY27" fmla="*/ 250771 h 250770"/>
                  <a:gd name="connsiteX28" fmla="*/ 248158 w 330006"/>
                  <a:gd name="connsiteY28" fmla="*/ 249029 h 250770"/>
                  <a:gd name="connsiteX29" fmla="*/ 241193 w 330006"/>
                  <a:gd name="connsiteY29" fmla="*/ 246417 h 250770"/>
                  <a:gd name="connsiteX30" fmla="*/ 234226 w 330006"/>
                  <a:gd name="connsiteY30" fmla="*/ 242934 h 250770"/>
                  <a:gd name="connsiteX31" fmla="*/ 213329 w 330006"/>
                  <a:gd name="connsiteY31" fmla="*/ 224649 h 250770"/>
                  <a:gd name="connsiteX32" fmla="*/ 203751 w 330006"/>
                  <a:gd name="connsiteY32" fmla="*/ 217683 h 250770"/>
                  <a:gd name="connsiteX33" fmla="*/ 193302 w 330006"/>
                  <a:gd name="connsiteY33" fmla="*/ 213329 h 250770"/>
                  <a:gd name="connsiteX34" fmla="*/ 182854 w 330006"/>
                  <a:gd name="connsiteY34" fmla="*/ 211588 h 250770"/>
                  <a:gd name="connsiteX35" fmla="*/ 161956 w 330006"/>
                  <a:gd name="connsiteY35" fmla="*/ 210717 h 250770"/>
                  <a:gd name="connsiteX36" fmla="*/ 154990 w 330006"/>
                  <a:gd name="connsiteY36" fmla="*/ 210717 h 250770"/>
                  <a:gd name="connsiteX37" fmla="*/ 123644 w 330006"/>
                  <a:gd name="connsiteY37" fmla="*/ 215941 h 250770"/>
                  <a:gd name="connsiteX38" fmla="*/ 82719 w 330006"/>
                  <a:gd name="connsiteY38" fmla="*/ 220295 h 250770"/>
                  <a:gd name="connsiteX39" fmla="*/ 74012 w 330006"/>
                  <a:gd name="connsiteY39" fmla="*/ 215941 h 250770"/>
                  <a:gd name="connsiteX40" fmla="*/ 51373 w 330006"/>
                  <a:gd name="connsiteY40" fmla="*/ 210717 h 250770"/>
                  <a:gd name="connsiteX41" fmla="*/ 44407 w 330006"/>
                  <a:gd name="connsiteY41" fmla="*/ 206363 h 250770"/>
                  <a:gd name="connsiteX42" fmla="*/ 42666 w 330006"/>
                  <a:gd name="connsiteY42" fmla="*/ 203751 h 250770"/>
                  <a:gd name="connsiteX43" fmla="*/ 40053 w 330006"/>
                  <a:gd name="connsiteY43" fmla="*/ 196785 h 250770"/>
                  <a:gd name="connsiteX44" fmla="*/ 38312 w 330006"/>
                  <a:gd name="connsiteY44" fmla="*/ 189819 h 250770"/>
                  <a:gd name="connsiteX45" fmla="*/ 38312 w 330006"/>
                  <a:gd name="connsiteY45" fmla="*/ 158473 h 250770"/>
                  <a:gd name="connsiteX46" fmla="*/ 34829 w 330006"/>
                  <a:gd name="connsiteY46" fmla="*/ 144541 h 250770"/>
                  <a:gd name="connsiteX47" fmla="*/ 30476 w 330006"/>
                  <a:gd name="connsiteY47" fmla="*/ 132351 h 250770"/>
                  <a:gd name="connsiteX48" fmla="*/ 26992 w 330006"/>
                  <a:gd name="connsiteY48" fmla="*/ 126256 h 250770"/>
                  <a:gd name="connsiteX49" fmla="*/ 20027 w 330006"/>
                  <a:gd name="connsiteY49" fmla="*/ 117549 h 250770"/>
                  <a:gd name="connsiteX50" fmla="*/ 17415 w 330006"/>
                  <a:gd name="connsiteY50" fmla="*/ 64434 h 250770"/>
                  <a:gd name="connsiteX51" fmla="*/ 9578 w 330006"/>
                  <a:gd name="connsiteY51" fmla="*/ 37441 h 250770"/>
                  <a:gd name="connsiteX52" fmla="*/ 5224 w 330006"/>
                  <a:gd name="connsiteY52" fmla="*/ 18285 h 250770"/>
                  <a:gd name="connsiteX53" fmla="*/ 0 w 330006"/>
                  <a:gd name="connsiteY53" fmla="*/ 0 h 250770"/>
                  <a:gd name="connsiteX54" fmla="*/ 63563 w 330006"/>
                  <a:gd name="connsiteY54" fmla="*/ 12190 h 250770"/>
                  <a:gd name="connsiteX55" fmla="*/ 90556 w 330006"/>
                  <a:gd name="connsiteY55" fmla="*/ 19156 h 250770"/>
                  <a:gd name="connsiteX56" fmla="*/ 113195 w 330006"/>
                  <a:gd name="connsiteY56" fmla="*/ 23510 h 250770"/>
                  <a:gd name="connsiteX57" fmla="*/ 120161 w 330006"/>
                  <a:gd name="connsiteY57" fmla="*/ 26122 h 250770"/>
                  <a:gd name="connsiteX58" fmla="*/ 135834 w 330006"/>
                  <a:gd name="connsiteY58" fmla="*/ 33088 h 25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30006" h="250770">
                    <a:moveTo>
                      <a:pt x="135834" y="33088"/>
                    </a:moveTo>
                    <a:lnTo>
                      <a:pt x="141929" y="33958"/>
                    </a:lnTo>
                    <a:lnTo>
                      <a:pt x="151507" y="33088"/>
                    </a:lnTo>
                    <a:lnTo>
                      <a:pt x="174146" y="26122"/>
                    </a:lnTo>
                    <a:lnTo>
                      <a:pt x="200268" y="14802"/>
                    </a:lnTo>
                    <a:lnTo>
                      <a:pt x="208104" y="29605"/>
                    </a:lnTo>
                    <a:lnTo>
                      <a:pt x="213329" y="40054"/>
                    </a:lnTo>
                    <a:lnTo>
                      <a:pt x="227261" y="56598"/>
                    </a:lnTo>
                    <a:lnTo>
                      <a:pt x="243805" y="84461"/>
                    </a:lnTo>
                    <a:lnTo>
                      <a:pt x="251641" y="93168"/>
                    </a:lnTo>
                    <a:lnTo>
                      <a:pt x="258607" y="102746"/>
                    </a:lnTo>
                    <a:lnTo>
                      <a:pt x="263831" y="107971"/>
                    </a:lnTo>
                    <a:lnTo>
                      <a:pt x="269056" y="113195"/>
                    </a:lnTo>
                    <a:lnTo>
                      <a:pt x="275151" y="116678"/>
                    </a:lnTo>
                    <a:lnTo>
                      <a:pt x="282117" y="118419"/>
                    </a:lnTo>
                    <a:lnTo>
                      <a:pt x="299531" y="121902"/>
                    </a:lnTo>
                    <a:lnTo>
                      <a:pt x="316946" y="128868"/>
                    </a:lnTo>
                    <a:lnTo>
                      <a:pt x="323912" y="133222"/>
                    </a:lnTo>
                    <a:lnTo>
                      <a:pt x="328266" y="138446"/>
                    </a:lnTo>
                    <a:lnTo>
                      <a:pt x="330007" y="144541"/>
                    </a:lnTo>
                    <a:lnTo>
                      <a:pt x="330007" y="151507"/>
                    </a:lnTo>
                    <a:lnTo>
                      <a:pt x="323041" y="177629"/>
                    </a:lnTo>
                    <a:lnTo>
                      <a:pt x="320429" y="196785"/>
                    </a:lnTo>
                    <a:lnTo>
                      <a:pt x="312592" y="234227"/>
                    </a:lnTo>
                    <a:lnTo>
                      <a:pt x="311722" y="243805"/>
                    </a:lnTo>
                    <a:lnTo>
                      <a:pt x="297790" y="248158"/>
                    </a:lnTo>
                    <a:lnTo>
                      <a:pt x="285600" y="249900"/>
                    </a:lnTo>
                    <a:lnTo>
                      <a:pt x="264702" y="250771"/>
                    </a:lnTo>
                    <a:lnTo>
                      <a:pt x="248158" y="249029"/>
                    </a:lnTo>
                    <a:lnTo>
                      <a:pt x="241193" y="246417"/>
                    </a:lnTo>
                    <a:lnTo>
                      <a:pt x="234226" y="242934"/>
                    </a:lnTo>
                    <a:lnTo>
                      <a:pt x="213329" y="224649"/>
                    </a:lnTo>
                    <a:lnTo>
                      <a:pt x="203751" y="217683"/>
                    </a:lnTo>
                    <a:lnTo>
                      <a:pt x="193302" y="213329"/>
                    </a:lnTo>
                    <a:lnTo>
                      <a:pt x="182854" y="211588"/>
                    </a:lnTo>
                    <a:lnTo>
                      <a:pt x="161956" y="210717"/>
                    </a:lnTo>
                    <a:lnTo>
                      <a:pt x="154990" y="210717"/>
                    </a:lnTo>
                    <a:lnTo>
                      <a:pt x="123644" y="215941"/>
                    </a:lnTo>
                    <a:lnTo>
                      <a:pt x="82719" y="220295"/>
                    </a:lnTo>
                    <a:lnTo>
                      <a:pt x="74012" y="215941"/>
                    </a:lnTo>
                    <a:lnTo>
                      <a:pt x="51373" y="210717"/>
                    </a:lnTo>
                    <a:lnTo>
                      <a:pt x="44407" y="206363"/>
                    </a:lnTo>
                    <a:lnTo>
                      <a:pt x="42666" y="203751"/>
                    </a:lnTo>
                    <a:lnTo>
                      <a:pt x="40053" y="196785"/>
                    </a:lnTo>
                    <a:lnTo>
                      <a:pt x="38312" y="189819"/>
                    </a:lnTo>
                    <a:lnTo>
                      <a:pt x="38312" y="158473"/>
                    </a:lnTo>
                    <a:lnTo>
                      <a:pt x="34829" y="144541"/>
                    </a:lnTo>
                    <a:lnTo>
                      <a:pt x="30476" y="132351"/>
                    </a:lnTo>
                    <a:lnTo>
                      <a:pt x="26992" y="126256"/>
                    </a:lnTo>
                    <a:lnTo>
                      <a:pt x="20027" y="117549"/>
                    </a:lnTo>
                    <a:lnTo>
                      <a:pt x="17415" y="64434"/>
                    </a:lnTo>
                    <a:lnTo>
                      <a:pt x="9578" y="37441"/>
                    </a:lnTo>
                    <a:lnTo>
                      <a:pt x="5224" y="18285"/>
                    </a:lnTo>
                    <a:lnTo>
                      <a:pt x="0" y="0"/>
                    </a:lnTo>
                    <a:lnTo>
                      <a:pt x="63563" y="12190"/>
                    </a:lnTo>
                    <a:lnTo>
                      <a:pt x="90556" y="19156"/>
                    </a:lnTo>
                    <a:lnTo>
                      <a:pt x="113195" y="23510"/>
                    </a:lnTo>
                    <a:lnTo>
                      <a:pt x="120161" y="26122"/>
                    </a:lnTo>
                    <a:lnTo>
                      <a:pt x="135834" y="33088"/>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74" name="Freeform: Shape 73">
                <a:extLst>
                  <a:ext uri="{FF2B5EF4-FFF2-40B4-BE49-F238E27FC236}">
                    <a16:creationId xmlns:a16="http://schemas.microsoft.com/office/drawing/2014/main" id="{05455212-E42C-553A-B61F-1E83B8A7F3D1}"/>
                  </a:ext>
                </a:extLst>
              </p:cNvPr>
              <p:cNvSpPr>
                <a:spLocks/>
              </p:cNvSpPr>
              <p:nvPr/>
            </p:nvSpPr>
            <p:spPr>
              <a:xfrm>
                <a:off x="10677152" y="2503129"/>
                <a:ext cx="2101074" cy="1617818"/>
              </a:xfrm>
              <a:custGeom>
                <a:avLst/>
                <a:gdLst>
                  <a:gd name="connsiteX0" fmla="*/ 1203351 w 2101074"/>
                  <a:gd name="connsiteY0" fmla="*/ 1617818 h 1617818"/>
                  <a:gd name="connsiteX1" fmla="*/ 1180711 w 2101074"/>
                  <a:gd name="connsiteY1" fmla="*/ 1591696 h 1617818"/>
                  <a:gd name="connsiteX2" fmla="*/ 1125855 w 2101074"/>
                  <a:gd name="connsiteY2" fmla="*/ 1501140 h 1617818"/>
                  <a:gd name="connsiteX3" fmla="*/ 1121502 w 2101074"/>
                  <a:gd name="connsiteY3" fmla="*/ 1496787 h 1617818"/>
                  <a:gd name="connsiteX4" fmla="*/ 1117148 w 2101074"/>
                  <a:gd name="connsiteY4" fmla="*/ 1493304 h 1617818"/>
                  <a:gd name="connsiteX5" fmla="*/ 1112794 w 2101074"/>
                  <a:gd name="connsiteY5" fmla="*/ 1491562 h 1617818"/>
                  <a:gd name="connsiteX6" fmla="*/ 997858 w 2101074"/>
                  <a:gd name="connsiteY6" fmla="*/ 1496787 h 1617818"/>
                  <a:gd name="connsiteX7" fmla="*/ 946485 w 2101074"/>
                  <a:gd name="connsiteY7" fmla="*/ 1507235 h 1617818"/>
                  <a:gd name="connsiteX8" fmla="*/ 821970 w 2101074"/>
                  <a:gd name="connsiteY8" fmla="*/ 1511589 h 1617818"/>
                  <a:gd name="connsiteX9" fmla="*/ 798461 w 2101074"/>
                  <a:gd name="connsiteY9" fmla="*/ 1518555 h 1617818"/>
                  <a:gd name="connsiteX10" fmla="*/ 752311 w 2101074"/>
                  <a:gd name="connsiteY10" fmla="*/ 1542065 h 1617818"/>
                  <a:gd name="connsiteX11" fmla="*/ 720095 w 2101074"/>
                  <a:gd name="connsiteY11" fmla="*/ 1481984 h 1617818"/>
                  <a:gd name="connsiteX12" fmla="*/ 704421 w 2101074"/>
                  <a:gd name="connsiteY12" fmla="*/ 1457604 h 1617818"/>
                  <a:gd name="connsiteX13" fmla="*/ 696585 w 2101074"/>
                  <a:gd name="connsiteY13" fmla="*/ 1448897 h 1617818"/>
                  <a:gd name="connsiteX14" fmla="*/ 687878 w 2101074"/>
                  <a:gd name="connsiteY14" fmla="*/ 1441060 h 1617818"/>
                  <a:gd name="connsiteX15" fmla="*/ 680041 w 2101074"/>
                  <a:gd name="connsiteY15" fmla="*/ 1435836 h 1617818"/>
                  <a:gd name="connsiteX16" fmla="*/ 672205 w 2101074"/>
                  <a:gd name="connsiteY16" fmla="*/ 1430611 h 1617818"/>
                  <a:gd name="connsiteX17" fmla="*/ 641729 w 2101074"/>
                  <a:gd name="connsiteY17" fmla="*/ 1418421 h 1617818"/>
                  <a:gd name="connsiteX18" fmla="*/ 636504 w 2101074"/>
                  <a:gd name="connsiteY18" fmla="*/ 1415809 h 1617818"/>
                  <a:gd name="connsiteX19" fmla="*/ 633022 w 2101074"/>
                  <a:gd name="connsiteY19" fmla="*/ 1411455 h 1617818"/>
                  <a:gd name="connsiteX20" fmla="*/ 629539 w 2101074"/>
                  <a:gd name="connsiteY20" fmla="*/ 1405360 h 1617818"/>
                  <a:gd name="connsiteX21" fmla="*/ 626926 w 2101074"/>
                  <a:gd name="connsiteY21" fmla="*/ 1397523 h 1617818"/>
                  <a:gd name="connsiteX22" fmla="*/ 625185 w 2101074"/>
                  <a:gd name="connsiteY22" fmla="*/ 1387945 h 1617818"/>
                  <a:gd name="connsiteX23" fmla="*/ 626055 w 2101074"/>
                  <a:gd name="connsiteY23" fmla="*/ 1355728 h 1617818"/>
                  <a:gd name="connsiteX24" fmla="*/ 635634 w 2101074"/>
                  <a:gd name="connsiteY24" fmla="*/ 1283458 h 1617818"/>
                  <a:gd name="connsiteX25" fmla="*/ 633022 w 2101074"/>
                  <a:gd name="connsiteY25" fmla="*/ 1273009 h 1617818"/>
                  <a:gd name="connsiteX26" fmla="*/ 629539 w 2101074"/>
                  <a:gd name="connsiteY26" fmla="*/ 1268655 h 1617818"/>
                  <a:gd name="connsiteX27" fmla="*/ 623443 w 2101074"/>
                  <a:gd name="connsiteY27" fmla="*/ 1263431 h 1617818"/>
                  <a:gd name="connsiteX28" fmla="*/ 576424 w 2101074"/>
                  <a:gd name="connsiteY28" fmla="*/ 1237309 h 1617818"/>
                  <a:gd name="connsiteX29" fmla="*/ 452780 w 2101074"/>
                  <a:gd name="connsiteY29" fmla="*/ 1138046 h 1617818"/>
                  <a:gd name="connsiteX30" fmla="*/ 289083 w 2101074"/>
                  <a:gd name="connsiteY30" fmla="*/ 1101475 h 1617818"/>
                  <a:gd name="connsiteX31" fmla="*/ 236839 w 2101074"/>
                  <a:gd name="connsiteY31" fmla="*/ 1077094 h 1617818"/>
                  <a:gd name="connsiteX32" fmla="*/ 222036 w 2101074"/>
                  <a:gd name="connsiteY32" fmla="*/ 1073611 h 1617818"/>
                  <a:gd name="connsiteX33" fmla="*/ 214200 w 2101074"/>
                  <a:gd name="connsiteY33" fmla="*/ 1073611 h 1617818"/>
                  <a:gd name="connsiteX34" fmla="*/ 206363 w 2101074"/>
                  <a:gd name="connsiteY34" fmla="*/ 1074482 h 1617818"/>
                  <a:gd name="connsiteX35" fmla="*/ 197656 w 2101074"/>
                  <a:gd name="connsiteY35" fmla="*/ 1077094 h 1617818"/>
                  <a:gd name="connsiteX36" fmla="*/ 151507 w 2101074"/>
                  <a:gd name="connsiteY36" fmla="*/ 1103216 h 1617818"/>
                  <a:gd name="connsiteX37" fmla="*/ 154120 w 2101074"/>
                  <a:gd name="connsiteY37" fmla="*/ 1054455 h 1617818"/>
                  <a:gd name="connsiteX38" fmla="*/ 151507 w 2101074"/>
                  <a:gd name="connsiteY38" fmla="*/ 1017885 h 1617818"/>
                  <a:gd name="connsiteX39" fmla="*/ 140188 w 2101074"/>
                  <a:gd name="connsiteY39" fmla="*/ 967382 h 1617818"/>
                  <a:gd name="connsiteX40" fmla="*/ 128868 w 2101074"/>
                  <a:gd name="connsiteY40" fmla="*/ 943872 h 1617818"/>
                  <a:gd name="connsiteX41" fmla="*/ 125385 w 2101074"/>
                  <a:gd name="connsiteY41" fmla="*/ 937777 h 1617818"/>
                  <a:gd name="connsiteX42" fmla="*/ 111453 w 2101074"/>
                  <a:gd name="connsiteY42" fmla="*/ 910785 h 1617818"/>
                  <a:gd name="connsiteX43" fmla="*/ 104488 w 2101074"/>
                  <a:gd name="connsiteY43" fmla="*/ 841126 h 1617818"/>
                  <a:gd name="connsiteX44" fmla="*/ 108841 w 2101074"/>
                  <a:gd name="connsiteY44" fmla="*/ 814134 h 1617818"/>
                  <a:gd name="connsiteX45" fmla="*/ 114937 w 2101074"/>
                  <a:gd name="connsiteY45" fmla="*/ 796719 h 1617818"/>
                  <a:gd name="connsiteX46" fmla="*/ 115807 w 2101074"/>
                  <a:gd name="connsiteY46" fmla="*/ 772338 h 1617818"/>
                  <a:gd name="connsiteX47" fmla="*/ 112324 w 2101074"/>
                  <a:gd name="connsiteY47" fmla="*/ 749699 h 1617818"/>
                  <a:gd name="connsiteX48" fmla="*/ 107100 w 2101074"/>
                  <a:gd name="connsiteY48" fmla="*/ 733156 h 1617818"/>
                  <a:gd name="connsiteX49" fmla="*/ 90556 w 2101074"/>
                  <a:gd name="connsiteY49" fmla="*/ 692231 h 1617818"/>
                  <a:gd name="connsiteX50" fmla="*/ 38312 w 2101074"/>
                  <a:gd name="connsiteY50" fmla="*/ 593839 h 1617818"/>
                  <a:gd name="connsiteX51" fmla="*/ 27864 w 2101074"/>
                  <a:gd name="connsiteY51" fmla="*/ 568587 h 1617818"/>
                  <a:gd name="connsiteX52" fmla="*/ 23510 w 2101074"/>
                  <a:gd name="connsiteY52" fmla="*/ 554656 h 1617818"/>
                  <a:gd name="connsiteX53" fmla="*/ 33088 w 2101074"/>
                  <a:gd name="connsiteY53" fmla="*/ 525051 h 1617818"/>
                  <a:gd name="connsiteX54" fmla="*/ 33088 w 2101074"/>
                  <a:gd name="connsiteY54" fmla="*/ 516344 h 1617818"/>
                  <a:gd name="connsiteX55" fmla="*/ 31346 w 2101074"/>
                  <a:gd name="connsiteY55" fmla="*/ 505895 h 1617818"/>
                  <a:gd name="connsiteX56" fmla="*/ 21768 w 2101074"/>
                  <a:gd name="connsiteY56" fmla="*/ 475419 h 1617818"/>
                  <a:gd name="connsiteX57" fmla="*/ 13061 w 2101074"/>
                  <a:gd name="connsiteY57" fmla="*/ 419692 h 1617818"/>
                  <a:gd name="connsiteX58" fmla="*/ 12190 w 2101074"/>
                  <a:gd name="connsiteY58" fmla="*/ 400536 h 1617818"/>
                  <a:gd name="connsiteX59" fmla="*/ 18285 w 2101074"/>
                  <a:gd name="connsiteY59" fmla="*/ 392700 h 1617818"/>
                  <a:gd name="connsiteX60" fmla="*/ 21768 w 2101074"/>
                  <a:gd name="connsiteY60" fmla="*/ 386605 h 1617818"/>
                  <a:gd name="connsiteX61" fmla="*/ 20027 w 2101074"/>
                  <a:gd name="connsiteY61" fmla="*/ 381380 h 1617818"/>
                  <a:gd name="connsiteX62" fmla="*/ 0 w 2101074"/>
                  <a:gd name="connsiteY62" fmla="*/ 350905 h 1617818"/>
                  <a:gd name="connsiteX63" fmla="*/ 82719 w 2101074"/>
                  <a:gd name="connsiteY63" fmla="*/ 314334 h 1617818"/>
                  <a:gd name="connsiteX64" fmla="*/ 94039 w 2101074"/>
                  <a:gd name="connsiteY64" fmla="*/ 311722 h 1617818"/>
                  <a:gd name="connsiteX65" fmla="*/ 123644 w 2101074"/>
                  <a:gd name="connsiteY65" fmla="*/ 315205 h 1617818"/>
                  <a:gd name="connsiteX66" fmla="*/ 147153 w 2101074"/>
                  <a:gd name="connsiteY66" fmla="*/ 328266 h 1617818"/>
                  <a:gd name="connsiteX67" fmla="*/ 154990 w 2101074"/>
                  <a:gd name="connsiteY67" fmla="*/ 330007 h 1617818"/>
                  <a:gd name="connsiteX68" fmla="*/ 163697 w 2101074"/>
                  <a:gd name="connsiteY68" fmla="*/ 329136 h 1617818"/>
                  <a:gd name="connsiteX69" fmla="*/ 175888 w 2101074"/>
                  <a:gd name="connsiteY69" fmla="*/ 325653 h 1617818"/>
                  <a:gd name="connsiteX70" fmla="*/ 200268 w 2101074"/>
                  <a:gd name="connsiteY70" fmla="*/ 313463 h 1617818"/>
                  <a:gd name="connsiteX71" fmla="*/ 215941 w 2101074"/>
                  <a:gd name="connsiteY71" fmla="*/ 298661 h 1617818"/>
                  <a:gd name="connsiteX72" fmla="*/ 222036 w 2101074"/>
                  <a:gd name="connsiteY72" fmla="*/ 294307 h 1617818"/>
                  <a:gd name="connsiteX73" fmla="*/ 228132 w 2101074"/>
                  <a:gd name="connsiteY73" fmla="*/ 291695 h 1617818"/>
                  <a:gd name="connsiteX74" fmla="*/ 234226 w 2101074"/>
                  <a:gd name="connsiteY74" fmla="*/ 289953 h 1617818"/>
                  <a:gd name="connsiteX75" fmla="*/ 248158 w 2101074"/>
                  <a:gd name="connsiteY75" fmla="*/ 289083 h 1617818"/>
                  <a:gd name="connsiteX76" fmla="*/ 252512 w 2101074"/>
                  <a:gd name="connsiteY76" fmla="*/ 286470 h 1617818"/>
                  <a:gd name="connsiteX77" fmla="*/ 255124 w 2101074"/>
                  <a:gd name="connsiteY77" fmla="*/ 276892 h 1617818"/>
                  <a:gd name="connsiteX78" fmla="*/ 255995 w 2101074"/>
                  <a:gd name="connsiteY78" fmla="*/ 262090 h 1617818"/>
                  <a:gd name="connsiteX79" fmla="*/ 256866 w 2101074"/>
                  <a:gd name="connsiteY79" fmla="*/ 255995 h 1617818"/>
                  <a:gd name="connsiteX80" fmla="*/ 259478 w 2101074"/>
                  <a:gd name="connsiteY80" fmla="*/ 248158 h 1617818"/>
                  <a:gd name="connsiteX81" fmla="*/ 278634 w 2101074"/>
                  <a:gd name="connsiteY81" fmla="*/ 210717 h 1617818"/>
                  <a:gd name="connsiteX82" fmla="*/ 285600 w 2101074"/>
                  <a:gd name="connsiteY82" fmla="*/ 200268 h 1617818"/>
                  <a:gd name="connsiteX83" fmla="*/ 293437 w 2101074"/>
                  <a:gd name="connsiteY83" fmla="*/ 191561 h 1617818"/>
                  <a:gd name="connsiteX84" fmla="*/ 348292 w 2101074"/>
                  <a:gd name="connsiteY84" fmla="*/ 149766 h 1617818"/>
                  <a:gd name="connsiteX85" fmla="*/ 355258 w 2101074"/>
                  <a:gd name="connsiteY85" fmla="*/ 140188 h 1617818"/>
                  <a:gd name="connsiteX86" fmla="*/ 359612 w 2101074"/>
                  <a:gd name="connsiteY86" fmla="*/ 134963 h 1617818"/>
                  <a:gd name="connsiteX87" fmla="*/ 373543 w 2101074"/>
                  <a:gd name="connsiteY87" fmla="*/ 125385 h 1617818"/>
                  <a:gd name="connsiteX88" fmla="*/ 378768 w 2101074"/>
                  <a:gd name="connsiteY88" fmla="*/ 120161 h 1617818"/>
                  <a:gd name="connsiteX89" fmla="*/ 392700 w 2101074"/>
                  <a:gd name="connsiteY89" fmla="*/ 108841 h 1617818"/>
                  <a:gd name="connsiteX90" fmla="*/ 438848 w 2101074"/>
                  <a:gd name="connsiteY90" fmla="*/ 83590 h 1617818"/>
                  <a:gd name="connsiteX91" fmla="*/ 444943 w 2101074"/>
                  <a:gd name="connsiteY91" fmla="*/ 82719 h 1617818"/>
                  <a:gd name="connsiteX92" fmla="*/ 456263 w 2101074"/>
                  <a:gd name="connsiteY92" fmla="*/ 84461 h 1617818"/>
                  <a:gd name="connsiteX93" fmla="*/ 462358 w 2101074"/>
                  <a:gd name="connsiteY93" fmla="*/ 84461 h 1617818"/>
                  <a:gd name="connsiteX94" fmla="*/ 465841 w 2101074"/>
                  <a:gd name="connsiteY94" fmla="*/ 82719 h 1617818"/>
                  <a:gd name="connsiteX95" fmla="*/ 498929 w 2101074"/>
                  <a:gd name="connsiteY95" fmla="*/ 49632 h 1617818"/>
                  <a:gd name="connsiteX96" fmla="*/ 504153 w 2101074"/>
                  <a:gd name="connsiteY96" fmla="*/ 46149 h 1617818"/>
                  <a:gd name="connsiteX97" fmla="*/ 515473 w 2101074"/>
                  <a:gd name="connsiteY97" fmla="*/ 42666 h 1617818"/>
                  <a:gd name="connsiteX98" fmla="*/ 520697 w 2101074"/>
                  <a:gd name="connsiteY98" fmla="*/ 40054 h 1617818"/>
                  <a:gd name="connsiteX99" fmla="*/ 538112 w 2101074"/>
                  <a:gd name="connsiteY99" fmla="*/ 22639 h 1617818"/>
                  <a:gd name="connsiteX100" fmla="*/ 559880 w 2101074"/>
                  <a:gd name="connsiteY100" fmla="*/ 8707 h 1617818"/>
                  <a:gd name="connsiteX101" fmla="*/ 583390 w 2101074"/>
                  <a:gd name="connsiteY101" fmla="*/ 0 h 1617818"/>
                  <a:gd name="connsiteX102" fmla="*/ 596451 w 2101074"/>
                  <a:gd name="connsiteY102" fmla="*/ 2612 h 1617818"/>
                  <a:gd name="connsiteX103" fmla="*/ 620831 w 2101074"/>
                  <a:gd name="connsiteY103" fmla="*/ 14802 h 1617818"/>
                  <a:gd name="connsiteX104" fmla="*/ 633892 w 2101074"/>
                  <a:gd name="connsiteY104" fmla="*/ 18285 h 1617818"/>
                  <a:gd name="connsiteX105" fmla="*/ 684394 w 2101074"/>
                  <a:gd name="connsiteY105" fmla="*/ 11319 h 1617818"/>
                  <a:gd name="connsiteX106" fmla="*/ 709646 w 2101074"/>
                  <a:gd name="connsiteY106" fmla="*/ 17415 h 1617818"/>
                  <a:gd name="connsiteX107" fmla="*/ 775821 w 2101074"/>
                  <a:gd name="connsiteY107" fmla="*/ 56598 h 1617818"/>
                  <a:gd name="connsiteX108" fmla="*/ 780175 w 2101074"/>
                  <a:gd name="connsiteY108" fmla="*/ 60951 h 1617818"/>
                  <a:gd name="connsiteX109" fmla="*/ 783658 w 2101074"/>
                  <a:gd name="connsiteY109" fmla="*/ 66176 h 1617818"/>
                  <a:gd name="connsiteX110" fmla="*/ 789753 w 2101074"/>
                  <a:gd name="connsiteY110" fmla="*/ 79237 h 1617818"/>
                  <a:gd name="connsiteX111" fmla="*/ 793236 w 2101074"/>
                  <a:gd name="connsiteY111" fmla="*/ 84461 h 1617818"/>
                  <a:gd name="connsiteX112" fmla="*/ 833290 w 2101074"/>
                  <a:gd name="connsiteY112" fmla="*/ 128868 h 1617818"/>
                  <a:gd name="connsiteX113" fmla="*/ 875955 w 2101074"/>
                  <a:gd name="connsiteY113" fmla="*/ 161085 h 1617818"/>
                  <a:gd name="connsiteX114" fmla="*/ 881180 w 2101074"/>
                  <a:gd name="connsiteY114" fmla="*/ 162827 h 1617818"/>
                  <a:gd name="connsiteX115" fmla="*/ 897724 w 2101074"/>
                  <a:gd name="connsiteY115" fmla="*/ 162827 h 1617818"/>
                  <a:gd name="connsiteX116" fmla="*/ 903819 w 2101074"/>
                  <a:gd name="connsiteY116" fmla="*/ 164568 h 1617818"/>
                  <a:gd name="connsiteX117" fmla="*/ 913397 w 2101074"/>
                  <a:gd name="connsiteY117" fmla="*/ 164568 h 1617818"/>
                  <a:gd name="connsiteX118" fmla="*/ 932553 w 2101074"/>
                  <a:gd name="connsiteY118" fmla="*/ 161956 h 1617818"/>
                  <a:gd name="connsiteX119" fmla="*/ 961287 w 2101074"/>
                  <a:gd name="connsiteY119" fmla="*/ 168051 h 1617818"/>
                  <a:gd name="connsiteX120" fmla="*/ 969994 w 2101074"/>
                  <a:gd name="connsiteY120" fmla="*/ 168051 h 1617818"/>
                  <a:gd name="connsiteX121" fmla="*/ 978701 w 2101074"/>
                  <a:gd name="connsiteY121" fmla="*/ 165439 h 1617818"/>
                  <a:gd name="connsiteX122" fmla="*/ 1060550 w 2101074"/>
                  <a:gd name="connsiteY122" fmla="*/ 117549 h 1617818"/>
                  <a:gd name="connsiteX123" fmla="*/ 1083189 w 2101074"/>
                  <a:gd name="connsiteY123" fmla="*/ 111454 h 1617818"/>
                  <a:gd name="connsiteX124" fmla="*/ 1104958 w 2101074"/>
                  <a:gd name="connsiteY124" fmla="*/ 111454 h 1617818"/>
                  <a:gd name="connsiteX125" fmla="*/ 1127597 w 2101074"/>
                  <a:gd name="connsiteY125" fmla="*/ 120161 h 1617818"/>
                  <a:gd name="connsiteX126" fmla="*/ 1201609 w 2101074"/>
                  <a:gd name="connsiteY126" fmla="*/ 149766 h 1617818"/>
                  <a:gd name="connsiteX127" fmla="*/ 1212928 w 2101074"/>
                  <a:gd name="connsiteY127" fmla="*/ 160214 h 1617818"/>
                  <a:gd name="connsiteX128" fmla="*/ 1222506 w 2101074"/>
                  <a:gd name="connsiteY128" fmla="*/ 174146 h 1617818"/>
                  <a:gd name="connsiteX129" fmla="*/ 1231214 w 2101074"/>
                  <a:gd name="connsiteY129" fmla="*/ 191561 h 1617818"/>
                  <a:gd name="connsiteX130" fmla="*/ 1173745 w 2101074"/>
                  <a:gd name="connsiteY130" fmla="*/ 319558 h 1617818"/>
                  <a:gd name="connsiteX131" fmla="*/ 1170262 w 2101074"/>
                  <a:gd name="connsiteY131" fmla="*/ 329136 h 1617818"/>
                  <a:gd name="connsiteX132" fmla="*/ 1113665 w 2101074"/>
                  <a:gd name="connsiteY132" fmla="*/ 458875 h 1617818"/>
                  <a:gd name="connsiteX133" fmla="*/ 1056197 w 2101074"/>
                  <a:gd name="connsiteY133" fmla="*/ 586873 h 1617818"/>
                  <a:gd name="connsiteX134" fmla="*/ 1055326 w 2101074"/>
                  <a:gd name="connsiteY134" fmla="*/ 593839 h 1617818"/>
                  <a:gd name="connsiteX135" fmla="*/ 1059680 w 2101074"/>
                  <a:gd name="connsiteY135" fmla="*/ 608641 h 1617818"/>
                  <a:gd name="connsiteX136" fmla="*/ 1059680 w 2101074"/>
                  <a:gd name="connsiteY136" fmla="*/ 615607 h 1617818"/>
                  <a:gd name="connsiteX137" fmla="*/ 1054455 w 2101074"/>
                  <a:gd name="connsiteY137" fmla="*/ 628668 h 1617818"/>
                  <a:gd name="connsiteX138" fmla="*/ 992633 w 2101074"/>
                  <a:gd name="connsiteY138" fmla="*/ 726190 h 1617818"/>
                  <a:gd name="connsiteX139" fmla="*/ 990021 w 2101074"/>
                  <a:gd name="connsiteY139" fmla="*/ 733156 h 1617818"/>
                  <a:gd name="connsiteX140" fmla="*/ 989150 w 2101074"/>
                  <a:gd name="connsiteY140" fmla="*/ 740992 h 1617818"/>
                  <a:gd name="connsiteX141" fmla="*/ 989150 w 2101074"/>
                  <a:gd name="connsiteY141" fmla="*/ 749699 h 1617818"/>
                  <a:gd name="connsiteX142" fmla="*/ 995246 w 2101074"/>
                  <a:gd name="connsiteY142" fmla="*/ 830677 h 1617818"/>
                  <a:gd name="connsiteX143" fmla="*/ 992633 w 2101074"/>
                  <a:gd name="connsiteY143" fmla="*/ 843738 h 1617818"/>
                  <a:gd name="connsiteX144" fmla="*/ 984797 w 2101074"/>
                  <a:gd name="connsiteY144" fmla="*/ 850704 h 1617818"/>
                  <a:gd name="connsiteX145" fmla="*/ 921233 w 2101074"/>
                  <a:gd name="connsiteY145" fmla="*/ 881180 h 1617818"/>
                  <a:gd name="connsiteX146" fmla="*/ 915138 w 2101074"/>
                  <a:gd name="connsiteY146" fmla="*/ 888146 h 1617818"/>
                  <a:gd name="connsiteX147" fmla="*/ 915138 w 2101074"/>
                  <a:gd name="connsiteY147" fmla="*/ 892499 h 1617818"/>
                  <a:gd name="connsiteX148" fmla="*/ 923846 w 2101074"/>
                  <a:gd name="connsiteY148" fmla="*/ 943872 h 1617818"/>
                  <a:gd name="connsiteX149" fmla="*/ 928199 w 2101074"/>
                  <a:gd name="connsiteY149" fmla="*/ 968253 h 1617818"/>
                  <a:gd name="connsiteX150" fmla="*/ 931682 w 2101074"/>
                  <a:gd name="connsiteY150" fmla="*/ 977831 h 1617818"/>
                  <a:gd name="connsiteX151" fmla="*/ 938648 w 2101074"/>
                  <a:gd name="connsiteY151" fmla="*/ 986538 h 1617818"/>
                  <a:gd name="connsiteX152" fmla="*/ 1006565 w 2101074"/>
                  <a:gd name="connsiteY152" fmla="*/ 1059680 h 1617818"/>
                  <a:gd name="connsiteX153" fmla="*/ 1023109 w 2101074"/>
                  <a:gd name="connsiteY153" fmla="*/ 1068387 h 1617818"/>
                  <a:gd name="connsiteX154" fmla="*/ 1038782 w 2101074"/>
                  <a:gd name="connsiteY154" fmla="*/ 1058809 h 1617818"/>
                  <a:gd name="connsiteX155" fmla="*/ 1069258 w 2101074"/>
                  <a:gd name="connsiteY155" fmla="*/ 1019626 h 1617818"/>
                  <a:gd name="connsiteX156" fmla="*/ 1095380 w 2101074"/>
                  <a:gd name="connsiteY156" fmla="*/ 1002211 h 1617818"/>
                  <a:gd name="connsiteX157" fmla="*/ 1111924 w 2101074"/>
                  <a:gd name="connsiteY157" fmla="*/ 996987 h 1617818"/>
                  <a:gd name="connsiteX158" fmla="*/ 1162426 w 2101074"/>
                  <a:gd name="connsiteY158" fmla="*/ 1008307 h 1617818"/>
                  <a:gd name="connsiteX159" fmla="*/ 1181582 w 2101074"/>
                  <a:gd name="connsiteY159" fmla="*/ 1007436 h 1617818"/>
                  <a:gd name="connsiteX160" fmla="*/ 1249499 w 2101074"/>
                  <a:gd name="connsiteY160" fmla="*/ 992633 h 1617818"/>
                  <a:gd name="connsiteX161" fmla="*/ 1268655 w 2101074"/>
                  <a:gd name="connsiteY161" fmla="*/ 991763 h 1617818"/>
                  <a:gd name="connsiteX162" fmla="*/ 1276492 w 2101074"/>
                  <a:gd name="connsiteY162" fmla="*/ 993504 h 1617818"/>
                  <a:gd name="connsiteX163" fmla="*/ 1309579 w 2101074"/>
                  <a:gd name="connsiteY163" fmla="*/ 1006565 h 1617818"/>
                  <a:gd name="connsiteX164" fmla="*/ 1329607 w 2101074"/>
                  <a:gd name="connsiteY164" fmla="*/ 1014402 h 1617818"/>
                  <a:gd name="connsiteX165" fmla="*/ 1335701 w 2101074"/>
                  <a:gd name="connsiteY165" fmla="*/ 1017885 h 1617818"/>
                  <a:gd name="connsiteX166" fmla="*/ 1401877 w 2101074"/>
                  <a:gd name="connsiteY166" fmla="*/ 1080577 h 1617818"/>
                  <a:gd name="connsiteX167" fmla="*/ 1414067 w 2101074"/>
                  <a:gd name="connsiteY167" fmla="*/ 1082319 h 1617818"/>
                  <a:gd name="connsiteX168" fmla="*/ 1424516 w 2101074"/>
                  <a:gd name="connsiteY168" fmla="*/ 1068387 h 1617818"/>
                  <a:gd name="connsiteX169" fmla="*/ 1434094 w 2101074"/>
                  <a:gd name="connsiteY169" fmla="*/ 1050102 h 1617818"/>
                  <a:gd name="connsiteX170" fmla="*/ 1444543 w 2101074"/>
                  <a:gd name="connsiteY170" fmla="*/ 1039653 h 1617818"/>
                  <a:gd name="connsiteX171" fmla="*/ 1454121 w 2101074"/>
                  <a:gd name="connsiteY171" fmla="*/ 1031816 h 1617818"/>
                  <a:gd name="connsiteX172" fmla="*/ 1452379 w 2101074"/>
                  <a:gd name="connsiteY172" fmla="*/ 1038782 h 1617818"/>
                  <a:gd name="connsiteX173" fmla="*/ 1454121 w 2101074"/>
                  <a:gd name="connsiteY173" fmla="*/ 1039653 h 1617818"/>
                  <a:gd name="connsiteX174" fmla="*/ 1460216 w 2101074"/>
                  <a:gd name="connsiteY174" fmla="*/ 1055326 h 1617818"/>
                  <a:gd name="connsiteX175" fmla="*/ 1466311 w 2101074"/>
                  <a:gd name="connsiteY175" fmla="*/ 1061421 h 1617818"/>
                  <a:gd name="connsiteX176" fmla="*/ 1471536 w 2101074"/>
                  <a:gd name="connsiteY176" fmla="*/ 1063163 h 1617818"/>
                  <a:gd name="connsiteX177" fmla="*/ 1476760 w 2101074"/>
                  <a:gd name="connsiteY177" fmla="*/ 1063163 h 1617818"/>
                  <a:gd name="connsiteX178" fmla="*/ 1473277 w 2101074"/>
                  <a:gd name="connsiteY178" fmla="*/ 1070999 h 1617818"/>
                  <a:gd name="connsiteX179" fmla="*/ 1470665 w 2101074"/>
                  <a:gd name="connsiteY179" fmla="*/ 1079707 h 1617818"/>
                  <a:gd name="connsiteX180" fmla="*/ 1480243 w 2101074"/>
                  <a:gd name="connsiteY180" fmla="*/ 1080577 h 1617818"/>
                  <a:gd name="connsiteX181" fmla="*/ 1489821 w 2101074"/>
                  <a:gd name="connsiteY181" fmla="*/ 1077094 h 1617818"/>
                  <a:gd name="connsiteX182" fmla="*/ 1498528 w 2101074"/>
                  <a:gd name="connsiteY182" fmla="*/ 1071870 h 1617818"/>
                  <a:gd name="connsiteX183" fmla="*/ 1513331 w 2101074"/>
                  <a:gd name="connsiteY183" fmla="*/ 1057068 h 1617818"/>
                  <a:gd name="connsiteX184" fmla="*/ 1533357 w 2101074"/>
                  <a:gd name="connsiteY184" fmla="*/ 1043136 h 1617818"/>
                  <a:gd name="connsiteX185" fmla="*/ 1551643 w 2101074"/>
                  <a:gd name="connsiteY185" fmla="*/ 1017885 h 1617818"/>
                  <a:gd name="connsiteX186" fmla="*/ 1555126 w 2101074"/>
                  <a:gd name="connsiteY186" fmla="*/ 1008307 h 1617818"/>
                  <a:gd name="connsiteX187" fmla="*/ 1554255 w 2101074"/>
                  <a:gd name="connsiteY187" fmla="*/ 994375 h 1617818"/>
                  <a:gd name="connsiteX188" fmla="*/ 1552514 w 2101074"/>
                  <a:gd name="connsiteY188" fmla="*/ 986538 h 1617818"/>
                  <a:gd name="connsiteX189" fmla="*/ 1549030 w 2101074"/>
                  <a:gd name="connsiteY189" fmla="*/ 983055 h 1617818"/>
                  <a:gd name="connsiteX190" fmla="*/ 1541194 w 2101074"/>
                  <a:gd name="connsiteY190" fmla="*/ 977831 h 1617818"/>
                  <a:gd name="connsiteX191" fmla="*/ 1538582 w 2101074"/>
                  <a:gd name="connsiteY191" fmla="*/ 972607 h 1617818"/>
                  <a:gd name="connsiteX192" fmla="*/ 1532487 w 2101074"/>
                  <a:gd name="connsiteY192" fmla="*/ 953451 h 1617818"/>
                  <a:gd name="connsiteX193" fmla="*/ 1525521 w 2101074"/>
                  <a:gd name="connsiteY193" fmla="*/ 949097 h 1617818"/>
                  <a:gd name="connsiteX194" fmla="*/ 1516814 w 2101074"/>
                  <a:gd name="connsiteY194" fmla="*/ 950838 h 1617818"/>
                  <a:gd name="connsiteX195" fmla="*/ 1523779 w 2101074"/>
                  <a:gd name="connsiteY195" fmla="*/ 943872 h 1617818"/>
                  <a:gd name="connsiteX196" fmla="*/ 1536840 w 2101074"/>
                  <a:gd name="connsiteY196" fmla="*/ 939519 h 1617818"/>
                  <a:gd name="connsiteX197" fmla="*/ 1579506 w 2101074"/>
                  <a:gd name="connsiteY197" fmla="*/ 942131 h 1617818"/>
                  <a:gd name="connsiteX198" fmla="*/ 1585601 w 2101074"/>
                  <a:gd name="connsiteY198" fmla="*/ 941260 h 1617818"/>
                  <a:gd name="connsiteX199" fmla="*/ 1603887 w 2101074"/>
                  <a:gd name="connsiteY199" fmla="*/ 933424 h 1617818"/>
                  <a:gd name="connsiteX200" fmla="*/ 1619560 w 2101074"/>
                  <a:gd name="connsiteY200" fmla="*/ 929941 h 1617818"/>
                  <a:gd name="connsiteX201" fmla="*/ 1636103 w 2101074"/>
                  <a:gd name="connsiteY201" fmla="*/ 929941 h 1617818"/>
                  <a:gd name="connsiteX202" fmla="*/ 1642199 w 2101074"/>
                  <a:gd name="connsiteY202" fmla="*/ 931682 h 1617818"/>
                  <a:gd name="connsiteX203" fmla="*/ 1655260 w 2101074"/>
                  <a:gd name="connsiteY203" fmla="*/ 940390 h 1617818"/>
                  <a:gd name="connsiteX204" fmla="*/ 1662225 w 2101074"/>
                  <a:gd name="connsiteY204" fmla="*/ 942131 h 1617818"/>
                  <a:gd name="connsiteX205" fmla="*/ 1714469 w 2101074"/>
                  <a:gd name="connsiteY205" fmla="*/ 945614 h 1617818"/>
                  <a:gd name="connsiteX206" fmla="*/ 1732755 w 2101074"/>
                  <a:gd name="connsiteY206" fmla="*/ 955192 h 1617818"/>
                  <a:gd name="connsiteX207" fmla="*/ 1750170 w 2101074"/>
                  <a:gd name="connsiteY207" fmla="*/ 976089 h 1617818"/>
                  <a:gd name="connsiteX208" fmla="*/ 1779774 w 2101074"/>
                  <a:gd name="connsiteY208" fmla="*/ 1024850 h 1617818"/>
                  <a:gd name="connsiteX209" fmla="*/ 1793706 w 2101074"/>
                  <a:gd name="connsiteY209" fmla="*/ 1039653 h 1617818"/>
                  <a:gd name="connsiteX210" fmla="*/ 1849433 w 2101074"/>
                  <a:gd name="connsiteY210" fmla="*/ 1064033 h 1617818"/>
                  <a:gd name="connsiteX211" fmla="*/ 1872942 w 2101074"/>
                  <a:gd name="connsiteY211" fmla="*/ 1072741 h 1617818"/>
                  <a:gd name="connsiteX212" fmla="*/ 1879038 w 2101074"/>
                  <a:gd name="connsiteY212" fmla="*/ 1077965 h 1617818"/>
                  <a:gd name="connsiteX213" fmla="*/ 1883391 w 2101074"/>
                  <a:gd name="connsiteY213" fmla="*/ 1084060 h 1617818"/>
                  <a:gd name="connsiteX214" fmla="*/ 1885133 w 2101074"/>
                  <a:gd name="connsiteY214" fmla="*/ 1091026 h 1617818"/>
                  <a:gd name="connsiteX215" fmla="*/ 1888615 w 2101074"/>
                  <a:gd name="connsiteY215" fmla="*/ 1119760 h 1617818"/>
                  <a:gd name="connsiteX216" fmla="*/ 1889487 w 2101074"/>
                  <a:gd name="connsiteY216" fmla="*/ 1126726 h 1617818"/>
                  <a:gd name="connsiteX217" fmla="*/ 1892969 w 2101074"/>
                  <a:gd name="connsiteY217" fmla="*/ 1131080 h 1617818"/>
                  <a:gd name="connsiteX218" fmla="*/ 1899064 w 2101074"/>
                  <a:gd name="connsiteY218" fmla="*/ 1135433 h 1617818"/>
                  <a:gd name="connsiteX219" fmla="*/ 1924316 w 2101074"/>
                  <a:gd name="connsiteY219" fmla="*/ 1145011 h 1617818"/>
                  <a:gd name="connsiteX220" fmla="*/ 1935635 w 2101074"/>
                  <a:gd name="connsiteY220" fmla="*/ 1148494 h 1617818"/>
                  <a:gd name="connsiteX221" fmla="*/ 1940859 w 2101074"/>
                  <a:gd name="connsiteY221" fmla="*/ 1151977 h 1617818"/>
                  <a:gd name="connsiteX222" fmla="*/ 1942601 w 2101074"/>
                  <a:gd name="connsiteY222" fmla="*/ 1158072 h 1617818"/>
                  <a:gd name="connsiteX223" fmla="*/ 1940859 w 2101074"/>
                  <a:gd name="connsiteY223" fmla="*/ 1161555 h 1617818"/>
                  <a:gd name="connsiteX224" fmla="*/ 1934765 w 2101074"/>
                  <a:gd name="connsiteY224" fmla="*/ 1171133 h 1617818"/>
                  <a:gd name="connsiteX225" fmla="*/ 1933023 w 2101074"/>
                  <a:gd name="connsiteY225" fmla="*/ 1176358 h 1617818"/>
                  <a:gd name="connsiteX226" fmla="*/ 1943472 w 2101074"/>
                  <a:gd name="connsiteY226" fmla="*/ 1179841 h 1617818"/>
                  <a:gd name="connsiteX227" fmla="*/ 1985267 w 2101074"/>
                  <a:gd name="connsiteY227" fmla="*/ 1219024 h 1617818"/>
                  <a:gd name="connsiteX228" fmla="*/ 1989621 w 2101074"/>
                  <a:gd name="connsiteY228" fmla="*/ 1223377 h 1617818"/>
                  <a:gd name="connsiteX229" fmla="*/ 1995716 w 2101074"/>
                  <a:gd name="connsiteY229" fmla="*/ 1237309 h 1617818"/>
                  <a:gd name="connsiteX230" fmla="*/ 1998328 w 2101074"/>
                  <a:gd name="connsiteY230" fmla="*/ 1241662 h 1617818"/>
                  <a:gd name="connsiteX231" fmla="*/ 2015743 w 2101074"/>
                  <a:gd name="connsiteY231" fmla="*/ 1246887 h 1617818"/>
                  <a:gd name="connsiteX232" fmla="*/ 2027062 w 2101074"/>
                  <a:gd name="connsiteY232" fmla="*/ 1255594 h 1617818"/>
                  <a:gd name="connsiteX233" fmla="*/ 2046218 w 2101074"/>
                  <a:gd name="connsiteY233" fmla="*/ 1278233 h 1617818"/>
                  <a:gd name="connsiteX234" fmla="*/ 2054054 w 2101074"/>
                  <a:gd name="connsiteY234" fmla="*/ 1290423 h 1617818"/>
                  <a:gd name="connsiteX235" fmla="*/ 2060150 w 2101074"/>
                  <a:gd name="connsiteY235" fmla="*/ 1304355 h 1617818"/>
                  <a:gd name="connsiteX236" fmla="*/ 2061891 w 2101074"/>
                  <a:gd name="connsiteY236" fmla="*/ 1312192 h 1617818"/>
                  <a:gd name="connsiteX237" fmla="*/ 2062762 w 2101074"/>
                  <a:gd name="connsiteY237" fmla="*/ 1335701 h 1617818"/>
                  <a:gd name="connsiteX238" fmla="*/ 2064503 w 2101074"/>
                  <a:gd name="connsiteY238" fmla="*/ 1344409 h 1617818"/>
                  <a:gd name="connsiteX239" fmla="*/ 2068857 w 2101074"/>
                  <a:gd name="connsiteY239" fmla="*/ 1350504 h 1617818"/>
                  <a:gd name="connsiteX240" fmla="*/ 2077564 w 2101074"/>
                  <a:gd name="connsiteY240" fmla="*/ 1359211 h 1617818"/>
                  <a:gd name="connsiteX241" fmla="*/ 2081918 w 2101074"/>
                  <a:gd name="connsiteY241" fmla="*/ 1364436 h 1617818"/>
                  <a:gd name="connsiteX242" fmla="*/ 2084530 w 2101074"/>
                  <a:gd name="connsiteY242" fmla="*/ 1374014 h 1617818"/>
                  <a:gd name="connsiteX243" fmla="*/ 2087143 w 2101074"/>
                  <a:gd name="connsiteY243" fmla="*/ 1376626 h 1617818"/>
                  <a:gd name="connsiteX244" fmla="*/ 2098462 w 2101074"/>
                  <a:gd name="connsiteY244" fmla="*/ 1379238 h 1617818"/>
                  <a:gd name="connsiteX245" fmla="*/ 2099333 w 2101074"/>
                  <a:gd name="connsiteY245" fmla="*/ 1381850 h 1617818"/>
                  <a:gd name="connsiteX246" fmla="*/ 2094979 w 2101074"/>
                  <a:gd name="connsiteY246" fmla="*/ 1392299 h 1617818"/>
                  <a:gd name="connsiteX247" fmla="*/ 2094979 w 2101074"/>
                  <a:gd name="connsiteY247" fmla="*/ 1396653 h 1617818"/>
                  <a:gd name="connsiteX248" fmla="*/ 2096720 w 2101074"/>
                  <a:gd name="connsiteY248" fmla="*/ 1400136 h 1617818"/>
                  <a:gd name="connsiteX249" fmla="*/ 2101074 w 2101074"/>
                  <a:gd name="connsiteY249" fmla="*/ 1404489 h 1617818"/>
                  <a:gd name="connsiteX250" fmla="*/ 2099333 w 2101074"/>
                  <a:gd name="connsiteY250" fmla="*/ 1411455 h 1617818"/>
                  <a:gd name="connsiteX251" fmla="*/ 2099333 w 2101074"/>
                  <a:gd name="connsiteY251" fmla="*/ 1420162 h 1617818"/>
                  <a:gd name="connsiteX252" fmla="*/ 2095850 w 2101074"/>
                  <a:gd name="connsiteY252" fmla="*/ 1432353 h 1617818"/>
                  <a:gd name="connsiteX253" fmla="*/ 2094979 w 2101074"/>
                  <a:gd name="connsiteY253" fmla="*/ 1439319 h 1617818"/>
                  <a:gd name="connsiteX254" fmla="*/ 2096720 w 2101074"/>
                  <a:gd name="connsiteY254" fmla="*/ 1442801 h 1617818"/>
                  <a:gd name="connsiteX255" fmla="*/ 2101074 w 2101074"/>
                  <a:gd name="connsiteY255" fmla="*/ 1449767 h 1617818"/>
                  <a:gd name="connsiteX256" fmla="*/ 2101074 w 2101074"/>
                  <a:gd name="connsiteY256" fmla="*/ 1456733 h 1617818"/>
                  <a:gd name="connsiteX257" fmla="*/ 2092367 w 2101074"/>
                  <a:gd name="connsiteY257" fmla="*/ 1470665 h 1617818"/>
                  <a:gd name="connsiteX258" fmla="*/ 2088013 w 2101074"/>
                  <a:gd name="connsiteY258" fmla="*/ 1475889 h 1617818"/>
                  <a:gd name="connsiteX259" fmla="*/ 2081918 w 2101074"/>
                  <a:gd name="connsiteY259" fmla="*/ 1479372 h 1617818"/>
                  <a:gd name="connsiteX260" fmla="*/ 2077564 w 2101074"/>
                  <a:gd name="connsiteY260" fmla="*/ 1479372 h 1617818"/>
                  <a:gd name="connsiteX261" fmla="*/ 2072340 w 2101074"/>
                  <a:gd name="connsiteY261" fmla="*/ 1476760 h 1617818"/>
                  <a:gd name="connsiteX262" fmla="*/ 2067986 w 2101074"/>
                  <a:gd name="connsiteY262" fmla="*/ 1477631 h 1617818"/>
                  <a:gd name="connsiteX263" fmla="*/ 2061021 w 2101074"/>
                  <a:gd name="connsiteY263" fmla="*/ 1489821 h 1617818"/>
                  <a:gd name="connsiteX264" fmla="*/ 2056667 w 2101074"/>
                  <a:gd name="connsiteY264" fmla="*/ 1494174 h 1617818"/>
                  <a:gd name="connsiteX265" fmla="*/ 2051442 w 2101074"/>
                  <a:gd name="connsiteY265" fmla="*/ 1498528 h 1617818"/>
                  <a:gd name="connsiteX266" fmla="*/ 2045347 w 2101074"/>
                  <a:gd name="connsiteY266" fmla="*/ 1502011 h 1617818"/>
                  <a:gd name="connsiteX267" fmla="*/ 2040123 w 2101074"/>
                  <a:gd name="connsiteY267" fmla="*/ 1502882 h 1617818"/>
                  <a:gd name="connsiteX268" fmla="*/ 2034899 w 2101074"/>
                  <a:gd name="connsiteY268" fmla="*/ 1501140 h 1617818"/>
                  <a:gd name="connsiteX269" fmla="*/ 2025320 w 2101074"/>
                  <a:gd name="connsiteY269" fmla="*/ 1493304 h 1617818"/>
                  <a:gd name="connsiteX270" fmla="*/ 2019225 w 2101074"/>
                  <a:gd name="connsiteY270" fmla="*/ 1491562 h 1617818"/>
                  <a:gd name="connsiteX271" fmla="*/ 2012259 w 2101074"/>
                  <a:gd name="connsiteY271" fmla="*/ 1492433 h 1617818"/>
                  <a:gd name="connsiteX272" fmla="*/ 1992233 w 2101074"/>
                  <a:gd name="connsiteY272" fmla="*/ 1488950 h 1617818"/>
                  <a:gd name="connsiteX273" fmla="*/ 1979172 w 2101074"/>
                  <a:gd name="connsiteY273" fmla="*/ 1488950 h 1617818"/>
                  <a:gd name="connsiteX274" fmla="*/ 1954791 w 2101074"/>
                  <a:gd name="connsiteY274" fmla="*/ 1494174 h 1617818"/>
                  <a:gd name="connsiteX275" fmla="*/ 1942601 w 2101074"/>
                  <a:gd name="connsiteY275" fmla="*/ 1495045 h 1617818"/>
                  <a:gd name="connsiteX276" fmla="*/ 1873813 w 2101074"/>
                  <a:gd name="connsiteY276" fmla="*/ 1475889 h 1617818"/>
                  <a:gd name="connsiteX277" fmla="*/ 1866847 w 2101074"/>
                  <a:gd name="connsiteY277" fmla="*/ 1472406 h 1617818"/>
                  <a:gd name="connsiteX278" fmla="*/ 1860753 w 2101074"/>
                  <a:gd name="connsiteY278" fmla="*/ 1467182 h 1617818"/>
                  <a:gd name="connsiteX279" fmla="*/ 1852916 w 2101074"/>
                  <a:gd name="connsiteY279" fmla="*/ 1450638 h 1617818"/>
                  <a:gd name="connsiteX280" fmla="*/ 1847692 w 2101074"/>
                  <a:gd name="connsiteY280" fmla="*/ 1444543 h 1617818"/>
                  <a:gd name="connsiteX281" fmla="*/ 1842467 w 2101074"/>
                  <a:gd name="connsiteY281" fmla="*/ 1445413 h 1617818"/>
                  <a:gd name="connsiteX282" fmla="*/ 1835501 w 2101074"/>
                  <a:gd name="connsiteY282" fmla="*/ 1454121 h 1617818"/>
                  <a:gd name="connsiteX283" fmla="*/ 1832018 w 2101074"/>
                  <a:gd name="connsiteY283" fmla="*/ 1456733 h 1617818"/>
                  <a:gd name="connsiteX284" fmla="*/ 1827664 w 2101074"/>
                  <a:gd name="connsiteY284" fmla="*/ 1454992 h 1617818"/>
                  <a:gd name="connsiteX285" fmla="*/ 1824182 w 2101074"/>
                  <a:gd name="connsiteY285" fmla="*/ 1449767 h 1617818"/>
                  <a:gd name="connsiteX286" fmla="*/ 1823311 w 2101074"/>
                  <a:gd name="connsiteY286" fmla="*/ 1442801 h 1617818"/>
                  <a:gd name="connsiteX287" fmla="*/ 1820699 w 2101074"/>
                  <a:gd name="connsiteY287" fmla="*/ 1437577 h 1617818"/>
                  <a:gd name="connsiteX288" fmla="*/ 1815474 w 2101074"/>
                  <a:gd name="connsiteY288" fmla="*/ 1434094 h 1617818"/>
                  <a:gd name="connsiteX289" fmla="*/ 1806767 w 2101074"/>
                  <a:gd name="connsiteY289" fmla="*/ 1437577 h 1617818"/>
                  <a:gd name="connsiteX290" fmla="*/ 1800672 w 2101074"/>
                  <a:gd name="connsiteY290" fmla="*/ 1445413 h 1617818"/>
                  <a:gd name="connsiteX291" fmla="*/ 1790223 w 2101074"/>
                  <a:gd name="connsiteY291" fmla="*/ 1463699 h 1617818"/>
                  <a:gd name="connsiteX292" fmla="*/ 1781516 w 2101074"/>
                  <a:gd name="connsiteY292" fmla="*/ 1469794 h 1617818"/>
                  <a:gd name="connsiteX293" fmla="*/ 1771938 w 2101074"/>
                  <a:gd name="connsiteY293" fmla="*/ 1467182 h 1617818"/>
                  <a:gd name="connsiteX294" fmla="*/ 1761489 w 2101074"/>
                  <a:gd name="connsiteY294" fmla="*/ 1461087 h 1617818"/>
                  <a:gd name="connsiteX295" fmla="*/ 1751040 w 2101074"/>
                  <a:gd name="connsiteY295" fmla="*/ 1457604 h 1617818"/>
                  <a:gd name="connsiteX296" fmla="*/ 1747557 w 2101074"/>
                  <a:gd name="connsiteY296" fmla="*/ 1459345 h 1617818"/>
                  <a:gd name="connsiteX297" fmla="*/ 1739721 w 2101074"/>
                  <a:gd name="connsiteY297" fmla="*/ 1464570 h 1617818"/>
                  <a:gd name="connsiteX298" fmla="*/ 1735367 w 2101074"/>
                  <a:gd name="connsiteY298" fmla="*/ 1466311 h 1617818"/>
                  <a:gd name="connsiteX299" fmla="*/ 1714469 w 2101074"/>
                  <a:gd name="connsiteY299" fmla="*/ 1466311 h 1617818"/>
                  <a:gd name="connsiteX300" fmla="*/ 1704021 w 2101074"/>
                  <a:gd name="connsiteY300" fmla="*/ 1463699 h 1617818"/>
                  <a:gd name="connsiteX301" fmla="*/ 1686606 w 2101074"/>
                  <a:gd name="connsiteY301" fmla="*/ 1454992 h 1617818"/>
                  <a:gd name="connsiteX302" fmla="*/ 1677028 w 2101074"/>
                  <a:gd name="connsiteY302" fmla="*/ 1451509 h 1617818"/>
                  <a:gd name="connsiteX303" fmla="*/ 1668321 w 2101074"/>
                  <a:gd name="connsiteY303" fmla="*/ 1450638 h 1617818"/>
                  <a:gd name="connsiteX304" fmla="*/ 1659613 w 2101074"/>
                  <a:gd name="connsiteY304" fmla="*/ 1451509 h 1617818"/>
                  <a:gd name="connsiteX305" fmla="*/ 1650906 w 2101074"/>
                  <a:gd name="connsiteY305" fmla="*/ 1454121 h 1617818"/>
                  <a:gd name="connsiteX306" fmla="*/ 1642199 w 2101074"/>
                  <a:gd name="connsiteY306" fmla="*/ 1460216 h 1617818"/>
                  <a:gd name="connsiteX307" fmla="*/ 1632621 w 2101074"/>
                  <a:gd name="connsiteY307" fmla="*/ 1468923 h 1617818"/>
                  <a:gd name="connsiteX308" fmla="*/ 1628267 w 2101074"/>
                  <a:gd name="connsiteY308" fmla="*/ 1470665 h 1617818"/>
                  <a:gd name="connsiteX309" fmla="*/ 1614335 w 2101074"/>
                  <a:gd name="connsiteY309" fmla="*/ 1470665 h 1617818"/>
                  <a:gd name="connsiteX310" fmla="*/ 1609111 w 2101074"/>
                  <a:gd name="connsiteY310" fmla="*/ 1472406 h 1617818"/>
                  <a:gd name="connsiteX311" fmla="*/ 1588213 w 2101074"/>
                  <a:gd name="connsiteY311" fmla="*/ 1488950 h 1617818"/>
                  <a:gd name="connsiteX312" fmla="*/ 1579506 w 2101074"/>
                  <a:gd name="connsiteY312" fmla="*/ 1490692 h 1617818"/>
                  <a:gd name="connsiteX313" fmla="*/ 1566445 w 2101074"/>
                  <a:gd name="connsiteY313" fmla="*/ 1493304 h 1617818"/>
                  <a:gd name="connsiteX314" fmla="*/ 1559479 w 2101074"/>
                  <a:gd name="connsiteY314" fmla="*/ 1496787 h 1617818"/>
                  <a:gd name="connsiteX315" fmla="*/ 1553384 w 2101074"/>
                  <a:gd name="connsiteY315" fmla="*/ 1501140 h 1617818"/>
                  <a:gd name="connsiteX316" fmla="*/ 1549030 w 2101074"/>
                  <a:gd name="connsiteY316" fmla="*/ 1507235 h 1617818"/>
                  <a:gd name="connsiteX317" fmla="*/ 1541194 w 2101074"/>
                  <a:gd name="connsiteY317" fmla="*/ 1522038 h 1617818"/>
                  <a:gd name="connsiteX318" fmla="*/ 1536840 w 2101074"/>
                  <a:gd name="connsiteY318" fmla="*/ 1528133 h 1617818"/>
                  <a:gd name="connsiteX319" fmla="*/ 1531616 w 2101074"/>
                  <a:gd name="connsiteY319" fmla="*/ 1530745 h 1617818"/>
                  <a:gd name="connsiteX320" fmla="*/ 1504623 w 2101074"/>
                  <a:gd name="connsiteY320" fmla="*/ 1534228 h 1617818"/>
                  <a:gd name="connsiteX321" fmla="*/ 1498528 w 2101074"/>
                  <a:gd name="connsiteY321" fmla="*/ 1532487 h 1617818"/>
                  <a:gd name="connsiteX322" fmla="*/ 1485467 w 2101074"/>
                  <a:gd name="connsiteY322" fmla="*/ 1524650 h 1617818"/>
                  <a:gd name="connsiteX323" fmla="*/ 1480243 w 2101074"/>
                  <a:gd name="connsiteY323" fmla="*/ 1519426 h 1617818"/>
                  <a:gd name="connsiteX324" fmla="*/ 1474148 w 2101074"/>
                  <a:gd name="connsiteY324" fmla="*/ 1502882 h 1617818"/>
                  <a:gd name="connsiteX325" fmla="*/ 1469794 w 2101074"/>
                  <a:gd name="connsiteY325" fmla="*/ 1498528 h 1617818"/>
                  <a:gd name="connsiteX326" fmla="*/ 1467182 w 2101074"/>
                  <a:gd name="connsiteY326" fmla="*/ 1499399 h 1617818"/>
                  <a:gd name="connsiteX327" fmla="*/ 1454121 w 2101074"/>
                  <a:gd name="connsiteY327" fmla="*/ 1508106 h 1617818"/>
                  <a:gd name="connsiteX328" fmla="*/ 1452379 w 2101074"/>
                  <a:gd name="connsiteY328" fmla="*/ 1508977 h 1617818"/>
                  <a:gd name="connsiteX329" fmla="*/ 1444543 w 2101074"/>
                  <a:gd name="connsiteY329" fmla="*/ 1505494 h 1617818"/>
                  <a:gd name="connsiteX330" fmla="*/ 1422774 w 2101074"/>
                  <a:gd name="connsiteY330" fmla="*/ 1510718 h 1617818"/>
                  <a:gd name="connsiteX331" fmla="*/ 1427128 w 2101074"/>
                  <a:gd name="connsiteY331" fmla="*/ 1523779 h 1617818"/>
                  <a:gd name="connsiteX332" fmla="*/ 1427999 w 2101074"/>
                  <a:gd name="connsiteY332" fmla="*/ 1529004 h 1617818"/>
                  <a:gd name="connsiteX333" fmla="*/ 1426257 w 2101074"/>
                  <a:gd name="connsiteY333" fmla="*/ 1535099 h 1617818"/>
                  <a:gd name="connsiteX334" fmla="*/ 1416680 w 2101074"/>
                  <a:gd name="connsiteY334" fmla="*/ 1548160 h 1617818"/>
                  <a:gd name="connsiteX335" fmla="*/ 1413197 w 2101074"/>
                  <a:gd name="connsiteY335" fmla="*/ 1559479 h 1617818"/>
                  <a:gd name="connsiteX336" fmla="*/ 1412326 w 2101074"/>
                  <a:gd name="connsiteY336" fmla="*/ 1586472 h 1617818"/>
                  <a:gd name="connsiteX337" fmla="*/ 1407972 w 2101074"/>
                  <a:gd name="connsiteY337" fmla="*/ 1595179 h 1617818"/>
                  <a:gd name="connsiteX338" fmla="*/ 1398394 w 2101074"/>
                  <a:gd name="connsiteY338" fmla="*/ 1597791 h 1617818"/>
                  <a:gd name="connsiteX339" fmla="*/ 1305226 w 2101074"/>
                  <a:gd name="connsiteY339" fmla="*/ 1591696 h 1617818"/>
                  <a:gd name="connsiteX340" fmla="*/ 1271267 w 2101074"/>
                  <a:gd name="connsiteY340" fmla="*/ 1583860 h 1617818"/>
                  <a:gd name="connsiteX341" fmla="*/ 1266043 w 2101074"/>
                  <a:gd name="connsiteY341" fmla="*/ 1583860 h 1617818"/>
                  <a:gd name="connsiteX342" fmla="*/ 1263431 w 2101074"/>
                  <a:gd name="connsiteY342" fmla="*/ 1584730 h 1617818"/>
                  <a:gd name="connsiteX343" fmla="*/ 1258207 w 2101074"/>
                  <a:gd name="connsiteY343" fmla="*/ 1591696 h 1617818"/>
                  <a:gd name="connsiteX344" fmla="*/ 1241662 w 2101074"/>
                  <a:gd name="connsiteY344" fmla="*/ 1606499 h 1617818"/>
                  <a:gd name="connsiteX345" fmla="*/ 1237309 w 2101074"/>
                  <a:gd name="connsiteY345" fmla="*/ 1608240 h 1617818"/>
                  <a:gd name="connsiteX346" fmla="*/ 1220765 w 2101074"/>
                  <a:gd name="connsiteY346" fmla="*/ 1609982 h 1617818"/>
                  <a:gd name="connsiteX347" fmla="*/ 1209445 w 2101074"/>
                  <a:gd name="connsiteY347" fmla="*/ 1613465 h 1617818"/>
                  <a:gd name="connsiteX348" fmla="*/ 1203351 w 2101074"/>
                  <a:gd name="connsiteY348" fmla="*/ 1617818 h 1617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Lst>
                <a:rect l="l" t="t" r="r" b="b"/>
                <a:pathLst>
                  <a:path w="2101074" h="1617818">
                    <a:moveTo>
                      <a:pt x="1203351" y="1617818"/>
                    </a:moveTo>
                    <a:lnTo>
                      <a:pt x="1180711" y="1591696"/>
                    </a:lnTo>
                    <a:lnTo>
                      <a:pt x="1125855" y="1501140"/>
                    </a:lnTo>
                    <a:lnTo>
                      <a:pt x="1121502" y="1496787"/>
                    </a:lnTo>
                    <a:lnTo>
                      <a:pt x="1117148" y="1493304"/>
                    </a:lnTo>
                    <a:lnTo>
                      <a:pt x="1112794" y="1491562"/>
                    </a:lnTo>
                    <a:lnTo>
                      <a:pt x="997858" y="1496787"/>
                    </a:lnTo>
                    <a:lnTo>
                      <a:pt x="946485" y="1507235"/>
                    </a:lnTo>
                    <a:lnTo>
                      <a:pt x="821970" y="1511589"/>
                    </a:lnTo>
                    <a:lnTo>
                      <a:pt x="798461" y="1518555"/>
                    </a:lnTo>
                    <a:lnTo>
                      <a:pt x="752311" y="1542065"/>
                    </a:lnTo>
                    <a:lnTo>
                      <a:pt x="720095" y="1481984"/>
                    </a:lnTo>
                    <a:lnTo>
                      <a:pt x="704421" y="1457604"/>
                    </a:lnTo>
                    <a:lnTo>
                      <a:pt x="696585" y="1448897"/>
                    </a:lnTo>
                    <a:lnTo>
                      <a:pt x="687878" y="1441060"/>
                    </a:lnTo>
                    <a:lnTo>
                      <a:pt x="680041" y="1435836"/>
                    </a:lnTo>
                    <a:lnTo>
                      <a:pt x="672205" y="1430611"/>
                    </a:lnTo>
                    <a:lnTo>
                      <a:pt x="641729" y="1418421"/>
                    </a:lnTo>
                    <a:lnTo>
                      <a:pt x="636504" y="1415809"/>
                    </a:lnTo>
                    <a:lnTo>
                      <a:pt x="633022" y="1411455"/>
                    </a:lnTo>
                    <a:lnTo>
                      <a:pt x="629539" y="1405360"/>
                    </a:lnTo>
                    <a:lnTo>
                      <a:pt x="626926" y="1397523"/>
                    </a:lnTo>
                    <a:lnTo>
                      <a:pt x="625185" y="1387945"/>
                    </a:lnTo>
                    <a:lnTo>
                      <a:pt x="626055" y="1355728"/>
                    </a:lnTo>
                    <a:lnTo>
                      <a:pt x="635634" y="1283458"/>
                    </a:lnTo>
                    <a:lnTo>
                      <a:pt x="633022" y="1273009"/>
                    </a:lnTo>
                    <a:lnTo>
                      <a:pt x="629539" y="1268655"/>
                    </a:lnTo>
                    <a:lnTo>
                      <a:pt x="623443" y="1263431"/>
                    </a:lnTo>
                    <a:lnTo>
                      <a:pt x="576424" y="1237309"/>
                    </a:lnTo>
                    <a:lnTo>
                      <a:pt x="452780" y="1138046"/>
                    </a:lnTo>
                    <a:lnTo>
                      <a:pt x="289083" y="1101475"/>
                    </a:lnTo>
                    <a:lnTo>
                      <a:pt x="236839" y="1077094"/>
                    </a:lnTo>
                    <a:lnTo>
                      <a:pt x="222036" y="1073611"/>
                    </a:lnTo>
                    <a:lnTo>
                      <a:pt x="214200" y="1073611"/>
                    </a:lnTo>
                    <a:lnTo>
                      <a:pt x="206363" y="1074482"/>
                    </a:lnTo>
                    <a:lnTo>
                      <a:pt x="197656" y="1077094"/>
                    </a:lnTo>
                    <a:lnTo>
                      <a:pt x="151507" y="1103216"/>
                    </a:lnTo>
                    <a:lnTo>
                      <a:pt x="154120" y="1054455"/>
                    </a:lnTo>
                    <a:lnTo>
                      <a:pt x="151507" y="1017885"/>
                    </a:lnTo>
                    <a:lnTo>
                      <a:pt x="140188" y="967382"/>
                    </a:lnTo>
                    <a:lnTo>
                      <a:pt x="128868" y="943872"/>
                    </a:lnTo>
                    <a:lnTo>
                      <a:pt x="125385" y="937777"/>
                    </a:lnTo>
                    <a:lnTo>
                      <a:pt x="111453" y="910785"/>
                    </a:lnTo>
                    <a:lnTo>
                      <a:pt x="104488" y="841126"/>
                    </a:lnTo>
                    <a:lnTo>
                      <a:pt x="108841" y="814134"/>
                    </a:lnTo>
                    <a:lnTo>
                      <a:pt x="114937" y="796719"/>
                    </a:lnTo>
                    <a:lnTo>
                      <a:pt x="115807" y="772338"/>
                    </a:lnTo>
                    <a:lnTo>
                      <a:pt x="112324" y="749699"/>
                    </a:lnTo>
                    <a:lnTo>
                      <a:pt x="107100" y="733156"/>
                    </a:lnTo>
                    <a:lnTo>
                      <a:pt x="90556" y="692231"/>
                    </a:lnTo>
                    <a:lnTo>
                      <a:pt x="38312" y="593839"/>
                    </a:lnTo>
                    <a:lnTo>
                      <a:pt x="27864" y="568587"/>
                    </a:lnTo>
                    <a:lnTo>
                      <a:pt x="23510" y="554656"/>
                    </a:lnTo>
                    <a:lnTo>
                      <a:pt x="33088" y="525051"/>
                    </a:lnTo>
                    <a:lnTo>
                      <a:pt x="33088" y="516344"/>
                    </a:lnTo>
                    <a:lnTo>
                      <a:pt x="31346" y="505895"/>
                    </a:lnTo>
                    <a:lnTo>
                      <a:pt x="21768" y="475419"/>
                    </a:lnTo>
                    <a:lnTo>
                      <a:pt x="13061" y="419692"/>
                    </a:lnTo>
                    <a:lnTo>
                      <a:pt x="12190" y="400536"/>
                    </a:lnTo>
                    <a:lnTo>
                      <a:pt x="18285" y="392700"/>
                    </a:lnTo>
                    <a:lnTo>
                      <a:pt x="21768" y="386605"/>
                    </a:lnTo>
                    <a:lnTo>
                      <a:pt x="20027" y="381380"/>
                    </a:lnTo>
                    <a:lnTo>
                      <a:pt x="0" y="350905"/>
                    </a:lnTo>
                    <a:lnTo>
                      <a:pt x="82719" y="314334"/>
                    </a:lnTo>
                    <a:lnTo>
                      <a:pt x="94039" y="311722"/>
                    </a:lnTo>
                    <a:lnTo>
                      <a:pt x="123644" y="315205"/>
                    </a:lnTo>
                    <a:lnTo>
                      <a:pt x="147153" y="328266"/>
                    </a:lnTo>
                    <a:lnTo>
                      <a:pt x="154990" y="330007"/>
                    </a:lnTo>
                    <a:lnTo>
                      <a:pt x="163697" y="329136"/>
                    </a:lnTo>
                    <a:lnTo>
                      <a:pt x="175888" y="325653"/>
                    </a:lnTo>
                    <a:lnTo>
                      <a:pt x="200268" y="313463"/>
                    </a:lnTo>
                    <a:lnTo>
                      <a:pt x="215941" y="298661"/>
                    </a:lnTo>
                    <a:lnTo>
                      <a:pt x="222036" y="294307"/>
                    </a:lnTo>
                    <a:lnTo>
                      <a:pt x="228132" y="291695"/>
                    </a:lnTo>
                    <a:lnTo>
                      <a:pt x="234226" y="289953"/>
                    </a:lnTo>
                    <a:lnTo>
                      <a:pt x="248158" y="289083"/>
                    </a:lnTo>
                    <a:lnTo>
                      <a:pt x="252512" y="286470"/>
                    </a:lnTo>
                    <a:lnTo>
                      <a:pt x="255124" y="276892"/>
                    </a:lnTo>
                    <a:lnTo>
                      <a:pt x="255995" y="262090"/>
                    </a:lnTo>
                    <a:lnTo>
                      <a:pt x="256866" y="255995"/>
                    </a:lnTo>
                    <a:lnTo>
                      <a:pt x="259478" y="248158"/>
                    </a:lnTo>
                    <a:lnTo>
                      <a:pt x="278634" y="210717"/>
                    </a:lnTo>
                    <a:lnTo>
                      <a:pt x="285600" y="200268"/>
                    </a:lnTo>
                    <a:lnTo>
                      <a:pt x="293437" y="191561"/>
                    </a:lnTo>
                    <a:lnTo>
                      <a:pt x="348292" y="149766"/>
                    </a:lnTo>
                    <a:lnTo>
                      <a:pt x="355258" y="140188"/>
                    </a:lnTo>
                    <a:lnTo>
                      <a:pt x="359612" y="134963"/>
                    </a:lnTo>
                    <a:lnTo>
                      <a:pt x="373543" y="125385"/>
                    </a:lnTo>
                    <a:lnTo>
                      <a:pt x="378768" y="120161"/>
                    </a:lnTo>
                    <a:lnTo>
                      <a:pt x="392700" y="108841"/>
                    </a:lnTo>
                    <a:lnTo>
                      <a:pt x="438848" y="83590"/>
                    </a:lnTo>
                    <a:lnTo>
                      <a:pt x="444943" y="82719"/>
                    </a:lnTo>
                    <a:lnTo>
                      <a:pt x="456263" y="84461"/>
                    </a:lnTo>
                    <a:lnTo>
                      <a:pt x="462358" y="84461"/>
                    </a:lnTo>
                    <a:lnTo>
                      <a:pt x="465841" y="82719"/>
                    </a:lnTo>
                    <a:lnTo>
                      <a:pt x="498929" y="49632"/>
                    </a:lnTo>
                    <a:lnTo>
                      <a:pt x="504153" y="46149"/>
                    </a:lnTo>
                    <a:lnTo>
                      <a:pt x="515473" y="42666"/>
                    </a:lnTo>
                    <a:lnTo>
                      <a:pt x="520697" y="40054"/>
                    </a:lnTo>
                    <a:lnTo>
                      <a:pt x="538112" y="22639"/>
                    </a:lnTo>
                    <a:lnTo>
                      <a:pt x="559880" y="8707"/>
                    </a:lnTo>
                    <a:lnTo>
                      <a:pt x="583390" y="0"/>
                    </a:lnTo>
                    <a:lnTo>
                      <a:pt x="596451" y="2612"/>
                    </a:lnTo>
                    <a:lnTo>
                      <a:pt x="620831" y="14802"/>
                    </a:lnTo>
                    <a:lnTo>
                      <a:pt x="633892" y="18285"/>
                    </a:lnTo>
                    <a:lnTo>
                      <a:pt x="684394" y="11319"/>
                    </a:lnTo>
                    <a:lnTo>
                      <a:pt x="709646" y="17415"/>
                    </a:lnTo>
                    <a:lnTo>
                      <a:pt x="775821" y="56598"/>
                    </a:lnTo>
                    <a:lnTo>
                      <a:pt x="780175" y="60951"/>
                    </a:lnTo>
                    <a:lnTo>
                      <a:pt x="783658" y="66176"/>
                    </a:lnTo>
                    <a:lnTo>
                      <a:pt x="789753" y="79237"/>
                    </a:lnTo>
                    <a:lnTo>
                      <a:pt x="793236" y="84461"/>
                    </a:lnTo>
                    <a:lnTo>
                      <a:pt x="833290" y="128868"/>
                    </a:lnTo>
                    <a:lnTo>
                      <a:pt x="875955" y="161085"/>
                    </a:lnTo>
                    <a:lnTo>
                      <a:pt x="881180" y="162827"/>
                    </a:lnTo>
                    <a:lnTo>
                      <a:pt x="897724" y="162827"/>
                    </a:lnTo>
                    <a:lnTo>
                      <a:pt x="903819" y="164568"/>
                    </a:lnTo>
                    <a:lnTo>
                      <a:pt x="913397" y="164568"/>
                    </a:lnTo>
                    <a:lnTo>
                      <a:pt x="932553" y="161956"/>
                    </a:lnTo>
                    <a:lnTo>
                      <a:pt x="961287" y="168051"/>
                    </a:lnTo>
                    <a:lnTo>
                      <a:pt x="969994" y="168051"/>
                    </a:lnTo>
                    <a:lnTo>
                      <a:pt x="978701" y="165439"/>
                    </a:lnTo>
                    <a:lnTo>
                      <a:pt x="1060550" y="117549"/>
                    </a:lnTo>
                    <a:lnTo>
                      <a:pt x="1083189" y="111454"/>
                    </a:lnTo>
                    <a:lnTo>
                      <a:pt x="1104958" y="111454"/>
                    </a:lnTo>
                    <a:lnTo>
                      <a:pt x="1127597" y="120161"/>
                    </a:lnTo>
                    <a:lnTo>
                      <a:pt x="1201609" y="149766"/>
                    </a:lnTo>
                    <a:lnTo>
                      <a:pt x="1212928" y="160214"/>
                    </a:lnTo>
                    <a:lnTo>
                      <a:pt x="1222506" y="174146"/>
                    </a:lnTo>
                    <a:lnTo>
                      <a:pt x="1231214" y="191561"/>
                    </a:lnTo>
                    <a:lnTo>
                      <a:pt x="1173745" y="319558"/>
                    </a:lnTo>
                    <a:lnTo>
                      <a:pt x="1170262" y="329136"/>
                    </a:lnTo>
                    <a:lnTo>
                      <a:pt x="1113665" y="458875"/>
                    </a:lnTo>
                    <a:lnTo>
                      <a:pt x="1056197" y="586873"/>
                    </a:lnTo>
                    <a:lnTo>
                      <a:pt x="1055326" y="593839"/>
                    </a:lnTo>
                    <a:lnTo>
                      <a:pt x="1059680" y="608641"/>
                    </a:lnTo>
                    <a:lnTo>
                      <a:pt x="1059680" y="615607"/>
                    </a:lnTo>
                    <a:lnTo>
                      <a:pt x="1054455" y="628668"/>
                    </a:lnTo>
                    <a:lnTo>
                      <a:pt x="992633" y="726190"/>
                    </a:lnTo>
                    <a:lnTo>
                      <a:pt x="990021" y="733156"/>
                    </a:lnTo>
                    <a:lnTo>
                      <a:pt x="989150" y="740992"/>
                    </a:lnTo>
                    <a:lnTo>
                      <a:pt x="989150" y="749699"/>
                    </a:lnTo>
                    <a:lnTo>
                      <a:pt x="995246" y="830677"/>
                    </a:lnTo>
                    <a:lnTo>
                      <a:pt x="992633" y="843738"/>
                    </a:lnTo>
                    <a:lnTo>
                      <a:pt x="984797" y="850704"/>
                    </a:lnTo>
                    <a:lnTo>
                      <a:pt x="921233" y="881180"/>
                    </a:lnTo>
                    <a:lnTo>
                      <a:pt x="915138" y="888146"/>
                    </a:lnTo>
                    <a:lnTo>
                      <a:pt x="915138" y="892499"/>
                    </a:lnTo>
                    <a:lnTo>
                      <a:pt x="923846" y="943872"/>
                    </a:lnTo>
                    <a:lnTo>
                      <a:pt x="928199" y="968253"/>
                    </a:lnTo>
                    <a:lnTo>
                      <a:pt x="931682" y="977831"/>
                    </a:lnTo>
                    <a:lnTo>
                      <a:pt x="938648" y="986538"/>
                    </a:lnTo>
                    <a:lnTo>
                      <a:pt x="1006565" y="1059680"/>
                    </a:lnTo>
                    <a:lnTo>
                      <a:pt x="1023109" y="1068387"/>
                    </a:lnTo>
                    <a:lnTo>
                      <a:pt x="1038782" y="1058809"/>
                    </a:lnTo>
                    <a:lnTo>
                      <a:pt x="1069258" y="1019626"/>
                    </a:lnTo>
                    <a:lnTo>
                      <a:pt x="1095380" y="1002211"/>
                    </a:lnTo>
                    <a:lnTo>
                      <a:pt x="1111924" y="996987"/>
                    </a:lnTo>
                    <a:lnTo>
                      <a:pt x="1162426" y="1008307"/>
                    </a:lnTo>
                    <a:lnTo>
                      <a:pt x="1181582" y="1007436"/>
                    </a:lnTo>
                    <a:lnTo>
                      <a:pt x="1249499" y="992633"/>
                    </a:lnTo>
                    <a:lnTo>
                      <a:pt x="1268655" y="991763"/>
                    </a:lnTo>
                    <a:lnTo>
                      <a:pt x="1276492" y="993504"/>
                    </a:lnTo>
                    <a:lnTo>
                      <a:pt x="1309579" y="1006565"/>
                    </a:lnTo>
                    <a:lnTo>
                      <a:pt x="1329607" y="1014402"/>
                    </a:lnTo>
                    <a:lnTo>
                      <a:pt x="1335701" y="1017885"/>
                    </a:lnTo>
                    <a:lnTo>
                      <a:pt x="1401877" y="1080577"/>
                    </a:lnTo>
                    <a:lnTo>
                      <a:pt x="1414067" y="1082319"/>
                    </a:lnTo>
                    <a:lnTo>
                      <a:pt x="1424516" y="1068387"/>
                    </a:lnTo>
                    <a:lnTo>
                      <a:pt x="1434094" y="1050102"/>
                    </a:lnTo>
                    <a:lnTo>
                      <a:pt x="1444543" y="1039653"/>
                    </a:lnTo>
                    <a:lnTo>
                      <a:pt x="1454121" y="1031816"/>
                    </a:lnTo>
                    <a:lnTo>
                      <a:pt x="1452379" y="1038782"/>
                    </a:lnTo>
                    <a:lnTo>
                      <a:pt x="1454121" y="1039653"/>
                    </a:lnTo>
                    <a:lnTo>
                      <a:pt x="1460216" y="1055326"/>
                    </a:lnTo>
                    <a:lnTo>
                      <a:pt x="1466311" y="1061421"/>
                    </a:lnTo>
                    <a:lnTo>
                      <a:pt x="1471536" y="1063163"/>
                    </a:lnTo>
                    <a:lnTo>
                      <a:pt x="1476760" y="1063163"/>
                    </a:lnTo>
                    <a:lnTo>
                      <a:pt x="1473277" y="1070999"/>
                    </a:lnTo>
                    <a:lnTo>
                      <a:pt x="1470665" y="1079707"/>
                    </a:lnTo>
                    <a:lnTo>
                      <a:pt x="1480243" y="1080577"/>
                    </a:lnTo>
                    <a:lnTo>
                      <a:pt x="1489821" y="1077094"/>
                    </a:lnTo>
                    <a:lnTo>
                      <a:pt x="1498528" y="1071870"/>
                    </a:lnTo>
                    <a:lnTo>
                      <a:pt x="1513331" y="1057068"/>
                    </a:lnTo>
                    <a:lnTo>
                      <a:pt x="1533357" y="1043136"/>
                    </a:lnTo>
                    <a:lnTo>
                      <a:pt x="1551643" y="1017885"/>
                    </a:lnTo>
                    <a:lnTo>
                      <a:pt x="1555126" y="1008307"/>
                    </a:lnTo>
                    <a:lnTo>
                      <a:pt x="1554255" y="994375"/>
                    </a:lnTo>
                    <a:lnTo>
                      <a:pt x="1552514" y="986538"/>
                    </a:lnTo>
                    <a:lnTo>
                      <a:pt x="1549030" y="983055"/>
                    </a:lnTo>
                    <a:lnTo>
                      <a:pt x="1541194" y="977831"/>
                    </a:lnTo>
                    <a:lnTo>
                      <a:pt x="1538582" y="972607"/>
                    </a:lnTo>
                    <a:lnTo>
                      <a:pt x="1532487" y="953451"/>
                    </a:lnTo>
                    <a:lnTo>
                      <a:pt x="1525521" y="949097"/>
                    </a:lnTo>
                    <a:lnTo>
                      <a:pt x="1516814" y="950838"/>
                    </a:lnTo>
                    <a:lnTo>
                      <a:pt x="1523779" y="943872"/>
                    </a:lnTo>
                    <a:lnTo>
                      <a:pt x="1536840" y="939519"/>
                    </a:lnTo>
                    <a:lnTo>
                      <a:pt x="1579506" y="942131"/>
                    </a:lnTo>
                    <a:lnTo>
                      <a:pt x="1585601" y="941260"/>
                    </a:lnTo>
                    <a:lnTo>
                      <a:pt x="1603887" y="933424"/>
                    </a:lnTo>
                    <a:lnTo>
                      <a:pt x="1619560" y="929941"/>
                    </a:lnTo>
                    <a:lnTo>
                      <a:pt x="1636103" y="929941"/>
                    </a:lnTo>
                    <a:lnTo>
                      <a:pt x="1642199" y="931682"/>
                    </a:lnTo>
                    <a:lnTo>
                      <a:pt x="1655260" y="940390"/>
                    </a:lnTo>
                    <a:lnTo>
                      <a:pt x="1662225" y="942131"/>
                    </a:lnTo>
                    <a:lnTo>
                      <a:pt x="1714469" y="945614"/>
                    </a:lnTo>
                    <a:lnTo>
                      <a:pt x="1732755" y="955192"/>
                    </a:lnTo>
                    <a:lnTo>
                      <a:pt x="1750170" y="976089"/>
                    </a:lnTo>
                    <a:lnTo>
                      <a:pt x="1779774" y="1024850"/>
                    </a:lnTo>
                    <a:lnTo>
                      <a:pt x="1793706" y="1039653"/>
                    </a:lnTo>
                    <a:lnTo>
                      <a:pt x="1849433" y="1064033"/>
                    </a:lnTo>
                    <a:lnTo>
                      <a:pt x="1872942" y="1072741"/>
                    </a:lnTo>
                    <a:lnTo>
                      <a:pt x="1879038" y="1077965"/>
                    </a:lnTo>
                    <a:lnTo>
                      <a:pt x="1883391" y="1084060"/>
                    </a:lnTo>
                    <a:lnTo>
                      <a:pt x="1885133" y="1091026"/>
                    </a:lnTo>
                    <a:lnTo>
                      <a:pt x="1888615" y="1119760"/>
                    </a:lnTo>
                    <a:lnTo>
                      <a:pt x="1889487" y="1126726"/>
                    </a:lnTo>
                    <a:lnTo>
                      <a:pt x="1892969" y="1131080"/>
                    </a:lnTo>
                    <a:lnTo>
                      <a:pt x="1899064" y="1135433"/>
                    </a:lnTo>
                    <a:lnTo>
                      <a:pt x="1924316" y="1145011"/>
                    </a:lnTo>
                    <a:lnTo>
                      <a:pt x="1935635" y="1148494"/>
                    </a:lnTo>
                    <a:lnTo>
                      <a:pt x="1940859" y="1151977"/>
                    </a:lnTo>
                    <a:lnTo>
                      <a:pt x="1942601" y="1158072"/>
                    </a:lnTo>
                    <a:lnTo>
                      <a:pt x="1940859" y="1161555"/>
                    </a:lnTo>
                    <a:lnTo>
                      <a:pt x="1934765" y="1171133"/>
                    </a:lnTo>
                    <a:lnTo>
                      <a:pt x="1933023" y="1176358"/>
                    </a:lnTo>
                    <a:lnTo>
                      <a:pt x="1943472" y="1179841"/>
                    </a:lnTo>
                    <a:lnTo>
                      <a:pt x="1985267" y="1219024"/>
                    </a:lnTo>
                    <a:lnTo>
                      <a:pt x="1989621" y="1223377"/>
                    </a:lnTo>
                    <a:lnTo>
                      <a:pt x="1995716" y="1237309"/>
                    </a:lnTo>
                    <a:lnTo>
                      <a:pt x="1998328" y="1241662"/>
                    </a:lnTo>
                    <a:lnTo>
                      <a:pt x="2015743" y="1246887"/>
                    </a:lnTo>
                    <a:lnTo>
                      <a:pt x="2027062" y="1255594"/>
                    </a:lnTo>
                    <a:lnTo>
                      <a:pt x="2046218" y="1278233"/>
                    </a:lnTo>
                    <a:lnTo>
                      <a:pt x="2054054" y="1290423"/>
                    </a:lnTo>
                    <a:lnTo>
                      <a:pt x="2060150" y="1304355"/>
                    </a:lnTo>
                    <a:lnTo>
                      <a:pt x="2061891" y="1312192"/>
                    </a:lnTo>
                    <a:lnTo>
                      <a:pt x="2062762" y="1335701"/>
                    </a:lnTo>
                    <a:lnTo>
                      <a:pt x="2064503" y="1344409"/>
                    </a:lnTo>
                    <a:lnTo>
                      <a:pt x="2068857" y="1350504"/>
                    </a:lnTo>
                    <a:lnTo>
                      <a:pt x="2077564" y="1359211"/>
                    </a:lnTo>
                    <a:lnTo>
                      <a:pt x="2081918" y="1364436"/>
                    </a:lnTo>
                    <a:lnTo>
                      <a:pt x="2084530" y="1374014"/>
                    </a:lnTo>
                    <a:lnTo>
                      <a:pt x="2087143" y="1376626"/>
                    </a:lnTo>
                    <a:lnTo>
                      <a:pt x="2098462" y="1379238"/>
                    </a:lnTo>
                    <a:lnTo>
                      <a:pt x="2099333" y="1381850"/>
                    </a:lnTo>
                    <a:lnTo>
                      <a:pt x="2094979" y="1392299"/>
                    </a:lnTo>
                    <a:lnTo>
                      <a:pt x="2094979" y="1396653"/>
                    </a:lnTo>
                    <a:lnTo>
                      <a:pt x="2096720" y="1400136"/>
                    </a:lnTo>
                    <a:lnTo>
                      <a:pt x="2101074" y="1404489"/>
                    </a:lnTo>
                    <a:lnTo>
                      <a:pt x="2099333" y="1411455"/>
                    </a:lnTo>
                    <a:lnTo>
                      <a:pt x="2099333" y="1420162"/>
                    </a:lnTo>
                    <a:lnTo>
                      <a:pt x="2095850" y="1432353"/>
                    </a:lnTo>
                    <a:lnTo>
                      <a:pt x="2094979" y="1439319"/>
                    </a:lnTo>
                    <a:lnTo>
                      <a:pt x="2096720" y="1442801"/>
                    </a:lnTo>
                    <a:lnTo>
                      <a:pt x="2101074" y="1449767"/>
                    </a:lnTo>
                    <a:lnTo>
                      <a:pt x="2101074" y="1456733"/>
                    </a:lnTo>
                    <a:lnTo>
                      <a:pt x="2092367" y="1470665"/>
                    </a:lnTo>
                    <a:lnTo>
                      <a:pt x="2088013" y="1475889"/>
                    </a:lnTo>
                    <a:lnTo>
                      <a:pt x="2081918" y="1479372"/>
                    </a:lnTo>
                    <a:lnTo>
                      <a:pt x="2077564" y="1479372"/>
                    </a:lnTo>
                    <a:lnTo>
                      <a:pt x="2072340" y="1476760"/>
                    </a:lnTo>
                    <a:lnTo>
                      <a:pt x="2067986" y="1477631"/>
                    </a:lnTo>
                    <a:lnTo>
                      <a:pt x="2061021" y="1489821"/>
                    </a:lnTo>
                    <a:lnTo>
                      <a:pt x="2056667" y="1494174"/>
                    </a:lnTo>
                    <a:lnTo>
                      <a:pt x="2051442" y="1498528"/>
                    </a:lnTo>
                    <a:lnTo>
                      <a:pt x="2045347" y="1502011"/>
                    </a:lnTo>
                    <a:lnTo>
                      <a:pt x="2040123" y="1502882"/>
                    </a:lnTo>
                    <a:lnTo>
                      <a:pt x="2034899" y="1501140"/>
                    </a:lnTo>
                    <a:lnTo>
                      <a:pt x="2025320" y="1493304"/>
                    </a:lnTo>
                    <a:lnTo>
                      <a:pt x="2019225" y="1491562"/>
                    </a:lnTo>
                    <a:lnTo>
                      <a:pt x="2012259" y="1492433"/>
                    </a:lnTo>
                    <a:lnTo>
                      <a:pt x="1992233" y="1488950"/>
                    </a:lnTo>
                    <a:lnTo>
                      <a:pt x="1979172" y="1488950"/>
                    </a:lnTo>
                    <a:lnTo>
                      <a:pt x="1954791" y="1494174"/>
                    </a:lnTo>
                    <a:lnTo>
                      <a:pt x="1942601" y="1495045"/>
                    </a:lnTo>
                    <a:lnTo>
                      <a:pt x="1873813" y="1475889"/>
                    </a:lnTo>
                    <a:lnTo>
                      <a:pt x="1866847" y="1472406"/>
                    </a:lnTo>
                    <a:lnTo>
                      <a:pt x="1860753" y="1467182"/>
                    </a:lnTo>
                    <a:lnTo>
                      <a:pt x="1852916" y="1450638"/>
                    </a:lnTo>
                    <a:lnTo>
                      <a:pt x="1847692" y="1444543"/>
                    </a:lnTo>
                    <a:lnTo>
                      <a:pt x="1842467" y="1445413"/>
                    </a:lnTo>
                    <a:lnTo>
                      <a:pt x="1835501" y="1454121"/>
                    </a:lnTo>
                    <a:lnTo>
                      <a:pt x="1832018" y="1456733"/>
                    </a:lnTo>
                    <a:lnTo>
                      <a:pt x="1827664" y="1454992"/>
                    </a:lnTo>
                    <a:lnTo>
                      <a:pt x="1824182" y="1449767"/>
                    </a:lnTo>
                    <a:lnTo>
                      <a:pt x="1823311" y="1442801"/>
                    </a:lnTo>
                    <a:lnTo>
                      <a:pt x="1820699" y="1437577"/>
                    </a:lnTo>
                    <a:lnTo>
                      <a:pt x="1815474" y="1434094"/>
                    </a:lnTo>
                    <a:lnTo>
                      <a:pt x="1806767" y="1437577"/>
                    </a:lnTo>
                    <a:lnTo>
                      <a:pt x="1800672" y="1445413"/>
                    </a:lnTo>
                    <a:lnTo>
                      <a:pt x="1790223" y="1463699"/>
                    </a:lnTo>
                    <a:lnTo>
                      <a:pt x="1781516" y="1469794"/>
                    </a:lnTo>
                    <a:lnTo>
                      <a:pt x="1771938" y="1467182"/>
                    </a:lnTo>
                    <a:lnTo>
                      <a:pt x="1761489" y="1461087"/>
                    </a:lnTo>
                    <a:lnTo>
                      <a:pt x="1751040" y="1457604"/>
                    </a:lnTo>
                    <a:lnTo>
                      <a:pt x="1747557" y="1459345"/>
                    </a:lnTo>
                    <a:lnTo>
                      <a:pt x="1739721" y="1464570"/>
                    </a:lnTo>
                    <a:lnTo>
                      <a:pt x="1735367" y="1466311"/>
                    </a:lnTo>
                    <a:lnTo>
                      <a:pt x="1714469" y="1466311"/>
                    </a:lnTo>
                    <a:lnTo>
                      <a:pt x="1704021" y="1463699"/>
                    </a:lnTo>
                    <a:lnTo>
                      <a:pt x="1686606" y="1454992"/>
                    </a:lnTo>
                    <a:lnTo>
                      <a:pt x="1677028" y="1451509"/>
                    </a:lnTo>
                    <a:lnTo>
                      <a:pt x="1668321" y="1450638"/>
                    </a:lnTo>
                    <a:lnTo>
                      <a:pt x="1659613" y="1451509"/>
                    </a:lnTo>
                    <a:lnTo>
                      <a:pt x="1650906" y="1454121"/>
                    </a:lnTo>
                    <a:lnTo>
                      <a:pt x="1642199" y="1460216"/>
                    </a:lnTo>
                    <a:lnTo>
                      <a:pt x="1632621" y="1468923"/>
                    </a:lnTo>
                    <a:lnTo>
                      <a:pt x="1628267" y="1470665"/>
                    </a:lnTo>
                    <a:lnTo>
                      <a:pt x="1614335" y="1470665"/>
                    </a:lnTo>
                    <a:lnTo>
                      <a:pt x="1609111" y="1472406"/>
                    </a:lnTo>
                    <a:lnTo>
                      <a:pt x="1588213" y="1488950"/>
                    </a:lnTo>
                    <a:lnTo>
                      <a:pt x="1579506" y="1490692"/>
                    </a:lnTo>
                    <a:lnTo>
                      <a:pt x="1566445" y="1493304"/>
                    </a:lnTo>
                    <a:lnTo>
                      <a:pt x="1559479" y="1496787"/>
                    </a:lnTo>
                    <a:lnTo>
                      <a:pt x="1553384" y="1501140"/>
                    </a:lnTo>
                    <a:lnTo>
                      <a:pt x="1549030" y="1507235"/>
                    </a:lnTo>
                    <a:lnTo>
                      <a:pt x="1541194" y="1522038"/>
                    </a:lnTo>
                    <a:lnTo>
                      <a:pt x="1536840" y="1528133"/>
                    </a:lnTo>
                    <a:lnTo>
                      <a:pt x="1531616" y="1530745"/>
                    </a:lnTo>
                    <a:lnTo>
                      <a:pt x="1504623" y="1534228"/>
                    </a:lnTo>
                    <a:lnTo>
                      <a:pt x="1498528" y="1532487"/>
                    </a:lnTo>
                    <a:lnTo>
                      <a:pt x="1485467" y="1524650"/>
                    </a:lnTo>
                    <a:lnTo>
                      <a:pt x="1480243" y="1519426"/>
                    </a:lnTo>
                    <a:lnTo>
                      <a:pt x="1474148" y="1502882"/>
                    </a:lnTo>
                    <a:lnTo>
                      <a:pt x="1469794" y="1498528"/>
                    </a:lnTo>
                    <a:lnTo>
                      <a:pt x="1467182" y="1499399"/>
                    </a:lnTo>
                    <a:lnTo>
                      <a:pt x="1454121" y="1508106"/>
                    </a:lnTo>
                    <a:lnTo>
                      <a:pt x="1452379" y="1508977"/>
                    </a:lnTo>
                    <a:lnTo>
                      <a:pt x="1444543" y="1505494"/>
                    </a:lnTo>
                    <a:lnTo>
                      <a:pt x="1422774" y="1510718"/>
                    </a:lnTo>
                    <a:lnTo>
                      <a:pt x="1427128" y="1523779"/>
                    </a:lnTo>
                    <a:lnTo>
                      <a:pt x="1427999" y="1529004"/>
                    </a:lnTo>
                    <a:lnTo>
                      <a:pt x="1426257" y="1535099"/>
                    </a:lnTo>
                    <a:lnTo>
                      <a:pt x="1416680" y="1548160"/>
                    </a:lnTo>
                    <a:lnTo>
                      <a:pt x="1413197" y="1559479"/>
                    </a:lnTo>
                    <a:lnTo>
                      <a:pt x="1412326" y="1586472"/>
                    </a:lnTo>
                    <a:lnTo>
                      <a:pt x="1407972" y="1595179"/>
                    </a:lnTo>
                    <a:lnTo>
                      <a:pt x="1398394" y="1597791"/>
                    </a:lnTo>
                    <a:lnTo>
                      <a:pt x="1305226" y="1591696"/>
                    </a:lnTo>
                    <a:lnTo>
                      <a:pt x="1271267" y="1583860"/>
                    </a:lnTo>
                    <a:lnTo>
                      <a:pt x="1266043" y="1583860"/>
                    </a:lnTo>
                    <a:lnTo>
                      <a:pt x="1263431" y="1584730"/>
                    </a:lnTo>
                    <a:lnTo>
                      <a:pt x="1258207" y="1591696"/>
                    </a:lnTo>
                    <a:lnTo>
                      <a:pt x="1241662" y="1606499"/>
                    </a:lnTo>
                    <a:lnTo>
                      <a:pt x="1237309" y="1608240"/>
                    </a:lnTo>
                    <a:lnTo>
                      <a:pt x="1220765" y="1609982"/>
                    </a:lnTo>
                    <a:lnTo>
                      <a:pt x="1209445" y="1613465"/>
                    </a:lnTo>
                    <a:lnTo>
                      <a:pt x="1203351" y="1617818"/>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sp>
            <p:nvSpPr>
              <p:cNvPr id="75" name="Freeform: Shape 74">
                <a:extLst>
                  <a:ext uri="{FF2B5EF4-FFF2-40B4-BE49-F238E27FC236}">
                    <a16:creationId xmlns:a16="http://schemas.microsoft.com/office/drawing/2014/main" id="{303FAF05-850E-51ED-722E-3563DB597C7D}"/>
                  </a:ext>
                </a:extLst>
              </p:cNvPr>
              <p:cNvSpPr>
                <a:spLocks/>
              </p:cNvSpPr>
              <p:nvPr/>
            </p:nvSpPr>
            <p:spPr>
              <a:xfrm>
                <a:off x="10433347" y="3521013"/>
                <a:ext cx="1447155" cy="1201608"/>
              </a:xfrm>
              <a:custGeom>
                <a:avLst/>
                <a:gdLst>
                  <a:gd name="connsiteX0" fmla="*/ 1447155 w 1447155"/>
                  <a:gd name="connsiteY0" fmla="*/ 599934 h 1201608"/>
                  <a:gd name="connsiteX1" fmla="*/ 1443672 w 1447155"/>
                  <a:gd name="connsiteY1" fmla="*/ 603417 h 1201608"/>
                  <a:gd name="connsiteX2" fmla="*/ 1438448 w 1447155"/>
                  <a:gd name="connsiteY2" fmla="*/ 615607 h 1201608"/>
                  <a:gd name="connsiteX3" fmla="*/ 1435835 w 1447155"/>
                  <a:gd name="connsiteY3" fmla="*/ 622573 h 1201608"/>
                  <a:gd name="connsiteX4" fmla="*/ 1432353 w 1447155"/>
                  <a:gd name="connsiteY4" fmla="*/ 627797 h 1201608"/>
                  <a:gd name="connsiteX5" fmla="*/ 1387075 w 1447155"/>
                  <a:gd name="connsiteY5" fmla="*/ 675687 h 1201608"/>
                  <a:gd name="connsiteX6" fmla="*/ 1347892 w 1447155"/>
                  <a:gd name="connsiteY6" fmla="*/ 752312 h 1201608"/>
                  <a:gd name="connsiteX7" fmla="*/ 1346150 w 1447155"/>
                  <a:gd name="connsiteY7" fmla="*/ 762760 h 1201608"/>
                  <a:gd name="connsiteX8" fmla="*/ 1349633 w 1447155"/>
                  <a:gd name="connsiteY8" fmla="*/ 774951 h 1201608"/>
                  <a:gd name="connsiteX9" fmla="*/ 1355728 w 1447155"/>
                  <a:gd name="connsiteY9" fmla="*/ 783658 h 1201608"/>
                  <a:gd name="connsiteX10" fmla="*/ 1358341 w 1447155"/>
                  <a:gd name="connsiteY10" fmla="*/ 793236 h 1201608"/>
                  <a:gd name="connsiteX11" fmla="*/ 1352245 w 1447155"/>
                  <a:gd name="connsiteY11" fmla="*/ 806297 h 1201608"/>
                  <a:gd name="connsiteX12" fmla="*/ 1335701 w 1447155"/>
                  <a:gd name="connsiteY12" fmla="*/ 829807 h 1201608"/>
                  <a:gd name="connsiteX13" fmla="*/ 1328736 w 1447155"/>
                  <a:gd name="connsiteY13" fmla="*/ 835031 h 1201608"/>
                  <a:gd name="connsiteX14" fmla="*/ 1315675 w 1447155"/>
                  <a:gd name="connsiteY14" fmla="*/ 841997 h 1201608"/>
                  <a:gd name="connsiteX15" fmla="*/ 1306967 w 1447155"/>
                  <a:gd name="connsiteY15" fmla="*/ 843739 h 1201608"/>
                  <a:gd name="connsiteX16" fmla="*/ 1293036 w 1447155"/>
                  <a:gd name="connsiteY16" fmla="*/ 841126 h 1201608"/>
                  <a:gd name="connsiteX17" fmla="*/ 1290424 w 1447155"/>
                  <a:gd name="connsiteY17" fmla="*/ 842868 h 1201608"/>
                  <a:gd name="connsiteX18" fmla="*/ 1285199 w 1447155"/>
                  <a:gd name="connsiteY18" fmla="*/ 848963 h 1201608"/>
                  <a:gd name="connsiteX19" fmla="*/ 1227731 w 1447155"/>
                  <a:gd name="connsiteY19" fmla="*/ 898594 h 1201608"/>
                  <a:gd name="connsiteX20" fmla="*/ 1206833 w 1447155"/>
                  <a:gd name="connsiteY20" fmla="*/ 922104 h 1201608"/>
                  <a:gd name="connsiteX21" fmla="*/ 1200738 w 1447155"/>
                  <a:gd name="connsiteY21" fmla="*/ 928199 h 1201608"/>
                  <a:gd name="connsiteX22" fmla="*/ 1192031 w 1447155"/>
                  <a:gd name="connsiteY22" fmla="*/ 931682 h 1201608"/>
                  <a:gd name="connsiteX23" fmla="*/ 1147624 w 1447155"/>
                  <a:gd name="connsiteY23" fmla="*/ 943873 h 1201608"/>
                  <a:gd name="connsiteX24" fmla="*/ 1111053 w 1447155"/>
                  <a:gd name="connsiteY24" fmla="*/ 950838 h 1201608"/>
                  <a:gd name="connsiteX25" fmla="*/ 1054455 w 1447155"/>
                  <a:gd name="connsiteY25" fmla="*/ 950838 h 1201608"/>
                  <a:gd name="connsiteX26" fmla="*/ 1003953 w 1447155"/>
                  <a:gd name="connsiteY26" fmla="*/ 958675 h 1201608"/>
                  <a:gd name="connsiteX27" fmla="*/ 994375 w 1447155"/>
                  <a:gd name="connsiteY27" fmla="*/ 957804 h 1201608"/>
                  <a:gd name="connsiteX28" fmla="*/ 949097 w 1447155"/>
                  <a:gd name="connsiteY28" fmla="*/ 939519 h 1201608"/>
                  <a:gd name="connsiteX29" fmla="*/ 939519 w 1447155"/>
                  <a:gd name="connsiteY29" fmla="*/ 938648 h 1201608"/>
                  <a:gd name="connsiteX30" fmla="*/ 930811 w 1447155"/>
                  <a:gd name="connsiteY30" fmla="*/ 940390 h 1201608"/>
                  <a:gd name="connsiteX31" fmla="*/ 894241 w 1447155"/>
                  <a:gd name="connsiteY31" fmla="*/ 954321 h 1201608"/>
                  <a:gd name="connsiteX32" fmla="*/ 891628 w 1447155"/>
                  <a:gd name="connsiteY32" fmla="*/ 956063 h 1201608"/>
                  <a:gd name="connsiteX33" fmla="*/ 889887 w 1447155"/>
                  <a:gd name="connsiteY33" fmla="*/ 960416 h 1201608"/>
                  <a:gd name="connsiteX34" fmla="*/ 888146 w 1447155"/>
                  <a:gd name="connsiteY34" fmla="*/ 977831 h 1201608"/>
                  <a:gd name="connsiteX35" fmla="*/ 885534 w 1447155"/>
                  <a:gd name="connsiteY35" fmla="*/ 985668 h 1201608"/>
                  <a:gd name="connsiteX36" fmla="*/ 877697 w 1447155"/>
                  <a:gd name="connsiteY36" fmla="*/ 1003082 h 1201608"/>
                  <a:gd name="connsiteX37" fmla="*/ 862894 w 1447155"/>
                  <a:gd name="connsiteY37" fmla="*/ 1024850 h 1201608"/>
                  <a:gd name="connsiteX38" fmla="*/ 807168 w 1447155"/>
                  <a:gd name="connsiteY38" fmla="*/ 1078836 h 1201608"/>
                  <a:gd name="connsiteX39" fmla="*/ 794107 w 1447155"/>
                  <a:gd name="connsiteY39" fmla="*/ 1086672 h 1201608"/>
                  <a:gd name="connsiteX40" fmla="*/ 787141 w 1447155"/>
                  <a:gd name="connsiteY40" fmla="*/ 1095380 h 1201608"/>
                  <a:gd name="connsiteX41" fmla="*/ 782787 w 1447155"/>
                  <a:gd name="connsiteY41" fmla="*/ 1104958 h 1201608"/>
                  <a:gd name="connsiteX42" fmla="*/ 774080 w 1447155"/>
                  <a:gd name="connsiteY42" fmla="*/ 1117148 h 1201608"/>
                  <a:gd name="connsiteX43" fmla="*/ 764502 w 1447155"/>
                  <a:gd name="connsiteY43" fmla="*/ 1124985 h 1201608"/>
                  <a:gd name="connsiteX44" fmla="*/ 754924 w 1447155"/>
                  <a:gd name="connsiteY44" fmla="*/ 1130209 h 1201608"/>
                  <a:gd name="connsiteX45" fmla="*/ 742734 w 1447155"/>
                  <a:gd name="connsiteY45" fmla="*/ 1132821 h 1201608"/>
                  <a:gd name="connsiteX46" fmla="*/ 727060 w 1447155"/>
                  <a:gd name="connsiteY46" fmla="*/ 1134563 h 1201608"/>
                  <a:gd name="connsiteX47" fmla="*/ 720095 w 1447155"/>
                  <a:gd name="connsiteY47" fmla="*/ 1137175 h 1201608"/>
                  <a:gd name="connsiteX48" fmla="*/ 706163 w 1447155"/>
                  <a:gd name="connsiteY48" fmla="*/ 1152848 h 1201608"/>
                  <a:gd name="connsiteX49" fmla="*/ 678299 w 1447155"/>
                  <a:gd name="connsiteY49" fmla="*/ 1172875 h 1201608"/>
                  <a:gd name="connsiteX50" fmla="*/ 661756 w 1447155"/>
                  <a:gd name="connsiteY50" fmla="*/ 1191160 h 1201608"/>
                  <a:gd name="connsiteX51" fmla="*/ 651307 w 1447155"/>
                  <a:gd name="connsiteY51" fmla="*/ 1198997 h 1201608"/>
                  <a:gd name="connsiteX52" fmla="*/ 643470 w 1447155"/>
                  <a:gd name="connsiteY52" fmla="*/ 1201609 h 1201608"/>
                  <a:gd name="connsiteX53" fmla="*/ 623443 w 1447155"/>
                  <a:gd name="connsiteY53" fmla="*/ 1199867 h 1201608"/>
                  <a:gd name="connsiteX54" fmla="*/ 619090 w 1447155"/>
                  <a:gd name="connsiteY54" fmla="*/ 1198126 h 1201608"/>
                  <a:gd name="connsiteX55" fmla="*/ 612124 w 1447155"/>
                  <a:gd name="connsiteY55" fmla="*/ 1191160 h 1201608"/>
                  <a:gd name="connsiteX56" fmla="*/ 607770 w 1447155"/>
                  <a:gd name="connsiteY56" fmla="*/ 1189419 h 1201608"/>
                  <a:gd name="connsiteX57" fmla="*/ 508507 w 1447155"/>
                  <a:gd name="connsiteY57" fmla="*/ 1180711 h 1201608"/>
                  <a:gd name="connsiteX58" fmla="*/ 484126 w 1447155"/>
                  <a:gd name="connsiteY58" fmla="*/ 1170263 h 1201608"/>
                  <a:gd name="connsiteX59" fmla="*/ 472807 w 1447155"/>
                  <a:gd name="connsiteY59" fmla="*/ 1170263 h 1201608"/>
                  <a:gd name="connsiteX60" fmla="*/ 411856 w 1447155"/>
                  <a:gd name="connsiteY60" fmla="*/ 1153719 h 1201608"/>
                  <a:gd name="connsiteX61" fmla="*/ 375285 w 1447155"/>
                  <a:gd name="connsiteY61" fmla="*/ 1137175 h 1201608"/>
                  <a:gd name="connsiteX62" fmla="*/ 368319 w 1447155"/>
                  <a:gd name="connsiteY62" fmla="*/ 1131080 h 1201608"/>
                  <a:gd name="connsiteX63" fmla="*/ 362224 w 1447155"/>
                  <a:gd name="connsiteY63" fmla="*/ 1124114 h 1201608"/>
                  <a:gd name="connsiteX64" fmla="*/ 350905 w 1447155"/>
                  <a:gd name="connsiteY64" fmla="*/ 1104958 h 1201608"/>
                  <a:gd name="connsiteX65" fmla="*/ 329136 w 1447155"/>
                  <a:gd name="connsiteY65" fmla="*/ 1082319 h 1201608"/>
                  <a:gd name="connsiteX66" fmla="*/ 321299 w 1447155"/>
                  <a:gd name="connsiteY66" fmla="*/ 1077094 h 1201608"/>
                  <a:gd name="connsiteX67" fmla="*/ 312592 w 1447155"/>
                  <a:gd name="connsiteY67" fmla="*/ 1075353 h 1201608"/>
                  <a:gd name="connsiteX68" fmla="*/ 238580 w 1447155"/>
                  <a:gd name="connsiteY68" fmla="*/ 1076224 h 1201608"/>
                  <a:gd name="connsiteX69" fmla="*/ 212458 w 1447155"/>
                  <a:gd name="connsiteY69" fmla="*/ 1069258 h 1201608"/>
                  <a:gd name="connsiteX70" fmla="*/ 205492 w 1447155"/>
                  <a:gd name="connsiteY70" fmla="*/ 1069258 h 1201608"/>
                  <a:gd name="connsiteX71" fmla="*/ 203751 w 1447155"/>
                  <a:gd name="connsiteY71" fmla="*/ 1044877 h 1201608"/>
                  <a:gd name="connsiteX72" fmla="*/ 203751 w 1447155"/>
                  <a:gd name="connsiteY72" fmla="*/ 1027463 h 1201608"/>
                  <a:gd name="connsiteX73" fmla="*/ 205492 w 1447155"/>
                  <a:gd name="connsiteY73" fmla="*/ 1009177 h 1201608"/>
                  <a:gd name="connsiteX74" fmla="*/ 204622 w 1447155"/>
                  <a:gd name="connsiteY74" fmla="*/ 1000470 h 1201608"/>
                  <a:gd name="connsiteX75" fmla="*/ 202010 w 1447155"/>
                  <a:gd name="connsiteY75" fmla="*/ 993504 h 1201608"/>
                  <a:gd name="connsiteX76" fmla="*/ 195043 w 1447155"/>
                  <a:gd name="connsiteY76" fmla="*/ 983926 h 1201608"/>
                  <a:gd name="connsiteX77" fmla="*/ 188949 w 1447155"/>
                  <a:gd name="connsiteY77" fmla="*/ 978702 h 1201608"/>
                  <a:gd name="connsiteX78" fmla="*/ 181982 w 1447155"/>
                  <a:gd name="connsiteY78" fmla="*/ 974348 h 1201608"/>
                  <a:gd name="connsiteX79" fmla="*/ 175888 w 1447155"/>
                  <a:gd name="connsiteY79" fmla="*/ 968253 h 1201608"/>
                  <a:gd name="connsiteX80" fmla="*/ 171534 w 1447155"/>
                  <a:gd name="connsiteY80" fmla="*/ 960416 h 1201608"/>
                  <a:gd name="connsiteX81" fmla="*/ 168051 w 1447155"/>
                  <a:gd name="connsiteY81" fmla="*/ 936907 h 1201608"/>
                  <a:gd name="connsiteX82" fmla="*/ 165439 w 1447155"/>
                  <a:gd name="connsiteY82" fmla="*/ 927329 h 1201608"/>
                  <a:gd name="connsiteX83" fmla="*/ 156732 w 1447155"/>
                  <a:gd name="connsiteY83" fmla="*/ 919492 h 1201608"/>
                  <a:gd name="connsiteX84" fmla="*/ 148895 w 1447155"/>
                  <a:gd name="connsiteY84" fmla="*/ 915138 h 1201608"/>
                  <a:gd name="connsiteX85" fmla="*/ 143671 w 1447155"/>
                  <a:gd name="connsiteY85" fmla="*/ 907302 h 1201608"/>
                  <a:gd name="connsiteX86" fmla="*/ 142800 w 1447155"/>
                  <a:gd name="connsiteY86" fmla="*/ 895112 h 1201608"/>
                  <a:gd name="connsiteX87" fmla="*/ 148024 w 1447155"/>
                  <a:gd name="connsiteY87" fmla="*/ 792365 h 1201608"/>
                  <a:gd name="connsiteX88" fmla="*/ 143671 w 1447155"/>
                  <a:gd name="connsiteY88" fmla="*/ 773209 h 1201608"/>
                  <a:gd name="connsiteX89" fmla="*/ 138446 w 1447155"/>
                  <a:gd name="connsiteY89" fmla="*/ 754924 h 1201608"/>
                  <a:gd name="connsiteX90" fmla="*/ 114066 w 1447155"/>
                  <a:gd name="connsiteY90" fmla="*/ 701809 h 1201608"/>
                  <a:gd name="connsiteX91" fmla="*/ 109712 w 1447155"/>
                  <a:gd name="connsiteY91" fmla="*/ 686136 h 1201608"/>
                  <a:gd name="connsiteX92" fmla="*/ 107100 w 1447155"/>
                  <a:gd name="connsiteY92" fmla="*/ 679170 h 1201608"/>
                  <a:gd name="connsiteX93" fmla="*/ 101876 w 1447155"/>
                  <a:gd name="connsiteY93" fmla="*/ 673075 h 1201608"/>
                  <a:gd name="connsiteX94" fmla="*/ 1742 w 1447155"/>
                  <a:gd name="connsiteY94" fmla="*/ 626927 h 1201608"/>
                  <a:gd name="connsiteX95" fmla="*/ 0 w 1447155"/>
                  <a:gd name="connsiteY95" fmla="*/ 614736 h 1201608"/>
                  <a:gd name="connsiteX96" fmla="*/ 4354 w 1447155"/>
                  <a:gd name="connsiteY96" fmla="*/ 603417 h 1201608"/>
                  <a:gd name="connsiteX97" fmla="*/ 20897 w 1447155"/>
                  <a:gd name="connsiteY97" fmla="*/ 578166 h 1201608"/>
                  <a:gd name="connsiteX98" fmla="*/ 23510 w 1447155"/>
                  <a:gd name="connsiteY98" fmla="*/ 572070 h 1201608"/>
                  <a:gd name="connsiteX99" fmla="*/ 25251 w 1447155"/>
                  <a:gd name="connsiteY99" fmla="*/ 564234 h 1201608"/>
                  <a:gd name="connsiteX100" fmla="*/ 24380 w 1447155"/>
                  <a:gd name="connsiteY100" fmla="*/ 556397 h 1201608"/>
                  <a:gd name="connsiteX101" fmla="*/ 22639 w 1447155"/>
                  <a:gd name="connsiteY101" fmla="*/ 547690 h 1201608"/>
                  <a:gd name="connsiteX102" fmla="*/ 13931 w 1447155"/>
                  <a:gd name="connsiteY102" fmla="*/ 518085 h 1201608"/>
                  <a:gd name="connsiteX103" fmla="*/ 11319 w 1447155"/>
                  <a:gd name="connsiteY103" fmla="*/ 505895 h 1201608"/>
                  <a:gd name="connsiteX104" fmla="*/ 10449 w 1447155"/>
                  <a:gd name="connsiteY104" fmla="*/ 497187 h 1201608"/>
                  <a:gd name="connsiteX105" fmla="*/ 11319 w 1447155"/>
                  <a:gd name="connsiteY105" fmla="*/ 465841 h 1201608"/>
                  <a:gd name="connsiteX106" fmla="*/ 15673 w 1447155"/>
                  <a:gd name="connsiteY106" fmla="*/ 451039 h 1201608"/>
                  <a:gd name="connsiteX107" fmla="*/ 22639 w 1447155"/>
                  <a:gd name="connsiteY107" fmla="*/ 437107 h 1201608"/>
                  <a:gd name="connsiteX108" fmla="*/ 47019 w 1447155"/>
                  <a:gd name="connsiteY108" fmla="*/ 392700 h 1201608"/>
                  <a:gd name="connsiteX109" fmla="*/ 66175 w 1447155"/>
                  <a:gd name="connsiteY109" fmla="*/ 355258 h 1201608"/>
                  <a:gd name="connsiteX110" fmla="*/ 74012 w 1447155"/>
                  <a:gd name="connsiteY110" fmla="*/ 328266 h 1201608"/>
                  <a:gd name="connsiteX111" fmla="*/ 82719 w 1447155"/>
                  <a:gd name="connsiteY111" fmla="*/ 253383 h 1201608"/>
                  <a:gd name="connsiteX112" fmla="*/ 85332 w 1447155"/>
                  <a:gd name="connsiteY112" fmla="*/ 242063 h 1201608"/>
                  <a:gd name="connsiteX113" fmla="*/ 89685 w 1447155"/>
                  <a:gd name="connsiteY113" fmla="*/ 232485 h 1201608"/>
                  <a:gd name="connsiteX114" fmla="*/ 99263 w 1447155"/>
                  <a:gd name="connsiteY114" fmla="*/ 215941 h 1201608"/>
                  <a:gd name="connsiteX115" fmla="*/ 126256 w 1447155"/>
                  <a:gd name="connsiteY115" fmla="*/ 184595 h 1201608"/>
                  <a:gd name="connsiteX116" fmla="*/ 134963 w 1447155"/>
                  <a:gd name="connsiteY116" fmla="*/ 176758 h 1201608"/>
                  <a:gd name="connsiteX117" fmla="*/ 146283 w 1447155"/>
                  <a:gd name="connsiteY117" fmla="*/ 168922 h 1201608"/>
                  <a:gd name="connsiteX118" fmla="*/ 158473 w 1447155"/>
                  <a:gd name="connsiteY118" fmla="*/ 163697 h 1201608"/>
                  <a:gd name="connsiteX119" fmla="*/ 167180 w 1447155"/>
                  <a:gd name="connsiteY119" fmla="*/ 162827 h 1201608"/>
                  <a:gd name="connsiteX120" fmla="*/ 202010 w 1447155"/>
                  <a:gd name="connsiteY120" fmla="*/ 169793 h 1201608"/>
                  <a:gd name="connsiteX121" fmla="*/ 234226 w 1447155"/>
                  <a:gd name="connsiteY121" fmla="*/ 171534 h 1201608"/>
                  <a:gd name="connsiteX122" fmla="*/ 229002 w 1447155"/>
                  <a:gd name="connsiteY122" fmla="*/ 148024 h 1201608"/>
                  <a:gd name="connsiteX123" fmla="*/ 227261 w 1447155"/>
                  <a:gd name="connsiteY123" fmla="*/ 129739 h 1201608"/>
                  <a:gd name="connsiteX124" fmla="*/ 227261 w 1447155"/>
                  <a:gd name="connsiteY124" fmla="*/ 117549 h 1201608"/>
                  <a:gd name="connsiteX125" fmla="*/ 229002 w 1447155"/>
                  <a:gd name="connsiteY125" fmla="*/ 97522 h 1201608"/>
                  <a:gd name="connsiteX126" fmla="*/ 230744 w 1447155"/>
                  <a:gd name="connsiteY126" fmla="*/ 88815 h 1201608"/>
                  <a:gd name="connsiteX127" fmla="*/ 234226 w 1447155"/>
                  <a:gd name="connsiteY127" fmla="*/ 76624 h 1201608"/>
                  <a:gd name="connsiteX128" fmla="*/ 240322 w 1447155"/>
                  <a:gd name="connsiteY128" fmla="*/ 65305 h 1201608"/>
                  <a:gd name="connsiteX129" fmla="*/ 245546 w 1447155"/>
                  <a:gd name="connsiteY129" fmla="*/ 60081 h 1201608"/>
                  <a:gd name="connsiteX130" fmla="*/ 250770 w 1447155"/>
                  <a:gd name="connsiteY130" fmla="*/ 53985 h 1201608"/>
                  <a:gd name="connsiteX131" fmla="*/ 266444 w 1447155"/>
                  <a:gd name="connsiteY131" fmla="*/ 43537 h 1201608"/>
                  <a:gd name="connsiteX132" fmla="*/ 349163 w 1447155"/>
                  <a:gd name="connsiteY132" fmla="*/ 11320 h 1201608"/>
                  <a:gd name="connsiteX133" fmla="*/ 363095 w 1447155"/>
                  <a:gd name="connsiteY133" fmla="*/ 10449 h 1201608"/>
                  <a:gd name="connsiteX134" fmla="*/ 367449 w 1447155"/>
                  <a:gd name="connsiteY134" fmla="*/ 8707 h 1201608"/>
                  <a:gd name="connsiteX135" fmla="*/ 376156 w 1447155"/>
                  <a:gd name="connsiteY135" fmla="*/ 3483 h 1201608"/>
                  <a:gd name="connsiteX136" fmla="*/ 395312 w 1447155"/>
                  <a:gd name="connsiteY136" fmla="*/ 0 h 1201608"/>
                  <a:gd name="connsiteX137" fmla="*/ 397924 w 1447155"/>
                  <a:gd name="connsiteY137" fmla="*/ 36571 h 1201608"/>
                  <a:gd name="connsiteX138" fmla="*/ 395312 w 1447155"/>
                  <a:gd name="connsiteY138" fmla="*/ 85332 h 1201608"/>
                  <a:gd name="connsiteX139" fmla="*/ 441461 w 1447155"/>
                  <a:gd name="connsiteY139" fmla="*/ 59210 h 1201608"/>
                  <a:gd name="connsiteX140" fmla="*/ 450168 w 1447155"/>
                  <a:gd name="connsiteY140" fmla="*/ 56598 h 1201608"/>
                  <a:gd name="connsiteX141" fmla="*/ 458004 w 1447155"/>
                  <a:gd name="connsiteY141" fmla="*/ 55727 h 1201608"/>
                  <a:gd name="connsiteX142" fmla="*/ 465841 w 1447155"/>
                  <a:gd name="connsiteY142" fmla="*/ 55727 h 1201608"/>
                  <a:gd name="connsiteX143" fmla="*/ 480644 w 1447155"/>
                  <a:gd name="connsiteY143" fmla="*/ 59210 h 1201608"/>
                  <a:gd name="connsiteX144" fmla="*/ 532888 w 1447155"/>
                  <a:gd name="connsiteY144" fmla="*/ 83590 h 1201608"/>
                  <a:gd name="connsiteX145" fmla="*/ 696585 w 1447155"/>
                  <a:gd name="connsiteY145" fmla="*/ 120161 h 1201608"/>
                  <a:gd name="connsiteX146" fmla="*/ 820229 w 1447155"/>
                  <a:gd name="connsiteY146" fmla="*/ 219424 h 1201608"/>
                  <a:gd name="connsiteX147" fmla="*/ 867248 w 1447155"/>
                  <a:gd name="connsiteY147" fmla="*/ 245546 h 1201608"/>
                  <a:gd name="connsiteX148" fmla="*/ 873343 w 1447155"/>
                  <a:gd name="connsiteY148" fmla="*/ 250771 h 1201608"/>
                  <a:gd name="connsiteX149" fmla="*/ 876826 w 1447155"/>
                  <a:gd name="connsiteY149" fmla="*/ 255124 h 1201608"/>
                  <a:gd name="connsiteX150" fmla="*/ 879438 w 1447155"/>
                  <a:gd name="connsiteY150" fmla="*/ 265573 h 1201608"/>
                  <a:gd name="connsiteX151" fmla="*/ 869860 w 1447155"/>
                  <a:gd name="connsiteY151" fmla="*/ 337844 h 1201608"/>
                  <a:gd name="connsiteX152" fmla="*/ 868990 w 1447155"/>
                  <a:gd name="connsiteY152" fmla="*/ 370061 h 1201608"/>
                  <a:gd name="connsiteX153" fmla="*/ 870731 w 1447155"/>
                  <a:gd name="connsiteY153" fmla="*/ 379639 h 1201608"/>
                  <a:gd name="connsiteX154" fmla="*/ 873343 w 1447155"/>
                  <a:gd name="connsiteY154" fmla="*/ 387475 h 1201608"/>
                  <a:gd name="connsiteX155" fmla="*/ 876826 w 1447155"/>
                  <a:gd name="connsiteY155" fmla="*/ 393570 h 1201608"/>
                  <a:gd name="connsiteX156" fmla="*/ 880309 w 1447155"/>
                  <a:gd name="connsiteY156" fmla="*/ 397924 h 1201608"/>
                  <a:gd name="connsiteX157" fmla="*/ 885534 w 1447155"/>
                  <a:gd name="connsiteY157" fmla="*/ 400536 h 1201608"/>
                  <a:gd name="connsiteX158" fmla="*/ 916009 w 1447155"/>
                  <a:gd name="connsiteY158" fmla="*/ 412727 h 1201608"/>
                  <a:gd name="connsiteX159" fmla="*/ 923846 w 1447155"/>
                  <a:gd name="connsiteY159" fmla="*/ 417951 h 1201608"/>
                  <a:gd name="connsiteX160" fmla="*/ 931682 w 1447155"/>
                  <a:gd name="connsiteY160" fmla="*/ 423175 h 1201608"/>
                  <a:gd name="connsiteX161" fmla="*/ 940390 w 1447155"/>
                  <a:gd name="connsiteY161" fmla="*/ 431012 h 1201608"/>
                  <a:gd name="connsiteX162" fmla="*/ 948226 w 1447155"/>
                  <a:gd name="connsiteY162" fmla="*/ 439719 h 1201608"/>
                  <a:gd name="connsiteX163" fmla="*/ 963899 w 1447155"/>
                  <a:gd name="connsiteY163" fmla="*/ 464100 h 1201608"/>
                  <a:gd name="connsiteX164" fmla="*/ 996116 w 1447155"/>
                  <a:gd name="connsiteY164" fmla="*/ 524180 h 1201608"/>
                  <a:gd name="connsiteX165" fmla="*/ 1042265 w 1447155"/>
                  <a:gd name="connsiteY165" fmla="*/ 500671 h 1201608"/>
                  <a:gd name="connsiteX166" fmla="*/ 1065775 w 1447155"/>
                  <a:gd name="connsiteY166" fmla="*/ 493704 h 1201608"/>
                  <a:gd name="connsiteX167" fmla="*/ 1190290 w 1447155"/>
                  <a:gd name="connsiteY167" fmla="*/ 489351 h 1201608"/>
                  <a:gd name="connsiteX168" fmla="*/ 1241662 w 1447155"/>
                  <a:gd name="connsiteY168" fmla="*/ 478902 h 1201608"/>
                  <a:gd name="connsiteX169" fmla="*/ 1356599 w 1447155"/>
                  <a:gd name="connsiteY169" fmla="*/ 473678 h 1201608"/>
                  <a:gd name="connsiteX170" fmla="*/ 1360953 w 1447155"/>
                  <a:gd name="connsiteY170" fmla="*/ 475419 h 1201608"/>
                  <a:gd name="connsiteX171" fmla="*/ 1365306 w 1447155"/>
                  <a:gd name="connsiteY171" fmla="*/ 478902 h 1201608"/>
                  <a:gd name="connsiteX172" fmla="*/ 1369660 w 1447155"/>
                  <a:gd name="connsiteY172" fmla="*/ 483256 h 1201608"/>
                  <a:gd name="connsiteX173" fmla="*/ 1424516 w 1447155"/>
                  <a:gd name="connsiteY173" fmla="*/ 573812 h 1201608"/>
                  <a:gd name="connsiteX174" fmla="*/ 1447155 w 1447155"/>
                  <a:gd name="connsiteY174" fmla="*/ 599934 h 120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447155" h="1201608">
                    <a:moveTo>
                      <a:pt x="1447155" y="599934"/>
                    </a:moveTo>
                    <a:lnTo>
                      <a:pt x="1443672" y="603417"/>
                    </a:lnTo>
                    <a:lnTo>
                      <a:pt x="1438448" y="615607"/>
                    </a:lnTo>
                    <a:lnTo>
                      <a:pt x="1435835" y="622573"/>
                    </a:lnTo>
                    <a:lnTo>
                      <a:pt x="1432353" y="627797"/>
                    </a:lnTo>
                    <a:lnTo>
                      <a:pt x="1387075" y="675687"/>
                    </a:lnTo>
                    <a:lnTo>
                      <a:pt x="1347892" y="752312"/>
                    </a:lnTo>
                    <a:lnTo>
                      <a:pt x="1346150" y="762760"/>
                    </a:lnTo>
                    <a:lnTo>
                      <a:pt x="1349633" y="774951"/>
                    </a:lnTo>
                    <a:lnTo>
                      <a:pt x="1355728" y="783658"/>
                    </a:lnTo>
                    <a:lnTo>
                      <a:pt x="1358341" y="793236"/>
                    </a:lnTo>
                    <a:lnTo>
                      <a:pt x="1352245" y="806297"/>
                    </a:lnTo>
                    <a:lnTo>
                      <a:pt x="1335701" y="829807"/>
                    </a:lnTo>
                    <a:lnTo>
                      <a:pt x="1328736" y="835031"/>
                    </a:lnTo>
                    <a:lnTo>
                      <a:pt x="1315675" y="841997"/>
                    </a:lnTo>
                    <a:lnTo>
                      <a:pt x="1306967" y="843739"/>
                    </a:lnTo>
                    <a:lnTo>
                      <a:pt x="1293036" y="841126"/>
                    </a:lnTo>
                    <a:lnTo>
                      <a:pt x="1290424" y="842868"/>
                    </a:lnTo>
                    <a:lnTo>
                      <a:pt x="1285199" y="848963"/>
                    </a:lnTo>
                    <a:lnTo>
                      <a:pt x="1227731" y="898594"/>
                    </a:lnTo>
                    <a:lnTo>
                      <a:pt x="1206833" y="922104"/>
                    </a:lnTo>
                    <a:lnTo>
                      <a:pt x="1200738" y="928199"/>
                    </a:lnTo>
                    <a:lnTo>
                      <a:pt x="1192031" y="931682"/>
                    </a:lnTo>
                    <a:lnTo>
                      <a:pt x="1147624" y="943873"/>
                    </a:lnTo>
                    <a:lnTo>
                      <a:pt x="1111053" y="950838"/>
                    </a:lnTo>
                    <a:lnTo>
                      <a:pt x="1054455" y="950838"/>
                    </a:lnTo>
                    <a:lnTo>
                      <a:pt x="1003953" y="958675"/>
                    </a:lnTo>
                    <a:lnTo>
                      <a:pt x="994375" y="957804"/>
                    </a:lnTo>
                    <a:lnTo>
                      <a:pt x="949097" y="939519"/>
                    </a:lnTo>
                    <a:lnTo>
                      <a:pt x="939519" y="938648"/>
                    </a:lnTo>
                    <a:lnTo>
                      <a:pt x="930811" y="940390"/>
                    </a:lnTo>
                    <a:lnTo>
                      <a:pt x="894241" y="954321"/>
                    </a:lnTo>
                    <a:lnTo>
                      <a:pt x="891628" y="956063"/>
                    </a:lnTo>
                    <a:lnTo>
                      <a:pt x="889887" y="960416"/>
                    </a:lnTo>
                    <a:lnTo>
                      <a:pt x="888146" y="977831"/>
                    </a:lnTo>
                    <a:lnTo>
                      <a:pt x="885534" y="985668"/>
                    </a:lnTo>
                    <a:lnTo>
                      <a:pt x="877697" y="1003082"/>
                    </a:lnTo>
                    <a:lnTo>
                      <a:pt x="862894" y="1024850"/>
                    </a:lnTo>
                    <a:lnTo>
                      <a:pt x="807168" y="1078836"/>
                    </a:lnTo>
                    <a:lnTo>
                      <a:pt x="794107" y="1086672"/>
                    </a:lnTo>
                    <a:lnTo>
                      <a:pt x="787141" y="1095380"/>
                    </a:lnTo>
                    <a:lnTo>
                      <a:pt x="782787" y="1104958"/>
                    </a:lnTo>
                    <a:lnTo>
                      <a:pt x="774080" y="1117148"/>
                    </a:lnTo>
                    <a:lnTo>
                      <a:pt x="764502" y="1124985"/>
                    </a:lnTo>
                    <a:lnTo>
                      <a:pt x="754924" y="1130209"/>
                    </a:lnTo>
                    <a:lnTo>
                      <a:pt x="742734" y="1132821"/>
                    </a:lnTo>
                    <a:lnTo>
                      <a:pt x="727060" y="1134563"/>
                    </a:lnTo>
                    <a:lnTo>
                      <a:pt x="720095" y="1137175"/>
                    </a:lnTo>
                    <a:lnTo>
                      <a:pt x="706163" y="1152848"/>
                    </a:lnTo>
                    <a:lnTo>
                      <a:pt x="678299" y="1172875"/>
                    </a:lnTo>
                    <a:lnTo>
                      <a:pt x="661756" y="1191160"/>
                    </a:lnTo>
                    <a:lnTo>
                      <a:pt x="651307" y="1198997"/>
                    </a:lnTo>
                    <a:lnTo>
                      <a:pt x="643470" y="1201609"/>
                    </a:lnTo>
                    <a:lnTo>
                      <a:pt x="623443" y="1199867"/>
                    </a:lnTo>
                    <a:lnTo>
                      <a:pt x="619090" y="1198126"/>
                    </a:lnTo>
                    <a:lnTo>
                      <a:pt x="612124" y="1191160"/>
                    </a:lnTo>
                    <a:lnTo>
                      <a:pt x="607770" y="1189419"/>
                    </a:lnTo>
                    <a:lnTo>
                      <a:pt x="508507" y="1180711"/>
                    </a:lnTo>
                    <a:lnTo>
                      <a:pt x="484126" y="1170263"/>
                    </a:lnTo>
                    <a:lnTo>
                      <a:pt x="472807" y="1170263"/>
                    </a:lnTo>
                    <a:lnTo>
                      <a:pt x="411856" y="1153719"/>
                    </a:lnTo>
                    <a:lnTo>
                      <a:pt x="375285" y="1137175"/>
                    </a:lnTo>
                    <a:lnTo>
                      <a:pt x="368319" y="1131080"/>
                    </a:lnTo>
                    <a:lnTo>
                      <a:pt x="362224" y="1124114"/>
                    </a:lnTo>
                    <a:lnTo>
                      <a:pt x="350905" y="1104958"/>
                    </a:lnTo>
                    <a:lnTo>
                      <a:pt x="329136" y="1082319"/>
                    </a:lnTo>
                    <a:lnTo>
                      <a:pt x="321299" y="1077094"/>
                    </a:lnTo>
                    <a:lnTo>
                      <a:pt x="312592" y="1075353"/>
                    </a:lnTo>
                    <a:lnTo>
                      <a:pt x="238580" y="1076224"/>
                    </a:lnTo>
                    <a:lnTo>
                      <a:pt x="212458" y="1069258"/>
                    </a:lnTo>
                    <a:lnTo>
                      <a:pt x="205492" y="1069258"/>
                    </a:lnTo>
                    <a:lnTo>
                      <a:pt x="203751" y="1044877"/>
                    </a:lnTo>
                    <a:lnTo>
                      <a:pt x="203751" y="1027463"/>
                    </a:lnTo>
                    <a:lnTo>
                      <a:pt x="205492" y="1009177"/>
                    </a:lnTo>
                    <a:lnTo>
                      <a:pt x="204622" y="1000470"/>
                    </a:lnTo>
                    <a:lnTo>
                      <a:pt x="202010" y="993504"/>
                    </a:lnTo>
                    <a:lnTo>
                      <a:pt x="195043" y="983926"/>
                    </a:lnTo>
                    <a:lnTo>
                      <a:pt x="188949" y="978702"/>
                    </a:lnTo>
                    <a:lnTo>
                      <a:pt x="181982" y="974348"/>
                    </a:lnTo>
                    <a:lnTo>
                      <a:pt x="175888" y="968253"/>
                    </a:lnTo>
                    <a:lnTo>
                      <a:pt x="171534" y="960416"/>
                    </a:lnTo>
                    <a:lnTo>
                      <a:pt x="168051" y="936907"/>
                    </a:lnTo>
                    <a:lnTo>
                      <a:pt x="165439" y="927329"/>
                    </a:lnTo>
                    <a:lnTo>
                      <a:pt x="156732" y="919492"/>
                    </a:lnTo>
                    <a:lnTo>
                      <a:pt x="148895" y="915138"/>
                    </a:lnTo>
                    <a:lnTo>
                      <a:pt x="143671" y="907302"/>
                    </a:lnTo>
                    <a:lnTo>
                      <a:pt x="142800" y="895112"/>
                    </a:lnTo>
                    <a:lnTo>
                      <a:pt x="148024" y="792365"/>
                    </a:lnTo>
                    <a:lnTo>
                      <a:pt x="143671" y="773209"/>
                    </a:lnTo>
                    <a:lnTo>
                      <a:pt x="138446" y="754924"/>
                    </a:lnTo>
                    <a:lnTo>
                      <a:pt x="114066" y="701809"/>
                    </a:lnTo>
                    <a:lnTo>
                      <a:pt x="109712" y="686136"/>
                    </a:lnTo>
                    <a:lnTo>
                      <a:pt x="107100" y="679170"/>
                    </a:lnTo>
                    <a:lnTo>
                      <a:pt x="101876" y="673075"/>
                    </a:lnTo>
                    <a:lnTo>
                      <a:pt x="1742" y="626927"/>
                    </a:lnTo>
                    <a:lnTo>
                      <a:pt x="0" y="614736"/>
                    </a:lnTo>
                    <a:lnTo>
                      <a:pt x="4354" y="603417"/>
                    </a:lnTo>
                    <a:lnTo>
                      <a:pt x="20897" y="578166"/>
                    </a:lnTo>
                    <a:lnTo>
                      <a:pt x="23510" y="572070"/>
                    </a:lnTo>
                    <a:lnTo>
                      <a:pt x="25251" y="564234"/>
                    </a:lnTo>
                    <a:lnTo>
                      <a:pt x="24380" y="556397"/>
                    </a:lnTo>
                    <a:lnTo>
                      <a:pt x="22639" y="547690"/>
                    </a:lnTo>
                    <a:lnTo>
                      <a:pt x="13931" y="518085"/>
                    </a:lnTo>
                    <a:lnTo>
                      <a:pt x="11319" y="505895"/>
                    </a:lnTo>
                    <a:lnTo>
                      <a:pt x="10449" y="497187"/>
                    </a:lnTo>
                    <a:lnTo>
                      <a:pt x="11319" y="465841"/>
                    </a:lnTo>
                    <a:lnTo>
                      <a:pt x="15673" y="451039"/>
                    </a:lnTo>
                    <a:lnTo>
                      <a:pt x="22639" y="437107"/>
                    </a:lnTo>
                    <a:lnTo>
                      <a:pt x="47019" y="392700"/>
                    </a:lnTo>
                    <a:lnTo>
                      <a:pt x="66175" y="355258"/>
                    </a:lnTo>
                    <a:lnTo>
                      <a:pt x="74012" y="328266"/>
                    </a:lnTo>
                    <a:lnTo>
                      <a:pt x="82719" y="253383"/>
                    </a:lnTo>
                    <a:lnTo>
                      <a:pt x="85332" y="242063"/>
                    </a:lnTo>
                    <a:lnTo>
                      <a:pt x="89685" y="232485"/>
                    </a:lnTo>
                    <a:lnTo>
                      <a:pt x="99263" y="215941"/>
                    </a:lnTo>
                    <a:lnTo>
                      <a:pt x="126256" y="184595"/>
                    </a:lnTo>
                    <a:lnTo>
                      <a:pt x="134963" y="176758"/>
                    </a:lnTo>
                    <a:lnTo>
                      <a:pt x="146283" y="168922"/>
                    </a:lnTo>
                    <a:lnTo>
                      <a:pt x="158473" y="163697"/>
                    </a:lnTo>
                    <a:lnTo>
                      <a:pt x="167180" y="162827"/>
                    </a:lnTo>
                    <a:lnTo>
                      <a:pt x="202010" y="169793"/>
                    </a:lnTo>
                    <a:lnTo>
                      <a:pt x="234226" y="171534"/>
                    </a:lnTo>
                    <a:lnTo>
                      <a:pt x="229002" y="148024"/>
                    </a:lnTo>
                    <a:lnTo>
                      <a:pt x="227261" y="129739"/>
                    </a:lnTo>
                    <a:lnTo>
                      <a:pt x="227261" y="117549"/>
                    </a:lnTo>
                    <a:lnTo>
                      <a:pt x="229002" y="97522"/>
                    </a:lnTo>
                    <a:lnTo>
                      <a:pt x="230744" y="88815"/>
                    </a:lnTo>
                    <a:lnTo>
                      <a:pt x="234226" y="76624"/>
                    </a:lnTo>
                    <a:lnTo>
                      <a:pt x="240322" y="65305"/>
                    </a:lnTo>
                    <a:lnTo>
                      <a:pt x="245546" y="60081"/>
                    </a:lnTo>
                    <a:lnTo>
                      <a:pt x="250770" y="53985"/>
                    </a:lnTo>
                    <a:lnTo>
                      <a:pt x="266444" y="43537"/>
                    </a:lnTo>
                    <a:lnTo>
                      <a:pt x="349163" y="11320"/>
                    </a:lnTo>
                    <a:lnTo>
                      <a:pt x="363095" y="10449"/>
                    </a:lnTo>
                    <a:lnTo>
                      <a:pt x="367449" y="8707"/>
                    </a:lnTo>
                    <a:lnTo>
                      <a:pt x="376156" y="3483"/>
                    </a:lnTo>
                    <a:lnTo>
                      <a:pt x="395312" y="0"/>
                    </a:lnTo>
                    <a:lnTo>
                      <a:pt x="397924" y="36571"/>
                    </a:lnTo>
                    <a:lnTo>
                      <a:pt x="395312" y="85332"/>
                    </a:lnTo>
                    <a:lnTo>
                      <a:pt x="441461" y="59210"/>
                    </a:lnTo>
                    <a:lnTo>
                      <a:pt x="450168" y="56598"/>
                    </a:lnTo>
                    <a:lnTo>
                      <a:pt x="458004" y="55727"/>
                    </a:lnTo>
                    <a:lnTo>
                      <a:pt x="465841" y="55727"/>
                    </a:lnTo>
                    <a:lnTo>
                      <a:pt x="480644" y="59210"/>
                    </a:lnTo>
                    <a:lnTo>
                      <a:pt x="532888" y="83590"/>
                    </a:lnTo>
                    <a:lnTo>
                      <a:pt x="696585" y="120161"/>
                    </a:lnTo>
                    <a:lnTo>
                      <a:pt x="820229" y="219424"/>
                    </a:lnTo>
                    <a:lnTo>
                      <a:pt x="867248" y="245546"/>
                    </a:lnTo>
                    <a:lnTo>
                      <a:pt x="873343" y="250771"/>
                    </a:lnTo>
                    <a:lnTo>
                      <a:pt x="876826" y="255124"/>
                    </a:lnTo>
                    <a:lnTo>
                      <a:pt x="879438" y="265573"/>
                    </a:lnTo>
                    <a:lnTo>
                      <a:pt x="869860" y="337844"/>
                    </a:lnTo>
                    <a:lnTo>
                      <a:pt x="868990" y="370061"/>
                    </a:lnTo>
                    <a:lnTo>
                      <a:pt x="870731" y="379639"/>
                    </a:lnTo>
                    <a:lnTo>
                      <a:pt x="873343" y="387475"/>
                    </a:lnTo>
                    <a:lnTo>
                      <a:pt x="876826" y="393570"/>
                    </a:lnTo>
                    <a:lnTo>
                      <a:pt x="880309" y="397924"/>
                    </a:lnTo>
                    <a:lnTo>
                      <a:pt x="885534" y="400536"/>
                    </a:lnTo>
                    <a:lnTo>
                      <a:pt x="916009" y="412727"/>
                    </a:lnTo>
                    <a:lnTo>
                      <a:pt x="923846" y="417951"/>
                    </a:lnTo>
                    <a:lnTo>
                      <a:pt x="931682" y="423175"/>
                    </a:lnTo>
                    <a:lnTo>
                      <a:pt x="940390" y="431012"/>
                    </a:lnTo>
                    <a:lnTo>
                      <a:pt x="948226" y="439719"/>
                    </a:lnTo>
                    <a:lnTo>
                      <a:pt x="963899" y="464100"/>
                    </a:lnTo>
                    <a:lnTo>
                      <a:pt x="996116" y="524180"/>
                    </a:lnTo>
                    <a:lnTo>
                      <a:pt x="1042265" y="500671"/>
                    </a:lnTo>
                    <a:lnTo>
                      <a:pt x="1065775" y="493704"/>
                    </a:lnTo>
                    <a:lnTo>
                      <a:pt x="1190290" y="489351"/>
                    </a:lnTo>
                    <a:lnTo>
                      <a:pt x="1241662" y="478902"/>
                    </a:lnTo>
                    <a:lnTo>
                      <a:pt x="1356599" y="473678"/>
                    </a:lnTo>
                    <a:lnTo>
                      <a:pt x="1360953" y="475419"/>
                    </a:lnTo>
                    <a:lnTo>
                      <a:pt x="1365306" y="478902"/>
                    </a:lnTo>
                    <a:lnTo>
                      <a:pt x="1369660" y="483256"/>
                    </a:lnTo>
                    <a:lnTo>
                      <a:pt x="1424516" y="573812"/>
                    </a:lnTo>
                    <a:lnTo>
                      <a:pt x="1447155" y="599934"/>
                    </a:lnTo>
                    <a:close/>
                  </a:path>
                </a:pathLst>
              </a:custGeom>
              <a:grpFill/>
              <a:ln w="9525" cap="rnd">
                <a:solidFill>
                  <a:schemeClr val="tx1">
                    <a:lumMod val="75000"/>
                    <a:lumOff val="25000"/>
                  </a:schemeClr>
                </a:solidFill>
                <a:prstDash val="solid"/>
                <a:round/>
              </a:ln>
            </p:spPr>
            <p:txBody>
              <a:bodyPr rtlCol="0" anchor="ctr"/>
              <a:lstStyle>
                <a:defPPr>
                  <a:defRPr lang="mn-M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mn-MN" sz="2040" b="0" i="0" u="none" strike="noStrike" kern="1200" cap="none" spc="0" normalizeH="0" baseline="0" noProof="0">
                  <a:ln>
                    <a:noFill/>
                  </a:ln>
                  <a:solidFill>
                    <a:srgbClr val="004242"/>
                  </a:solidFill>
                  <a:effectLst/>
                  <a:uLnTx/>
                  <a:uFillTx/>
                  <a:latin typeface="Montserrat Medium" pitchFamily="2" charset="0"/>
                  <a:ea typeface="+mn-ea"/>
                  <a:cs typeface="+mn-cs"/>
                </a:endParaRPr>
              </a:p>
            </p:txBody>
          </p:sp>
        </p:grpSp>
        <p:grpSp>
          <p:nvGrpSpPr>
            <p:cNvPr id="5" name="Group 4">
              <a:extLst>
                <a:ext uri="{FF2B5EF4-FFF2-40B4-BE49-F238E27FC236}">
                  <a16:creationId xmlns:a16="http://schemas.microsoft.com/office/drawing/2014/main" id="{64A91FF8-EB0E-6424-492B-6B96CB406217}"/>
                </a:ext>
              </a:extLst>
            </p:cNvPr>
            <p:cNvGrpSpPr>
              <a:grpSpLocks/>
            </p:cNvGrpSpPr>
            <p:nvPr/>
          </p:nvGrpSpPr>
          <p:grpSpPr>
            <a:xfrm>
              <a:off x="6918948" y="3163752"/>
              <a:ext cx="1663990" cy="2408541"/>
              <a:chOff x="7872839" y="2897526"/>
              <a:chExt cx="928807" cy="1383095"/>
            </a:xfrm>
          </p:grpSpPr>
          <p:sp>
            <p:nvSpPr>
              <p:cNvPr id="44" name="Freeform: Shape 43">
                <a:extLst>
                  <a:ext uri="{FF2B5EF4-FFF2-40B4-BE49-F238E27FC236}">
                    <a16:creationId xmlns:a16="http://schemas.microsoft.com/office/drawing/2014/main" id="{BA3B2344-8370-44E3-3E30-091A0C6F2648}"/>
                  </a:ext>
                </a:extLst>
              </p:cNvPr>
              <p:cNvSpPr>
                <a:spLocks/>
              </p:cNvSpPr>
              <p:nvPr/>
            </p:nvSpPr>
            <p:spPr>
              <a:xfrm>
                <a:off x="7987821" y="3922240"/>
                <a:ext cx="601557" cy="171316"/>
              </a:xfrm>
              <a:custGeom>
                <a:avLst/>
                <a:gdLst>
                  <a:gd name="connsiteX0" fmla="*/ 0 w 1352550"/>
                  <a:gd name="connsiteY0" fmla="*/ 336550 h 336550"/>
                  <a:gd name="connsiteX1" fmla="*/ 130175 w 1352550"/>
                  <a:gd name="connsiteY1" fmla="*/ 295275 h 336550"/>
                  <a:gd name="connsiteX2" fmla="*/ 209550 w 1352550"/>
                  <a:gd name="connsiteY2" fmla="*/ 295275 h 336550"/>
                  <a:gd name="connsiteX3" fmla="*/ 311150 w 1352550"/>
                  <a:gd name="connsiteY3" fmla="*/ 292100 h 336550"/>
                  <a:gd name="connsiteX4" fmla="*/ 479425 w 1352550"/>
                  <a:gd name="connsiteY4" fmla="*/ 269875 h 336550"/>
                  <a:gd name="connsiteX5" fmla="*/ 638175 w 1352550"/>
                  <a:gd name="connsiteY5" fmla="*/ 225425 h 336550"/>
                  <a:gd name="connsiteX6" fmla="*/ 758825 w 1352550"/>
                  <a:gd name="connsiteY6" fmla="*/ 219075 h 336550"/>
                  <a:gd name="connsiteX7" fmla="*/ 847725 w 1352550"/>
                  <a:gd name="connsiteY7" fmla="*/ 225425 h 336550"/>
                  <a:gd name="connsiteX8" fmla="*/ 1111250 w 1352550"/>
                  <a:gd name="connsiteY8" fmla="*/ 184150 h 336550"/>
                  <a:gd name="connsiteX9" fmla="*/ 1155700 w 1352550"/>
                  <a:gd name="connsiteY9" fmla="*/ 142875 h 336550"/>
                  <a:gd name="connsiteX10" fmla="*/ 1314450 w 1352550"/>
                  <a:gd name="connsiteY10" fmla="*/ 66675 h 336550"/>
                  <a:gd name="connsiteX11" fmla="*/ 1352550 w 1352550"/>
                  <a:gd name="connsiteY11"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0" h="336550">
                    <a:moveTo>
                      <a:pt x="0" y="336550"/>
                    </a:moveTo>
                    <a:cubicBezTo>
                      <a:pt x="47625" y="319352"/>
                      <a:pt x="95250" y="302154"/>
                      <a:pt x="130175" y="295275"/>
                    </a:cubicBezTo>
                    <a:cubicBezTo>
                      <a:pt x="165100" y="288396"/>
                      <a:pt x="179388" y="295804"/>
                      <a:pt x="209550" y="295275"/>
                    </a:cubicBezTo>
                    <a:cubicBezTo>
                      <a:pt x="239713" y="294746"/>
                      <a:pt x="266171" y="296333"/>
                      <a:pt x="311150" y="292100"/>
                    </a:cubicBezTo>
                    <a:cubicBezTo>
                      <a:pt x="356129" y="287867"/>
                      <a:pt x="424921" y="280987"/>
                      <a:pt x="479425" y="269875"/>
                    </a:cubicBezTo>
                    <a:cubicBezTo>
                      <a:pt x="533929" y="258763"/>
                      <a:pt x="591608" y="233892"/>
                      <a:pt x="638175" y="225425"/>
                    </a:cubicBezTo>
                    <a:cubicBezTo>
                      <a:pt x="684742" y="216958"/>
                      <a:pt x="723900" y="219075"/>
                      <a:pt x="758825" y="219075"/>
                    </a:cubicBezTo>
                    <a:cubicBezTo>
                      <a:pt x="793750" y="219075"/>
                      <a:pt x="788988" y="231246"/>
                      <a:pt x="847725" y="225425"/>
                    </a:cubicBezTo>
                    <a:cubicBezTo>
                      <a:pt x="906463" y="219604"/>
                      <a:pt x="1059921" y="197908"/>
                      <a:pt x="1111250" y="184150"/>
                    </a:cubicBezTo>
                    <a:cubicBezTo>
                      <a:pt x="1162579" y="170392"/>
                      <a:pt x="1121833" y="162454"/>
                      <a:pt x="1155700" y="142875"/>
                    </a:cubicBezTo>
                    <a:cubicBezTo>
                      <a:pt x="1189567" y="123296"/>
                      <a:pt x="1281642" y="90488"/>
                      <a:pt x="1314450" y="66675"/>
                    </a:cubicBezTo>
                    <a:cubicBezTo>
                      <a:pt x="1347258" y="42862"/>
                      <a:pt x="1349904" y="21431"/>
                      <a:pt x="1352550" y="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grpSp>
            <p:nvGrpSpPr>
              <p:cNvPr id="45" name="Group 44">
                <a:extLst>
                  <a:ext uri="{FF2B5EF4-FFF2-40B4-BE49-F238E27FC236}">
                    <a16:creationId xmlns:a16="http://schemas.microsoft.com/office/drawing/2014/main" id="{F3B7EDE9-A026-D623-6764-FDDBFB4F8AD4}"/>
                  </a:ext>
                </a:extLst>
              </p:cNvPr>
              <p:cNvGrpSpPr>
                <a:grpSpLocks/>
              </p:cNvGrpSpPr>
              <p:nvPr/>
            </p:nvGrpSpPr>
            <p:grpSpPr>
              <a:xfrm>
                <a:off x="7872839" y="2897526"/>
                <a:ext cx="928807" cy="1383095"/>
                <a:chOff x="7872839" y="2897526"/>
                <a:chExt cx="928807" cy="1383095"/>
              </a:xfrm>
            </p:grpSpPr>
            <p:grpSp>
              <p:nvGrpSpPr>
                <p:cNvPr id="46" name="Group 45">
                  <a:extLst>
                    <a:ext uri="{FF2B5EF4-FFF2-40B4-BE49-F238E27FC236}">
                      <a16:creationId xmlns:a16="http://schemas.microsoft.com/office/drawing/2014/main" id="{493B9DED-4A4B-48D8-BC65-0DBB267BA886}"/>
                    </a:ext>
                  </a:extLst>
                </p:cNvPr>
                <p:cNvGrpSpPr>
                  <a:grpSpLocks/>
                </p:cNvGrpSpPr>
                <p:nvPr/>
              </p:nvGrpSpPr>
              <p:grpSpPr>
                <a:xfrm>
                  <a:off x="7872839" y="2897526"/>
                  <a:ext cx="928807" cy="1165148"/>
                  <a:chOff x="12451078" y="1544159"/>
                  <a:chExt cx="2164652" cy="2946570"/>
                </a:xfrm>
              </p:grpSpPr>
              <p:sp>
                <p:nvSpPr>
                  <p:cNvPr id="50" name="Freeform: Shape 49">
                    <a:extLst>
                      <a:ext uri="{FF2B5EF4-FFF2-40B4-BE49-F238E27FC236}">
                        <a16:creationId xmlns:a16="http://schemas.microsoft.com/office/drawing/2014/main" id="{6DD18C34-624C-321F-E9A6-F121CA1E86C0}"/>
                      </a:ext>
                    </a:extLst>
                  </p:cNvPr>
                  <p:cNvSpPr>
                    <a:spLocks/>
                  </p:cNvSpPr>
                  <p:nvPr/>
                </p:nvSpPr>
                <p:spPr>
                  <a:xfrm>
                    <a:off x="12902584" y="1544159"/>
                    <a:ext cx="1713146" cy="2946570"/>
                  </a:xfrm>
                  <a:custGeom>
                    <a:avLst/>
                    <a:gdLst>
                      <a:gd name="connsiteX0" fmla="*/ 2277 w 2015227"/>
                      <a:gd name="connsiteY0" fmla="*/ 0 h 3517900"/>
                      <a:gd name="connsiteX1" fmla="*/ 8627 w 2015227"/>
                      <a:gd name="connsiteY1" fmla="*/ 95250 h 3517900"/>
                      <a:gd name="connsiteX2" fmla="*/ 72127 w 2015227"/>
                      <a:gd name="connsiteY2" fmla="*/ 133350 h 3517900"/>
                      <a:gd name="connsiteX3" fmla="*/ 122927 w 2015227"/>
                      <a:gd name="connsiteY3" fmla="*/ 209550 h 3517900"/>
                      <a:gd name="connsiteX4" fmla="*/ 122927 w 2015227"/>
                      <a:gd name="connsiteY4" fmla="*/ 241300 h 3517900"/>
                      <a:gd name="connsiteX5" fmla="*/ 116577 w 2015227"/>
                      <a:gd name="connsiteY5" fmla="*/ 279400 h 3517900"/>
                      <a:gd name="connsiteX6" fmla="*/ 84827 w 2015227"/>
                      <a:gd name="connsiteY6" fmla="*/ 336550 h 3517900"/>
                      <a:gd name="connsiteX7" fmla="*/ 27677 w 2015227"/>
                      <a:gd name="connsiteY7" fmla="*/ 412750 h 3517900"/>
                      <a:gd name="connsiteX8" fmla="*/ 27677 w 2015227"/>
                      <a:gd name="connsiteY8" fmla="*/ 476250 h 3517900"/>
                      <a:gd name="connsiteX9" fmla="*/ 27677 w 2015227"/>
                      <a:gd name="connsiteY9" fmla="*/ 520700 h 3517900"/>
                      <a:gd name="connsiteX10" fmla="*/ 34027 w 2015227"/>
                      <a:gd name="connsiteY10" fmla="*/ 546100 h 3517900"/>
                      <a:gd name="connsiteX11" fmla="*/ 53077 w 2015227"/>
                      <a:gd name="connsiteY11" fmla="*/ 641350 h 3517900"/>
                      <a:gd name="connsiteX12" fmla="*/ 59427 w 2015227"/>
                      <a:gd name="connsiteY12" fmla="*/ 704850 h 3517900"/>
                      <a:gd name="connsiteX13" fmla="*/ 91177 w 2015227"/>
                      <a:gd name="connsiteY13" fmla="*/ 793750 h 3517900"/>
                      <a:gd name="connsiteX14" fmla="*/ 110227 w 2015227"/>
                      <a:gd name="connsiteY14" fmla="*/ 825500 h 3517900"/>
                      <a:gd name="connsiteX15" fmla="*/ 122927 w 2015227"/>
                      <a:gd name="connsiteY15" fmla="*/ 882650 h 3517900"/>
                      <a:gd name="connsiteX16" fmla="*/ 186427 w 2015227"/>
                      <a:gd name="connsiteY16" fmla="*/ 908050 h 3517900"/>
                      <a:gd name="connsiteX17" fmla="*/ 218177 w 2015227"/>
                      <a:gd name="connsiteY17" fmla="*/ 952500 h 3517900"/>
                      <a:gd name="connsiteX18" fmla="*/ 218177 w 2015227"/>
                      <a:gd name="connsiteY18" fmla="*/ 1016000 h 3517900"/>
                      <a:gd name="connsiteX19" fmla="*/ 218177 w 2015227"/>
                      <a:gd name="connsiteY19" fmla="*/ 1060450 h 3517900"/>
                      <a:gd name="connsiteX20" fmla="*/ 218177 w 2015227"/>
                      <a:gd name="connsiteY20" fmla="*/ 1092200 h 3517900"/>
                      <a:gd name="connsiteX21" fmla="*/ 237227 w 2015227"/>
                      <a:gd name="connsiteY21" fmla="*/ 1206500 h 3517900"/>
                      <a:gd name="connsiteX22" fmla="*/ 224527 w 2015227"/>
                      <a:gd name="connsiteY22" fmla="*/ 1238250 h 3517900"/>
                      <a:gd name="connsiteX23" fmla="*/ 199127 w 2015227"/>
                      <a:gd name="connsiteY23" fmla="*/ 1289050 h 3517900"/>
                      <a:gd name="connsiteX24" fmla="*/ 199127 w 2015227"/>
                      <a:gd name="connsiteY24" fmla="*/ 1339850 h 3517900"/>
                      <a:gd name="connsiteX25" fmla="*/ 199127 w 2015227"/>
                      <a:gd name="connsiteY25" fmla="*/ 1377950 h 3517900"/>
                      <a:gd name="connsiteX26" fmla="*/ 237227 w 2015227"/>
                      <a:gd name="connsiteY26" fmla="*/ 1384300 h 3517900"/>
                      <a:gd name="connsiteX27" fmla="*/ 294377 w 2015227"/>
                      <a:gd name="connsiteY27" fmla="*/ 1384300 h 3517900"/>
                      <a:gd name="connsiteX28" fmla="*/ 364227 w 2015227"/>
                      <a:gd name="connsiteY28" fmla="*/ 1390650 h 3517900"/>
                      <a:gd name="connsiteX29" fmla="*/ 364227 w 2015227"/>
                      <a:gd name="connsiteY29" fmla="*/ 1390650 h 3517900"/>
                      <a:gd name="connsiteX30" fmla="*/ 434077 w 2015227"/>
                      <a:gd name="connsiteY30" fmla="*/ 1447800 h 3517900"/>
                      <a:gd name="connsiteX31" fmla="*/ 434077 w 2015227"/>
                      <a:gd name="connsiteY31" fmla="*/ 1543050 h 3517900"/>
                      <a:gd name="connsiteX32" fmla="*/ 497577 w 2015227"/>
                      <a:gd name="connsiteY32" fmla="*/ 1625600 h 3517900"/>
                      <a:gd name="connsiteX33" fmla="*/ 548377 w 2015227"/>
                      <a:gd name="connsiteY33" fmla="*/ 1663700 h 3517900"/>
                      <a:gd name="connsiteX34" fmla="*/ 694427 w 2015227"/>
                      <a:gd name="connsiteY34" fmla="*/ 1784350 h 3517900"/>
                      <a:gd name="connsiteX35" fmla="*/ 726177 w 2015227"/>
                      <a:gd name="connsiteY35" fmla="*/ 1873250 h 3517900"/>
                      <a:gd name="connsiteX36" fmla="*/ 726177 w 2015227"/>
                      <a:gd name="connsiteY36" fmla="*/ 1873250 h 3517900"/>
                      <a:gd name="connsiteX37" fmla="*/ 732527 w 2015227"/>
                      <a:gd name="connsiteY37" fmla="*/ 1955800 h 3517900"/>
                      <a:gd name="connsiteX38" fmla="*/ 776977 w 2015227"/>
                      <a:gd name="connsiteY38" fmla="*/ 2006600 h 3517900"/>
                      <a:gd name="connsiteX39" fmla="*/ 796027 w 2015227"/>
                      <a:gd name="connsiteY39" fmla="*/ 2051050 h 3517900"/>
                      <a:gd name="connsiteX40" fmla="*/ 840477 w 2015227"/>
                      <a:gd name="connsiteY40" fmla="*/ 2127250 h 3517900"/>
                      <a:gd name="connsiteX41" fmla="*/ 865877 w 2015227"/>
                      <a:gd name="connsiteY41" fmla="*/ 2190750 h 3517900"/>
                      <a:gd name="connsiteX42" fmla="*/ 865877 w 2015227"/>
                      <a:gd name="connsiteY42" fmla="*/ 2260600 h 3517900"/>
                      <a:gd name="connsiteX43" fmla="*/ 903977 w 2015227"/>
                      <a:gd name="connsiteY43" fmla="*/ 2286000 h 3517900"/>
                      <a:gd name="connsiteX44" fmla="*/ 948427 w 2015227"/>
                      <a:gd name="connsiteY44" fmla="*/ 2330450 h 3517900"/>
                      <a:gd name="connsiteX45" fmla="*/ 1005577 w 2015227"/>
                      <a:gd name="connsiteY45" fmla="*/ 2362200 h 3517900"/>
                      <a:gd name="connsiteX46" fmla="*/ 1062727 w 2015227"/>
                      <a:gd name="connsiteY46" fmla="*/ 2400300 h 3517900"/>
                      <a:gd name="connsiteX47" fmla="*/ 1113527 w 2015227"/>
                      <a:gd name="connsiteY47" fmla="*/ 2444750 h 3517900"/>
                      <a:gd name="connsiteX48" fmla="*/ 1189727 w 2015227"/>
                      <a:gd name="connsiteY48" fmla="*/ 2565400 h 3517900"/>
                      <a:gd name="connsiteX49" fmla="*/ 1304027 w 2015227"/>
                      <a:gd name="connsiteY49" fmla="*/ 2578100 h 3517900"/>
                      <a:gd name="connsiteX50" fmla="*/ 1342127 w 2015227"/>
                      <a:gd name="connsiteY50" fmla="*/ 2609850 h 3517900"/>
                      <a:gd name="connsiteX51" fmla="*/ 1373877 w 2015227"/>
                      <a:gd name="connsiteY51" fmla="*/ 2686050 h 3517900"/>
                      <a:gd name="connsiteX52" fmla="*/ 1424677 w 2015227"/>
                      <a:gd name="connsiteY52" fmla="*/ 2768600 h 3517900"/>
                      <a:gd name="connsiteX53" fmla="*/ 1507227 w 2015227"/>
                      <a:gd name="connsiteY53" fmla="*/ 2921000 h 3517900"/>
                      <a:gd name="connsiteX54" fmla="*/ 1589777 w 2015227"/>
                      <a:gd name="connsiteY54" fmla="*/ 2978150 h 3517900"/>
                      <a:gd name="connsiteX55" fmla="*/ 1672327 w 2015227"/>
                      <a:gd name="connsiteY55" fmla="*/ 3111500 h 3517900"/>
                      <a:gd name="connsiteX56" fmla="*/ 1691377 w 2015227"/>
                      <a:gd name="connsiteY56" fmla="*/ 3175000 h 3517900"/>
                      <a:gd name="connsiteX57" fmla="*/ 1723127 w 2015227"/>
                      <a:gd name="connsiteY57" fmla="*/ 3225800 h 3517900"/>
                      <a:gd name="connsiteX58" fmla="*/ 1729477 w 2015227"/>
                      <a:gd name="connsiteY58" fmla="*/ 3321050 h 3517900"/>
                      <a:gd name="connsiteX59" fmla="*/ 1812027 w 2015227"/>
                      <a:gd name="connsiteY59" fmla="*/ 3371850 h 3517900"/>
                      <a:gd name="connsiteX60" fmla="*/ 2015227 w 2015227"/>
                      <a:gd name="connsiteY60" fmla="*/ 3517900 h 351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015227" h="3517900">
                        <a:moveTo>
                          <a:pt x="2277" y="0"/>
                        </a:moveTo>
                        <a:cubicBezTo>
                          <a:pt x="-369" y="36512"/>
                          <a:pt x="-3015" y="73025"/>
                          <a:pt x="8627" y="95250"/>
                        </a:cubicBezTo>
                        <a:cubicBezTo>
                          <a:pt x="20269" y="117475"/>
                          <a:pt x="53077" y="114300"/>
                          <a:pt x="72127" y="133350"/>
                        </a:cubicBezTo>
                        <a:cubicBezTo>
                          <a:pt x="91177" y="152400"/>
                          <a:pt x="114460" y="191558"/>
                          <a:pt x="122927" y="209550"/>
                        </a:cubicBezTo>
                        <a:cubicBezTo>
                          <a:pt x="131394" y="227542"/>
                          <a:pt x="122927" y="241300"/>
                          <a:pt x="122927" y="241300"/>
                        </a:cubicBezTo>
                        <a:cubicBezTo>
                          <a:pt x="121869" y="252942"/>
                          <a:pt x="122927" y="263525"/>
                          <a:pt x="116577" y="279400"/>
                        </a:cubicBezTo>
                        <a:cubicBezTo>
                          <a:pt x="110227" y="295275"/>
                          <a:pt x="99644" y="314325"/>
                          <a:pt x="84827" y="336550"/>
                        </a:cubicBezTo>
                        <a:cubicBezTo>
                          <a:pt x="70010" y="358775"/>
                          <a:pt x="37202" y="389467"/>
                          <a:pt x="27677" y="412750"/>
                        </a:cubicBezTo>
                        <a:cubicBezTo>
                          <a:pt x="18152" y="436033"/>
                          <a:pt x="27677" y="476250"/>
                          <a:pt x="27677" y="476250"/>
                        </a:cubicBezTo>
                        <a:lnTo>
                          <a:pt x="27677" y="520700"/>
                        </a:lnTo>
                        <a:cubicBezTo>
                          <a:pt x="28735" y="532342"/>
                          <a:pt x="29794" y="525992"/>
                          <a:pt x="34027" y="546100"/>
                        </a:cubicBezTo>
                        <a:cubicBezTo>
                          <a:pt x="38260" y="566208"/>
                          <a:pt x="48844" y="614892"/>
                          <a:pt x="53077" y="641350"/>
                        </a:cubicBezTo>
                        <a:cubicBezTo>
                          <a:pt x="57310" y="667808"/>
                          <a:pt x="53077" y="679450"/>
                          <a:pt x="59427" y="704850"/>
                        </a:cubicBezTo>
                        <a:cubicBezTo>
                          <a:pt x="65777" y="730250"/>
                          <a:pt x="82710" y="773642"/>
                          <a:pt x="91177" y="793750"/>
                        </a:cubicBezTo>
                        <a:cubicBezTo>
                          <a:pt x="99644" y="813858"/>
                          <a:pt x="104935" y="810683"/>
                          <a:pt x="110227" y="825500"/>
                        </a:cubicBezTo>
                        <a:cubicBezTo>
                          <a:pt x="115519" y="840317"/>
                          <a:pt x="110227" y="868892"/>
                          <a:pt x="122927" y="882650"/>
                        </a:cubicBezTo>
                        <a:cubicBezTo>
                          <a:pt x="135627" y="896408"/>
                          <a:pt x="170552" y="896408"/>
                          <a:pt x="186427" y="908050"/>
                        </a:cubicBezTo>
                        <a:cubicBezTo>
                          <a:pt x="202302" y="919692"/>
                          <a:pt x="212885" y="934508"/>
                          <a:pt x="218177" y="952500"/>
                        </a:cubicBezTo>
                        <a:cubicBezTo>
                          <a:pt x="223469" y="970492"/>
                          <a:pt x="218177" y="1016000"/>
                          <a:pt x="218177" y="1016000"/>
                        </a:cubicBezTo>
                        <a:lnTo>
                          <a:pt x="218177" y="1060450"/>
                        </a:lnTo>
                        <a:cubicBezTo>
                          <a:pt x="218177" y="1073150"/>
                          <a:pt x="215002" y="1067858"/>
                          <a:pt x="218177" y="1092200"/>
                        </a:cubicBezTo>
                        <a:cubicBezTo>
                          <a:pt x="221352" y="1116542"/>
                          <a:pt x="236169" y="1182158"/>
                          <a:pt x="237227" y="1206500"/>
                        </a:cubicBezTo>
                        <a:cubicBezTo>
                          <a:pt x="238285" y="1230842"/>
                          <a:pt x="230877" y="1224492"/>
                          <a:pt x="224527" y="1238250"/>
                        </a:cubicBezTo>
                        <a:cubicBezTo>
                          <a:pt x="218177" y="1252008"/>
                          <a:pt x="203360" y="1272117"/>
                          <a:pt x="199127" y="1289050"/>
                        </a:cubicBezTo>
                        <a:cubicBezTo>
                          <a:pt x="194894" y="1305983"/>
                          <a:pt x="199127" y="1339850"/>
                          <a:pt x="199127" y="1339850"/>
                        </a:cubicBezTo>
                        <a:cubicBezTo>
                          <a:pt x="199127" y="1354667"/>
                          <a:pt x="192777" y="1370542"/>
                          <a:pt x="199127" y="1377950"/>
                        </a:cubicBezTo>
                        <a:cubicBezTo>
                          <a:pt x="205477" y="1385358"/>
                          <a:pt x="221352" y="1383242"/>
                          <a:pt x="237227" y="1384300"/>
                        </a:cubicBezTo>
                        <a:cubicBezTo>
                          <a:pt x="253102" y="1385358"/>
                          <a:pt x="273210" y="1383242"/>
                          <a:pt x="294377" y="1384300"/>
                        </a:cubicBezTo>
                        <a:cubicBezTo>
                          <a:pt x="315544" y="1385358"/>
                          <a:pt x="364227" y="1390650"/>
                          <a:pt x="364227" y="1390650"/>
                        </a:cubicBezTo>
                        <a:lnTo>
                          <a:pt x="364227" y="1390650"/>
                        </a:lnTo>
                        <a:cubicBezTo>
                          <a:pt x="375869" y="1400175"/>
                          <a:pt x="422435" y="1422400"/>
                          <a:pt x="434077" y="1447800"/>
                        </a:cubicBezTo>
                        <a:cubicBezTo>
                          <a:pt x="445719" y="1473200"/>
                          <a:pt x="423494" y="1513417"/>
                          <a:pt x="434077" y="1543050"/>
                        </a:cubicBezTo>
                        <a:cubicBezTo>
                          <a:pt x="444660" y="1572683"/>
                          <a:pt x="478527" y="1605492"/>
                          <a:pt x="497577" y="1625600"/>
                        </a:cubicBezTo>
                        <a:cubicBezTo>
                          <a:pt x="516627" y="1645708"/>
                          <a:pt x="515569" y="1637242"/>
                          <a:pt x="548377" y="1663700"/>
                        </a:cubicBezTo>
                        <a:cubicBezTo>
                          <a:pt x="581185" y="1690158"/>
                          <a:pt x="664794" y="1749425"/>
                          <a:pt x="694427" y="1784350"/>
                        </a:cubicBezTo>
                        <a:cubicBezTo>
                          <a:pt x="724060" y="1819275"/>
                          <a:pt x="726177" y="1873250"/>
                          <a:pt x="726177" y="1873250"/>
                        </a:cubicBezTo>
                        <a:lnTo>
                          <a:pt x="726177" y="1873250"/>
                        </a:lnTo>
                        <a:cubicBezTo>
                          <a:pt x="727235" y="1887008"/>
                          <a:pt x="724060" y="1933575"/>
                          <a:pt x="732527" y="1955800"/>
                        </a:cubicBezTo>
                        <a:cubicBezTo>
                          <a:pt x="740994" y="1978025"/>
                          <a:pt x="766394" y="1990725"/>
                          <a:pt x="776977" y="2006600"/>
                        </a:cubicBezTo>
                        <a:cubicBezTo>
                          <a:pt x="787560" y="2022475"/>
                          <a:pt x="785444" y="2030942"/>
                          <a:pt x="796027" y="2051050"/>
                        </a:cubicBezTo>
                        <a:cubicBezTo>
                          <a:pt x="806610" y="2071158"/>
                          <a:pt x="828835" y="2103967"/>
                          <a:pt x="840477" y="2127250"/>
                        </a:cubicBezTo>
                        <a:cubicBezTo>
                          <a:pt x="852119" y="2150533"/>
                          <a:pt x="861644" y="2168525"/>
                          <a:pt x="865877" y="2190750"/>
                        </a:cubicBezTo>
                        <a:cubicBezTo>
                          <a:pt x="870110" y="2212975"/>
                          <a:pt x="859527" y="2244725"/>
                          <a:pt x="865877" y="2260600"/>
                        </a:cubicBezTo>
                        <a:cubicBezTo>
                          <a:pt x="872227" y="2276475"/>
                          <a:pt x="890219" y="2274358"/>
                          <a:pt x="903977" y="2286000"/>
                        </a:cubicBezTo>
                        <a:cubicBezTo>
                          <a:pt x="917735" y="2297642"/>
                          <a:pt x="931494" y="2317750"/>
                          <a:pt x="948427" y="2330450"/>
                        </a:cubicBezTo>
                        <a:cubicBezTo>
                          <a:pt x="965360" y="2343150"/>
                          <a:pt x="986527" y="2350558"/>
                          <a:pt x="1005577" y="2362200"/>
                        </a:cubicBezTo>
                        <a:cubicBezTo>
                          <a:pt x="1024627" y="2373842"/>
                          <a:pt x="1044735" y="2386542"/>
                          <a:pt x="1062727" y="2400300"/>
                        </a:cubicBezTo>
                        <a:cubicBezTo>
                          <a:pt x="1080719" y="2414058"/>
                          <a:pt x="1092360" y="2417233"/>
                          <a:pt x="1113527" y="2444750"/>
                        </a:cubicBezTo>
                        <a:cubicBezTo>
                          <a:pt x="1134694" y="2472267"/>
                          <a:pt x="1157977" y="2543175"/>
                          <a:pt x="1189727" y="2565400"/>
                        </a:cubicBezTo>
                        <a:cubicBezTo>
                          <a:pt x="1221477" y="2587625"/>
                          <a:pt x="1278627" y="2570692"/>
                          <a:pt x="1304027" y="2578100"/>
                        </a:cubicBezTo>
                        <a:cubicBezTo>
                          <a:pt x="1329427" y="2585508"/>
                          <a:pt x="1330485" y="2591858"/>
                          <a:pt x="1342127" y="2609850"/>
                        </a:cubicBezTo>
                        <a:cubicBezTo>
                          <a:pt x="1353769" y="2627842"/>
                          <a:pt x="1360119" y="2659592"/>
                          <a:pt x="1373877" y="2686050"/>
                        </a:cubicBezTo>
                        <a:cubicBezTo>
                          <a:pt x="1387635" y="2712508"/>
                          <a:pt x="1402452" y="2729442"/>
                          <a:pt x="1424677" y="2768600"/>
                        </a:cubicBezTo>
                        <a:cubicBezTo>
                          <a:pt x="1446902" y="2807758"/>
                          <a:pt x="1479710" y="2886075"/>
                          <a:pt x="1507227" y="2921000"/>
                        </a:cubicBezTo>
                        <a:cubicBezTo>
                          <a:pt x="1534744" y="2955925"/>
                          <a:pt x="1562260" y="2946400"/>
                          <a:pt x="1589777" y="2978150"/>
                        </a:cubicBezTo>
                        <a:cubicBezTo>
                          <a:pt x="1617294" y="3009900"/>
                          <a:pt x="1655394" y="3078692"/>
                          <a:pt x="1672327" y="3111500"/>
                        </a:cubicBezTo>
                        <a:cubicBezTo>
                          <a:pt x="1689260" y="3144308"/>
                          <a:pt x="1682910" y="3155950"/>
                          <a:pt x="1691377" y="3175000"/>
                        </a:cubicBezTo>
                        <a:cubicBezTo>
                          <a:pt x="1699844" y="3194050"/>
                          <a:pt x="1716777" y="3201458"/>
                          <a:pt x="1723127" y="3225800"/>
                        </a:cubicBezTo>
                        <a:cubicBezTo>
                          <a:pt x="1729477" y="3250142"/>
                          <a:pt x="1714660" y="3296708"/>
                          <a:pt x="1729477" y="3321050"/>
                        </a:cubicBezTo>
                        <a:cubicBezTo>
                          <a:pt x="1744294" y="3345392"/>
                          <a:pt x="1764402" y="3339042"/>
                          <a:pt x="1812027" y="3371850"/>
                        </a:cubicBezTo>
                        <a:cubicBezTo>
                          <a:pt x="1859652" y="3404658"/>
                          <a:pt x="1937439" y="3461279"/>
                          <a:pt x="2015227" y="3517900"/>
                        </a:cubicBezTo>
                      </a:path>
                    </a:pathLst>
                  </a:custGeom>
                  <a:noFill/>
                  <a:ln w="9525" cap="flat" cmpd="sng">
                    <a:solidFill>
                      <a:schemeClr val="tx1">
                        <a:lumMod val="75000"/>
                        <a:lumOff val="25000"/>
                      </a:schemeClr>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51" name="Freeform: Shape 50">
                    <a:extLst>
                      <a:ext uri="{FF2B5EF4-FFF2-40B4-BE49-F238E27FC236}">
                        <a16:creationId xmlns:a16="http://schemas.microsoft.com/office/drawing/2014/main" id="{0F93CC14-E292-34FC-3072-75A5384E2D0F}"/>
                      </a:ext>
                    </a:extLst>
                  </p:cNvPr>
                  <p:cNvSpPr>
                    <a:spLocks/>
                  </p:cNvSpPr>
                  <p:nvPr/>
                </p:nvSpPr>
                <p:spPr>
                  <a:xfrm>
                    <a:off x="13349867" y="2756577"/>
                    <a:ext cx="242916" cy="149798"/>
                  </a:xfrm>
                  <a:custGeom>
                    <a:avLst/>
                    <a:gdLst>
                      <a:gd name="connsiteX0" fmla="*/ 0 w 285750"/>
                      <a:gd name="connsiteY0" fmla="*/ 176212 h 176212"/>
                      <a:gd name="connsiteX1" fmla="*/ 52388 w 285750"/>
                      <a:gd name="connsiteY1" fmla="*/ 123825 h 176212"/>
                      <a:gd name="connsiteX2" fmla="*/ 109538 w 285750"/>
                      <a:gd name="connsiteY2" fmla="*/ 138112 h 176212"/>
                      <a:gd name="connsiteX3" fmla="*/ 190500 w 285750"/>
                      <a:gd name="connsiteY3" fmla="*/ 142875 h 176212"/>
                      <a:gd name="connsiteX4" fmla="*/ 228600 w 285750"/>
                      <a:gd name="connsiteY4" fmla="*/ 128587 h 176212"/>
                      <a:gd name="connsiteX5" fmla="*/ 261938 w 285750"/>
                      <a:gd name="connsiteY5" fmla="*/ 123825 h 176212"/>
                      <a:gd name="connsiteX6" fmla="*/ 276225 w 285750"/>
                      <a:gd name="connsiteY6" fmla="*/ 85725 h 176212"/>
                      <a:gd name="connsiteX7" fmla="*/ 285750 w 285750"/>
                      <a:gd name="connsiteY7"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 h="176212">
                        <a:moveTo>
                          <a:pt x="0" y="176212"/>
                        </a:moveTo>
                        <a:cubicBezTo>
                          <a:pt x="17066" y="153193"/>
                          <a:pt x="34132" y="130175"/>
                          <a:pt x="52388" y="123825"/>
                        </a:cubicBezTo>
                        <a:cubicBezTo>
                          <a:pt x="70644" y="117475"/>
                          <a:pt x="86519" y="134937"/>
                          <a:pt x="109538" y="138112"/>
                        </a:cubicBezTo>
                        <a:cubicBezTo>
                          <a:pt x="132557" y="141287"/>
                          <a:pt x="170656" y="144462"/>
                          <a:pt x="190500" y="142875"/>
                        </a:cubicBezTo>
                        <a:cubicBezTo>
                          <a:pt x="210344" y="141287"/>
                          <a:pt x="216694" y="131762"/>
                          <a:pt x="228600" y="128587"/>
                        </a:cubicBezTo>
                        <a:cubicBezTo>
                          <a:pt x="240506" y="125412"/>
                          <a:pt x="254001" y="130969"/>
                          <a:pt x="261938" y="123825"/>
                        </a:cubicBezTo>
                        <a:cubicBezTo>
                          <a:pt x="269875" y="116681"/>
                          <a:pt x="272256" y="106362"/>
                          <a:pt x="276225" y="85725"/>
                        </a:cubicBezTo>
                        <a:cubicBezTo>
                          <a:pt x="280194" y="65088"/>
                          <a:pt x="285750" y="0"/>
                          <a:pt x="285750" y="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52" name="Freeform: Shape 51">
                    <a:extLst>
                      <a:ext uri="{FF2B5EF4-FFF2-40B4-BE49-F238E27FC236}">
                        <a16:creationId xmlns:a16="http://schemas.microsoft.com/office/drawing/2014/main" id="{EDE9D0F1-82CE-AD88-8212-07C025A9EDC8}"/>
                      </a:ext>
                    </a:extLst>
                  </p:cNvPr>
                  <p:cNvSpPr>
                    <a:spLocks/>
                  </p:cNvSpPr>
                  <p:nvPr/>
                </p:nvSpPr>
                <p:spPr>
                  <a:xfrm>
                    <a:off x="12451078" y="2002188"/>
                    <a:ext cx="480434" cy="220082"/>
                  </a:xfrm>
                  <a:custGeom>
                    <a:avLst/>
                    <a:gdLst>
                      <a:gd name="connsiteX0" fmla="*/ 565150 w 565150"/>
                      <a:gd name="connsiteY0" fmla="*/ 0 h 258889"/>
                      <a:gd name="connsiteX1" fmla="*/ 546100 w 565150"/>
                      <a:gd name="connsiteY1" fmla="*/ 98425 h 258889"/>
                      <a:gd name="connsiteX2" fmla="*/ 504825 w 565150"/>
                      <a:gd name="connsiteY2" fmla="*/ 127000 h 258889"/>
                      <a:gd name="connsiteX3" fmla="*/ 422275 w 565150"/>
                      <a:gd name="connsiteY3" fmla="*/ 171450 h 258889"/>
                      <a:gd name="connsiteX4" fmla="*/ 400050 w 565150"/>
                      <a:gd name="connsiteY4" fmla="*/ 168275 h 258889"/>
                      <a:gd name="connsiteX5" fmla="*/ 336550 w 565150"/>
                      <a:gd name="connsiteY5" fmla="*/ 177800 h 258889"/>
                      <a:gd name="connsiteX6" fmla="*/ 336550 w 565150"/>
                      <a:gd name="connsiteY6" fmla="*/ 177800 h 258889"/>
                      <a:gd name="connsiteX7" fmla="*/ 212725 w 565150"/>
                      <a:gd name="connsiteY7" fmla="*/ 209550 h 258889"/>
                      <a:gd name="connsiteX8" fmla="*/ 139700 w 565150"/>
                      <a:gd name="connsiteY8" fmla="*/ 238125 h 258889"/>
                      <a:gd name="connsiteX9" fmla="*/ 53975 w 565150"/>
                      <a:gd name="connsiteY9" fmla="*/ 257175 h 258889"/>
                      <a:gd name="connsiteX10" fmla="*/ 0 w 565150"/>
                      <a:gd name="connsiteY10" fmla="*/ 193675 h 25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150" h="258889">
                        <a:moveTo>
                          <a:pt x="565150" y="0"/>
                        </a:moveTo>
                        <a:cubicBezTo>
                          <a:pt x="560652" y="38629"/>
                          <a:pt x="556154" y="77258"/>
                          <a:pt x="546100" y="98425"/>
                        </a:cubicBezTo>
                        <a:cubicBezTo>
                          <a:pt x="536046" y="119592"/>
                          <a:pt x="504825" y="127000"/>
                          <a:pt x="504825" y="127000"/>
                        </a:cubicBezTo>
                        <a:cubicBezTo>
                          <a:pt x="484188" y="139171"/>
                          <a:pt x="439737" y="164571"/>
                          <a:pt x="422275" y="171450"/>
                        </a:cubicBezTo>
                        <a:cubicBezTo>
                          <a:pt x="404813" y="178329"/>
                          <a:pt x="414337" y="167217"/>
                          <a:pt x="400050" y="168275"/>
                        </a:cubicBezTo>
                        <a:cubicBezTo>
                          <a:pt x="385763" y="169333"/>
                          <a:pt x="336550" y="177800"/>
                          <a:pt x="336550" y="177800"/>
                        </a:cubicBezTo>
                        <a:lnTo>
                          <a:pt x="336550" y="177800"/>
                        </a:lnTo>
                        <a:cubicBezTo>
                          <a:pt x="315913" y="183092"/>
                          <a:pt x="245533" y="199496"/>
                          <a:pt x="212725" y="209550"/>
                        </a:cubicBezTo>
                        <a:cubicBezTo>
                          <a:pt x="179917" y="219604"/>
                          <a:pt x="166158" y="230187"/>
                          <a:pt x="139700" y="238125"/>
                        </a:cubicBezTo>
                        <a:cubicBezTo>
                          <a:pt x="113242" y="246063"/>
                          <a:pt x="77258" y="264583"/>
                          <a:pt x="53975" y="257175"/>
                        </a:cubicBezTo>
                        <a:cubicBezTo>
                          <a:pt x="30692" y="249767"/>
                          <a:pt x="15346" y="221721"/>
                          <a:pt x="0" y="193675"/>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53" name="Freeform: Shape 52">
                    <a:extLst>
                      <a:ext uri="{FF2B5EF4-FFF2-40B4-BE49-F238E27FC236}">
                        <a16:creationId xmlns:a16="http://schemas.microsoft.com/office/drawing/2014/main" id="{295F8BB6-9894-8685-4472-19CE1C8C52BA}"/>
                      </a:ext>
                    </a:extLst>
                  </p:cNvPr>
                  <p:cNvSpPr>
                    <a:spLocks/>
                  </p:cNvSpPr>
                  <p:nvPr/>
                </p:nvSpPr>
                <p:spPr>
                  <a:xfrm>
                    <a:off x="13853918" y="3327430"/>
                    <a:ext cx="70851" cy="259110"/>
                  </a:xfrm>
                  <a:custGeom>
                    <a:avLst/>
                    <a:gdLst>
                      <a:gd name="connsiteX0" fmla="*/ 0 w 83344"/>
                      <a:gd name="connsiteY0" fmla="*/ 304800 h 304800"/>
                      <a:gd name="connsiteX1" fmla="*/ 23813 w 83344"/>
                      <a:gd name="connsiteY1" fmla="*/ 221456 h 304800"/>
                      <a:gd name="connsiteX2" fmla="*/ 19050 w 83344"/>
                      <a:gd name="connsiteY2" fmla="*/ 180975 h 304800"/>
                      <a:gd name="connsiteX3" fmla="*/ 35719 w 83344"/>
                      <a:gd name="connsiteY3" fmla="*/ 123825 h 304800"/>
                      <a:gd name="connsiteX4" fmla="*/ 59532 w 83344"/>
                      <a:gd name="connsiteY4" fmla="*/ 107156 h 304800"/>
                      <a:gd name="connsiteX5" fmla="*/ 78582 w 83344"/>
                      <a:gd name="connsiteY5" fmla="*/ 61913 h 304800"/>
                      <a:gd name="connsiteX6" fmla="*/ 83344 w 83344"/>
                      <a:gd name="connsiteY6" fmla="*/ 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4" h="304800">
                        <a:moveTo>
                          <a:pt x="0" y="304800"/>
                        </a:moveTo>
                        <a:cubicBezTo>
                          <a:pt x="10319" y="273446"/>
                          <a:pt x="20638" y="242093"/>
                          <a:pt x="23813" y="221456"/>
                        </a:cubicBezTo>
                        <a:cubicBezTo>
                          <a:pt x="26988" y="200818"/>
                          <a:pt x="17066" y="197247"/>
                          <a:pt x="19050" y="180975"/>
                        </a:cubicBezTo>
                        <a:cubicBezTo>
                          <a:pt x="21034" y="164703"/>
                          <a:pt x="28972" y="136128"/>
                          <a:pt x="35719" y="123825"/>
                        </a:cubicBezTo>
                        <a:cubicBezTo>
                          <a:pt x="42466" y="111522"/>
                          <a:pt x="52388" y="117475"/>
                          <a:pt x="59532" y="107156"/>
                        </a:cubicBezTo>
                        <a:cubicBezTo>
                          <a:pt x="66676" y="96837"/>
                          <a:pt x="74613" y="79772"/>
                          <a:pt x="78582" y="61913"/>
                        </a:cubicBezTo>
                        <a:cubicBezTo>
                          <a:pt x="82551" y="44054"/>
                          <a:pt x="82947" y="22027"/>
                          <a:pt x="83344" y="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grpSp>
            <p:sp>
              <p:nvSpPr>
                <p:cNvPr id="47" name="Freeform: Shape 46">
                  <a:extLst>
                    <a:ext uri="{FF2B5EF4-FFF2-40B4-BE49-F238E27FC236}">
                      <a16:creationId xmlns:a16="http://schemas.microsoft.com/office/drawing/2014/main" id="{624541E4-2F0F-652B-3718-581525C814BA}"/>
                    </a:ext>
                  </a:extLst>
                </p:cNvPr>
                <p:cNvSpPr>
                  <a:spLocks/>
                </p:cNvSpPr>
                <p:nvPr/>
              </p:nvSpPr>
              <p:spPr>
                <a:xfrm>
                  <a:off x="8582137" y="3867883"/>
                  <a:ext cx="21456" cy="72504"/>
                </a:xfrm>
                <a:custGeom>
                  <a:avLst/>
                  <a:gdLst>
                    <a:gd name="connsiteX0" fmla="*/ 50006 w 50006"/>
                    <a:gd name="connsiteY0" fmla="*/ 0 h 183356"/>
                    <a:gd name="connsiteX1" fmla="*/ 42862 w 50006"/>
                    <a:gd name="connsiteY1" fmla="*/ 71437 h 183356"/>
                    <a:gd name="connsiteX2" fmla="*/ 30956 w 50006"/>
                    <a:gd name="connsiteY2" fmla="*/ 133350 h 183356"/>
                    <a:gd name="connsiteX3" fmla="*/ 0 w 50006"/>
                    <a:gd name="connsiteY3" fmla="*/ 183356 h 183356"/>
                  </a:gdLst>
                  <a:ahLst/>
                  <a:cxnLst>
                    <a:cxn ang="0">
                      <a:pos x="connsiteX0" y="connsiteY0"/>
                    </a:cxn>
                    <a:cxn ang="0">
                      <a:pos x="connsiteX1" y="connsiteY1"/>
                    </a:cxn>
                    <a:cxn ang="0">
                      <a:pos x="connsiteX2" y="connsiteY2"/>
                    </a:cxn>
                    <a:cxn ang="0">
                      <a:pos x="connsiteX3" y="connsiteY3"/>
                    </a:cxn>
                  </a:cxnLst>
                  <a:rect l="l" t="t" r="r" b="b"/>
                  <a:pathLst>
                    <a:path w="50006" h="183356">
                      <a:moveTo>
                        <a:pt x="50006" y="0"/>
                      </a:moveTo>
                      <a:cubicBezTo>
                        <a:pt x="48021" y="24606"/>
                        <a:pt x="46037" y="49212"/>
                        <a:pt x="42862" y="71437"/>
                      </a:cubicBezTo>
                      <a:cubicBezTo>
                        <a:pt x="39687" y="93662"/>
                        <a:pt x="38100" y="114697"/>
                        <a:pt x="30956" y="133350"/>
                      </a:cubicBezTo>
                      <a:cubicBezTo>
                        <a:pt x="23812" y="152003"/>
                        <a:pt x="11906" y="167679"/>
                        <a:pt x="0" y="183356"/>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48" name="Freeform: Shape 47">
                  <a:extLst>
                    <a:ext uri="{FF2B5EF4-FFF2-40B4-BE49-F238E27FC236}">
                      <a16:creationId xmlns:a16="http://schemas.microsoft.com/office/drawing/2014/main" id="{3C2DA9FB-3448-A803-7DB8-F74B19EE2FF0}"/>
                    </a:ext>
                  </a:extLst>
                </p:cNvPr>
                <p:cNvSpPr>
                  <a:spLocks/>
                </p:cNvSpPr>
                <p:nvPr/>
              </p:nvSpPr>
              <p:spPr>
                <a:xfrm>
                  <a:off x="7991909" y="4094811"/>
                  <a:ext cx="250668" cy="185810"/>
                </a:xfrm>
                <a:custGeom>
                  <a:avLst/>
                  <a:gdLst>
                    <a:gd name="connsiteX0" fmla="*/ 0 w 584200"/>
                    <a:gd name="connsiteY0" fmla="*/ 0 h 469900"/>
                    <a:gd name="connsiteX1" fmla="*/ 117475 w 584200"/>
                    <a:gd name="connsiteY1" fmla="*/ 60325 h 469900"/>
                    <a:gd name="connsiteX2" fmla="*/ 260350 w 584200"/>
                    <a:gd name="connsiteY2" fmla="*/ 111125 h 469900"/>
                    <a:gd name="connsiteX3" fmla="*/ 352425 w 584200"/>
                    <a:gd name="connsiteY3" fmla="*/ 209550 h 469900"/>
                    <a:gd name="connsiteX4" fmla="*/ 447675 w 584200"/>
                    <a:gd name="connsiteY4" fmla="*/ 231775 h 469900"/>
                    <a:gd name="connsiteX5" fmla="*/ 501650 w 584200"/>
                    <a:gd name="connsiteY5" fmla="*/ 292100 h 469900"/>
                    <a:gd name="connsiteX6" fmla="*/ 530225 w 584200"/>
                    <a:gd name="connsiteY6" fmla="*/ 336550 h 469900"/>
                    <a:gd name="connsiteX7" fmla="*/ 555625 w 584200"/>
                    <a:gd name="connsiteY7" fmla="*/ 400050 h 469900"/>
                    <a:gd name="connsiteX8" fmla="*/ 584200 w 584200"/>
                    <a:gd name="connsiteY8" fmla="*/ 469900 h 46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4200" h="469900">
                      <a:moveTo>
                        <a:pt x="0" y="0"/>
                      </a:moveTo>
                      <a:cubicBezTo>
                        <a:pt x="37041" y="20902"/>
                        <a:pt x="74083" y="41804"/>
                        <a:pt x="117475" y="60325"/>
                      </a:cubicBezTo>
                      <a:cubicBezTo>
                        <a:pt x="160867" y="78846"/>
                        <a:pt x="221192" y="86254"/>
                        <a:pt x="260350" y="111125"/>
                      </a:cubicBezTo>
                      <a:cubicBezTo>
                        <a:pt x="299508" y="135996"/>
                        <a:pt x="321204" y="189442"/>
                        <a:pt x="352425" y="209550"/>
                      </a:cubicBezTo>
                      <a:cubicBezTo>
                        <a:pt x="383646" y="229658"/>
                        <a:pt x="422804" y="218017"/>
                        <a:pt x="447675" y="231775"/>
                      </a:cubicBezTo>
                      <a:cubicBezTo>
                        <a:pt x="472546" y="245533"/>
                        <a:pt x="487892" y="274638"/>
                        <a:pt x="501650" y="292100"/>
                      </a:cubicBezTo>
                      <a:cubicBezTo>
                        <a:pt x="515408" y="309562"/>
                        <a:pt x="521229" y="318558"/>
                        <a:pt x="530225" y="336550"/>
                      </a:cubicBezTo>
                      <a:cubicBezTo>
                        <a:pt x="539221" y="354542"/>
                        <a:pt x="546629" y="377825"/>
                        <a:pt x="555625" y="400050"/>
                      </a:cubicBezTo>
                      <a:cubicBezTo>
                        <a:pt x="564621" y="422275"/>
                        <a:pt x="574410" y="446087"/>
                        <a:pt x="584200" y="46990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49" name="Freeform: Shape 48">
                  <a:extLst>
                    <a:ext uri="{FF2B5EF4-FFF2-40B4-BE49-F238E27FC236}">
                      <a16:creationId xmlns:a16="http://schemas.microsoft.com/office/drawing/2014/main" id="{AE3FF5C3-C78F-8383-3687-A449CA5A24D4}"/>
                    </a:ext>
                  </a:extLst>
                </p:cNvPr>
                <p:cNvSpPr>
                  <a:spLocks/>
                </p:cNvSpPr>
                <p:nvPr/>
              </p:nvSpPr>
              <p:spPr>
                <a:xfrm>
                  <a:off x="8508192" y="4005948"/>
                  <a:ext cx="72203" cy="216639"/>
                </a:xfrm>
                <a:custGeom>
                  <a:avLst/>
                  <a:gdLst>
                    <a:gd name="connsiteX0" fmla="*/ 0 w 165928"/>
                    <a:gd name="connsiteY0" fmla="*/ 0 h 560345"/>
                    <a:gd name="connsiteX1" fmla="*/ 12700 w 165928"/>
                    <a:gd name="connsiteY1" fmla="*/ 130175 h 560345"/>
                    <a:gd name="connsiteX2" fmla="*/ 31750 w 165928"/>
                    <a:gd name="connsiteY2" fmla="*/ 203200 h 560345"/>
                    <a:gd name="connsiteX3" fmla="*/ 76200 w 165928"/>
                    <a:gd name="connsiteY3" fmla="*/ 327025 h 560345"/>
                    <a:gd name="connsiteX4" fmla="*/ 60325 w 165928"/>
                    <a:gd name="connsiteY4" fmla="*/ 409575 h 560345"/>
                    <a:gd name="connsiteX5" fmla="*/ 92075 w 165928"/>
                    <a:gd name="connsiteY5" fmla="*/ 476250 h 560345"/>
                    <a:gd name="connsiteX6" fmla="*/ 155575 w 165928"/>
                    <a:gd name="connsiteY6" fmla="*/ 549275 h 560345"/>
                    <a:gd name="connsiteX7" fmla="*/ 165100 w 165928"/>
                    <a:gd name="connsiteY7" fmla="*/ 558800 h 56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928" h="560345">
                      <a:moveTo>
                        <a:pt x="0" y="0"/>
                      </a:moveTo>
                      <a:cubicBezTo>
                        <a:pt x="3704" y="48154"/>
                        <a:pt x="7408" y="96308"/>
                        <a:pt x="12700" y="130175"/>
                      </a:cubicBezTo>
                      <a:cubicBezTo>
                        <a:pt x="17992" y="164042"/>
                        <a:pt x="21167" y="170392"/>
                        <a:pt x="31750" y="203200"/>
                      </a:cubicBezTo>
                      <a:cubicBezTo>
                        <a:pt x="42333" y="236008"/>
                        <a:pt x="71438" y="292629"/>
                        <a:pt x="76200" y="327025"/>
                      </a:cubicBezTo>
                      <a:cubicBezTo>
                        <a:pt x="80962" y="361421"/>
                        <a:pt x="57679" y="384704"/>
                        <a:pt x="60325" y="409575"/>
                      </a:cubicBezTo>
                      <a:cubicBezTo>
                        <a:pt x="62971" y="434446"/>
                        <a:pt x="76200" y="452967"/>
                        <a:pt x="92075" y="476250"/>
                      </a:cubicBezTo>
                      <a:cubicBezTo>
                        <a:pt x="107950" y="499533"/>
                        <a:pt x="155575" y="549275"/>
                        <a:pt x="155575" y="549275"/>
                      </a:cubicBezTo>
                      <a:cubicBezTo>
                        <a:pt x="167746" y="563033"/>
                        <a:pt x="166423" y="560916"/>
                        <a:pt x="165100" y="558800"/>
                      </a:cubicBezTo>
                    </a:path>
                  </a:pathLst>
                </a:custGeom>
                <a:noFill/>
                <a:ln w="9525">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grpSp>
        </p:grpSp>
        <p:sp>
          <p:nvSpPr>
            <p:cNvPr id="43" name="Oval 42">
              <a:extLst>
                <a:ext uri="{FF2B5EF4-FFF2-40B4-BE49-F238E27FC236}">
                  <a16:creationId xmlns:a16="http://schemas.microsoft.com/office/drawing/2014/main" id="{C6BD30B4-B309-8792-72CA-D29BD4E91D3B}"/>
                </a:ext>
              </a:extLst>
            </p:cNvPr>
            <p:cNvSpPr>
              <a:spLocks/>
            </p:cNvSpPr>
            <p:nvPr/>
          </p:nvSpPr>
          <p:spPr>
            <a:xfrm>
              <a:off x="8156639" y="5444428"/>
              <a:ext cx="59842" cy="53605"/>
            </a:xfrm>
            <a:prstGeom prst="ellipse">
              <a:avLst/>
            </a:prstGeom>
            <a:solidFill>
              <a:schemeClr val="bg1"/>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41" name="Oval 40">
              <a:extLst>
                <a:ext uri="{FF2B5EF4-FFF2-40B4-BE49-F238E27FC236}">
                  <a16:creationId xmlns:a16="http://schemas.microsoft.com/office/drawing/2014/main" id="{498A2E24-E61B-56C4-698F-5AE26AAD8E5C}"/>
                </a:ext>
              </a:extLst>
            </p:cNvPr>
            <p:cNvSpPr>
              <a:spLocks/>
            </p:cNvSpPr>
            <p:nvPr/>
          </p:nvSpPr>
          <p:spPr>
            <a:xfrm>
              <a:off x="7523163" y="5576402"/>
              <a:ext cx="59842" cy="53605"/>
            </a:xfrm>
            <a:prstGeom prst="ellipse">
              <a:avLst/>
            </a:prstGeom>
            <a:solidFill>
              <a:schemeClr val="bg1"/>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39" name="Oval 38">
              <a:extLst>
                <a:ext uri="{FF2B5EF4-FFF2-40B4-BE49-F238E27FC236}">
                  <a16:creationId xmlns:a16="http://schemas.microsoft.com/office/drawing/2014/main" id="{2FB5632B-6170-B5BD-BD8A-B01B36FDBCF8}"/>
                </a:ext>
              </a:extLst>
            </p:cNvPr>
            <p:cNvSpPr>
              <a:spLocks/>
            </p:cNvSpPr>
            <p:nvPr/>
          </p:nvSpPr>
          <p:spPr>
            <a:xfrm>
              <a:off x="8548144" y="5167471"/>
              <a:ext cx="59842" cy="53604"/>
            </a:xfrm>
            <a:prstGeom prst="ellipse">
              <a:avLst/>
            </a:prstGeom>
            <a:solidFill>
              <a:schemeClr val="bg1"/>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grpSp>
      <p:pic>
        <p:nvPicPr>
          <p:cNvPr id="10" name="Picture 9">
            <a:extLst>
              <a:ext uri="{FF2B5EF4-FFF2-40B4-BE49-F238E27FC236}">
                <a16:creationId xmlns:a16="http://schemas.microsoft.com/office/drawing/2014/main" id="{F4076680-D7E6-A8ED-21EF-62125CC585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4739" y="3198422"/>
            <a:ext cx="329614" cy="270105"/>
          </a:xfrm>
          <a:prstGeom prst="rect">
            <a:avLst/>
          </a:prstGeom>
        </p:spPr>
      </p:pic>
      <p:sp>
        <p:nvSpPr>
          <p:cNvPr id="17" name="Oval 16">
            <a:extLst>
              <a:ext uri="{FF2B5EF4-FFF2-40B4-BE49-F238E27FC236}">
                <a16:creationId xmlns:a16="http://schemas.microsoft.com/office/drawing/2014/main" id="{04B22AFD-2A15-A5B1-6575-93D7C60D51B5}"/>
              </a:ext>
            </a:extLst>
          </p:cNvPr>
          <p:cNvSpPr>
            <a:spLocks/>
          </p:cNvSpPr>
          <p:nvPr/>
        </p:nvSpPr>
        <p:spPr>
          <a:xfrm>
            <a:off x="3849564" y="3307081"/>
            <a:ext cx="59963" cy="49139"/>
          </a:xfrm>
          <a:prstGeom prst="ellipse">
            <a:avLst/>
          </a:prstGeom>
          <a:solidFill>
            <a:srgbClr val="00B050"/>
          </a:solidFill>
          <a:ln w="15875">
            <a:solidFill>
              <a:srgbClr val="79CD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cxnSp>
        <p:nvCxnSpPr>
          <p:cNvPr id="3" name="Connector: Elbow 2">
            <a:extLst>
              <a:ext uri="{FF2B5EF4-FFF2-40B4-BE49-F238E27FC236}">
                <a16:creationId xmlns:a16="http://schemas.microsoft.com/office/drawing/2014/main" id="{BB9B890C-BFDF-A120-CC74-44FC013D99E1}"/>
              </a:ext>
            </a:extLst>
          </p:cNvPr>
          <p:cNvCxnSpPr>
            <a:cxnSpLocks/>
            <a:stCxn id="10" idx="0"/>
          </p:cNvCxnSpPr>
          <p:nvPr/>
        </p:nvCxnSpPr>
        <p:spPr>
          <a:xfrm rot="16200000" flipV="1">
            <a:off x="1955996" y="1274872"/>
            <a:ext cx="1849436" cy="1997664"/>
          </a:xfrm>
          <a:prstGeom prst="bentConnector2">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48884D2A-41DB-B5CA-913F-F8C1045459DC}"/>
              </a:ext>
            </a:extLst>
          </p:cNvPr>
          <p:cNvCxnSpPr>
            <a:cxnSpLocks/>
            <a:stCxn id="8" idx="0"/>
          </p:cNvCxnSpPr>
          <p:nvPr/>
        </p:nvCxnSpPr>
        <p:spPr>
          <a:xfrm rot="5400000" flipH="1" flipV="1">
            <a:off x="8346217" y="1319739"/>
            <a:ext cx="2048534" cy="2945126"/>
          </a:xfrm>
          <a:prstGeom prst="bentConnector2">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9836676D-6A27-B228-42CF-E2E9547F1143}"/>
              </a:ext>
            </a:extLst>
          </p:cNvPr>
          <p:cNvSpPr txBox="1"/>
          <p:nvPr/>
        </p:nvSpPr>
        <p:spPr>
          <a:xfrm>
            <a:off x="1552396" y="358379"/>
            <a:ext cx="4837716" cy="646331"/>
          </a:xfrm>
          <a:prstGeom prst="rect">
            <a:avLst/>
          </a:prstGeom>
          <a:noFill/>
        </p:spPr>
        <p:txBody>
          <a:bodyPr wrap="square" lIns="91440" tIns="45720" rIns="91440" bIns="45720" rtlCol="0" anchor="t">
            <a:spAutoFit/>
          </a:bodyPr>
          <a:lstStyle>
            <a:defPPr algn="l">
              <a:defRPr sz="1800" b="0" spc="0">
                <a:solidFill>
                  <a:srgbClr val="FFFFFF"/>
                </a:solidFill>
                <a:latin typeface="Montserrat ExtraBold"/>
                <a:ea typeface="Montserrat ExtraBold"/>
                <a:cs typeface="Montserrat ExtraBold"/>
              </a:defRPr>
            </a:def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MONGOLROSTSVETMET SOE</a:t>
            </a:r>
            <a:endParaRPr spc="0">
              <a:solidFill>
                <a:srgbClr val="FFC000"/>
              </a:solidFill>
              <a:latin typeface="Montserrat ExtraBold"/>
              <a:ea typeface="Montserrat ExtraBold"/>
              <a:cs typeface="Montserrat ExtraBold"/>
            </a:endParaRPr>
          </a:p>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Critical Mineral Projects</a:t>
            </a:r>
            <a:endParaRPr spc="0">
              <a:solidFill>
                <a:srgbClr val="FFC000"/>
              </a:solidFill>
              <a:latin typeface="Montserrat ExtraBold"/>
              <a:ea typeface="Montserrat ExtraBold"/>
              <a:cs typeface="Montserrat ExtraBold"/>
            </a:endParaRPr>
          </a:p>
        </p:txBody>
      </p:sp>
      <p:grpSp>
        <p:nvGrpSpPr>
          <p:cNvPr id="2" name="Group 1">
            <a:extLst>
              <a:ext uri="{FF2B5EF4-FFF2-40B4-BE49-F238E27FC236}">
                <a16:creationId xmlns:a16="http://schemas.microsoft.com/office/drawing/2014/main" id="{B139533A-39B6-56F4-BF11-1F11F6BB8C9A}"/>
              </a:ext>
            </a:extLst>
          </p:cNvPr>
          <p:cNvGrpSpPr/>
          <p:nvPr/>
        </p:nvGrpSpPr>
        <p:grpSpPr>
          <a:xfrm>
            <a:off x="403498" y="1343400"/>
            <a:ext cx="3222553" cy="1411694"/>
            <a:chOff x="486430" y="1007436"/>
            <a:chExt cx="3222553" cy="1411694"/>
          </a:xfrm>
        </p:grpSpPr>
        <p:sp>
          <p:nvSpPr>
            <p:cNvPr id="77" name="object 74">
              <a:extLst>
                <a:ext uri="{FF2B5EF4-FFF2-40B4-BE49-F238E27FC236}">
                  <a16:creationId xmlns:a16="http://schemas.microsoft.com/office/drawing/2014/main" id="{14717EFD-A1C9-0ABA-0151-4E381AA5139C}"/>
                </a:ext>
              </a:extLst>
            </p:cNvPr>
            <p:cNvSpPr/>
            <p:nvPr/>
          </p:nvSpPr>
          <p:spPr>
            <a:xfrm>
              <a:off x="537963" y="1007436"/>
              <a:ext cx="2410059" cy="435667"/>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rtlCol="0" anchor="ctr">
              <a:noAutofit/>
            </a:bodyPr>
            <a:lstStyle>
              <a:defPPr algn="l">
                <a:defRPr sz="1200" b="1" spc="0">
                  <a:solidFill>
                    <a:srgbClr val="FFFFFF"/>
                  </a:solidFill>
                  <a:latin typeface="Montserrat SemiBold"/>
                  <a:ea typeface="Montserrat SemiBold"/>
                  <a:cs typeface="Montserrat SemiBold"/>
                </a:defRPr>
              </a:defPPr>
            </a:lstStyle>
            <a:p>
              <a:pPr marR="0" lvl="0" algn="l" defTabSz="914400">
                <a:lnSpc>
                  <a:spcPct val="100000"/>
                </a:lnSpc>
                <a:spcBef>
                  <a:spcPts val="0"/>
                </a:spcBef>
                <a:spcAft>
                  <a:spcPts val="0"/>
                </a:spcAft>
                <a:buClrTx/>
                <a:buSzTx/>
                <a:buFontTx/>
                <a:buNone/>
                <a:defRPr sz="1200" b="1" spc="0">
                  <a:solidFill>
                    <a:srgbClr val="FFFFFF"/>
                  </a:solidFill>
                  <a:latin typeface="Montserrat SemiBold"/>
                  <a:ea typeface="Montserrat SemiBold"/>
                  <a:cs typeface="Montserrat SemiBold"/>
                </a:defRPr>
              </a:pPr>
              <a:r>
                <a:rPr sz="1200" b="1" i="0" u="none" strike="noStrike" cap="none" spc="0" baseline="0">
                  <a:ln>
                    <a:noFill/>
                  </a:ln>
                  <a:solidFill>
                    <a:srgbClr val="FFFFFF"/>
                  </a:solidFill>
                  <a:latin typeface="Montserrat SemiBold"/>
                  <a:ea typeface="Montserrat SemiBold"/>
                  <a:cs typeface="Montserrat SemiBold"/>
                </a:rPr>
                <a:t>Khyargas Nuur</a:t>
              </a:r>
              <a:endParaRPr sz="1200" b="1" i="0" u="none" strike="noStrike" kern="1200" cap="none" spc="0" baseline="0">
                <a:ln>
                  <a:noFill/>
                </a:ln>
                <a:solidFill>
                  <a:srgbClr val="FFFFFF"/>
                </a:solidFill>
                <a:latin typeface="Montserrat SemiBold"/>
                <a:ea typeface="Montserrat SemiBold"/>
                <a:cs typeface="Montserrat SemiBold"/>
              </a:endParaRPr>
            </a:p>
            <a:p>
              <a:pPr marR="0" lvl="0" algn="l" defTabSz="914400">
                <a:lnSpc>
                  <a:spcPct val="100000"/>
                </a:lnSpc>
                <a:spcBef>
                  <a:spcPts val="0"/>
                </a:spcBef>
                <a:spcAft>
                  <a:spcPts val="0"/>
                </a:spcAft>
                <a:buClrTx/>
                <a:buSzTx/>
                <a:buFontTx/>
                <a:buNone/>
                <a:defRPr sz="1200" b="1" spc="0">
                  <a:solidFill>
                    <a:srgbClr val="FFFFFF"/>
                  </a:solidFill>
                  <a:latin typeface="Montserrat SemiBold"/>
                  <a:ea typeface="Montserrat SemiBold"/>
                  <a:cs typeface="Montserrat SemiBold"/>
                </a:defRPr>
              </a:pPr>
              <a:r>
                <a:rPr sz="1200" b="1" i="0" u="none" strike="noStrike" cap="none" spc="0" baseline="0">
                  <a:ln>
                    <a:noFill/>
                  </a:ln>
                  <a:solidFill>
                    <a:srgbClr val="FFFFFF"/>
                  </a:solidFill>
                  <a:latin typeface="Montserrat SemiBold"/>
                  <a:ea typeface="Montserrat SemiBold"/>
                  <a:cs typeface="Montserrat SemiBold"/>
                </a:rPr>
                <a:t>Copper, gold, silver, iron</a:t>
              </a:r>
            </a:p>
          </p:txBody>
        </p:sp>
        <p:sp>
          <p:nvSpPr>
            <p:cNvPr id="80" name="Rectangle 79">
              <a:extLst>
                <a:ext uri="{FF2B5EF4-FFF2-40B4-BE49-F238E27FC236}">
                  <a16:creationId xmlns:a16="http://schemas.microsoft.com/office/drawing/2014/main" id="{BD363BD5-560C-8A46-39A3-BD94BE995E5F}"/>
                </a:ext>
              </a:extLst>
            </p:cNvPr>
            <p:cNvSpPr/>
            <p:nvPr/>
          </p:nvSpPr>
          <p:spPr>
            <a:xfrm>
              <a:off x="486430" y="1657870"/>
              <a:ext cx="984305" cy="3722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Location</a:t>
              </a:r>
              <a:r>
                <a:rPr kumimoji="0" lang="mn-MN"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t>
              </a:r>
              <a:endPar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endParaRPr>
            </a:p>
          </p:txBody>
        </p:sp>
        <p:sp>
          <p:nvSpPr>
            <p:cNvPr id="81" name="Rectangle 80">
              <a:extLst>
                <a:ext uri="{FF2B5EF4-FFF2-40B4-BE49-F238E27FC236}">
                  <a16:creationId xmlns:a16="http://schemas.microsoft.com/office/drawing/2014/main" id="{6F9E5692-F51D-D2C5-AA7B-2FE8C423D037}"/>
                </a:ext>
              </a:extLst>
            </p:cNvPr>
            <p:cNvSpPr/>
            <p:nvPr/>
          </p:nvSpPr>
          <p:spPr>
            <a:xfrm>
              <a:off x="486430" y="1857875"/>
              <a:ext cx="984305" cy="3722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Area</a:t>
              </a:r>
              <a:r>
                <a:rPr kumimoji="0" lang="mn-MN"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t>
              </a:r>
              <a:endPar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endParaRPr>
            </a:p>
          </p:txBody>
        </p:sp>
        <p:sp>
          <p:nvSpPr>
            <p:cNvPr id="82" name="Rectangle 81">
              <a:extLst>
                <a:ext uri="{FF2B5EF4-FFF2-40B4-BE49-F238E27FC236}">
                  <a16:creationId xmlns:a16="http://schemas.microsoft.com/office/drawing/2014/main" id="{E008DD92-EDC6-C422-E6E0-45038C9765E3}"/>
                </a:ext>
              </a:extLst>
            </p:cNvPr>
            <p:cNvSpPr/>
            <p:nvPr/>
          </p:nvSpPr>
          <p:spPr>
            <a:xfrm>
              <a:off x="486430" y="2046837"/>
              <a:ext cx="984305" cy="3722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Resource</a:t>
              </a:r>
              <a:r>
                <a:rPr kumimoji="0" lang="mn-MN"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t>
              </a:r>
              <a:endPar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endParaRPr>
            </a:p>
          </p:txBody>
        </p:sp>
        <p:sp>
          <p:nvSpPr>
            <p:cNvPr id="83" name="TextBox 82">
              <a:extLst>
                <a:ext uri="{FF2B5EF4-FFF2-40B4-BE49-F238E27FC236}">
                  <a16:creationId xmlns:a16="http://schemas.microsoft.com/office/drawing/2014/main" id="{14FB7619-BE26-F4B4-AE37-84D22587573D}"/>
                </a:ext>
              </a:extLst>
            </p:cNvPr>
            <p:cNvSpPr txBox="1"/>
            <p:nvPr/>
          </p:nvSpPr>
          <p:spPr>
            <a:xfrm>
              <a:off x="1365448" y="1710819"/>
              <a:ext cx="2343535" cy="246221"/>
            </a:xfrm>
            <a:prstGeom prst="rect">
              <a:avLst/>
            </a:prstGeom>
            <a:noFill/>
          </p:spPr>
          <p:txBody>
            <a:bodyPr wrap="square" lIns="91440" tIns="45720" rIns="91440" bIns="45720" anchor="t">
              <a:spAutoFit/>
            </a:bodyPr>
            <a:lstStyle>
              <a:defPPr algn="l">
                <a:defRPr sz="1000" b="0" spc="0">
                  <a:solidFill>
                    <a:srgbClr val="FFFFFF"/>
                  </a:solidFill>
                  <a:latin typeface="Montserrat SemiBold"/>
                  <a:ea typeface="Montserrat SemiBold"/>
                  <a:cs typeface="Montserrat SemiBold"/>
                </a:defRPr>
              </a:defPPr>
            </a:lstStyle>
            <a:p>
              <a:pPr marR="0" lvl="0" algn="l" defTabSz="685800">
                <a:lnSpc>
                  <a:spcPct val="100000"/>
                </a:lnSpc>
                <a:spcBef>
                  <a:spcPts val="0"/>
                </a:spcBef>
                <a:spcAft>
                  <a:spcPts val="0"/>
                </a:spcAft>
                <a:buClrTx/>
                <a:buSzTx/>
                <a:buFontTx/>
                <a:buNone/>
                <a:defRPr sz="1000" b="0" spc="0">
                  <a:solidFill>
                    <a:srgbClr val="FFFFFF"/>
                  </a:solidFill>
                  <a:latin typeface="Montserrat SemiBold"/>
                  <a:ea typeface="Montserrat SemiBold"/>
                  <a:cs typeface="Montserrat SemiBold"/>
                </a:defRPr>
              </a:pPr>
              <a:r>
                <a:rPr sz="1000" b="0" i="0" u="none" strike="noStrike" cap="none" spc="0" baseline="0" dirty="0" err="1">
                  <a:ln>
                    <a:noFill/>
                  </a:ln>
                  <a:solidFill>
                    <a:srgbClr val="FFFFFF"/>
                  </a:solidFill>
                  <a:latin typeface="Montserrat SemiBold"/>
                  <a:ea typeface="Montserrat SemiBold"/>
                  <a:cs typeface="Montserrat SemiBold"/>
                </a:rPr>
                <a:t>Naranbulag</a:t>
              </a:r>
              <a:r>
                <a:rPr sz="1000" b="0" i="0" u="none" strike="noStrike" cap="none" spc="0" baseline="0" dirty="0">
                  <a:ln>
                    <a:noFill/>
                  </a:ln>
                  <a:solidFill>
                    <a:srgbClr val="FFFFFF"/>
                  </a:solidFill>
                  <a:latin typeface="Montserrat SemiBold"/>
                  <a:ea typeface="Montserrat SemiBold"/>
                  <a:cs typeface="Montserrat SemiBold"/>
                </a:rPr>
                <a:t> sum, </a:t>
              </a:r>
              <a:r>
                <a:rPr sz="1000" b="0" i="0" u="none" strike="noStrike" cap="none" spc="0" baseline="0" dirty="0" err="1">
                  <a:ln>
                    <a:noFill/>
                  </a:ln>
                  <a:solidFill>
                    <a:srgbClr val="FFFFFF"/>
                  </a:solidFill>
                  <a:latin typeface="Montserrat SemiBold"/>
                  <a:ea typeface="Montserrat SemiBold"/>
                  <a:cs typeface="Montserrat SemiBold"/>
                </a:rPr>
                <a:t>Uvs</a:t>
              </a:r>
              <a:r>
                <a:rPr sz="1000" b="0" i="0" u="none" strike="noStrike" cap="none" spc="0" baseline="0" dirty="0">
                  <a:ln>
                    <a:noFill/>
                  </a:ln>
                  <a:solidFill>
                    <a:srgbClr val="FFFFFF"/>
                  </a:solidFill>
                  <a:latin typeface="Montserrat SemiBold"/>
                  <a:ea typeface="Montserrat SemiBold"/>
                  <a:cs typeface="Montserrat SemiBold"/>
                </a:rPr>
                <a:t> Province</a:t>
              </a:r>
              <a:endParaRPr sz="1000" b="0" i="0" u="none" strike="noStrike" kern="1200" cap="none" spc="0" baseline="0" dirty="0">
                <a:ln>
                  <a:noFill/>
                </a:ln>
                <a:solidFill>
                  <a:srgbClr val="FFFFFF"/>
                </a:solidFill>
                <a:latin typeface="Montserrat SemiBold"/>
                <a:ea typeface="Montserrat SemiBold"/>
                <a:cs typeface="Montserrat SemiBold"/>
              </a:endParaRPr>
            </a:p>
          </p:txBody>
        </p:sp>
        <p:sp>
          <p:nvSpPr>
            <p:cNvPr id="84" name="TextBox 83">
              <a:extLst>
                <a:ext uri="{FF2B5EF4-FFF2-40B4-BE49-F238E27FC236}">
                  <a16:creationId xmlns:a16="http://schemas.microsoft.com/office/drawing/2014/main" id="{E6914D2D-4EE2-1B8F-3644-590453BE5096}"/>
                </a:ext>
              </a:extLst>
            </p:cNvPr>
            <p:cNvSpPr txBox="1"/>
            <p:nvPr/>
          </p:nvSpPr>
          <p:spPr>
            <a:xfrm>
              <a:off x="1373866" y="1924778"/>
              <a:ext cx="1668245" cy="246221"/>
            </a:xfrm>
            <a:prstGeom prst="rect">
              <a:avLst/>
            </a:prstGeom>
            <a:noFill/>
          </p:spPr>
          <p:txBody>
            <a:bodyPr wrap="square" lIns="91440" tIns="45720" rIns="91440" bIns="45720" anchor="t">
              <a:spAutoFit/>
            </a:bodyPr>
            <a:lstStyle>
              <a:defPPr algn="l">
                <a:defRPr sz="1000" b="0" spc="0">
                  <a:solidFill>
                    <a:srgbClr val="FFFFFF"/>
                  </a:solidFill>
                  <a:latin typeface="Montserrat SemiBold"/>
                  <a:ea typeface="Montserrat SemiBold"/>
                  <a:cs typeface="Montserrat SemiBold"/>
                </a:defRPr>
              </a:defPPr>
              <a:lvl1pPr marR="0" indent="0" defTabSz="685800">
                <a:lnSpc>
                  <a:spcPct val="100000"/>
                </a:lnSpc>
                <a:spcBef>
                  <a:spcPts val="0"/>
                </a:spcBef>
                <a:spcAft>
                  <a:spcPts val="0"/>
                </a:spcAft>
                <a:buClrTx/>
                <a:buSzTx/>
                <a:buFontTx/>
                <a:buNone/>
                <a:defRPr sz="9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000" b="0" spc="0">
                  <a:solidFill>
                    <a:srgbClr val="FFFFFF"/>
                  </a:solidFill>
                  <a:latin typeface="Montserrat SemiBold"/>
                  <a:ea typeface="Montserrat SemiBold"/>
                  <a:cs typeface="Montserrat SemiBold"/>
                </a:defRPr>
              </a:pPr>
              <a:r>
                <a:rPr sz="1000" b="0" i="0" u="none" strike="noStrike" cap="none" spc="0" baseline="0" dirty="0">
                  <a:ln>
                    <a:noFill/>
                  </a:ln>
                  <a:solidFill>
                    <a:srgbClr val="FFFFFF"/>
                  </a:solidFill>
                  <a:latin typeface="Montserrat SemiBold"/>
                  <a:ea typeface="Montserrat SemiBold"/>
                  <a:cs typeface="Montserrat SemiBold"/>
                </a:rPr>
                <a:t>2,760.73 ha</a:t>
              </a:r>
              <a:r>
                <a:rPr lang="en-US" sz="1000" dirty="0">
                  <a:solidFill>
                    <a:srgbClr val="FFFFFF"/>
                  </a:solidFill>
                </a:rPr>
                <a:t> (hectares)</a:t>
              </a:r>
              <a:r>
                <a:rPr lang="en-US" sz="1000" b="0" i="0" u="none" strike="noStrike" cap="none" spc="0" baseline="0" dirty="0">
                  <a:ln>
                    <a:noFill/>
                  </a:ln>
                  <a:solidFill>
                    <a:srgbClr val="FFFFFF"/>
                  </a:solidFill>
                  <a:latin typeface="Montserrat SemiBold"/>
                  <a:ea typeface="Montserrat SemiBold"/>
                  <a:cs typeface="Montserrat SemiBold"/>
                </a:rPr>
                <a:t> </a:t>
              </a:r>
              <a:endParaRPr sz="1000" b="0" i="0" u="none" strike="noStrike" kern="1200" cap="none" spc="0" baseline="0" dirty="0">
                <a:ln>
                  <a:noFill/>
                </a:ln>
                <a:solidFill>
                  <a:srgbClr val="FFFFFF"/>
                </a:solidFill>
                <a:latin typeface="Montserrat SemiBold"/>
                <a:ea typeface="Montserrat SemiBold"/>
                <a:cs typeface="Montserrat SemiBold"/>
              </a:endParaRPr>
            </a:p>
          </p:txBody>
        </p:sp>
      </p:grpSp>
      <p:grpSp>
        <p:nvGrpSpPr>
          <p:cNvPr id="12" name="Group 11">
            <a:extLst>
              <a:ext uri="{FF2B5EF4-FFF2-40B4-BE49-F238E27FC236}">
                <a16:creationId xmlns:a16="http://schemas.microsoft.com/office/drawing/2014/main" id="{97CF38F2-91CC-434D-C57F-4DBD9D7A811A}"/>
              </a:ext>
            </a:extLst>
          </p:cNvPr>
          <p:cNvGrpSpPr/>
          <p:nvPr/>
        </p:nvGrpSpPr>
        <p:grpSpPr>
          <a:xfrm>
            <a:off x="10756478" y="1557609"/>
            <a:ext cx="3117844" cy="1188342"/>
            <a:chOff x="10698168" y="922201"/>
            <a:chExt cx="3117844" cy="1188342"/>
          </a:xfrm>
        </p:grpSpPr>
        <p:sp>
          <p:nvSpPr>
            <p:cNvPr id="114" name="object 74">
              <a:extLst>
                <a:ext uri="{FF2B5EF4-FFF2-40B4-BE49-F238E27FC236}">
                  <a16:creationId xmlns:a16="http://schemas.microsoft.com/office/drawing/2014/main" id="{E4CB8736-454C-37DA-7161-E3DF8C224583}"/>
                </a:ext>
              </a:extLst>
            </p:cNvPr>
            <p:cNvSpPr/>
            <p:nvPr/>
          </p:nvSpPr>
          <p:spPr>
            <a:xfrm>
              <a:off x="10769922" y="922201"/>
              <a:ext cx="2410059" cy="435667"/>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rtlCol="0" anchor="ctr">
              <a:noAutofit/>
            </a:bodyPr>
            <a:lstStyle>
              <a:defPPr algn="l">
                <a:defRPr sz="1200" b="1" spc="0">
                  <a:solidFill>
                    <a:srgbClr val="FFFFFF"/>
                  </a:solidFill>
                  <a:latin typeface="Montserrat SemiBold"/>
                  <a:ea typeface="Montserrat SemiBold"/>
                  <a:cs typeface="Montserrat SemiBold"/>
                </a:defRPr>
              </a:defPPr>
            </a:lstStyle>
            <a:p>
              <a:pPr marR="0" lvl="0" algn="l" defTabSz="914400">
                <a:lnSpc>
                  <a:spcPct val="100000"/>
                </a:lnSpc>
                <a:spcBef>
                  <a:spcPts val="0"/>
                </a:spcBef>
                <a:spcAft>
                  <a:spcPts val="0"/>
                </a:spcAft>
                <a:buClrTx/>
                <a:buSzTx/>
                <a:buFontTx/>
                <a:buNone/>
                <a:defRPr sz="1200" b="1" spc="0">
                  <a:solidFill>
                    <a:srgbClr val="FFFFFF"/>
                  </a:solidFill>
                  <a:latin typeface="Montserrat SemiBold"/>
                  <a:ea typeface="Montserrat SemiBold"/>
                  <a:cs typeface="Montserrat SemiBold"/>
                </a:defRPr>
              </a:pPr>
              <a:r>
                <a:rPr sz="1200" b="1" i="0" u="none" strike="noStrike" cap="none" spc="0" baseline="0">
                  <a:ln>
                    <a:noFill/>
                  </a:ln>
                  <a:solidFill>
                    <a:srgbClr val="FFFFFF"/>
                  </a:solidFill>
                  <a:latin typeface="Montserrat SemiBold"/>
                  <a:ea typeface="Montserrat SemiBold"/>
                  <a:cs typeface="Montserrat SemiBold"/>
                </a:rPr>
                <a:t>Öndörtsagaan-1</a:t>
              </a:r>
            </a:p>
            <a:p>
              <a:pPr marR="0" lvl="0" algn="l" defTabSz="914400">
                <a:lnSpc>
                  <a:spcPct val="100000"/>
                </a:lnSpc>
                <a:spcBef>
                  <a:spcPts val="0"/>
                </a:spcBef>
                <a:spcAft>
                  <a:spcPts val="0"/>
                </a:spcAft>
                <a:buClrTx/>
                <a:buSzTx/>
                <a:buFontTx/>
                <a:buNone/>
                <a:defRPr sz="1200" b="1" spc="0">
                  <a:solidFill>
                    <a:srgbClr val="FFFFFF"/>
                  </a:solidFill>
                  <a:latin typeface="Montserrat SemiBold"/>
                  <a:ea typeface="Montserrat SemiBold"/>
                  <a:cs typeface="Montserrat SemiBold"/>
                </a:defRPr>
              </a:pPr>
              <a:r>
                <a:rPr sz="1200" b="1" i="0" u="none" strike="noStrike" cap="none" spc="0" baseline="0">
                  <a:ln>
                    <a:noFill/>
                  </a:ln>
                  <a:solidFill>
                    <a:srgbClr val="FFFFFF"/>
                  </a:solidFill>
                  <a:latin typeface="Montserrat SemiBold"/>
                  <a:ea typeface="Montserrat SemiBold"/>
                  <a:cs typeface="Montserrat SemiBold"/>
                </a:rPr>
                <a:t>Silver, lead, zinc</a:t>
              </a:r>
            </a:p>
          </p:txBody>
        </p:sp>
        <p:sp>
          <p:nvSpPr>
            <p:cNvPr id="119" name="Rectangle 118">
              <a:extLst>
                <a:ext uri="{FF2B5EF4-FFF2-40B4-BE49-F238E27FC236}">
                  <a16:creationId xmlns:a16="http://schemas.microsoft.com/office/drawing/2014/main" id="{4F63E16F-5C30-EFE0-EE79-CF7C4DF60739}"/>
                </a:ext>
              </a:extLst>
            </p:cNvPr>
            <p:cNvSpPr/>
            <p:nvPr/>
          </p:nvSpPr>
          <p:spPr>
            <a:xfrm>
              <a:off x="10698168" y="1358426"/>
              <a:ext cx="984305" cy="3722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Location</a:t>
              </a:r>
              <a:r>
                <a:rPr kumimoji="0" lang="mn-MN"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t>
              </a:r>
              <a:endPar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endParaRPr>
            </a:p>
          </p:txBody>
        </p:sp>
        <p:sp>
          <p:nvSpPr>
            <p:cNvPr id="120" name="Rectangle 119">
              <a:extLst>
                <a:ext uri="{FF2B5EF4-FFF2-40B4-BE49-F238E27FC236}">
                  <a16:creationId xmlns:a16="http://schemas.microsoft.com/office/drawing/2014/main" id="{A77550CE-0903-6EBA-8997-E99412BC137A}"/>
                </a:ext>
              </a:extLst>
            </p:cNvPr>
            <p:cNvSpPr/>
            <p:nvPr/>
          </p:nvSpPr>
          <p:spPr>
            <a:xfrm>
              <a:off x="10698168" y="1560251"/>
              <a:ext cx="984305" cy="3722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Area</a:t>
              </a:r>
              <a:r>
                <a:rPr kumimoji="0" lang="mn-MN"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t>
              </a:r>
              <a:endPar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endParaRPr>
            </a:p>
          </p:txBody>
        </p:sp>
        <p:sp>
          <p:nvSpPr>
            <p:cNvPr id="123" name="TextBox 122">
              <a:extLst>
                <a:ext uri="{FF2B5EF4-FFF2-40B4-BE49-F238E27FC236}">
                  <a16:creationId xmlns:a16="http://schemas.microsoft.com/office/drawing/2014/main" id="{7EC55CFD-F6B0-FE78-88BC-8AA6E2EC5906}"/>
                </a:ext>
              </a:extLst>
            </p:cNvPr>
            <p:cNvSpPr txBox="1"/>
            <p:nvPr/>
          </p:nvSpPr>
          <p:spPr>
            <a:xfrm>
              <a:off x="11577186" y="1421539"/>
              <a:ext cx="1769797" cy="246221"/>
            </a:xfrm>
            <a:prstGeom prst="rect">
              <a:avLst/>
            </a:prstGeom>
            <a:noFill/>
          </p:spPr>
          <p:txBody>
            <a:bodyPr wrap="square" lIns="91440" tIns="45720" rIns="91440" bIns="45720" anchor="t">
              <a:spAutoFit/>
            </a:bodyPr>
            <a:lstStyle>
              <a:defPPr algn="l">
                <a:defRPr sz="1000" b="0" spc="0">
                  <a:solidFill>
                    <a:srgbClr val="FFFFFF"/>
                  </a:solidFill>
                  <a:latin typeface="Montserrat SemiBold"/>
                  <a:ea typeface="Montserrat SemiBold"/>
                  <a:cs typeface="Montserrat SemiBold"/>
                </a:defRPr>
              </a:defPPr>
            </a:lstStyle>
            <a:p>
              <a:pPr marR="0" lvl="0" algn="l" defTabSz="685800">
                <a:lnSpc>
                  <a:spcPct val="100000"/>
                </a:lnSpc>
                <a:spcBef>
                  <a:spcPts val="0"/>
                </a:spcBef>
                <a:spcAft>
                  <a:spcPts val="0"/>
                </a:spcAft>
                <a:buClrTx/>
                <a:buSzTx/>
                <a:buFontTx/>
                <a:buNone/>
                <a:defRPr sz="1000" b="0" spc="0">
                  <a:solidFill>
                    <a:srgbClr val="FFFFFF"/>
                  </a:solidFill>
                  <a:latin typeface="Montserrat SemiBold"/>
                  <a:ea typeface="Montserrat SemiBold"/>
                  <a:cs typeface="Montserrat SemiBold"/>
                </a:defRPr>
              </a:pPr>
              <a:r>
                <a:rPr sz="1000" b="0" i="0" u="none" strike="noStrike" cap="none" spc="0" baseline="0">
                  <a:ln>
                    <a:noFill/>
                  </a:ln>
                  <a:solidFill>
                    <a:srgbClr val="FFFFFF"/>
                  </a:solidFill>
                  <a:latin typeface="Montserrat SemiBold"/>
                  <a:ea typeface="Montserrat SemiBold"/>
                  <a:cs typeface="Montserrat SemiBold"/>
                </a:rPr>
                <a:t>Khentii: Ömnödelger</a:t>
              </a:r>
              <a:endParaRPr sz="1000" b="0" i="0" u="none" strike="noStrike" kern="1200" cap="none" spc="0" baseline="0">
                <a:ln>
                  <a:noFill/>
                </a:ln>
                <a:solidFill>
                  <a:srgbClr val="FFFFFF"/>
                </a:solidFill>
                <a:latin typeface="Montserrat SemiBold"/>
                <a:ea typeface="Montserrat SemiBold"/>
                <a:cs typeface="Montserrat SemiBold"/>
              </a:endParaRPr>
            </a:p>
          </p:txBody>
        </p:sp>
        <p:sp>
          <p:nvSpPr>
            <p:cNvPr id="125" name="TextBox 124">
              <a:extLst>
                <a:ext uri="{FF2B5EF4-FFF2-40B4-BE49-F238E27FC236}">
                  <a16:creationId xmlns:a16="http://schemas.microsoft.com/office/drawing/2014/main" id="{A89012FB-886E-88AA-095A-C2263AF0CFE7}"/>
                </a:ext>
              </a:extLst>
            </p:cNvPr>
            <p:cNvSpPr txBox="1"/>
            <p:nvPr/>
          </p:nvSpPr>
          <p:spPr>
            <a:xfrm>
              <a:off x="11577186" y="1618707"/>
              <a:ext cx="1531042" cy="246221"/>
            </a:xfrm>
            <a:prstGeom prst="rect">
              <a:avLst/>
            </a:prstGeom>
            <a:noFill/>
          </p:spPr>
          <p:txBody>
            <a:bodyPr wrap="square" lIns="91440" tIns="45720" rIns="91440" bIns="45720" anchor="t">
              <a:spAutoFit/>
            </a:bodyPr>
            <a:lstStyle>
              <a:defPPr algn="l">
                <a:defRPr sz="1000" b="0" spc="0">
                  <a:solidFill>
                    <a:srgbClr val="FFFFFF"/>
                  </a:solidFill>
                  <a:latin typeface="Montserrat SemiBold"/>
                  <a:ea typeface="Montserrat SemiBold"/>
                  <a:cs typeface="Montserrat SemiBold"/>
                </a:defRPr>
              </a:defPPr>
              <a:lvl1pPr marR="0" indent="0" defTabSz="685800">
                <a:lnSpc>
                  <a:spcPct val="100000"/>
                </a:lnSpc>
                <a:spcBef>
                  <a:spcPts val="0"/>
                </a:spcBef>
                <a:spcAft>
                  <a:spcPts val="0"/>
                </a:spcAft>
                <a:buClrTx/>
                <a:buSzTx/>
                <a:buFontTx/>
                <a:buNone/>
                <a:defRPr sz="9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000" b="0" spc="0">
                  <a:solidFill>
                    <a:srgbClr val="FFFFFF"/>
                  </a:solidFill>
                  <a:latin typeface="Montserrat SemiBold"/>
                  <a:ea typeface="Montserrat SemiBold"/>
                  <a:cs typeface="Montserrat SemiBold"/>
                </a:defRPr>
              </a:pPr>
              <a:r>
                <a:rPr sz="1000" b="0" i="0" u="none" strike="noStrike" cap="none" spc="0" baseline="0" dirty="0">
                  <a:ln>
                    <a:noFill/>
                  </a:ln>
                  <a:solidFill>
                    <a:srgbClr val="FFFFFF"/>
                  </a:solidFill>
                  <a:latin typeface="Montserrat SemiBold"/>
                  <a:ea typeface="Montserrat SemiBold"/>
                  <a:cs typeface="Montserrat SemiBold"/>
                </a:rPr>
                <a:t>665.86 ha</a:t>
              </a:r>
              <a:r>
                <a:rPr lang="en-US" sz="1000" b="0" i="0" u="none" strike="noStrike" cap="none" spc="0" baseline="0" dirty="0">
                  <a:ln>
                    <a:noFill/>
                  </a:ln>
                  <a:solidFill>
                    <a:srgbClr val="FFFFFF"/>
                  </a:solidFill>
                  <a:latin typeface="Montserrat SemiBold"/>
                  <a:ea typeface="Montserrat SemiBold"/>
                  <a:cs typeface="Montserrat SemiBold"/>
                </a:rPr>
                <a:t> (hectares)</a:t>
              </a:r>
              <a:endParaRPr sz="1000" b="0" i="0" u="none" strike="noStrike" kern="1200" cap="none" spc="0" baseline="0" dirty="0">
                <a:ln>
                  <a:noFill/>
                </a:ln>
                <a:solidFill>
                  <a:srgbClr val="FFFFFF"/>
                </a:solidFill>
                <a:latin typeface="Montserrat SemiBold"/>
                <a:ea typeface="Montserrat SemiBold"/>
                <a:cs typeface="Montserrat SemiBold"/>
              </a:endParaRPr>
            </a:p>
          </p:txBody>
        </p:sp>
        <p:sp>
          <p:nvSpPr>
            <p:cNvPr id="6" name="Rectangle 5">
              <a:extLst>
                <a:ext uri="{FF2B5EF4-FFF2-40B4-BE49-F238E27FC236}">
                  <a16:creationId xmlns:a16="http://schemas.microsoft.com/office/drawing/2014/main" id="{DA2FB81C-EA5A-B31D-A3D6-F26351DE8ACA}"/>
                </a:ext>
              </a:extLst>
            </p:cNvPr>
            <p:cNvSpPr/>
            <p:nvPr/>
          </p:nvSpPr>
          <p:spPr>
            <a:xfrm>
              <a:off x="10710228" y="1738250"/>
              <a:ext cx="984305" cy="3722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Resource</a:t>
              </a:r>
              <a:r>
                <a:rPr kumimoji="0" lang="mn-MN"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rPr>
                <a:t>:</a:t>
              </a:r>
              <a:endParaRPr kumimoji="0" lang="en-US" sz="1100" b="0" i="0" u="none" strike="noStrike" kern="1200" cap="none" spc="0" normalizeH="0" baseline="0" noProof="0" dirty="0">
                <a:ln>
                  <a:noFill/>
                </a:ln>
                <a:solidFill>
                  <a:srgbClr val="FFC000"/>
                </a:solidFill>
                <a:effectLst/>
                <a:uLnTx/>
                <a:uFillTx/>
                <a:latin typeface="Montserrat SemiBold" panose="00000700000000000000" pitchFamily="2" charset="0"/>
                <a:ea typeface="+mn-ea"/>
                <a:cs typeface="+mn-cs"/>
              </a:endParaRPr>
            </a:p>
          </p:txBody>
        </p:sp>
        <p:sp>
          <p:nvSpPr>
            <p:cNvPr id="9" name="TextBox 8">
              <a:extLst>
                <a:ext uri="{FF2B5EF4-FFF2-40B4-BE49-F238E27FC236}">
                  <a16:creationId xmlns:a16="http://schemas.microsoft.com/office/drawing/2014/main" id="{82C70A9E-15F9-34B1-88CD-050A885278AA}"/>
                </a:ext>
              </a:extLst>
            </p:cNvPr>
            <p:cNvSpPr txBox="1"/>
            <p:nvPr/>
          </p:nvSpPr>
          <p:spPr>
            <a:xfrm>
              <a:off x="11589245" y="1821056"/>
              <a:ext cx="2226767" cy="246221"/>
            </a:xfrm>
            <a:prstGeom prst="rect">
              <a:avLst/>
            </a:prstGeom>
            <a:noFill/>
          </p:spPr>
          <p:txBody>
            <a:bodyPr wrap="square" lIns="91440" tIns="45720" rIns="91440" bIns="45720" anchor="t">
              <a:spAutoFit/>
            </a:bodyPr>
            <a:lstStyle>
              <a:defPPr algn="l">
                <a:defRPr sz="1000" b="0" spc="0">
                  <a:solidFill>
                    <a:srgbClr val="FFFFFF"/>
                  </a:solidFill>
                  <a:latin typeface="Montserrat SemiBold"/>
                  <a:ea typeface="Montserrat SemiBold"/>
                  <a:cs typeface="Montserrat SemiBold"/>
                </a:defRPr>
              </a:defPPr>
              <a:lvl1pPr marR="0" indent="0" defTabSz="685800">
                <a:lnSpc>
                  <a:spcPct val="100000"/>
                </a:lnSpc>
                <a:spcBef>
                  <a:spcPts val="0"/>
                </a:spcBef>
                <a:spcAft>
                  <a:spcPts val="0"/>
                </a:spcAft>
                <a:buClrTx/>
                <a:buSzTx/>
                <a:buFontTx/>
                <a:buNone/>
                <a:defRPr sz="9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000" b="0" spc="0">
                  <a:solidFill>
                    <a:srgbClr val="FFFFFF"/>
                  </a:solidFill>
                  <a:latin typeface="Montserrat SemiBold"/>
                  <a:ea typeface="Montserrat SemiBold"/>
                  <a:cs typeface="Montserrat SemiBold"/>
                </a:defRPr>
              </a:pPr>
              <a:r>
                <a:rPr sz="1000" b="0" i="0" u="none" strike="noStrike" cap="none" spc="0" baseline="0">
                  <a:ln>
                    <a:noFill/>
                  </a:ln>
                  <a:solidFill>
                    <a:srgbClr val="FFFFFF"/>
                  </a:solidFill>
                  <a:latin typeface="Montserrat SemiBold"/>
                  <a:ea typeface="Montserrat SemiBold"/>
                  <a:cs typeface="Montserrat SemiBold"/>
                </a:rPr>
                <a:t>Silver, lead, zinc</a:t>
              </a:r>
            </a:p>
          </p:txBody>
        </p:sp>
      </p:grpSp>
      <p:sp>
        <p:nvSpPr>
          <p:cNvPr id="20" name="TextBox 19">
            <a:extLst>
              <a:ext uri="{FF2B5EF4-FFF2-40B4-BE49-F238E27FC236}">
                <a16:creationId xmlns:a16="http://schemas.microsoft.com/office/drawing/2014/main" id="{ACE419AF-B901-1287-F6F6-53AA4878AAFF}"/>
              </a:ext>
            </a:extLst>
          </p:cNvPr>
          <p:cNvSpPr txBox="1"/>
          <p:nvPr/>
        </p:nvSpPr>
        <p:spPr>
          <a:xfrm>
            <a:off x="1268391" y="2456115"/>
            <a:ext cx="2343535" cy="400110"/>
          </a:xfrm>
          <a:prstGeom prst="rect">
            <a:avLst/>
          </a:prstGeom>
          <a:noFill/>
        </p:spPr>
        <p:txBody>
          <a:bodyPr wrap="square" lIns="91440" tIns="45720" rIns="91440" bIns="45720" anchor="t">
            <a:spAutoFit/>
          </a:bodyPr>
          <a:lstStyle>
            <a:defPPr algn="l">
              <a:defRPr sz="1000" b="0" spc="0">
                <a:solidFill>
                  <a:srgbClr val="FFFFFF"/>
                </a:solidFill>
                <a:latin typeface="Montserrat SemiBold"/>
                <a:ea typeface="Montserrat SemiBold"/>
                <a:cs typeface="Montserrat SemiBold"/>
              </a:defRPr>
            </a:defPPr>
            <a:lvl1pPr marR="0" indent="0" defTabSz="685800">
              <a:lnSpc>
                <a:spcPct val="100000"/>
              </a:lnSpc>
              <a:spcBef>
                <a:spcPts val="0"/>
              </a:spcBef>
              <a:spcAft>
                <a:spcPts val="0"/>
              </a:spcAft>
              <a:buClrTx/>
              <a:buSzTx/>
              <a:buFontTx/>
              <a:buNone/>
              <a:defRPr sz="9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000" b="0" spc="0">
                <a:solidFill>
                  <a:srgbClr val="FFFFFF"/>
                </a:solidFill>
                <a:latin typeface="Montserrat SemiBold"/>
                <a:ea typeface="Montserrat SemiBold"/>
                <a:cs typeface="Montserrat SemiBold"/>
              </a:defRPr>
            </a:pPr>
            <a:r>
              <a:rPr sz="1000" b="0" i="0" u="none" strike="noStrike" cap="none" spc="0" baseline="0">
                <a:ln>
                  <a:noFill/>
                </a:ln>
                <a:solidFill>
                  <a:srgbClr val="FFFFFF"/>
                </a:solidFill>
                <a:latin typeface="Montserrat SemiBold"/>
                <a:ea typeface="Montserrat SemiBold"/>
                <a:cs typeface="Montserrat SemiBold"/>
              </a:rPr>
              <a:t>Copper, gold, silver, iron</a:t>
            </a:r>
          </a:p>
        </p:txBody>
      </p:sp>
      <p:grpSp>
        <p:nvGrpSpPr>
          <p:cNvPr id="29" name="Group 28">
            <a:extLst>
              <a:ext uri="{FF2B5EF4-FFF2-40B4-BE49-F238E27FC236}">
                <a16:creationId xmlns:a16="http://schemas.microsoft.com/office/drawing/2014/main" id="{7A1F5B8C-7E4F-4C65-A361-8BF0694A3CFB}"/>
              </a:ext>
            </a:extLst>
          </p:cNvPr>
          <p:cNvGrpSpPr/>
          <p:nvPr/>
        </p:nvGrpSpPr>
        <p:grpSpPr>
          <a:xfrm>
            <a:off x="10891579" y="3195707"/>
            <a:ext cx="2392373" cy="677108"/>
            <a:chOff x="1048413" y="5794836"/>
            <a:chExt cx="2670142" cy="677108"/>
          </a:xfrm>
        </p:grpSpPr>
      </p:grpSp>
      <p:pic>
        <p:nvPicPr>
          <p:cNvPr id="8" name="Picture 7">
            <a:extLst>
              <a:ext uri="{FF2B5EF4-FFF2-40B4-BE49-F238E27FC236}">
                <a16:creationId xmlns:a16="http://schemas.microsoft.com/office/drawing/2014/main" id="{D43157A6-9485-F26F-235A-33DD120187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33114" y="3816569"/>
            <a:ext cx="329614" cy="270105"/>
          </a:xfrm>
          <a:prstGeom prst="rect">
            <a:avLst/>
          </a:prstGeom>
        </p:spPr>
      </p:pic>
      <p:sp>
        <p:nvSpPr>
          <p:cNvPr id="18" name="Oval 17">
            <a:extLst>
              <a:ext uri="{FF2B5EF4-FFF2-40B4-BE49-F238E27FC236}">
                <a16:creationId xmlns:a16="http://schemas.microsoft.com/office/drawing/2014/main" id="{F23F4D30-B0B0-F23C-58FE-F4D3C28A5DF2}"/>
              </a:ext>
            </a:extLst>
          </p:cNvPr>
          <p:cNvSpPr>
            <a:spLocks/>
          </p:cNvSpPr>
          <p:nvPr/>
        </p:nvSpPr>
        <p:spPr>
          <a:xfrm>
            <a:off x="7871592" y="3917835"/>
            <a:ext cx="59963" cy="49139"/>
          </a:xfrm>
          <a:prstGeom prst="ellipse">
            <a:avLst/>
          </a:prstGeom>
          <a:solidFill>
            <a:srgbClr val="00B050"/>
          </a:solidFill>
          <a:ln w="15875">
            <a:solidFill>
              <a:srgbClr val="79CD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47"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24" name="object 74">
            <a:extLst>
              <a:ext uri="{FF2B5EF4-FFF2-40B4-BE49-F238E27FC236}">
                <a16:creationId xmlns:a16="http://schemas.microsoft.com/office/drawing/2014/main" id="{7B610E95-EE8D-18F3-DDA2-2A406CEC282E}"/>
              </a:ext>
            </a:extLst>
          </p:cNvPr>
          <p:cNvSpPr/>
          <p:nvPr/>
        </p:nvSpPr>
        <p:spPr>
          <a:xfrm>
            <a:off x="455031" y="4964117"/>
            <a:ext cx="2917630" cy="435667"/>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rtlCol="0" anchor="ctr">
            <a:noAutofit/>
          </a:bodyPr>
          <a:lstStyle>
            <a:defPPr algn="l">
              <a:defRPr sz="1600" b="1" spc="0">
                <a:solidFill>
                  <a:srgbClr val="FFFFFF"/>
                </a:solidFill>
                <a:latin typeface="Montserrat SemiBold"/>
                <a:ea typeface="Montserrat SemiBold"/>
                <a:cs typeface="Montserrat SemiBold"/>
              </a:defRPr>
            </a:defPPr>
          </a:lstStyle>
          <a:p>
            <a:pPr marR="0" lvl="0" algn="l" defTabSz="914400">
              <a:lnSpc>
                <a:spcPct val="100000"/>
              </a:lnSpc>
              <a:spcBef>
                <a:spcPts val="0"/>
              </a:spcBef>
              <a:spcAft>
                <a:spcPts val="0"/>
              </a:spcAft>
              <a:buClrTx/>
              <a:buSzTx/>
              <a:buFontTx/>
              <a:buNone/>
              <a:defRPr sz="1600" b="1" spc="0">
                <a:solidFill>
                  <a:srgbClr val="FFFFFF"/>
                </a:solidFill>
                <a:latin typeface="Montserrat SemiBold"/>
                <a:ea typeface="Montserrat SemiBold"/>
                <a:cs typeface="Montserrat SemiBold"/>
              </a:defRPr>
            </a:pPr>
            <a:r>
              <a:rPr sz="1600" b="1" i="0" u="none" strike="noStrike" cap="none" spc="0" baseline="0" dirty="0">
                <a:ln>
                  <a:noFill/>
                </a:ln>
                <a:solidFill>
                  <a:srgbClr val="FFFFFF"/>
                </a:solidFill>
                <a:latin typeface="Montserrat SemiBold"/>
                <a:ea typeface="Montserrat SemiBold"/>
                <a:cs typeface="Montserrat SemiBold"/>
              </a:rPr>
              <a:t>Reported Estimates</a:t>
            </a:r>
            <a:endParaRPr sz="1600" b="1" i="0" u="none" strike="noStrike" kern="1200" cap="none" spc="0" baseline="0" dirty="0">
              <a:ln>
                <a:noFill/>
              </a:ln>
              <a:solidFill>
                <a:srgbClr val="FFFFFF"/>
              </a:solidFill>
              <a:latin typeface="Montserrat SemiBold"/>
              <a:ea typeface="Montserrat SemiBold"/>
              <a:cs typeface="Montserrat SemiBold"/>
            </a:endParaRPr>
          </a:p>
        </p:txBody>
      </p:sp>
      <p:sp>
        <p:nvSpPr>
          <p:cNvPr id="27" name="TextBox 26">
            <a:extLst>
              <a:ext uri="{FF2B5EF4-FFF2-40B4-BE49-F238E27FC236}">
                <a16:creationId xmlns:a16="http://schemas.microsoft.com/office/drawing/2014/main" id="{183B4DAD-1A54-EDBC-1D32-0903EE4C9AA5}"/>
              </a:ext>
            </a:extLst>
          </p:cNvPr>
          <p:cNvSpPr txBox="1"/>
          <p:nvPr/>
        </p:nvSpPr>
        <p:spPr>
          <a:xfrm>
            <a:off x="215241" y="5485441"/>
            <a:ext cx="5231177" cy="2062103"/>
          </a:xfrm>
          <a:prstGeom prst="rect">
            <a:avLst/>
          </a:prstGeom>
          <a:noFill/>
        </p:spPr>
        <p:txBody>
          <a:bodyPr wrap="square" lIns="91440" tIns="45720" rIns="91440" bIns="45720" anchor="t">
            <a:spAutoFit/>
          </a:bodyPr>
          <a:lstStyle>
            <a:defPPr algn="l">
              <a:defRPr sz="1600" b="0" spc="0">
                <a:solidFill>
                  <a:srgbClr val="FFFFFF"/>
                </a:solidFill>
                <a:latin typeface="Montserrat SemiBold"/>
                <a:ea typeface="Montserrat SemiBold"/>
                <a:cs typeface="Montserrat SemiBold"/>
              </a:defRPr>
            </a:defPPr>
          </a:lstStyle>
          <a:p>
            <a:pPr marR="0" lvl="0" algn="l" defTabSz="685800">
              <a:lnSpc>
                <a:spcPct val="100000"/>
              </a:lnSpc>
              <a:spcBef>
                <a:spcPts val="0"/>
              </a:spcBef>
              <a:spcAft>
                <a:spcPts val="0"/>
              </a:spcAft>
              <a:buClrTx/>
              <a:buSzTx/>
              <a:buFontTx/>
              <a:buNone/>
              <a:defRPr sz="1600" b="0" spc="0">
                <a:solidFill>
                  <a:srgbClr val="FFFFFF"/>
                </a:solidFill>
                <a:latin typeface="Montserrat SemiBold"/>
                <a:ea typeface="Montserrat SemiBold"/>
                <a:cs typeface="Montserrat SemiBold"/>
              </a:defRPr>
            </a:pPr>
            <a:r>
              <a:rPr sz="1600" b="0" i="0" u="none" strike="noStrike" cap="none" spc="0" baseline="0" dirty="0">
                <a:ln>
                  <a:noFill/>
                </a:ln>
                <a:solidFill>
                  <a:srgbClr val="FFFFFF"/>
                </a:solidFill>
                <a:latin typeface="Montserrat SemiBold"/>
                <a:ea typeface="Montserrat SemiBold"/>
                <a:cs typeface="Montserrat SemiBold"/>
              </a:rPr>
              <a:t>Kharaat-1 (Orebody 1): The reported ore estimate increased from 1,906,145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to 3.0 million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following exploration in 2025.</a:t>
            </a:r>
          </a:p>
          <a:p>
            <a:pPr marR="0" lvl="0" algn="just" defTabSz="685800">
              <a:lnSpc>
                <a:spcPct val="100000"/>
              </a:lnSpc>
              <a:spcBef>
                <a:spcPts val="0"/>
              </a:spcBef>
              <a:spcAft>
                <a:spcPts val="0"/>
              </a:spcAft>
              <a:buClrTx/>
              <a:buSzTx/>
              <a:buFontTx/>
              <a:buNone/>
            </a:pPr>
            <a:endParaRPr sz="1600" b="0" i="0" u="none" strike="noStrike" kern="1200" cap="none" spc="0" baseline="0" dirty="0">
              <a:ln>
                <a:noFill/>
              </a:ln>
              <a:solidFill>
                <a:srgbClr val="FFC000"/>
              </a:solidFill>
              <a:latin typeface="Montserrat SemiBold"/>
              <a:ea typeface="Montserrat SemiBold"/>
              <a:cs typeface="Montserrat SemiBold"/>
            </a:endParaRPr>
          </a:p>
          <a:p>
            <a:pPr marR="0" lvl="0" algn="l" defTabSz="685800">
              <a:lnSpc>
                <a:spcPct val="100000"/>
              </a:lnSpc>
              <a:spcBef>
                <a:spcPts val="0"/>
              </a:spcBef>
              <a:spcAft>
                <a:spcPts val="0"/>
              </a:spcAft>
              <a:buClrTx/>
              <a:buSzTx/>
              <a:buFontTx/>
              <a:buNone/>
              <a:defRPr sz="1600" b="0" spc="0">
                <a:solidFill>
                  <a:srgbClr val="FFFFFF"/>
                </a:solidFill>
                <a:latin typeface="Montserrat SemiBold"/>
                <a:ea typeface="Montserrat SemiBold"/>
                <a:cs typeface="Montserrat SemiBold"/>
              </a:defRPr>
            </a:pPr>
            <a:r>
              <a:rPr sz="1600" b="0" i="0" u="none" strike="noStrike" cap="none" spc="0" baseline="0" dirty="0">
                <a:ln>
                  <a:noFill/>
                </a:ln>
                <a:solidFill>
                  <a:srgbClr val="FFFFFF"/>
                </a:solidFill>
                <a:latin typeface="Montserrat SemiBold"/>
                <a:ea typeface="Montserrat SemiBold"/>
                <a:cs typeface="Montserrat SemiBold"/>
              </a:rPr>
              <a:t>Kharaat-2: The reported B+C estimate is 3.4 million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of ore, containing 28,900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of copper, 1.5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of gold, 32.4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of silver, and 391,900 </a:t>
            </a:r>
            <a:r>
              <a:rPr sz="1600" b="0" i="0" u="none" strike="noStrike" cap="none" spc="0" baseline="0" dirty="0" err="1">
                <a:ln>
                  <a:noFill/>
                </a:ln>
                <a:solidFill>
                  <a:srgbClr val="FFFFFF"/>
                </a:solidFill>
                <a:latin typeface="Montserrat SemiBold"/>
                <a:ea typeface="Montserrat SemiBold"/>
                <a:cs typeface="Montserrat SemiBold"/>
              </a:rPr>
              <a:t>tonnes</a:t>
            </a:r>
            <a:r>
              <a:rPr sz="1600" b="0" i="0" u="none" strike="noStrike" cap="none" spc="0" baseline="0" dirty="0">
                <a:ln>
                  <a:noFill/>
                </a:ln>
                <a:solidFill>
                  <a:srgbClr val="FFFFFF"/>
                </a:solidFill>
                <a:latin typeface="Montserrat SemiBold"/>
                <a:ea typeface="Montserrat SemiBold"/>
                <a:cs typeface="Montserrat SemiBold"/>
              </a:rPr>
              <a:t> of iron.</a:t>
            </a:r>
            <a:endParaRPr sz="1600" b="0" i="0" u="none" strike="noStrike" kern="1200" cap="none" spc="0" baseline="0" dirty="0">
              <a:ln>
                <a:noFill/>
              </a:ln>
              <a:solidFill>
                <a:srgbClr val="FFFFFF"/>
              </a:solidFill>
              <a:latin typeface="Montserrat SemiBold"/>
              <a:ea typeface="Montserrat SemiBold"/>
              <a:cs typeface="Montserrat SemiBold"/>
            </a:endParaRPr>
          </a:p>
        </p:txBody>
      </p:sp>
      <p:sp>
        <p:nvSpPr>
          <p:cNvPr id="38" name="TextBox 37">
            <a:extLst>
              <a:ext uri="{FF2B5EF4-FFF2-40B4-BE49-F238E27FC236}">
                <a16:creationId xmlns:a16="http://schemas.microsoft.com/office/drawing/2014/main" id="{2CB4048F-915B-4DD3-7C74-6D3918C78C9A}"/>
              </a:ext>
            </a:extLst>
          </p:cNvPr>
          <p:cNvSpPr txBox="1"/>
          <p:nvPr/>
        </p:nvSpPr>
        <p:spPr>
          <a:xfrm>
            <a:off x="292837" y="4179445"/>
            <a:ext cx="3852339" cy="738664"/>
          </a:xfrm>
          <a:prstGeom prst="rect">
            <a:avLst/>
          </a:prstGeom>
          <a:noFill/>
        </p:spPr>
        <p:txBody>
          <a:bodyPr wrap="square" lIns="91440" tIns="45720" rIns="91440" bIns="45720" anchor="t">
            <a:spAutoFit/>
          </a:bodyPr>
          <a:lstStyle>
            <a:defPPr algn="l">
              <a:defRPr sz="1400" b="0" spc="0">
                <a:solidFill>
                  <a:srgbClr val="FFFFFF"/>
                </a:solidFill>
                <a:latin typeface="Montserrat SemiBold"/>
                <a:ea typeface="Montserrat SemiBold"/>
                <a:cs typeface="Montserrat SemiBold"/>
              </a:defRPr>
            </a:defPPr>
            <a:lvl1pPr defTabSz="685800">
              <a:buNone/>
              <a:defRPr sz="14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Core drilling: 19,000 </a:t>
            </a:r>
            <a:r>
              <a:rPr sz="1400" b="0" i="0" u="none" strike="noStrike" cap="none" spc="0" baseline="0" dirty="0" err="1">
                <a:ln>
                  <a:noFill/>
                </a:ln>
                <a:solidFill>
                  <a:srgbClr val="FFFFFF"/>
                </a:solidFill>
                <a:latin typeface="Montserrat SemiBold"/>
                <a:ea typeface="Montserrat SemiBold"/>
                <a:cs typeface="Montserrat SemiBold"/>
              </a:rPr>
              <a:t>m</a:t>
            </a:r>
            <a:r>
              <a:rPr lang="en-US" dirty="0" err="1">
                <a:solidFill>
                  <a:srgbClr val="FFFFFF"/>
                </a:solidFill>
              </a:rPr>
              <a:t>etres</a:t>
            </a:r>
            <a:endParaRPr sz="1400" b="0" i="0" u="none" strike="noStrike" kern="1200" cap="none" spc="0" baseline="0" dirty="0">
              <a:ln>
                <a:noFill/>
              </a:ln>
              <a:solidFill>
                <a:srgbClr val="FFFFFF"/>
              </a:solidFill>
              <a:latin typeface="Montserrat SemiBold"/>
              <a:ea typeface="Montserrat SemiBold"/>
              <a:cs typeface="Montserrat SemiBold"/>
            </a:endParaRPr>
          </a:p>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Trenching and excavation:</a:t>
            </a:r>
            <a:endParaRPr lang="en-US" sz="1400" b="0" i="0" u="none" strike="noStrike" cap="none" spc="0" baseline="0" dirty="0">
              <a:ln>
                <a:noFill/>
              </a:ln>
              <a:solidFill>
                <a:srgbClr val="FFFFFF"/>
              </a:solidFill>
              <a:latin typeface="Montserrat SemiBold"/>
              <a:ea typeface="Montserrat SemiBold"/>
              <a:cs typeface="Montserrat SemiBold"/>
            </a:endParaRPr>
          </a:p>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 1,500 m³</a:t>
            </a:r>
            <a:r>
              <a:rPr lang="en-US" sz="1400" b="0" i="0" u="none" strike="noStrike" cap="none" spc="0" baseline="0" dirty="0">
                <a:ln>
                  <a:noFill/>
                </a:ln>
                <a:solidFill>
                  <a:srgbClr val="FFFFFF"/>
                </a:solidFill>
                <a:latin typeface="Montserrat SemiBold"/>
                <a:ea typeface="Montserrat SemiBold"/>
                <a:cs typeface="Montserrat SemiBold"/>
              </a:rPr>
              <a:t> (cubic </a:t>
            </a:r>
            <a:r>
              <a:rPr lang="en-US" sz="1400" b="0" i="0" u="none" strike="noStrike" cap="none" spc="0" baseline="0" dirty="0" err="1">
                <a:ln>
                  <a:noFill/>
                </a:ln>
                <a:solidFill>
                  <a:srgbClr val="FFFFFF"/>
                </a:solidFill>
                <a:latin typeface="Montserrat SemiBold"/>
                <a:ea typeface="Montserrat SemiBold"/>
                <a:cs typeface="Montserrat SemiBold"/>
              </a:rPr>
              <a:t>metres</a:t>
            </a:r>
            <a:r>
              <a:rPr lang="en-US" sz="1400" b="0" i="0" u="none" strike="noStrike" cap="none" spc="0" baseline="0" dirty="0">
                <a:ln>
                  <a:noFill/>
                </a:ln>
                <a:solidFill>
                  <a:srgbClr val="FFFFFF"/>
                </a:solidFill>
                <a:latin typeface="Montserrat SemiBold"/>
                <a:ea typeface="Montserrat SemiBold"/>
                <a:cs typeface="Montserrat SemiBold"/>
              </a:rPr>
              <a:t>)</a:t>
            </a:r>
            <a:endParaRPr sz="1400" b="0" i="0" u="none" strike="noStrike" kern="1200" cap="none" spc="0" baseline="0" dirty="0">
              <a:ln>
                <a:noFill/>
              </a:ln>
              <a:solidFill>
                <a:srgbClr val="FFFFFF"/>
              </a:solidFill>
              <a:latin typeface="Montserrat SemiBold"/>
              <a:ea typeface="Montserrat SemiBold"/>
              <a:cs typeface="Montserrat SemiBold"/>
            </a:endParaRPr>
          </a:p>
        </p:txBody>
      </p:sp>
      <p:sp>
        <p:nvSpPr>
          <p:cNvPr id="42" name="TextBox 41">
            <a:extLst>
              <a:ext uri="{FF2B5EF4-FFF2-40B4-BE49-F238E27FC236}">
                <a16:creationId xmlns:a16="http://schemas.microsoft.com/office/drawing/2014/main" id="{A602D5AB-1069-6D3E-A750-847C8A371E22}"/>
              </a:ext>
            </a:extLst>
          </p:cNvPr>
          <p:cNvSpPr txBox="1"/>
          <p:nvPr/>
        </p:nvSpPr>
        <p:spPr>
          <a:xfrm>
            <a:off x="319774" y="3066929"/>
            <a:ext cx="3215243" cy="1169551"/>
          </a:xfrm>
          <a:prstGeom prst="rect">
            <a:avLst/>
          </a:prstGeom>
          <a:noFill/>
        </p:spPr>
        <p:txBody>
          <a:bodyPr wrap="square" lIns="91440" tIns="45720" rIns="91440" bIns="45720" anchor="t">
            <a:spAutoFit/>
          </a:bodyPr>
          <a:lstStyle>
            <a:defPPr algn="l">
              <a:defRPr sz="1400" b="0" spc="0">
                <a:solidFill>
                  <a:srgbClr val="FFFFFF"/>
                </a:solidFill>
                <a:latin typeface="Montserrat SemiBold"/>
                <a:ea typeface="Montserrat SemiBold"/>
                <a:cs typeface="Montserrat SemiBold"/>
              </a:defRPr>
            </a:defPPr>
            <a:lvl1pPr defTabSz="685800">
              <a:buNone/>
              <a:defRPr sz="14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Geological mapping at 1:25,000 scale, prospecting traverses, and sampling</a:t>
            </a:r>
          </a:p>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Electrical and magnetic geophysical surveys</a:t>
            </a:r>
            <a:endParaRPr sz="1400" b="0" i="0" u="none" strike="noStrike" kern="1200" cap="none" spc="0" baseline="0" dirty="0">
              <a:ln>
                <a:noFill/>
              </a:ln>
              <a:solidFill>
                <a:srgbClr val="FFFFFF"/>
              </a:solidFill>
              <a:latin typeface="Montserrat SemiBold"/>
              <a:ea typeface="Montserrat SemiBold"/>
              <a:cs typeface="Montserrat SemiBold"/>
            </a:endParaRPr>
          </a:p>
        </p:txBody>
      </p:sp>
      <p:sp>
        <p:nvSpPr>
          <p:cNvPr id="78" name="TextBox 77">
            <a:extLst>
              <a:ext uri="{FF2B5EF4-FFF2-40B4-BE49-F238E27FC236}">
                <a16:creationId xmlns:a16="http://schemas.microsoft.com/office/drawing/2014/main" id="{759818DE-2465-AD66-59EF-608935351827}"/>
              </a:ext>
            </a:extLst>
          </p:cNvPr>
          <p:cNvSpPr txBox="1"/>
          <p:nvPr/>
        </p:nvSpPr>
        <p:spPr>
          <a:xfrm>
            <a:off x="7901539" y="6078392"/>
            <a:ext cx="5595733" cy="830997"/>
          </a:xfrm>
          <a:prstGeom prst="rect">
            <a:avLst/>
          </a:prstGeom>
          <a:noFill/>
        </p:spPr>
        <p:txBody>
          <a:bodyPr wrap="square" lIns="91440" tIns="45720" rIns="91440" bIns="45720" anchor="t">
            <a:spAutoFit/>
          </a:bodyPr>
          <a:lstStyle>
            <a:defPPr algn="l">
              <a:defRPr sz="1600" b="0" spc="0">
                <a:solidFill>
                  <a:srgbClr val="FFFFFF"/>
                </a:solidFill>
                <a:latin typeface="Montserrat SemiBold"/>
                <a:ea typeface="Montserrat SemiBold"/>
                <a:cs typeface="Montserrat SemiBold"/>
              </a:defRPr>
            </a:defPPr>
          </a:lstStyle>
          <a:p>
            <a:pPr marR="0" lvl="0" algn="l" defTabSz="685800">
              <a:lnSpc>
                <a:spcPct val="100000"/>
              </a:lnSpc>
              <a:spcBef>
                <a:spcPts val="0"/>
              </a:spcBef>
              <a:spcAft>
                <a:spcPts val="0"/>
              </a:spcAft>
              <a:buClrTx/>
              <a:buSzTx/>
              <a:buFontTx/>
              <a:buNone/>
              <a:defRPr sz="1600" b="0" spc="0">
                <a:solidFill>
                  <a:srgbClr val="FFFFFF"/>
                </a:solidFill>
                <a:latin typeface="Montserrat SemiBold"/>
                <a:ea typeface="Montserrat SemiBold"/>
                <a:cs typeface="Montserrat SemiBold"/>
              </a:defRPr>
            </a:pPr>
            <a:r>
              <a:rPr sz="1600" b="0" i="0" u="none" strike="noStrike" cap="none" spc="0" baseline="0">
                <a:ln>
                  <a:noFill/>
                </a:ln>
                <a:solidFill>
                  <a:srgbClr val="FFFFFF"/>
                </a:solidFill>
                <a:latin typeface="Montserrat SemiBold"/>
                <a:ea typeface="Montserrat SemiBold"/>
                <a:cs typeface="Montserrat SemiBold"/>
              </a:rPr>
              <a:t>Öndörtsagaan-1: The preliminary C+P1 estimate is 8.5 million tonnes of ore, containing 408 tonnes of silver, 99,100 tonnes of lead, and 113,100 tonnes of zinc.</a:t>
            </a:r>
            <a:endParaRPr sz="1600" b="0" i="0" u="none" strike="noStrike" kern="1200" cap="none" spc="0" baseline="0">
              <a:ln>
                <a:noFill/>
              </a:ln>
              <a:solidFill>
                <a:srgbClr val="FFFFFF"/>
              </a:solidFill>
              <a:latin typeface="Montserrat SemiBold"/>
              <a:ea typeface="Montserrat SemiBold"/>
              <a:cs typeface="Montserrat SemiBold"/>
            </a:endParaRPr>
          </a:p>
        </p:txBody>
      </p:sp>
      <p:sp>
        <p:nvSpPr>
          <p:cNvPr id="85" name="object 74">
            <a:extLst>
              <a:ext uri="{FF2B5EF4-FFF2-40B4-BE49-F238E27FC236}">
                <a16:creationId xmlns:a16="http://schemas.microsoft.com/office/drawing/2014/main" id="{AF690FA4-BBED-2E8C-92D1-9A6433A65399}"/>
              </a:ext>
            </a:extLst>
          </p:cNvPr>
          <p:cNvSpPr/>
          <p:nvPr/>
        </p:nvSpPr>
        <p:spPr>
          <a:xfrm>
            <a:off x="8660965" y="5404433"/>
            <a:ext cx="2917630" cy="435667"/>
          </a:xfrm>
          <a:prstGeom prst="roundRect">
            <a:avLst/>
          </a:prstGeom>
          <a:solidFill>
            <a:schemeClr val="tx1"/>
          </a:solidFill>
          <a:ln w="9525">
            <a:solidFill>
              <a:srgbClr val="00B050"/>
            </a:solidFill>
          </a:ln>
        </p:spPr>
        <p:style>
          <a:lnRef idx="1">
            <a:schemeClr val="accent3"/>
          </a:lnRef>
          <a:fillRef idx="2">
            <a:schemeClr val="accent3"/>
          </a:fillRef>
          <a:effectRef idx="1">
            <a:schemeClr val="accent3"/>
          </a:effectRef>
          <a:fontRef idx="minor">
            <a:schemeClr val="dk1"/>
          </a:fontRef>
        </p:style>
        <p:txBody>
          <a:bodyPr wrap="square" lIns="0" tIns="0" rIns="0" bIns="0" rtlCol="0" anchor="ctr">
            <a:noAutofit/>
          </a:bodyPr>
          <a:lstStyle>
            <a:defPPr algn="l">
              <a:defRPr sz="1600" b="1" spc="0">
                <a:solidFill>
                  <a:srgbClr val="FFFFFF"/>
                </a:solidFill>
                <a:latin typeface="Montserrat SemiBold"/>
                <a:ea typeface="Montserrat SemiBold"/>
                <a:cs typeface="Montserrat SemiBold"/>
              </a:defRPr>
            </a:defPPr>
          </a:lstStyle>
          <a:p>
            <a:pPr marR="0" lvl="0" algn="l" defTabSz="914400">
              <a:lnSpc>
                <a:spcPct val="100000"/>
              </a:lnSpc>
              <a:spcBef>
                <a:spcPts val="0"/>
              </a:spcBef>
              <a:spcAft>
                <a:spcPts val="0"/>
              </a:spcAft>
              <a:buClrTx/>
              <a:buSzTx/>
              <a:buFontTx/>
              <a:buNone/>
              <a:defRPr sz="1600" b="1" spc="0">
                <a:solidFill>
                  <a:srgbClr val="FFFFFF"/>
                </a:solidFill>
                <a:latin typeface="Montserrat SemiBold"/>
                <a:ea typeface="Montserrat SemiBold"/>
                <a:cs typeface="Montserrat SemiBold"/>
              </a:defRPr>
            </a:pPr>
            <a:r>
              <a:rPr sz="1600" b="1" i="0" u="none" strike="noStrike" cap="none" spc="0" baseline="0">
                <a:ln>
                  <a:noFill/>
                </a:ln>
                <a:solidFill>
                  <a:srgbClr val="FFFFFF"/>
                </a:solidFill>
                <a:latin typeface="Montserrat SemiBold"/>
                <a:ea typeface="Montserrat SemiBold"/>
                <a:cs typeface="Montserrat SemiBold"/>
              </a:rPr>
              <a:t>Preliminary Estimate</a:t>
            </a:r>
            <a:endParaRPr sz="1600" b="1" i="0" u="none" strike="noStrike" kern="1200" cap="none" spc="0" baseline="0">
              <a:ln>
                <a:noFill/>
              </a:ln>
              <a:solidFill>
                <a:srgbClr val="FFFFFF"/>
              </a:solidFill>
              <a:latin typeface="Montserrat SemiBold"/>
              <a:ea typeface="Montserrat SemiBold"/>
              <a:cs typeface="Montserrat SemiBold"/>
            </a:endParaRPr>
          </a:p>
        </p:txBody>
      </p:sp>
      <p:sp>
        <p:nvSpPr>
          <p:cNvPr id="87" name="TextBox 86">
            <a:extLst>
              <a:ext uri="{FF2B5EF4-FFF2-40B4-BE49-F238E27FC236}">
                <a16:creationId xmlns:a16="http://schemas.microsoft.com/office/drawing/2014/main" id="{2ABCDE94-38BF-20B0-55C5-A5ED0D9DC51F}"/>
              </a:ext>
            </a:extLst>
          </p:cNvPr>
          <p:cNvSpPr txBox="1"/>
          <p:nvPr/>
        </p:nvSpPr>
        <p:spPr>
          <a:xfrm>
            <a:off x="9715500" y="4267200"/>
            <a:ext cx="3810000" cy="954107"/>
          </a:xfrm>
          <a:prstGeom prst="rect">
            <a:avLst/>
          </a:prstGeom>
          <a:noFill/>
        </p:spPr>
        <p:txBody>
          <a:bodyPr wrap="square" lIns="91440" tIns="45720" rIns="91440" bIns="45720" anchor="t">
            <a:spAutoFit/>
          </a:bodyPr>
          <a:lstStyle>
            <a:defPPr algn="l">
              <a:defRPr sz="1400" b="0" spc="0">
                <a:solidFill>
                  <a:srgbClr val="FFFFFF"/>
                </a:solidFill>
                <a:latin typeface="Montserrat SemiBold"/>
                <a:ea typeface="Montserrat SemiBold"/>
                <a:cs typeface="Montserrat SemiBold"/>
              </a:defRPr>
            </a:defPPr>
            <a:lvl1pPr defTabSz="685800">
              <a:buNone/>
              <a:defRPr sz="1400" spc="0">
                <a:solidFill>
                  <a:schemeClr val="bg1"/>
                </a:solidFill>
                <a:latin typeface="Montserrat SemiBold"/>
                <a:ea typeface="Montserrat SemiBold"/>
                <a:cs typeface="Montserrat SemiBold"/>
              </a:defRPr>
            </a:lvl1pPr>
          </a:lstStyle>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Core drilling: 8,500 m</a:t>
            </a:r>
          </a:p>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Magnetic survey: 25 line-km</a:t>
            </a:r>
          </a:p>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Trenching and excavation: </a:t>
            </a:r>
            <a:endParaRPr lang="en-US" sz="1400" b="0" i="0" u="none" strike="noStrike" cap="none" spc="0" baseline="0" dirty="0">
              <a:ln>
                <a:noFill/>
              </a:ln>
              <a:solidFill>
                <a:srgbClr val="FFFFFF"/>
              </a:solidFill>
              <a:latin typeface="Montserrat SemiBold"/>
              <a:ea typeface="Montserrat SemiBold"/>
              <a:cs typeface="Montserrat SemiBold"/>
            </a:endParaRPr>
          </a:p>
          <a:p>
            <a:pPr marR="0" lvl="0" algn="l" defTabSz="685800">
              <a:lnSpc>
                <a:spcPct val="100000"/>
              </a:lnSpc>
              <a:spcBef>
                <a:spcPts val="0"/>
              </a:spcBef>
              <a:spcAft>
                <a:spcPts val="0"/>
              </a:spcAft>
              <a:buClrTx/>
              <a:buSzTx/>
              <a:buFontTx/>
              <a:buNone/>
              <a:defRPr sz="1400" b="0" spc="0">
                <a:solidFill>
                  <a:srgbClr val="FFFFFF"/>
                </a:solidFill>
                <a:latin typeface="Montserrat SemiBold"/>
                <a:ea typeface="Montserrat SemiBold"/>
                <a:cs typeface="Montserrat SemiBold"/>
              </a:defRPr>
            </a:pPr>
            <a:r>
              <a:rPr sz="1400" b="0" i="0" u="none" strike="noStrike" cap="none" spc="0" baseline="0" dirty="0">
                <a:ln>
                  <a:noFill/>
                </a:ln>
                <a:solidFill>
                  <a:srgbClr val="FFFFFF"/>
                </a:solidFill>
                <a:latin typeface="Montserrat SemiBold"/>
                <a:ea typeface="Montserrat SemiBold"/>
                <a:cs typeface="Montserrat SemiBold"/>
              </a:rPr>
              <a:t>700 m³</a:t>
            </a:r>
            <a:r>
              <a:rPr lang="en-US" sz="1400" b="0" i="0" u="none" strike="noStrike" cap="none" spc="0" baseline="0" dirty="0">
                <a:ln>
                  <a:noFill/>
                </a:ln>
                <a:solidFill>
                  <a:srgbClr val="FFFFFF"/>
                </a:solidFill>
                <a:latin typeface="Montserrat SemiBold"/>
                <a:ea typeface="Montserrat SemiBold"/>
                <a:cs typeface="Montserrat SemiBold"/>
              </a:rPr>
              <a:t> (cubic </a:t>
            </a:r>
            <a:r>
              <a:rPr lang="en-US" sz="1400" b="0" i="0" u="none" strike="noStrike" cap="none" spc="0" baseline="0" dirty="0" err="1">
                <a:ln>
                  <a:noFill/>
                </a:ln>
                <a:solidFill>
                  <a:srgbClr val="FFFFFF"/>
                </a:solidFill>
                <a:latin typeface="Montserrat SemiBold"/>
                <a:ea typeface="Montserrat SemiBold"/>
                <a:cs typeface="Montserrat SemiBold"/>
              </a:rPr>
              <a:t>metres</a:t>
            </a:r>
            <a:r>
              <a:rPr lang="en-US" sz="1400" b="0" i="0" u="none" strike="noStrike" cap="none" spc="0" baseline="0" dirty="0">
                <a:ln>
                  <a:noFill/>
                </a:ln>
                <a:solidFill>
                  <a:srgbClr val="FFFFFF"/>
                </a:solidFill>
                <a:latin typeface="Montserrat SemiBold"/>
                <a:ea typeface="Montserrat SemiBold"/>
                <a:cs typeface="Montserrat SemiBold"/>
              </a:rPr>
              <a:t>)</a:t>
            </a:r>
            <a:endParaRPr sz="1400" b="0" i="0" u="none" strike="noStrike" kern="1200" cap="none" spc="0" baseline="0" dirty="0">
              <a:ln>
                <a:noFill/>
              </a:ln>
              <a:solidFill>
                <a:srgbClr val="FFFFFF"/>
              </a:solidFill>
              <a:latin typeface="Montserrat SemiBold"/>
              <a:ea typeface="Montserrat SemiBold"/>
              <a:cs typeface="Montserrat SemiBold"/>
            </a:endParaRPr>
          </a:p>
        </p:txBody>
      </p:sp>
      <p:pic>
        <p:nvPicPr>
          <p:cNvPr id="13" name="Picture 12">
            <a:extLst>
              <a:ext uri="{FF2B5EF4-FFF2-40B4-BE49-F238E27FC236}">
                <a16:creationId xmlns:a16="http://schemas.microsoft.com/office/drawing/2014/main" id="{4E4F6016-59AE-D0D1-EC1D-5C43A2F501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946" y="198431"/>
            <a:ext cx="904333" cy="904333"/>
          </a:xfrm>
          <a:prstGeom prst="rect">
            <a:avLst/>
          </a:prstGeom>
        </p:spPr>
      </p:pic>
      <p:sp>
        <p:nvSpPr>
          <p:cNvPr id="14" name="Rectangle 13">
            <a:extLst>
              <a:ext uri="{FF2B5EF4-FFF2-40B4-BE49-F238E27FC236}">
                <a16:creationId xmlns:a16="http://schemas.microsoft.com/office/drawing/2014/main" id="{A7198349-5F40-F998-1B5D-4AF7E28B0B11}"/>
              </a:ext>
            </a:extLst>
          </p:cNvPr>
          <p:cNvSpPr/>
          <p:nvPr/>
        </p:nvSpPr>
        <p:spPr>
          <a:xfrm>
            <a:off x="10974211" y="133564"/>
            <a:ext cx="2578813" cy="836531"/>
          </a:xfrm>
          <a:prstGeom prst="rect">
            <a:avLst/>
          </a:prstGeom>
          <a:solidFill>
            <a:srgbClr val="00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ontserrat Medium"/>
              <a:ea typeface="+mn-ea"/>
              <a:cs typeface="+mn-cs"/>
            </a:endParaRPr>
          </a:p>
        </p:txBody>
      </p:sp>
      <p:sp>
        <p:nvSpPr>
          <p:cNvPr id="15" name="TextBox 14">
            <a:extLst>
              <a:ext uri="{FF2B5EF4-FFF2-40B4-BE49-F238E27FC236}">
                <a16:creationId xmlns:a16="http://schemas.microsoft.com/office/drawing/2014/main" id="{AF107B93-3AA8-36F2-C7DB-40765425CF9F}"/>
              </a:ext>
            </a:extLst>
          </p:cNvPr>
          <p:cNvSpPr txBox="1"/>
          <p:nvPr/>
        </p:nvSpPr>
        <p:spPr>
          <a:xfrm>
            <a:off x="9382125" y="381000"/>
            <a:ext cx="4048125" cy="409575"/>
          </a:xfrm>
          <a:prstGeom prst="rect">
            <a:avLst/>
          </a:prstGeom>
          <a:noFill/>
        </p:spPr>
        <p:txBody>
          <a:bodyPr wrap="square">
            <a:spAutoFit/>
          </a:bodyPr>
          <a:lstStyle>
            <a:defPPr algn="l">
              <a:defRPr sz="1900" b="0" spc="0">
                <a:solidFill>
                  <a:srgbClr val="FFFFFF"/>
                </a:solidFill>
                <a:latin typeface="Montserrat Medium"/>
                <a:ea typeface="Montserrat Medium"/>
                <a:cs typeface="Montserrat Medium"/>
              </a:defRPr>
            </a:defPPr>
          </a:lstStyle>
          <a:p>
            <a:pPr lvl="1" algn="l">
              <a:buNone/>
              <a:defRPr sz="1900" b="0" spc="0">
                <a:solidFill>
                  <a:srgbClr val="FFFFFF"/>
                </a:solidFill>
                <a:latin typeface="Montserrat Medium"/>
                <a:ea typeface="Montserrat Medium"/>
                <a:cs typeface="Montserrat Medium"/>
              </a:defRPr>
            </a:pPr>
            <a:r>
              <a:rPr sz="1900" b="0" spc="0">
                <a:solidFill>
                  <a:srgbClr val="FFFFFF"/>
                </a:solidFill>
                <a:latin typeface="Montserrat Medium"/>
                <a:ea typeface="Montserrat Medium"/>
                <a:cs typeface="Montserrat Medium"/>
              </a:rPr>
              <a:t>POLYMETALLIC PROJECTS</a:t>
            </a:r>
          </a:p>
        </p:txBody>
      </p:sp>
    </p:spTree>
    <p:extLst>
      <p:ext uri="{BB962C8B-B14F-4D97-AF65-F5344CB8AC3E}">
        <p14:creationId xmlns:p14="http://schemas.microsoft.com/office/powerpoint/2010/main" val="68990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DC7A-EB89-D643-5823-8491F3C9D742}"/>
            </a:ext>
          </a:extLst>
        </p:cNvPr>
        <p:cNvGrpSpPr/>
        <p:nvPr/>
      </p:nvGrpSpPr>
      <p:grpSpPr>
        <a:xfrm>
          <a:off x="0" y="0"/>
          <a:ext cx="0" cy="0"/>
          <a:chOff x="0" y="0"/>
          <a:chExt cx="0" cy="0"/>
        </a:xfrm>
      </p:grpSpPr>
      <p:sp>
        <p:nvSpPr>
          <p:cNvPr id="95" name="TextBox 94">
            <a:extLst>
              <a:ext uri="{FF2B5EF4-FFF2-40B4-BE49-F238E27FC236}">
                <a16:creationId xmlns:a16="http://schemas.microsoft.com/office/drawing/2014/main" id="{4DD9ADB5-9646-3A44-C882-A9139EA5C2E6}"/>
              </a:ext>
            </a:extLst>
          </p:cNvPr>
          <p:cNvSpPr txBox="1"/>
          <p:nvPr/>
        </p:nvSpPr>
        <p:spPr>
          <a:xfrm>
            <a:off x="1552395" y="358379"/>
            <a:ext cx="3923119" cy="65030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Montserrat ExtraBold"/>
                <a:ea typeface="+mn-ea"/>
                <a:cs typeface="+mn-cs"/>
              </a:rPr>
              <a:t>MONGOLROSTSVETMET SOE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C000"/>
                </a:solidFill>
                <a:effectLst/>
                <a:uLnTx/>
                <a:uFillTx/>
                <a:latin typeface="Montserrat ExtraBold"/>
                <a:ea typeface="+mn-ea"/>
                <a:cs typeface="+mn-cs"/>
              </a:rPr>
              <a:t>Critical Minerals Assessment</a:t>
            </a:r>
            <a:endParaRPr kumimoji="0" lang="mn-MN" sz="1800" b="0" i="0" u="none" strike="noStrike" kern="1200" cap="none" spc="0" normalizeH="0" baseline="0" noProof="0" dirty="0">
              <a:ln>
                <a:noFill/>
              </a:ln>
              <a:solidFill>
                <a:srgbClr val="FFC000"/>
              </a:solidFill>
              <a:effectLst/>
              <a:uLnTx/>
              <a:uFillTx/>
              <a:latin typeface="Montserrat ExtraBold"/>
              <a:ea typeface="+mn-ea"/>
              <a:cs typeface="+mn-cs"/>
            </a:endParaRPr>
          </a:p>
        </p:txBody>
      </p:sp>
      <p:pic>
        <p:nvPicPr>
          <p:cNvPr id="13" name="Picture 12">
            <a:extLst>
              <a:ext uri="{FF2B5EF4-FFF2-40B4-BE49-F238E27FC236}">
                <a16:creationId xmlns:a16="http://schemas.microsoft.com/office/drawing/2014/main" id="{4C57A432-7C51-3B95-D958-3A70DE592E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946" y="198431"/>
            <a:ext cx="904333" cy="904333"/>
          </a:xfrm>
          <a:prstGeom prst="rect">
            <a:avLst/>
          </a:prstGeom>
        </p:spPr>
      </p:pic>
      <p:sp>
        <p:nvSpPr>
          <p:cNvPr id="14" name="TextBox 13">
            <a:extLst>
              <a:ext uri="{FF2B5EF4-FFF2-40B4-BE49-F238E27FC236}">
                <a16:creationId xmlns:a16="http://schemas.microsoft.com/office/drawing/2014/main" id="{40935425-86FE-A556-8C21-4871BA7A4881}"/>
              </a:ext>
            </a:extLst>
          </p:cNvPr>
          <p:cNvSpPr txBox="1"/>
          <p:nvPr/>
        </p:nvSpPr>
        <p:spPr>
          <a:xfrm>
            <a:off x="333375" y="1228725"/>
            <a:ext cx="6524625" cy="419100"/>
          </a:xfrm>
          <a:prstGeom prst="rect">
            <a:avLst/>
          </a:prstGeom>
          <a:noFill/>
        </p:spPr>
        <p:txBody>
          <a:bodyPr wrap="square" rtlCol="0" anchor="b">
            <a:spAutoFit/>
          </a:bodyPr>
          <a:lstStyle>
            <a:defPPr algn="ctr">
              <a:defRPr sz="1500" b="1" spc="0">
                <a:solidFill>
                  <a:srgbClr val="FFC000"/>
                </a:solidFill>
                <a:latin typeface="Arial"/>
                <a:ea typeface="Arial"/>
                <a:cs typeface="Arial"/>
              </a:defRPr>
            </a:defPPr>
            <a:lvl1pPr algn="ctr">
              <a:lnSpc>
                <a:spcPts val="9400"/>
              </a:lnSpc>
              <a:buNone/>
              <a:defRPr sz="7400" b="1" spc="0">
                <a:solidFill>
                  <a:srgbClr val="111340"/>
                </a:solidFill>
                <a:latin typeface="Poppins"/>
                <a:ea typeface="Poppins"/>
                <a:cs typeface="Poppins"/>
              </a:defRPr>
            </a:lvl1pPr>
          </a:lstStyle>
          <a:p>
            <a:pPr marR="0" lvl="0" algn="ctr" defTabSz="914400">
              <a:lnSpc>
                <a:spcPct val="100000"/>
              </a:lnSpc>
              <a:spcBef>
                <a:spcPts val="0"/>
              </a:spcBef>
              <a:spcAft>
                <a:spcPts val="0"/>
              </a:spcAft>
              <a:buClrTx/>
              <a:buSzTx/>
              <a:buFontTx/>
              <a:buNone/>
              <a:defRPr sz="1500" b="1" spc="0">
                <a:solidFill>
                  <a:srgbClr val="FFC000"/>
                </a:solidFill>
                <a:latin typeface="Arial"/>
                <a:ea typeface="Arial"/>
                <a:cs typeface="Arial"/>
              </a:defRPr>
            </a:pPr>
            <a:r>
              <a:rPr sz="1500" b="1" i="0" u="none" strike="noStrike" cap="none" spc="0" baseline="0">
                <a:ln>
                  <a:noFill/>
                </a:ln>
                <a:solidFill>
                  <a:srgbClr val="FFC000"/>
                </a:solidFill>
                <a:latin typeface="Arial"/>
                <a:ea typeface="Arial"/>
                <a:cs typeface="Arial"/>
              </a:rPr>
              <a:t>1. Zuun Unegt deposit (Khokhdel)</a:t>
            </a:r>
          </a:p>
          <a:p>
            <a:pPr marR="0" lvl="0" algn="ctr" defTabSz="914400">
              <a:lnSpc>
                <a:spcPct val="100000"/>
              </a:lnSpc>
              <a:spcBef>
                <a:spcPts val="0"/>
              </a:spcBef>
              <a:spcAft>
                <a:spcPts val="0"/>
              </a:spcAft>
              <a:buClrTx/>
              <a:buSzTx/>
              <a:buFontTx/>
              <a:buNone/>
              <a:defRPr sz="1500" b="1" spc="0">
                <a:solidFill>
                  <a:srgbClr val="FFC000"/>
                </a:solidFill>
                <a:latin typeface="Arial"/>
                <a:ea typeface="Arial"/>
                <a:cs typeface="Arial"/>
              </a:defRPr>
            </a:pPr>
            <a:r>
              <a:rPr sz="1500" b="1" i="0" u="none" strike="noStrike" cap="none" spc="0" baseline="0">
                <a:ln>
                  <a:noFill/>
                </a:ln>
                <a:solidFill>
                  <a:srgbClr val="FFC000"/>
                </a:solidFill>
                <a:latin typeface="Arial"/>
                <a:ea typeface="Arial"/>
                <a:cs typeface="Arial"/>
              </a:rPr>
              <a:t>Mining licence No. MV-004487</a:t>
            </a:r>
          </a:p>
        </p:txBody>
      </p:sp>
      <p:sp>
        <p:nvSpPr>
          <p:cNvPr id="16" name="TextBox 15">
            <a:extLst>
              <a:ext uri="{FF2B5EF4-FFF2-40B4-BE49-F238E27FC236}">
                <a16:creationId xmlns:a16="http://schemas.microsoft.com/office/drawing/2014/main" id="{EF9FA1AA-0469-C4E8-6A1D-7013233DFB0E}"/>
              </a:ext>
            </a:extLst>
          </p:cNvPr>
          <p:cNvSpPr txBox="1"/>
          <p:nvPr/>
        </p:nvSpPr>
        <p:spPr>
          <a:xfrm>
            <a:off x="722207" y="1857936"/>
            <a:ext cx="5797228" cy="323165"/>
          </a:xfrm>
          <a:prstGeom prst="rect">
            <a:avLst/>
          </a:prstGeom>
          <a:noFill/>
        </p:spPr>
        <p:txBody>
          <a:bodyPr wrap="square" rtlCol="0">
            <a:spAutoFit/>
          </a:bodyPr>
          <a:lstStyle>
            <a:defPPr algn="l">
              <a:defRPr sz="1600" b="0" spc="0">
                <a:solidFill>
                  <a:srgbClr val="FFC000"/>
                </a:solidFill>
                <a:latin typeface="Arial"/>
                <a:ea typeface="Arial"/>
                <a:cs typeface="Arial"/>
              </a:defRPr>
            </a:defPPr>
          </a:lstStyle>
          <a:p>
            <a:pPr marR="0" lvl="0" algn="l" defTabSz="914400">
              <a:lnSpc>
                <a:spcPts val="1800"/>
              </a:lnSpc>
              <a:spcBef>
                <a:spcPts val="0"/>
              </a:spcBef>
              <a:spcAft>
                <a:spcPts val="0"/>
              </a:spcAft>
              <a:buClrTx/>
              <a:buSzTx/>
              <a:buFontTx/>
              <a:buNone/>
              <a:defRPr sz="1600" b="0" spc="0">
                <a:solidFill>
                  <a:srgbClr val="FFC000"/>
                </a:solidFill>
                <a:latin typeface="Arial"/>
                <a:ea typeface="Arial"/>
                <a:cs typeface="Arial"/>
              </a:defRPr>
            </a:pPr>
            <a:r>
              <a:rPr sz="1600" b="0" i="0" u="none" strike="noStrike" cap="none" spc="0" baseline="0" dirty="0">
                <a:ln>
                  <a:noFill/>
                </a:ln>
                <a:solidFill>
                  <a:srgbClr val="FFC000"/>
                </a:solidFill>
                <a:latin typeface="Arial"/>
                <a:ea typeface="Arial"/>
                <a:cs typeface="Arial"/>
              </a:rPr>
              <a:t>Location: </a:t>
            </a:r>
            <a:r>
              <a:rPr sz="1600" b="0" i="0" u="none" strike="noStrike" cap="none" spc="0" baseline="0" dirty="0" err="1">
                <a:ln>
                  <a:noFill/>
                </a:ln>
                <a:solidFill>
                  <a:srgbClr val="FFC000"/>
                </a:solidFill>
                <a:latin typeface="Arial"/>
                <a:ea typeface="Arial"/>
                <a:cs typeface="Arial"/>
              </a:rPr>
              <a:t>Bayanjargalan</a:t>
            </a:r>
            <a:r>
              <a:rPr sz="1600" b="0" i="0" u="none" strike="noStrike" cap="none" spc="0" baseline="0" dirty="0">
                <a:ln>
                  <a:noFill/>
                </a:ln>
                <a:solidFill>
                  <a:srgbClr val="FFC000"/>
                </a:solidFill>
                <a:latin typeface="Arial"/>
                <a:ea typeface="Arial"/>
                <a:cs typeface="Arial"/>
              </a:rPr>
              <a:t> sum, </a:t>
            </a:r>
            <a:r>
              <a:rPr sz="1600" b="0" i="0" u="none" strike="noStrike" cap="none" spc="0" baseline="0" dirty="0" err="1">
                <a:ln>
                  <a:noFill/>
                </a:ln>
                <a:solidFill>
                  <a:srgbClr val="FFC000"/>
                </a:solidFill>
                <a:latin typeface="Arial"/>
                <a:ea typeface="Arial"/>
                <a:cs typeface="Arial"/>
              </a:rPr>
              <a:t>Dundgovi</a:t>
            </a:r>
            <a:r>
              <a:rPr sz="1600" b="0" i="0" u="none" strike="noStrike" cap="none" spc="0" baseline="0" dirty="0">
                <a:ln>
                  <a:noFill/>
                </a:ln>
                <a:solidFill>
                  <a:srgbClr val="FFC000"/>
                </a:solidFill>
                <a:latin typeface="Arial"/>
                <a:ea typeface="Arial"/>
                <a:cs typeface="Arial"/>
              </a:rPr>
              <a:t> Province.</a:t>
            </a:r>
          </a:p>
        </p:txBody>
      </p:sp>
      <p:pic>
        <p:nvPicPr>
          <p:cNvPr id="21" name="Picture 20">
            <a:extLst>
              <a:ext uri="{FF2B5EF4-FFF2-40B4-BE49-F238E27FC236}">
                <a16:creationId xmlns:a16="http://schemas.microsoft.com/office/drawing/2014/main" id="{9C65E87E-5135-14BB-D324-F45F7D077EBB}"/>
              </a:ext>
            </a:extLst>
          </p:cNvPr>
          <p:cNvPicPr>
            <a:picLocks noChangeAspect="1"/>
          </p:cNvPicPr>
          <p:nvPr/>
        </p:nvPicPr>
        <p:blipFill rotWithShape="1">
          <a:blip r:embed="rId3"/>
          <a:srcRect l="73379" t="17033" r="3718" b="68329"/>
          <a:stretch/>
        </p:blipFill>
        <p:spPr>
          <a:xfrm>
            <a:off x="702658" y="2515915"/>
            <a:ext cx="5975529" cy="1567293"/>
          </a:xfrm>
          <a:prstGeom prst="rect">
            <a:avLst/>
          </a:prstGeom>
        </p:spPr>
      </p:pic>
      <p:sp>
        <p:nvSpPr>
          <p:cNvPr id="23" name="Rectangle 22">
            <a:extLst>
              <a:ext uri="{FF2B5EF4-FFF2-40B4-BE49-F238E27FC236}">
                <a16:creationId xmlns:a16="http://schemas.microsoft.com/office/drawing/2014/main" id="{A0282068-79FA-AF3B-F2EB-3A81A81A93F9}"/>
              </a:ext>
            </a:extLst>
          </p:cNvPr>
          <p:cNvSpPr/>
          <p:nvPr/>
        </p:nvSpPr>
        <p:spPr>
          <a:xfrm>
            <a:off x="269467" y="3663956"/>
            <a:ext cx="5975530" cy="419647"/>
          </a:xfrm>
          <a:prstGeom prst="rect">
            <a:avLst/>
          </a:prstGeom>
          <a:noFill/>
          <a:ln w="571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26" name="Rectangle 25">
            <a:extLst>
              <a:ext uri="{FF2B5EF4-FFF2-40B4-BE49-F238E27FC236}">
                <a16:creationId xmlns:a16="http://schemas.microsoft.com/office/drawing/2014/main" id="{D8B1C36C-A099-C38F-B775-C690A0072FE2}"/>
              </a:ext>
            </a:extLst>
          </p:cNvPr>
          <p:cNvSpPr/>
          <p:nvPr/>
        </p:nvSpPr>
        <p:spPr>
          <a:xfrm>
            <a:off x="2587541" y="2614482"/>
            <a:ext cx="377072" cy="1469121"/>
          </a:xfrm>
          <a:prstGeom prst="rect">
            <a:avLst/>
          </a:prstGeom>
          <a:no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31" name="Rectangle 30">
            <a:extLst>
              <a:ext uri="{FF2B5EF4-FFF2-40B4-BE49-F238E27FC236}">
                <a16:creationId xmlns:a16="http://schemas.microsoft.com/office/drawing/2014/main" id="{CBB13EFF-A058-889C-61B1-D489D123FEE3}"/>
              </a:ext>
            </a:extLst>
          </p:cNvPr>
          <p:cNvSpPr/>
          <p:nvPr/>
        </p:nvSpPr>
        <p:spPr>
          <a:xfrm>
            <a:off x="5611379" y="2563631"/>
            <a:ext cx="377072" cy="1469121"/>
          </a:xfrm>
          <a:prstGeom prst="rect">
            <a:avLst/>
          </a:prstGeom>
          <a:no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3" name="Rectangle 2">
            <a:extLst>
              <a:ext uri="{FF2B5EF4-FFF2-40B4-BE49-F238E27FC236}">
                <a16:creationId xmlns:a16="http://schemas.microsoft.com/office/drawing/2014/main" id="{1A0E9E6B-BC96-0437-A6AC-4A0A62E1E824}"/>
              </a:ext>
            </a:extLst>
          </p:cNvPr>
          <p:cNvSpPr/>
          <p:nvPr/>
        </p:nvSpPr>
        <p:spPr>
          <a:xfrm>
            <a:off x="11075542" y="123290"/>
            <a:ext cx="2578813" cy="836531"/>
          </a:xfrm>
          <a:prstGeom prst="rect">
            <a:avLst/>
          </a:prstGeom>
          <a:solidFill>
            <a:srgbClr val="00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ontserrat Medium"/>
              <a:ea typeface="+mn-ea"/>
              <a:cs typeface="+mn-cs"/>
            </a:endParaRPr>
          </a:p>
        </p:txBody>
      </p:sp>
      <p:sp>
        <p:nvSpPr>
          <p:cNvPr id="4" name="TextBox 3">
            <a:extLst>
              <a:ext uri="{FF2B5EF4-FFF2-40B4-BE49-F238E27FC236}">
                <a16:creationId xmlns:a16="http://schemas.microsoft.com/office/drawing/2014/main" id="{4B093949-2CDE-2750-8081-4C0749017236}"/>
              </a:ext>
            </a:extLst>
          </p:cNvPr>
          <p:cNvSpPr txBox="1"/>
          <p:nvPr/>
        </p:nvSpPr>
        <p:spPr>
          <a:xfrm>
            <a:off x="333375" y="4343400"/>
            <a:ext cx="6286500" cy="1095375"/>
          </a:xfrm>
          <a:prstGeom prst="rect">
            <a:avLst/>
          </a:prstGeom>
          <a:noFill/>
        </p:spPr>
        <p:txBody>
          <a:bodyPr wrap="square" rtlCol="0" anchor="b">
            <a:spAutoFit/>
          </a:bodyPr>
          <a:lstStyle>
            <a:defPPr algn="ctr">
              <a:defRPr sz="1600" b="1" spc="0">
                <a:solidFill>
                  <a:srgbClr val="FFC000"/>
                </a:solidFill>
                <a:latin typeface="Arial"/>
                <a:ea typeface="Arial"/>
                <a:cs typeface="Arial"/>
              </a:defRPr>
            </a:defPPr>
            <a:lvl1pPr algn="ctr">
              <a:lnSpc>
                <a:spcPts val="9400"/>
              </a:lnSpc>
              <a:buNone/>
              <a:defRPr sz="7400" b="1" spc="0">
                <a:solidFill>
                  <a:srgbClr val="111340"/>
                </a:solidFill>
                <a:latin typeface="Poppins"/>
                <a:ea typeface="Poppins"/>
                <a:cs typeface="Poppins"/>
              </a:defRPr>
            </a:lvl1pPr>
          </a:lstStyle>
          <a:p>
            <a:pPr marR="0" lvl="0" algn="ctr" defTabSz="914400">
              <a:lnSpc>
                <a:spcPct val="100000"/>
              </a:lnSpc>
              <a:spcBef>
                <a:spcPts val="0"/>
              </a:spcBef>
              <a:spcAft>
                <a:spcPts val="0"/>
              </a:spcAft>
              <a:buClrTx/>
              <a:buSzTx/>
              <a:buFontTx/>
              <a:buNone/>
              <a:defRPr sz="1600" b="1" spc="0">
                <a:solidFill>
                  <a:srgbClr val="FFC000"/>
                </a:solidFill>
                <a:latin typeface="Arial"/>
                <a:ea typeface="Arial"/>
                <a:cs typeface="Arial"/>
              </a:defRPr>
            </a:pPr>
            <a:r>
              <a:rPr sz="1600" b="1" i="0" u="none" strike="noStrike" cap="none" spc="0" baseline="0">
                <a:ln>
                  <a:noFill/>
                </a:ln>
                <a:solidFill>
                  <a:srgbClr val="FFC000"/>
                </a:solidFill>
                <a:latin typeface="Arial"/>
                <a:ea typeface="Arial"/>
                <a:cs typeface="Arial"/>
              </a:rPr>
              <a:t>3. Örgön deposits</a:t>
            </a:r>
          </a:p>
          <a:p>
            <a:pPr marR="0" lvl="0" algn="ctr" defTabSz="914400">
              <a:lnSpc>
                <a:spcPct val="100000"/>
              </a:lnSpc>
              <a:spcBef>
                <a:spcPts val="0"/>
              </a:spcBef>
              <a:spcAft>
                <a:spcPts val="0"/>
              </a:spcAft>
              <a:buClrTx/>
              <a:buSzTx/>
              <a:buFontTx/>
              <a:buNone/>
              <a:defRPr sz="1600" b="1" spc="0">
                <a:solidFill>
                  <a:srgbClr val="FFC000"/>
                </a:solidFill>
                <a:latin typeface="Arial"/>
                <a:ea typeface="Arial"/>
                <a:cs typeface="Arial"/>
              </a:defRPr>
            </a:pPr>
            <a:r>
              <a:rPr sz="1600" b="1" i="0" u="none" strike="noStrike" cap="none" spc="0" baseline="0">
                <a:ln>
                  <a:noFill/>
                </a:ln>
                <a:solidFill>
                  <a:srgbClr val="FFC000"/>
                </a:solidFill>
                <a:latin typeface="Arial"/>
                <a:ea typeface="Arial"/>
                <a:cs typeface="Arial"/>
              </a:rPr>
              <a:t>Zone 9: MV-012884</a:t>
            </a:r>
          </a:p>
          <a:p>
            <a:pPr marR="0" lvl="0" algn="ctr" defTabSz="914400">
              <a:lnSpc>
                <a:spcPct val="100000"/>
              </a:lnSpc>
              <a:spcBef>
                <a:spcPts val="0"/>
              </a:spcBef>
              <a:spcAft>
                <a:spcPts val="0"/>
              </a:spcAft>
              <a:buClrTx/>
              <a:buSzTx/>
              <a:buFontTx/>
              <a:buNone/>
              <a:defRPr sz="1600" b="1" spc="0">
                <a:solidFill>
                  <a:srgbClr val="FFC000"/>
                </a:solidFill>
                <a:latin typeface="Arial"/>
                <a:ea typeface="Arial"/>
                <a:cs typeface="Arial"/>
              </a:defRPr>
            </a:pPr>
            <a:r>
              <a:rPr sz="1600" b="1" i="0" u="none" strike="noStrike" cap="none" spc="0" baseline="0">
                <a:ln>
                  <a:noFill/>
                </a:ln>
                <a:solidFill>
                  <a:srgbClr val="FFC000"/>
                </a:solidFill>
                <a:latin typeface="Arial"/>
                <a:ea typeface="Arial"/>
                <a:cs typeface="Arial"/>
              </a:rPr>
              <a:t>Zone 8: MV-013440</a:t>
            </a:r>
          </a:p>
          <a:p>
            <a:pPr marR="0" lvl="0" algn="ctr" defTabSz="914400">
              <a:lnSpc>
                <a:spcPct val="100000"/>
              </a:lnSpc>
              <a:spcBef>
                <a:spcPts val="0"/>
              </a:spcBef>
              <a:spcAft>
                <a:spcPts val="0"/>
              </a:spcAft>
              <a:buClrTx/>
              <a:buSzTx/>
              <a:buFontTx/>
              <a:buNone/>
              <a:defRPr sz="1600" b="1" spc="0">
                <a:solidFill>
                  <a:srgbClr val="FFC000"/>
                </a:solidFill>
                <a:latin typeface="Arial"/>
                <a:ea typeface="Arial"/>
                <a:cs typeface="Arial"/>
              </a:defRPr>
            </a:pPr>
            <a:r>
              <a:rPr sz="1600" b="1" i="0" u="none" strike="noStrike" cap="none" spc="0" baseline="0">
                <a:ln>
                  <a:noFill/>
                </a:ln>
                <a:solidFill>
                  <a:srgbClr val="FFC000"/>
                </a:solidFill>
                <a:latin typeface="Arial"/>
                <a:ea typeface="Arial"/>
                <a:cs typeface="Arial"/>
              </a:rPr>
              <a:t>Zone 14: MV-000164</a:t>
            </a:r>
            <a:endParaRPr sz="1600" b="1" i="0" u="none" strike="noStrike" kern="1200" cap="none" spc="0" baseline="0">
              <a:ln>
                <a:noFill/>
              </a:ln>
              <a:solidFill>
                <a:srgbClr val="FFC000"/>
              </a:solidFill>
              <a:latin typeface="Arial"/>
              <a:ea typeface="Arial"/>
              <a:cs typeface="Arial"/>
            </a:endParaRPr>
          </a:p>
        </p:txBody>
      </p:sp>
      <p:sp>
        <p:nvSpPr>
          <p:cNvPr id="6" name="TextBox 5">
            <a:extLst>
              <a:ext uri="{FF2B5EF4-FFF2-40B4-BE49-F238E27FC236}">
                <a16:creationId xmlns:a16="http://schemas.microsoft.com/office/drawing/2014/main" id="{A4E1B3C8-5D56-6523-7974-AECA5E2D373B}"/>
              </a:ext>
            </a:extLst>
          </p:cNvPr>
          <p:cNvSpPr txBox="1"/>
          <p:nvPr/>
        </p:nvSpPr>
        <p:spPr>
          <a:xfrm>
            <a:off x="657745" y="5541290"/>
            <a:ext cx="6048793" cy="784830"/>
          </a:xfrm>
          <a:prstGeom prst="rect">
            <a:avLst/>
          </a:prstGeom>
          <a:noFill/>
        </p:spPr>
        <p:txBody>
          <a:bodyPr wrap="square" rtlCol="0">
            <a:spAutoFit/>
          </a:bodyPr>
          <a:lstStyle>
            <a:defPPr algn="l">
              <a:defRPr sz="1500" b="0" spc="0">
                <a:solidFill>
                  <a:srgbClr val="FFFFFF"/>
                </a:solidFill>
                <a:latin typeface="Arial"/>
                <a:ea typeface="Arial"/>
                <a:cs typeface="Arial"/>
              </a:defRPr>
            </a:defPPr>
          </a:lstStyle>
          <a:p>
            <a:pPr marR="0" lvl="0" algn="l" defTabSz="914400">
              <a:lnSpc>
                <a:spcPts val="1800"/>
              </a:lnSpc>
              <a:spcBef>
                <a:spcPts val="0"/>
              </a:spcBef>
              <a:spcAft>
                <a:spcPts val="0"/>
              </a:spcAft>
              <a:buClrTx/>
              <a:buSzTx/>
              <a:buFontTx/>
              <a:buNone/>
              <a:defRPr sz="1500" b="0" spc="0">
                <a:solidFill>
                  <a:srgbClr val="FFFFFF"/>
                </a:solidFill>
                <a:latin typeface="Arial"/>
                <a:ea typeface="Arial"/>
                <a:cs typeface="Arial"/>
              </a:defRPr>
            </a:pPr>
            <a:r>
              <a:rPr sz="1500" b="0" i="0" u="none" strike="noStrike" cap="none" spc="0" baseline="0" dirty="0">
                <a:ln>
                  <a:noFill/>
                </a:ln>
                <a:solidFill>
                  <a:srgbClr val="FFFFFF"/>
                </a:solidFill>
                <a:latin typeface="Arial"/>
                <a:ea typeface="Arial"/>
                <a:cs typeface="Arial"/>
              </a:rPr>
              <a:t>Location: </a:t>
            </a:r>
            <a:r>
              <a:rPr sz="1500" b="0" i="0" u="none" strike="noStrike" cap="none" spc="0" baseline="0" dirty="0" err="1">
                <a:ln>
                  <a:noFill/>
                </a:ln>
                <a:solidFill>
                  <a:srgbClr val="FFFFFF"/>
                </a:solidFill>
                <a:latin typeface="Arial"/>
                <a:ea typeface="Arial"/>
                <a:cs typeface="Arial"/>
              </a:rPr>
              <a:t>Örgön</a:t>
            </a:r>
            <a:r>
              <a:rPr sz="1500" b="0" i="0" u="none" strike="noStrike" cap="none" spc="0" baseline="0" dirty="0">
                <a:ln>
                  <a:noFill/>
                </a:ln>
                <a:solidFill>
                  <a:srgbClr val="FFFFFF"/>
                </a:solidFill>
                <a:latin typeface="Arial"/>
                <a:ea typeface="Arial"/>
                <a:cs typeface="Arial"/>
              </a:rPr>
              <a:t> </a:t>
            </a:r>
            <a:r>
              <a:rPr sz="1500" b="0" i="0" u="none" strike="noStrike" cap="none" spc="0" baseline="0" dirty="0" err="1">
                <a:ln>
                  <a:noFill/>
                </a:ln>
                <a:solidFill>
                  <a:srgbClr val="FFFFFF"/>
                </a:solidFill>
                <a:latin typeface="Arial"/>
                <a:ea typeface="Arial"/>
                <a:cs typeface="Arial"/>
              </a:rPr>
              <a:t>som</a:t>
            </a:r>
            <a:r>
              <a:rPr sz="1500" b="0" i="0" u="none" strike="noStrike" cap="none" spc="0" baseline="0" dirty="0">
                <a:ln>
                  <a:noFill/>
                </a:ln>
                <a:solidFill>
                  <a:srgbClr val="FFFFFF"/>
                </a:solidFill>
                <a:latin typeface="Arial"/>
                <a:ea typeface="Arial"/>
                <a:cs typeface="Arial"/>
              </a:rPr>
              <a:t>, </a:t>
            </a:r>
            <a:r>
              <a:rPr sz="1500" b="0" i="0" u="none" strike="noStrike" cap="none" spc="0" baseline="0" dirty="0" err="1">
                <a:ln>
                  <a:noFill/>
                </a:ln>
                <a:solidFill>
                  <a:srgbClr val="FFFFFF"/>
                </a:solidFill>
                <a:latin typeface="Arial"/>
                <a:ea typeface="Arial"/>
                <a:cs typeface="Arial"/>
              </a:rPr>
              <a:t>Dornogovi</a:t>
            </a:r>
            <a:r>
              <a:rPr sz="1500" b="0" i="0" u="none" strike="noStrike" cap="none" spc="0" baseline="0" dirty="0">
                <a:ln>
                  <a:noFill/>
                </a:ln>
                <a:solidFill>
                  <a:srgbClr val="FFFFFF"/>
                </a:solidFill>
                <a:latin typeface="Arial"/>
                <a:ea typeface="Arial"/>
                <a:cs typeface="Arial"/>
              </a:rPr>
              <a:t> Province. </a:t>
            </a:r>
            <a:r>
              <a:rPr sz="1500" b="0" i="0" u="none" strike="noStrike" cap="none" spc="0" baseline="0" dirty="0" err="1">
                <a:ln>
                  <a:noFill/>
                </a:ln>
                <a:solidFill>
                  <a:srgbClr val="FFFFFF"/>
                </a:solidFill>
                <a:latin typeface="Arial"/>
                <a:ea typeface="Arial"/>
                <a:cs typeface="Arial"/>
              </a:rPr>
              <a:t>Sainshand</a:t>
            </a:r>
            <a:r>
              <a:rPr sz="1500" b="0" i="0" u="none" strike="noStrike" cap="none" spc="0" baseline="0" dirty="0">
                <a:ln>
                  <a:noFill/>
                </a:ln>
                <a:solidFill>
                  <a:srgbClr val="FFFFFF"/>
                </a:solidFill>
                <a:latin typeface="Arial"/>
                <a:ea typeface="Arial"/>
                <a:cs typeface="Arial"/>
              </a:rPr>
              <a:t> is 60 km northwest of the deposit. </a:t>
            </a:r>
            <a:r>
              <a:rPr sz="1500" b="0" i="0" u="none" strike="noStrike" cap="none" spc="0" baseline="0" dirty="0" err="1">
                <a:ln>
                  <a:noFill/>
                </a:ln>
                <a:solidFill>
                  <a:srgbClr val="FFFFFF"/>
                </a:solidFill>
                <a:latin typeface="Arial"/>
                <a:ea typeface="Arial"/>
                <a:cs typeface="Arial"/>
              </a:rPr>
              <a:t>Örgön</a:t>
            </a:r>
            <a:r>
              <a:rPr sz="1500" b="0" i="0" u="none" strike="noStrike" cap="none" spc="0" baseline="0" dirty="0">
                <a:ln>
                  <a:noFill/>
                </a:ln>
                <a:solidFill>
                  <a:srgbClr val="FFFFFF"/>
                </a:solidFill>
                <a:latin typeface="Arial"/>
                <a:ea typeface="Arial"/>
                <a:cs typeface="Arial"/>
              </a:rPr>
              <a:t> sum </a:t>
            </a:r>
            <a:r>
              <a:rPr sz="1500" b="0" i="0" u="none" strike="noStrike" cap="none" spc="0" baseline="0" dirty="0" err="1">
                <a:ln>
                  <a:noFill/>
                </a:ln>
                <a:solidFill>
                  <a:srgbClr val="FFFFFF"/>
                </a:solidFill>
                <a:latin typeface="Arial"/>
                <a:ea typeface="Arial"/>
                <a:cs typeface="Arial"/>
              </a:rPr>
              <a:t>centre</a:t>
            </a:r>
            <a:r>
              <a:rPr sz="1500" b="0" i="0" u="none" strike="noStrike" cap="none" spc="0" baseline="0" dirty="0">
                <a:ln>
                  <a:noFill/>
                </a:ln>
                <a:solidFill>
                  <a:srgbClr val="FFFFFF"/>
                </a:solidFill>
                <a:latin typeface="Arial"/>
                <a:ea typeface="Arial"/>
                <a:cs typeface="Arial"/>
              </a:rPr>
              <a:t> and its railway station are 3 km northeast.</a:t>
            </a:r>
            <a:endParaRPr sz="1400" b="0" i="0" u="none" strike="noStrike" kern="1200" cap="none" spc="0" baseline="0" dirty="0">
              <a:ln>
                <a:noFill/>
              </a:ln>
              <a:solidFill>
                <a:srgbClr val="FFFFFF"/>
              </a:solidFill>
              <a:latin typeface="Arial"/>
              <a:ea typeface="Arial"/>
              <a:cs typeface="Arial"/>
            </a:endParaRPr>
          </a:p>
        </p:txBody>
      </p:sp>
      <p:sp>
        <p:nvSpPr>
          <p:cNvPr id="17" name="Rectangle 16">
            <a:extLst>
              <a:ext uri="{FF2B5EF4-FFF2-40B4-BE49-F238E27FC236}">
                <a16:creationId xmlns:a16="http://schemas.microsoft.com/office/drawing/2014/main" id="{C5862DEF-5CE7-9F00-9814-E57A839D714C}"/>
              </a:ext>
            </a:extLst>
          </p:cNvPr>
          <p:cNvSpPr/>
          <p:nvPr/>
        </p:nvSpPr>
        <p:spPr>
          <a:xfrm>
            <a:off x="7392544" y="1316057"/>
            <a:ext cx="5908353" cy="274992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22" name="TextBox 21">
            <a:extLst>
              <a:ext uri="{FF2B5EF4-FFF2-40B4-BE49-F238E27FC236}">
                <a16:creationId xmlns:a16="http://schemas.microsoft.com/office/drawing/2014/main" id="{9B9A39B3-FFCA-7F95-FACE-2DBD574460CD}"/>
              </a:ext>
            </a:extLst>
          </p:cNvPr>
          <p:cNvSpPr txBox="1"/>
          <p:nvPr/>
        </p:nvSpPr>
        <p:spPr>
          <a:xfrm>
            <a:off x="7571017" y="1755146"/>
            <a:ext cx="5567522" cy="323165"/>
          </a:xfrm>
          <a:prstGeom prst="rect">
            <a:avLst/>
          </a:prstGeom>
          <a:noFill/>
        </p:spPr>
        <p:txBody>
          <a:bodyPr wrap="square" rtlCol="0">
            <a:spAutoFit/>
          </a:bodyPr>
          <a:lstStyle>
            <a:defPPr algn="l">
              <a:defRPr sz="1600" b="0" spc="0">
                <a:solidFill>
                  <a:srgbClr val="FFC000"/>
                </a:solidFill>
                <a:latin typeface="Arial"/>
                <a:ea typeface="Arial"/>
                <a:cs typeface="Arial"/>
              </a:defRPr>
            </a:defPPr>
          </a:lstStyle>
          <a:p>
            <a:pPr marR="0" lvl="0" algn="l" defTabSz="914400">
              <a:lnSpc>
                <a:spcPts val="1800"/>
              </a:lnSpc>
              <a:spcBef>
                <a:spcPts val="0"/>
              </a:spcBef>
              <a:spcAft>
                <a:spcPts val="0"/>
              </a:spcAft>
              <a:buClrTx/>
              <a:buSzTx/>
              <a:buFontTx/>
              <a:buNone/>
              <a:defRPr sz="1600" b="0" spc="0">
                <a:solidFill>
                  <a:srgbClr val="FFC000"/>
                </a:solidFill>
                <a:latin typeface="Arial"/>
                <a:ea typeface="Arial"/>
                <a:cs typeface="Arial"/>
              </a:defRPr>
            </a:pPr>
            <a:r>
              <a:rPr sz="1600" b="0" i="0" u="none" strike="noStrike" cap="none" spc="0" baseline="0" dirty="0">
                <a:ln>
                  <a:noFill/>
                </a:ln>
                <a:solidFill>
                  <a:srgbClr val="FFC000"/>
                </a:solidFill>
                <a:latin typeface="Arial"/>
                <a:ea typeface="Arial"/>
                <a:cs typeface="Arial"/>
              </a:rPr>
              <a:t>Location: </a:t>
            </a:r>
            <a:r>
              <a:rPr sz="1600" b="0" i="0" u="none" strike="noStrike" cap="none" spc="0" baseline="0" dirty="0" err="1">
                <a:ln>
                  <a:noFill/>
                </a:ln>
                <a:solidFill>
                  <a:srgbClr val="FFC000"/>
                </a:solidFill>
                <a:latin typeface="Arial"/>
                <a:ea typeface="Arial"/>
                <a:cs typeface="Arial"/>
              </a:rPr>
              <a:t>Ikhkhet</a:t>
            </a:r>
            <a:r>
              <a:rPr sz="1600" b="0" i="0" u="none" strike="noStrike" cap="none" spc="0" baseline="0" dirty="0">
                <a:ln>
                  <a:noFill/>
                </a:ln>
                <a:solidFill>
                  <a:srgbClr val="FFC000"/>
                </a:solidFill>
                <a:latin typeface="Arial"/>
                <a:ea typeface="Arial"/>
                <a:cs typeface="Arial"/>
              </a:rPr>
              <a:t> sum, </a:t>
            </a:r>
            <a:r>
              <a:rPr sz="1600" b="0" i="0" u="none" strike="noStrike" cap="none" spc="0" baseline="0" dirty="0" err="1">
                <a:ln>
                  <a:noFill/>
                </a:ln>
                <a:solidFill>
                  <a:srgbClr val="FFC000"/>
                </a:solidFill>
                <a:latin typeface="Arial"/>
                <a:ea typeface="Arial"/>
                <a:cs typeface="Arial"/>
              </a:rPr>
              <a:t>Dornogovi</a:t>
            </a:r>
            <a:r>
              <a:rPr sz="1600" b="0" i="0" u="none" strike="noStrike" cap="none" spc="0" baseline="0" dirty="0">
                <a:ln>
                  <a:noFill/>
                </a:ln>
                <a:solidFill>
                  <a:srgbClr val="FFC000"/>
                </a:solidFill>
                <a:latin typeface="Arial"/>
                <a:ea typeface="Arial"/>
                <a:cs typeface="Arial"/>
              </a:rPr>
              <a:t> Province.</a:t>
            </a:r>
          </a:p>
        </p:txBody>
      </p:sp>
      <p:sp>
        <p:nvSpPr>
          <p:cNvPr id="25" name="TextBox 24">
            <a:extLst>
              <a:ext uri="{FF2B5EF4-FFF2-40B4-BE49-F238E27FC236}">
                <a16:creationId xmlns:a16="http://schemas.microsoft.com/office/drawing/2014/main" id="{07A1510A-4B3A-C090-0DA5-923F9CA231A7}"/>
              </a:ext>
            </a:extLst>
          </p:cNvPr>
          <p:cNvSpPr txBox="1"/>
          <p:nvPr/>
        </p:nvSpPr>
        <p:spPr>
          <a:xfrm>
            <a:off x="7571017" y="2380644"/>
            <a:ext cx="5542338" cy="1460464"/>
          </a:xfrm>
          <a:prstGeom prst="rect">
            <a:avLst/>
          </a:prstGeom>
          <a:noFill/>
        </p:spPr>
        <p:txBody>
          <a:bodyPr wrap="square" rtlCol="0">
            <a:spAutoFit/>
          </a:bodyPr>
          <a:lstStyle>
            <a:defPPr algn="l">
              <a:defRPr sz="1500" b="0" spc="0">
                <a:solidFill>
                  <a:srgbClr val="FFFFFF"/>
                </a:solidFill>
                <a:latin typeface="Arial"/>
                <a:ea typeface="Arial"/>
                <a:cs typeface="Arial"/>
              </a:defRPr>
            </a:defPPr>
          </a:lstStyle>
          <a:p>
            <a:pPr marR="0" lvl="0" algn="l" defTabSz="914400">
              <a:lnSpc>
                <a:spcPts val="1800"/>
              </a:lnSpc>
              <a:spcBef>
                <a:spcPts val="0"/>
              </a:spcBef>
              <a:spcAft>
                <a:spcPts val="0"/>
              </a:spcAft>
              <a:buClrTx/>
              <a:buSzTx/>
              <a:buFont typeface="Wingdings"/>
              <a:defRPr sz="1500" b="0" spc="0">
                <a:solidFill>
                  <a:srgbClr val="FFFFFF"/>
                </a:solidFill>
                <a:latin typeface="Arial"/>
                <a:ea typeface="Arial"/>
                <a:cs typeface="Arial"/>
              </a:defRPr>
            </a:pPr>
            <a:r>
              <a:rPr sz="1500" b="0" i="0" u="none" strike="noStrike" cap="none" spc="0" baseline="0">
                <a:ln>
                  <a:noFill/>
                </a:ln>
                <a:solidFill>
                  <a:srgbClr val="FFFFFF"/>
                </a:solidFill>
                <a:latin typeface="Arial"/>
                <a:ea typeface="Arial"/>
                <a:cs typeface="Arial"/>
              </a:rPr>
              <a:t>Samples ZTD1, ZTD2, and ZTD3 contain 63.69–76.84% CaF₂, 904–5,042 g/t barium (Ba), and 161–288 g/t strontium (Sr). Further targeted studies would be needed to assess any barium and strontium resource potential.</a:t>
            </a:r>
            <a:endParaRPr sz="1400" b="0" i="0" u="none" strike="noStrike" kern="1200" cap="none" spc="0" baseline="0">
              <a:ln>
                <a:noFill/>
              </a:ln>
              <a:solidFill>
                <a:srgbClr val="FFFFFF"/>
              </a:solidFill>
              <a:latin typeface="Arial"/>
              <a:ea typeface="Arial"/>
              <a:cs typeface="Arial"/>
            </a:endParaRPr>
          </a:p>
        </p:txBody>
      </p:sp>
      <p:sp>
        <p:nvSpPr>
          <p:cNvPr id="28" name="Rectangle 27">
            <a:extLst>
              <a:ext uri="{FF2B5EF4-FFF2-40B4-BE49-F238E27FC236}">
                <a16:creationId xmlns:a16="http://schemas.microsoft.com/office/drawing/2014/main" id="{1B9EFE5C-D8F9-954D-2A5D-FE925B083F16}"/>
              </a:ext>
            </a:extLst>
          </p:cNvPr>
          <p:cNvSpPr/>
          <p:nvPr/>
        </p:nvSpPr>
        <p:spPr>
          <a:xfrm>
            <a:off x="7446714" y="4296069"/>
            <a:ext cx="5908353" cy="32779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Medium"/>
              <a:ea typeface="+mn-ea"/>
              <a:cs typeface="+mn-cs"/>
            </a:endParaRPr>
          </a:p>
        </p:txBody>
      </p:sp>
      <p:sp>
        <p:nvSpPr>
          <p:cNvPr id="30" name="TextBox 29">
            <a:extLst>
              <a:ext uri="{FF2B5EF4-FFF2-40B4-BE49-F238E27FC236}">
                <a16:creationId xmlns:a16="http://schemas.microsoft.com/office/drawing/2014/main" id="{30E3BCED-85BA-8581-EA71-B37DB191E6D4}"/>
              </a:ext>
            </a:extLst>
          </p:cNvPr>
          <p:cNvSpPr txBox="1"/>
          <p:nvPr/>
        </p:nvSpPr>
        <p:spPr>
          <a:xfrm>
            <a:off x="7670554" y="4831933"/>
            <a:ext cx="5442801" cy="323165"/>
          </a:xfrm>
          <a:prstGeom prst="rect">
            <a:avLst/>
          </a:prstGeom>
          <a:noFill/>
        </p:spPr>
        <p:txBody>
          <a:bodyPr wrap="square" rtlCol="0">
            <a:spAutoFit/>
          </a:bodyPr>
          <a:lstStyle>
            <a:defPPr algn="l">
              <a:defRPr sz="1600" b="0" spc="0">
                <a:solidFill>
                  <a:srgbClr val="D99029"/>
                </a:solidFill>
                <a:latin typeface="Arial"/>
                <a:ea typeface="Arial"/>
                <a:cs typeface="Arial"/>
              </a:defRPr>
            </a:defPPr>
          </a:lstStyle>
          <a:p>
            <a:pPr marR="0" lvl="0" algn="l" defTabSz="914400">
              <a:lnSpc>
                <a:spcPts val="1800"/>
              </a:lnSpc>
              <a:spcBef>
                <a:spcPts val="0"/>
              </a:spcBef>
              <a:spcAft>
                <a:spcPts val="0"/>
              </a:spcAft>
              <a:buClrTx/>
              <a:buSzTx/>
              <a:buFontTx/>
              <a:buNone/>
              <a:defRPr sz="1600" b="0" spc="0">
                <a:solidFill>
                  <a:srgbClr val="D99029"/>
                </a:solidFill>
                <a:latin typeface="Arial"/>
                <a:ea typeface="Arial"/>
                <a:cs typeface="Arial"/>
              </a:defRPr>
            </a:pPr>
            <a:r>
              <a:rPr sz="1600" b="0" i="0" u="none" strike="noStrike" cap="none" spc="0" baseline="0" dirty="0">
                <a:ln>
                  <a:noFill/>
                </a:ln>
                <a:solidFill>
                  <a:srgbClr val="D99029"/>
                </a:solidFill>
                <a:latin typeface="Arial"/>
                <a:ea typeface="Arial"/>
                <a:cs typeface="Arial"/>
              </a:rPr>
              <a:t>Location: Bor-</a:t>
            </a:r>
            <a:r>
              <a:rPr sz="1600" b="0" i="0" u="none" strike="noStrike" cap="none" spc="0" baseline="0" dirty="0" err="1">
                <a:ln>
                  <a:noFill/>
                </a:ln>
                <a:solidFill>
                  <a:srgbClr val="D99029"/>
                </a:solidFill>
                <a:latin typeface="Arial"/>
                <a:ea typeface="Arial"/>
                <a:cs typeface="Arial"/>
              </a:rPr>
              <a:t>Öndör</a:t>
            </a:r>
            <a:r>
              <a:rPr sz="1600" b="0" i="0" u="none" strike="noStrike" cap="none" spc="0" baseline="0" dirty="0">
                <a:ln>
                  <a:noFill/>
                </a:ln>
                <a:solidFill>
                  <a:srgbClr val="D99029"/>
                </a:solidFill>
                <a:latin typeface="Arial"/>
                <a:ea typeface="Arial"/>
                <a:cs typeface="Arial"/>
              </a:rPr>
              <a:t> sum, Khentii Province.</a:t>
            </a:r>
          </a:p>
        </p:txBody>
      </p:sp>
      <p:sp>
        <p:nvSpPr>
          <p:cNvPr id="33" name="TextBox 32">
            <a:extLst>
              <a:ext uri="{FF2B5EF4-FFF2-40B4-BE49-F238E27FC236}">
                <a16:creationId xmlns:a16="http://schemas.microsoft.com/office/drawing/2014/main" id="{A2040FAD-96A9-5C7A-B076-B7D80E32AC81}"/>
              </a:ext>
            </a:extLst>
          </p:cNvPr>
          <p:cNvSpPr txBox="1"/>
          <p:nvPr/>
        </p:nvSpPr>
        <p:spPr>
          <a:xfrm>
            <a:off x="7571017" y="5631972"/>
            <a:ext cx="5630343" cy="1384995"/>
          </a:xfrm>
          <a:prstGeom prst="rect">
            <a:avLst/>
          </a:prstGeom>
          <a:noFill/>
        </p:spPr>
        <p:txBody>
          <a:bodyPr wrap="square">
            <a:spAutoFit/>
          </a:bodyPr>
          <a:lstStyle>
            <a:defPPr algn="l">
              <a:defRPr sz="1500" b="0" spc="0">
                <a:solidFill>
                  <a:srgbClr val="F7E9D4"/>
                </a:solidFill>
                <a:latin typeface="Arial"/>
                <a:ea typeface="Arial"/>
                <a:cs typeface="Arial"/>
              </a:defRPr>
            </a:defPPr>
          </a:lstStyle>
          <a:p>
            <a:pPr marR="0" lvl="0" algn="l" defTabSz="914400">
              <a:lnSpc>
                <a:spcPct val="100000"/>
              </a:lnSpc>
              <a:spcBef>
                <a:spcPts val="200"/>
              </a:spcBef>
              <a:spcAft>
                <a:spcPts val="0"/>
              </a:spcAft>
              <a:buClrTx/>
              <a:buSzTx/>
              <a:buFont typeface="Wingdings"/>
              <a:defRPr sz="1500" b="0" spc="0">
                <a:solidFill>
                  <a:srgbClr val="F7E9D4"/>
                </a:solidFill>
                <a:latin typeface="Arial"/>
                <a:ea typeface="Arial"/>
                <a:cs typeface="Arial"/>
              </a:defRPr>
            </a:pPr>
            <a:r>
              <a:rPr sz="1500" b="0" i="0" u="none" strike="noStrike" cap="none" spc="0" baseline="0">
                <a:ln>
                  <a:noFill/>
                </a:ln>
                <a:solidFill>
                  <a:srgbClr val="F7E9D4"/>
                </a:solidFill>
                <a:latin typeface="Arial"/>
                <a:ea typeface="Arial"/>
                <a:cs typeface="Arial"/>
              </a:rPr>
              <a:t>Uranium occurrences 954 and 955 are targets for further exploration. Radioactive anomalies along fault and breccia zones are 0.5–2.0 m wide and 50–100 m long. The reported mineralisation occurs in pockets and lenses.</a:t>
            </a:r>
            <a:endParaRPr sz="1400" b="0" i="0" u="none" strike="noStrike" kern="1200" cap="none" spc="0" baseline="0">
              <a:ln>
                <a:noFill/>
              </a:ln>
              <a:solidFill>
                <a:srgbClr val="FFFFFF"/>
              </a:solidFill>
              <a:latin typeface="Arial"/>
              <a:ea typeface="Arial"/>
              <a:cs typeface="Arial"/>
            </a:endParaRPr>
          </a:p>
        </p:txBody>
      </p:sp>
      <p:sp>
        <p:nvSpPr>
          <p:cNvPr id="37" name="TextBox 36">
            <a:extLst>
              <a:ext uri="{FF2B5EF4-FFF2-40B4-BE49-F238E27FC236}">
                <a16:creationId xmlns:a16="http://schemas.microsoft.com/office/drawing/2014/main" id="{04F3E451-5B13-84A9-D912-8A6B142ACE24}"/>
              </a:ext>
            </a:extLst>
          </p:cNvPr>
          <p:cNvSpPr txBox="1"/>
          <p:nvPr/>
        </p:nvSpPr>
        <p:spPr>
          <a:xfrm>
            <a:off x="6953250" y="4229100"/>
            <a:ext cx="6524625" cy="419100"/>
          </a:xfrm>
          <a:prstGeom prst="rect">
            <a:avLst/>
          </a:prstGeom>
          <a:noFill/>
        </p:spPr>
        <p:txBody>
          <a:bodyPr wrap="square" rtlCol="0" anchor="b">
            <a:spAutoFit/>
          </a:bodyPr>
          <a:lstStyle>
            <a:defPPr algn="ctr">
              <a:defRPr sz="1500" b="1" spc="0">
                <a:solidFill>
                  <a:srgbClr val="FFC000"/>
                </a:solidFill>
                <a:latin typeface="Arial"/>
                <a:ea typeface="Arial"/>
                <a:cs typeface="Arial"/>
              </a:defRPr>
            </a:defPPr>
            <a:lvl1pPr algn="ctr">
              <a:lnSpc>
                <a:spcPts val="9400"/>
              </a:lnSpc>
              <a:buNone/>
              <a:defRPr sz="7400" b="1" spc="0">
                <a:solidFill>
                  <a:srgbClr val="111340"/>
                </a:solidFill>
                <a:latin typeface="Poppins"/>
                <a:ea typeface="Poppins"/>
                <a:cs typeface="Poppins"/>
              </a:defRPr>
            </a:lvl1pPr>
          </a:lstStyle>
          <a:p>
            <a:pPr marR="0" lvl="0" algn="ctr" defTabSz="914400">
              <a:lnSpc>
                <a:spcPct val="100000"/>
              </a:lnSpc>
              <a:spcBef>
                <a:spcPts val="0"/>
              </a:spcBef>
              <a:spcAft>
                <a:spcPts val="0"/>
              </a:spcAft>
              <a:buClrTx/>
              <a:buSzTx/>
              <a:buFontTx/>
              <a:buNone/>
              <a:defRPr sz="1500" b="1" spc="0">
                <a:solidFill>
                  <a:srgbClr val="FFC000"/>
                </a:solidFill>
                <a:latin typeface="Arial"/>
                <a:ea typeface="Arial"/>
                <a:cs typeface="Arial"/>
              </a:defRPr>
            </a:pPr>
            <a:r>
              <a:rPr sz="1500" b="1" i="0" u="none" strike="noStrike" cap="none" spc="0" baseline="0">
                <a:ln>
                  <a:noFill/>
                </a:ln>
                <a:solidFill>
                  <a:srgbClr val="FFC000"/>
                </a:solidFill>
                <a:latin typeface="Arial"/>
                <a:ea typeface="Arial"/>
                <a:cs typeface="Arial"/>
              </a:rPr>
              <a:t>4. Orebodies 7, 18, 19, and 20</a:t>
            </a:r>
          </a:p>
          <a:p>
            <a:pPr marR="0" lvl="0" algn="ctr" defTabSz="914400">
              <a:lnSpc>
                <a:spcPct val="100000"/>
              </a:lnSpc>
              <a:spcBef>
                <a:spcPts val="0"/>
              </a:spcBef>
              <a:spcAft>
                <a:spcPts val="0"/>
              </a:spcAft>
              <a:buClrTx/>
              <a:buSzTx/>
              <a:buFontTx/>
              <a:buNone/>
              <a:defRPr sz="1500" b="1" spc="0">
                <a:solidFill>
                  <a:srgbClr val="FFC000"/>
                </a:solidFill>
                <a:latin typeface="Arial"/>
                <a:ea typeface="Arial"/>
                <a:cs typeface="Arial"/>
              </a:defRPr>
            </a:pPr>
            <a:r>
              <a:rPr sz="1500" b="1" i="0" u="none" strike="noStrike" cap="none" spc="0" baseline="0">
                <a:ln>
                  <a:noFill/>
                </a:ln>
                <a:solidFill>
                  <a:srgbClr val="FFC000"/>
                </a:solidFill>
                <a:latin typeface="Arial"/>
                <a:ea typeface="Arial"/>
                <a:cs typeface="Arial"/>
              </a:rPr>
              <a:t>Mining licence No. MV-011425</a:t>
            </a:r>
          </a:p>
        </p:txBody>
      </p:sp>
      <p:sp>
        <p:nvSpPr>
          <p:cNvPr id="42" name="TextBox 41">
            <a:extLst>
              <a:ext uri="{FF2B5EF4-FFF2-40B4-BE49-F238E27FC236}">
                <a16:creationId xmlns:a16="http://schemas.microsoft.com/office/drawing/2014/main" id="{ADEF77C8-5237-9582-FE14-78A17DDA09BE}"/>
              </a:ext>
            </a:extLst>
          </p:cNvPr>
          <p:cNvSpPr txBox="1"/>
          <p:nvPr/>
        </p:nvSpPr>
        <p:spPr>
          <a:xfrm>
            <a:off x="7239000" y="1171575"/>
            <a:ext cx="6096000" cy="419100"/>
          </a:xfrm>
          <a:prstGeom prst="rect">
            <a:avLst/>
          </a:prstGeom>
          <a:noFill/>
        </p:spPr>
        <p:txBody>
          <a:bodyPr wrap="square" rtlCol="0" anchor="b">
            <a:spAutoFit/>
          </a:bodyPr>
          <a:lstStyle>
            <a:defPPr algn="ctr">
              <a:defRPr sz="1500" b="1" spc="0">
                <a:solidFill>
                  <a:srgbClr val="FFC000"/>
                </a:solidFill>
                <a:latin typeface="Arial"/>
                <a:ea typeface="Arial"/>
                <a:cs typeface="Arial"/>
              </a:defRPr>
            </a:defPPr>
            <a:lvl1pPr algn="ctr">
              <a:lnSpc>
                <a:spcPts val="9400"/>
              </a:lnSpc>
              <a:buNone/>
              <a:defRPr sz="7400" b="1" spc="0">
                <a:solidFill>
                  <a:srgbClr val="111340"/>
                </a:solidFill>
                <a:latin typeface="Poppins"/>
                <a:ea typeface="Poppins"/>
                <a:cs typeface="Poppins"/>
              </a:defRPr>
            </a:lvl1pPr>
          </a:lstStyle>
          <a:p>
            <a:pPr marR="0" lvl="0" algn="ctr" defTabSz="914400">
              <a:lnSpc>
                <a:spcPct val="100000"/>
              </a:lnSpc>
              <a:spcBef>
                <a:spcPts val="0"/>
              </a:spcBef>
              <a:spcAft>
                <a:spcPts val="0"/>
              </a:spcAft>
              <a:buClrTx/>
              <a:buSzTx/>
              <a:buFontTx/>
              <a:buNone/>
              <a:defRPr sz="1500" b="1" spc="0">
                <a:solidFill>
                  <a:srgbClr val="FFC000"/>
                </a:solidFill>
                <a:latin typeface="Arial"/>
                <a:ea typeface="Arial"/>
                <a:cs typeface="Arial"/>
              </a:defRPr>
            </a:pPr>
            <a:r>
              <a:rPr sz="1500" b="1" i="0" u="none" strike="noStrike" cap="none" spc="0" baseline="0">
                <a:ln>
                  <a:noFill/>
                </a:ln>
                <a:solidFill>
                  <a:srgbClr val="FFC000"/>
                </a:solidFill>
                <a:latin typeface="Arial"/>
                <a:ea typeface="Arial"/>
                <a:cs typeface="Arial"/>
              </a:rPr>
              <a:t>2. Zuun Tsagaan Del deposit</a:t>
            </a:r>
          </a:p>
          <a:p>
            <a:pPr marR="0" lvl="0" algn="ctr" defTabSz="914400">
              <a:lnSpc>
                <a:spcPct val="100000"/>
              </a:lnSpc>
              <a:spcBef>
                <a:spcPts val="0"/>
              </a:spcBef>
              <a:spcAft>
                <a:spcPts val="0"/>
              </a:spcAft>
              <a:buClrTx/>
              <a:buSzTx/>
              <a:buFontTx/>
              <a:buNone/>
              <a:defRPr sz="1500" b="1" spc="0">
                <a:solidFill>
                  <a:srgbClr val="FFC000"/>
                </a:solidFill>
                <a:latin typeface="Arial"/>
                <a:ea typeface="Arial"/>
                <a:cs typeface="Arial"/>
              </a:defRPr>
            </a:pPr>
            <a:r>
              <a:rPr sz="1500" b="1" i="0" u="none" strike="noStrike" cap="none" spc="0" baseline="0">
                <a:ln>
                  <a:noFill/>
                </a:ln>
                <a:solidFill>
                  <a:srgbClr val="FFC000"/>
                </a:solidFill>
                <a:latin typeface="Arial"/>
                <a:ea typeface="Arial"/>
                <a:cs typeface="Arial"/>
              </a:rPr>
              <a:t>Mining licence No. MV-011722</a:t>
            </a:r>
          </a:p>
        </p:txBody>
      </p:sp>
      <p:cxnSp>
        <p:nvCxnSpPr>
          <p:cNvPr id="43" name="Straight Connector 42">
            <a:extLst>
              <a:ext uri="{FF2B5EF4-FFF2-40B4-BE49-F238E27FC236}">
                <a16:creationId xmlns:a16="http://schemas.microsoft.com/office/drawing/2014/main" id="{EB80AA71-1AD3-B2BD-A0BA-47A86315337E}"/>
              </a:ext>
            </a:extLst>
          </p:cNvPr>
          <p:cNvCxnSpPr>
            <a:cxnSpLocks/>
          </p:cNvCxnSpPr>
          <p:nvPr/>
        </p:nvCxnSpPr>
        <p:spPr>
          <a:xfrm>
            <a:off x="1365279" y="1054288"/>
            <a:ext cx="12024712" cy="48476"/>
          </a:xfrm>
          <a:prstGeom prst="line">
            <a:avLst/>
          </a:prstGeom>
        </p:spPr>
        <p:style>
          <a:lnRef idx="3">
            <a:schemeClr val="accent1"/>
          </a:lnRef>
          <a:fillRef idx="0">
            <a:schemeClr val="accent1"/>
          </a:fillRef>
          <a:effectRef idx="2">
            <a:schemeClr val="accent1"/>
          </a:effectRef>
          <a:fontRef idx="minor">
            <a:schemeClr val="tx1"/>
          </a:fontRef>
        </p:style>
      </p:cxnSp>
      <p:cxnSp>
        <p:nvCxnSpPr>
          <p:cNvPr id="45" name="Straight Connector 44">
            <a:extLst>
              <a:ext uri="{FF2B5EF4-FFF2-40B4-BE49-F238E27FC236}">
                <a16:creationId xmlns:a16="http://schemas.microsoft.com/office/drawing/2014/main" id="{5A109568-2229-AD3D-4A4B-3F6B595B8053}"/>
              </a:ext>
            </a:extLst>
          </p:cNvPr>
          <p:cNvCxnSpPr>
            <a:cxnSpLocks/>
          </p:cNvCxnSpPr>
          <p:nvPr/>
        </p:nvCxnSpPr>
        <p:spPr>
          <a:xfrm>
            <a:off x="808466" y="1694159"/>
            <a:ext cx="57109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04C8D5D-5C54-6807-0D17-A18C6E59CC2E}"/>
              </a:ext>
            </a:extLst>
          </p:cNvPr>
          <p:cNvCxnSpPr>
            <a:cxnSpLocks/>
          </p:cNvCxnSpPr>
          <p:nvPr/>
        </p:nvCxnSpPr>
        <p:spPr>
          <a:xfrm>
            <a:off x="808466" y="5504458"/>
            <a:ext cx="57109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7763E5D-3F72-A377-93B8-A27F39EC15C8}"/>
              </a:ext>
            </a:extLst>
          </p:cNvPr>
          <p:cNvCxnSpPr>
            <a:cxnSpLocks/>
          </p:cNvCxnSpPr>
          <p:nvPr/>
        </p:nvCxnSpPr>
        <p:spPr>
          <a:xfrm>
            <a:off x="7589928" y="1698270"/>
            <a:ext cx="5416388" cy="5687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C5285E-9DCE-46C8-8B51-07771EF20F67}"/>
              </a:ext>
            </a:extLst>
          </p:cNvPr>
          <p:cNvCxnSpPr>
            <a:cxnSpLocks/>
          </p:cNvCxnSpPr>
          <p:nvPr/>
        </p:nvCxnSpPr>
        <p:spPr>
          <a:xfrm>
            <a:off x="7670554" y="4724607"/>
            <a:ext cx="5225440" cy="3833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EC3046F-BE4D-8E42-8F23-5E1607F60394}"/>
              </a:ext>
            </a:extLst>
          </p:cNvPr>
          <p:cNvSpPr txBox="1"/>
          <p:nvPr/>
        </p:nvSpPr>
        <p:spPr>
          <a:xfrm>
            <a:off x="5802086" y="385246"/>
            <a:ext cx="7336453" cy="646331"/>
          </a:xfrm>
          <a:prstGeom prst="rect">
            <a:avLst/>
          </a:prstGeom>
          <a:noFill/>
        </p:spPr>
        <p:txBody>
          <a:bodyPr wrap="square">
            <a:spAutoFit/>
          </a:bodyPr>
          <a:lstStyle>
            <a:defPPr algn="r">
              <a:defRPr sz="1800" b="0" spc="0">
                <a:solidFill>
                  <a:srgbClr val="FFFFFF"/>
                </a:solidFill>
                <a:latin typeface="Montserrat Medium"/>
                <a:ea typeface="Montserrat Medium"/>
                <a:cs typeface="Montserrat Medium"/>
              </a:defRPr>
            </a:defPPr>
          </a:lstStyle>
          <a:p>
            <a:pPr algn="r">
              <a:defRPr sz="1800" b="0" spc="0">
                <a:solidFill>
                  <a:srgbClr val="FFFFFF"/>
                </a:solidFill>
                <a:latin typeface="Montserrat Medium"/>
                <a:ea typeface="Montserrat Medium"/>
                <a:cs typeface="Montserrat Medium"/>
              </a:defRPr>
            </a:pPr>
            <a:r>
              <a:rPr sz="1800" b="0" spc="0">
                <a:solidFill>
                  <a:srgbClr val="FFFFFF"/>
                </a:solidFill>
                <a:latin typeface="Montserrat Medium"/>
                <a:ea typeface="Montserrat Medium"/>
                <a:cs typeface="Montserrat Medium"/>
              </a:rPr>
              <a:t>Critical Mineral Assessment</a:t>
            </a:r>
            <a:endParaRPr spc="0">
              <a:solidFill>
                <a:srgbClr val="FFFFFF"/>
              </a:solidFill>
              <a:latin typeface="Montserrat ExtraBold"/>
              <a:ea typeface="Montserrat ExtraBold"/>
              <a:cs typeface="Montserrat ExtraBold"/>
            </a:endParaRPr>
          </a:p>
          <a:p>
            <a:pPr algn="r">
              <a:buNone/>
              <a:defRPr sz="1800" b="0" spc="0">
                <a:solidFill>
                  <a:srgbClr val="FFFFFF"/>
                </a:solidFill>
                <a:latin typeface="Montserrat Medium"/>
                <a:ea typeface="Montserrat Medium"/>
                <a:cs typeface="Montserrat Medium"/>
              </a:defRPr>
            </a:pPr>
            <a:r>
              <a:rPr sz="1800" b="0" spc="0">
                <a:solidFill>
                  <a:srgbClr val="FFFFFF"/>
                </a:solidFill>
                <a:latin typeface="Montserrat Medium"/>
                <a:ea typeface="Montserrat Medium"/>
                <a:cs typeface="Montserrat Medium"/>
              </a:rPr>
              <a:t>in Fluorspar Licence Areas</a:t>
            </a:r>
          </a:p>
        </p:txBody>
      </p:sp>
      <p:sp>
        <p:nvSpPr>
          <p:cNvPr id="96" name="Assay English header 0">
            <a:extLst>
              <a:ext uri="{FF2B5EF4-FFF2-40B4-BE49-F238E27FC236}">
                <a16:creationId xmlns:a16="http://schemas.microsoft.com/office/drawing/2014/main" id="{D24B2B54-E81C-45A1-958C-C2568BE0D88E}"/>
              </a:ext>
            </a:extLst>
          </p:cNvPr>
          <p:cNvSpPr>
            <a:spLocks noGrp="1"/>
          </p:cNvSpPr>
          <p:nvPr/>
        </p:nvSpPr>
        <p:spPr>
          <a:xfrm>
            <a:off x="702659" y="2515934"/>
            <a:ext cx="69532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Sample ID</a:t>
            </a:r>
          </a:p>
        </p:txBody>
      </p:sp>
      <p:sp>
        <p:nvSpPr>
          <p:cNvPr id="97" name="Assay English header 1">
            <a:extLst>
              <a:ext uri="{FF2B5EF4-FFF2-40B4-BE49-F238E27FC236}">
                <a16:creationId xmlns:a16="http://schemas.microsoft.com/office/drawing/2014/main" id="{D46616A0-3163-47E8-A75A-EB823EFFE667}"/>
              </a:ext>
            </a:extLst>
          </p:cNvPr>
          <p:cNvSpPr>
            <a:spLocks noGrp="1"/>
          </p:cNvSpPr>
          <p:nvPr/>
        </p:nvSpPr>
        <p:spPr>
          <a:xfrm>
            <a:off x="1397984" y="2515934"/>
            <a:ext cx="97155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Description</a:t>
            </a:r>
          </a:p>
        </p:txBody>
      </p:sp>
      <p:sp>
        <p:nvSpPr>
          <p:cNvPr id="98" name="Assay English header 2">
            <a:extLst>
              <a:ext uri="{FF2B5EF4-FFF2-40B4-BE49-F238E27FC236}">
                <a16:creationId xmlns:a16="http://schemas.microsoft.com/office/drawing/2014/main" id="{ECDC9246-F072-4431-B897-C0AB57B038E8}"/>
              </a:ext>
            </a:extLst>
          </p:cNvPr>
          <p:cNvSpPr>
            <a:spLocks noGrp="1"/>
          </p:cNvSpPr>
          <p:nvPr/>
        </p:nvSpPr>
        <p:spPr>
          <a:xfrm>
            <a:off x="2369534" y="2515934"/>
            <a:ext cx="35242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Fe</a:t>
            </a:r>
          </a:p>
          <a:p>
            <a:pPr algn="ctr">
              <a:defRPr sz="675" b="1">
                <a:solidFill>
                  <a:srgbClr val="000000"/>
                </a:solidFill>
                <a:latin typeface="Arial"/>
                <a:ea typeface="Arial"/>
                <a:cs typeface="Arial"/>
              </a:defRPr>
            </a:pPr>
            <a:r>
              <a:rPr sz="675" b="1">
                <a:solidFill>
                  <a:srgbClr val="000000"/>
                </a:solidFill>
                <a:latin typeface="Arial"/>
                <a:ea typeface="Arial"/>
                <a:cs typeface="Arial"/>
              </a:rPr>
              <a:t>(total)</a:t>
            </a:r>
          </a:p>
        </p:txBody>
      </p:sp>
      <p:sp>
        <p:nvSpPr>
          <p:cNvPr id="99" name="Assay English header 3">
            <a:extLst>
              <a:ext uri="{FF2B5EF4-FFF2-40B4-BE49-F238E27FC236}">
                <a16:creationId xmlns:a16="http://schemas.microsoft.com/office/drawing/2014/main" id="{81BD1C8D-8CFD-49F0-B64B-FF4554886CB7}"/>
              </a:ext>
            </a:extLst>
          </p:cNvPr>
          <p:cNvSpPr>
            <a:spLocks noGrp="1"/>
          </p:cNvSpPr>
          <p:nvPr/>
        </p:nvSpPr>
        <p:spPr>
          <a:xfrm>
            <a:off x="2721959" y="2515934"/>
            <a:ext cx="36195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CaF₂</a:t>
            </a:r>
          </a:p>
        </p:txBody>
      </p:sp>
      <p:sp>
        <p:nvSpPr>
          <p:cNvPr id="100" name="Assay English header 4">
            <a:extLst>
              <a:ext uri="{FF2B5EF4-FFF2-40B4-BE49-F238E27FC236}">
                <a16:creationId xmlns:a16="http://schemas.microsoft.com/office/drawing/2014/main" id="{8E1A9920-7835-469A-8795-0E431EF5728E}"/>
              </a:ext>
            </a:extLst>
          </p:cNvPr>
          <p:cNvSpPr>
            <a:spLocks noGrp="1"/>
          </p:cNvSpPr>
          <p:nvPr/>
        </p:nvSpPr>
        <p:spPr>
          <a:xfrm>
            <a:off x="3083909" y="2515934"/>
            <a:ext cx="28575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Li</a:t>
            </a:r>
          </a:p>
        </p:txBody>
      </p:sp>
      <p:sp>
        <p:nvSpPr>
          <p:cNvPr id="101" name="Assay English header 5">
            <a:extLst>
              <a:ext uri="{FF2B5EF4-FFF2-40B4-BE49-F238E27FC236}">
                <a16:creationId xmlns:a16="http://schemas.microsoft.com/office/drawing/2014/main" id="{5015CF2A-6B8B-4799-B169-5E9C07C97241}"/>
              </a:ext>
            </a:extLst>
          </p:cNvPr>
          <p:cNvSpPr>
            <a:spLocks noGrp="1"/>
          </p:cNvSpPr>
          <p:nvPr/>
        </p:nvSpPr>
        <p:spPr>
          <a:xfrm>
            <a:off x="3369659" y="2515934"/>
            <a:ext cx="28575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Ni</a:t>
            </a:r>
          </a:p>
        </p:txBody>
      </p:sp>
      <p:sp>
        <p:nvSpPr>
          <p:cNvPr id="102" name="Assay English header 6">
            <a:extLst>
              <a:ext uri="{FF2B5EF4-FFF2-40B4-BE49-F238E27FC236}">
                <a16:creationId xmlns:a16="http://schemas.microsoft.com/office/drawing/2014/main" id="{B71346C1-31E4-44CD-970A-29F8DB5E0259}"/>
              </a:ext>
            </a:extLst>
          </p:cNvPr>
          <p:cNvSpPr>
            <a:spLocks noGrp="1"/>
          </p:cNvSpPr>
          <p:nvPr/>
        </p:nvSpPr>
        <p:spPr>
          <a:xfrm>
            <a:off x="3655409" y="2515934"/>
            <a:ext cx="28575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Nb</a:t>
            </a:r>
          </a:p>
        </p:txBody>
      </p:sp>
      <p:sp>
        <p:nvSpPr>
          <p:cNvPr id="103" name="Assay English header 7">
            <a:extLst>
              <a:ext uri="{FF2B5EF4-FFF2-40B4-BE49-F238E27FC236}">
                <a16:creationId xmlns:a16="http://schemas.microsoft.com/office/drawing/2014/main" id="{220CC7A1-A8A1-4F43-BDCB-08C7347B4160}"/>
              </a:ext>
            </a:extLst>
          </p:cNvPr>
          <p:cNvSpPr>
            <a:spLocks noGrp="1"/>
          </p:cNvSpPr>
          <p:nvPr/>
        </p:nvSpPr>
        <p:spPr>
          <a:xfrm>
            <a:off x="3941159" y="2515934"/>
            <a:ext cx="31432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La</a:t>
            </a:r>
          </a:p>
        </p:txBody>
      </p:sp>
      <p:sp>
        <p:nvSpPr>
          <p:cNvPr id="104" name="Assay English header 8">
            <a:extLst>
              <a:ext uri="{FF2B5EF4-FFF2-40B4-BE49-F238E27FC236}">
                <a16:creationId xmlns:a16="http://schemas.microsoft.com/office/drawing/2014/main" id="{F27DB06C-D149-4A46-8A38-757A36E2756E}"/>
              </a:ext>
            </a:extLst>
          </p:cNvPr>
          <p:cNvSpPr>
            <a:spLocks noGrp="1"/>
          </p:cNvSpPr>
          <p:nvPr/>
        </p:nvSpPr>
        <p:spPr>
          <a:xfrm>
            <a:off x="4255484" y="2515934"/>
            <a:ext cx="26670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Ce</a:t>
            </a:r>
          </a:p>
        </p:txBody>
      </p:sp>
      <p:sp>
        <p:nvSpPr>
          <p:cNvPr id="105" name="Assay English header 9">
            <a:extLst>
              <a:ext uri="{FF2B5EF4-FFF2-40B4-BE49-F238E27FC236}">
                <a16:creationId xmlns:a16="http://schemas.microsoft.com/office/drawing/2014/main" id="{2D1A6208-08EF-470E-9649-3EBF3E9B9783}"/>
              </a:ext>
            </a:extLst>
          </p:cNvPr>
          <p:cNvSpPr>
            <a:spLocks noGrp="1"/>
          </p:cNvSpPr>
          <p:nvPr/>
        </p:nvSpPr>
        <p:spPr>
          <a:xfrm>
            <a:off x="4522184" y="2515934"/>
            <a:ext cx="30480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Pr</a:t>
            </a:r>
          </a:p>
        </p:txBody>
      </p:sp>
      <p:sp>
        <p:nvSpPr>
          <p:cNvPr id="106" name="Assay English header 10">
            <a:extLst>
              <a:ext uri="{FF2B5EF4-FFF2-40B4-BE49-F238E27FC236}">
                <a16:creationId xmlns:a16="http://schemas.microsoft.com/office/drawing/2014/main" id="{13B3BFB8-56E0-4564-BD77-3FA43314A8B5}"/>
              </a:ext>
            </a:extLst>
          </p:cNvPr>
          <p:cNvSpPr>
            <a:spLocks noGrp="1"/>
          </p:cNvSpPr>
          <p:nvPr/>
        </p:nvSpPr>
        <p:spPr>
          <a:xfrm>
            <a:off x="4826984" y="2515934"/>
            <a:ext cx="29527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Nd</a:t>
            </a:r>
          </a:p>
        </p:txBody>
      </p:sp>
      <p:sp>
        <p:nvSpPr>
          <p:cNvPr id="107" name="Assay English header 11">
            <a:extLst>
              <a:ext uri="{FF2B5EF4-FFF2-40B4-BE49-F238E27FC236}">
                <a16:creationId xmlns:a16="http://schemas.microsoft.com/office/drawing/2014/main" id="{C41EFC71-BB5E-4607-8049-B87D7507ADB0}"/>
              </a:ext>
            </a:extLst>
          </p:cNvPr>
          <p:cNvSpPr>
            <a:spLocks noGrp="1"/>
          </p:cNvSpPr>
          <p:nvPr/>
        </p:nvSpPr>
        <p:spPr>
          <a:xfrm>
            <a:off x="5122259" y="2515934"/>
            <a:ext cx="29527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Dy</a:t>
            </a:r>
          </a:p>
        </p:txBody>
      </p:sp>
      <p:sp>
        <p:nvSpPr>
          <p:cNvPr id="108" name="Assay English header 12">
            <a:extLst>
              <a:ext uri="{FF2B5EF4-FFF2-40B4-BE49-F238E27FC236}">
                <a16:creationId xmlns:a16="http://schemas.microsoft.com/office/drawing/2014/main" id="{D74A0E18-2706-45E8-B486-31E4122F0F56}"/>
              </a:ext>
            </a:extLst>
          </p:cNvPr>
          <p:cNvSpPr>
            <a:spLocks noGrp="1"/>
          </p:cNvSpPr>
          <p:nvPr/>
        </p:nvSpPr>
        <p:spPr>
          <a:xfrm>
            <a:off x="5417534" y="2515934"/>
            <a:ext cx="27622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Ta</a:t>
            </a:r>
          </a:p>
        </p:txBody>
      </p:sp>
      <p:sp>
        <p:nvSpPr>
          <p:cNvPr id="109" name="Assay English header 13">
            <a:extLst>
              <a:ext uri="{FF2B5EF4-FFF2-40B4-BE49-F238E27FC236}">
                <a16:creationId xmlns:a16="http://schemas.microsoft.com/office/drawing/2014/main" id="{F08D30E3-2DE3-4A3B-9253-00261974715D}"/>
              </a:ext>
            </a:extLst>
          </p:cNvPr>
          <p:cNvSpPr>
            <a:spLocks noGrp="1"/>
          </p:cNvSpPr>
          <p:nvPr/>
        </p:nvSpPr>
        <p:spPr>
          <a:xfrm>
            <a:off x="5693759" y="2515934"/>
            <a:ext cx="29527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U</a:t>
            </a:r>
          </a:p>
        </p:txBody>
      </p:sp>
      <p:sp>
        <p:nvSpPr>
          <p:cNvPr id="110" name="Assay English header 14">
            <a:extLst>
              <a:ext uri="{FF2B5EF4-FFF2-40B4-BE49-F238E27FC236}">
                <a16:creationId xmlns:a16="http://schemas.microsoft.com/office/drawing/2014/main" id="{FF460366-5A36-49D3-B0A1-08685F0BBCDE}"/>
              </a:ext>
            </a:extLst>
          </p:cNvPr>
          <p:cNvSpPr>
            <a:spLocks noGrp="1"/>
          </p:cNvSpPr>
          <p:nvPr/>
        </p:nvSpPr>
        <p:spPr>
          <a:xfrm>
            <a:off x="5989034" y="2515934"/>
            <a:ext cx="314325"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Ba</a:t>
            </a:r>
          </a:p>
        </p:txBody>
      </p:sp>
      <p:sp>
        <p:nvSpPr>
          <p:cNvPr id="111" name="Assay English header 15">
            <a:extLst>
              <a:ext uri="{FF2B5EF4-FFF2-40B4-BE49-F238E27FC236}">
                <a16:creationId xmlns:a16="http://schemas.microsoft.com/office/drawing/2014/main" id="{E4DE6E86-A888-4286-85F4-29E8B2DB3939}"/>
              </a:ext>
            </a:extLst>
          </p:cNvPr>
          <p:cNvSpPr>
            <a:spLocks noGrp="1"/>
          </p:cNvSpPr>
          <p:nvPr/>
        </p:nvSpPr>
        <p:spPr>
          <a:xfrm>
            <a:off x="6303359" y="2515934"/>
            <a:ext cx="323850" cy="247650"/>
          </a:xfrm>
          <a:prstGeom prst="rect">
            <a:avLst/>
          </a:prstGeom>
          <a:solidFill>
            <a:srgbClr val="FFFFFF"/>
          </a:solidFill>
          <a:ln w="4763">
            <a:solidFill>
              <a:srgbClr val="334155"/>
            </a:solidFill>
            <a:prstDash val="solid"/>
          </a:ln>
        </p:spPr>
        <p:txBody>
          <a:bodyPr lIns="0" tIns="0" rIns="0" bIns="0" anchor="ctr"/>
          <a:lstStyle>
            <a:defPPr algn="ctr">
              <a:defRPr sz="675" b="1">
                <a:solidFill>
                  <a:srgbClr val="000000"/>
                </a:solidFill>
                <a:latin typeface="Arial"/>
                <a:ea typeface="Arial"/>
                <a:cs typeface="Arial"/>
              </a:defRPr>
            </a:defPPr>
          </a:lstStyle>
          <a:p>
            <a:pPr algn="ctr">
              <a:defRPr sz="675" b="1">
                <a:solidFill>
                  <a:srgbClr val="000000"/>
                </a:solidFill>
                <a:latin typeface="Arial"/>
                <a:ea typeface="Arial"/>
                <a:cs typeface="Arial"/>
              </a:defRPr>
            </a:pPr>
            <a:r>
              <a:rPr sz="675" b="1">
                <a:solidFill>
                  <a:srgbClr val="000000"/>
                </a:solidFill>
                <a:latin typeface="Arial"/>
                <a:ea typeface="Arial"/>
                <a:cs typeface="Arial"/>
              </a:rPr>
              <a:t>Sr</a:t>
            </a:r>
          </a:p>
        </p:txBody>
      </p:sp>
      <p:sp>
        <p:nvSpPr>
          <p:cNvPr id="112" name="Assay units English caption">
            <a:extLst>
              <a:ext uri="{FF2B5EF4-FFF2-40B4-BE49-F238E27FC236}">
                <a16:creationId xmlns:a16="http://schemas.microsoft.com/office/drawing/2014/main" id="{ADB9F322-6EB4-42C1-AB43-4F1C3B512BBA}"/>
              </a:ext>
            </a:extLst>
          </p:cNvPr>
          <p:cNvSpPr>
            <a:spLocks noGrp="1"/>
          </p:cNvSpPr>
          <p:nvPr/>
        </p:nvSpPr>
        <p:spPr>
          <a:xfrm>
            <a:off x="704850" y="4114800"/>
            <a:ext cx="6143625" cy="209550"/>
          </a:xfrm>
          <a:prstGeom prst="rect">
            <a:avLst/>
          </a:prstGeom>
          <a:noFill/>
          <a:ln w="0">
            <a:noFill/>
          </a:ln>
        </p:spPr>
        <p:txBody>
          <a:bodyPr lIns="0" tIns="0" rIns="0" bIns="0"/>
          <a:lstStyle>
            <a:defPPr algn="l">
              <a:defRPr sz="1100">
                <a:solidFill>
                  <a:srgbClr val="FFFFFF"/>
                </a:solidFill>
                <a:latin typeface="Arial"/>
                <a:ea typeface="Arial"/>
                <a:cs typeface="Arial"/>
              </a:defRPr>
            </a:defPPr>
          </a:lstStyle>
          <a:p>
            <a:pPr algn="l">
              <a:defRPr sz="1100">
                <a:solidFill>
                  <a:srgbClr val="FFFFFF"/>
                </a:solidFill>
                <a:latin typeface="Arial"/>
                <a:ea typeface="Arial"/>
                <a:cs typeface="Arial"/>
              </a:defRPr>
            </a:pPr>
            <a:r>
              <a:rPr sz="1100">
                <a:solidFill>
                  <a:srgbClr val="FFFFFF"/>
                </a:solidFill>
                <a:latin typeface="Arial"/>
                <a:ea typeface="Arial"/>
                <a:cs typeface="Arial"/>
              </a:rPr>
              <a:t>Assay units: Fe and CaF₂ in %. Other elements in mg/kg.</a:t>
            </a:r>
          </a:p>
        </p:txBody>
      </p:sp>
    </p:spTree>
    <p:extLst>
      <p:ext uri="{BB962C8B-B14F-4D97-AF65-F5344CB8AC3E}">
        <p14:creationId xmlns:p14="http://schemas.microsoft.com/office/powerpoint/2010/main" val="2083979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42E2F-ADD5-2F70-64E2-792BAE6C826F}"/>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525555F-9316-E43A-DDD6-EA3C1D8749D6}"/>
              </a:ext>
            </a:extLst>
          </p:cNvPr>
          <p:cNvSpPr txBox="1"/>
          <p:nvPr/>
        </p:nvSpPr>
        <p:spPr>
          <a:xfrm>
            <a:off x="9316364" y="1459476"/>
            <a:ext cx="3625521" cy="350853"/>
          </a:xfrm>
          <a:prstGeom prst="rect">
            <a:avLst/>
          </a:prstGeom>
          <a:noFill/>
        </p:spPr>
        <p:txBody>
          <a:bodyPr wrap="square" lIns="103620" tIns="51810" rIns="103620" bIns="51810" anchor="t">
            <a:spAutoFit/>
          </a:bodyPr>
          <a:lstStyle>
            <a:defPPr algn="l">
              <a:defRPr sz="1600" b="0" spc="0">
                <a:solidFill>
                  <a:srgbClr val="FFFFFF"/>
                </a:solidFill>
                <a:latin typeface="Montserrat ExtraBold"/>
                <a:ea typeface="Montserrat ExtraBold"/>
                <a:cs typeface="Montserrat ExtraBold"/>
              </a:defRPr>
            </a:defPPr>
          </a:lstStyle>
          <a:p>
            <a:pPr marR="0" lvl="0" algn="l" defTabSz="914400">
              <a:lnSpc>
                <a:spcPct val="100000"/>
              </a:lnSpc>
              <a:spcBef>
                <a:spcPts val="0"/>
              </a:spcBef>
              <a:spcAft>
                <a:spcPts val="0"/>
              </a:spcAft>
              <a:buClrTx/>
              <a:buSzTx/>
              <a:buFontTx/>
              <a:buNone/>
              <a:defRPr sz="1600" b="0" spc="0">
                <a:solidFill>
                  <a:srgbClr val="FFFFFF"/>
                </a:solidFill>
                <a:latin typeface="Montserrat ExtraBold"/>
                <a:ea typeface="Montserrat ExtraBold"/>
                <a:cs typeface="Montserrat ExtraBold"/>
              </a:defRPr>
            </a:pPr>
            <a:r>
              <a:rPr sz="1600" b="0" i="0" u="none" strike="noStrike" cap="none" spc="0" baseline="0">
                <a:ln>
                  <a:noFill/>
                </a:ln>
                <a:solidFill>
                  <a:srgbClr val="FFFFFF"/>
                </a:solidFill>
                <a:latin typeface="Montserrat ExtraBold"/>
                <a:ea typeface="Montserrat ExtraBold"/>
                <a:cs typeface="Montserrat ExtraBold"/>
              </a:rPr>
              <a:t>TARGET OUTCOMES</a:t>
            </a:r>
            <a:endParaRPr sz="1600" b="0" i="0" u="none" strike="noStrike" kern="1200" cap="none" spc="0" baseline="0">
              <a:ln>
                <a:noFill/>
              </a:ln>
              <a:solidFill>
                <a:srgbClr val="FFFFFF"/>
              </a:solidFill>
              <a:latin typeface="Montserrat ExtraBold"/>
              <a:ea typeface="Montserrat ExtraBold"/>
              <a:cs typeface="Montserrat ExtraBold"/>
            </a:endParaRPr>
          </a:p>
        </p:txBody>
      </p:sp>
      <p:sp>
        <p:nvSpPr>
          <p:cNvPr id="18" name="TextBox 17">
            <a:extLst>
              <a:ext uri="{FF2B5EF4-FFF2-40B4-BE49-F238E27FC236}">
                <a16:creationId xmlns:a16="http://schemas.microsoft.com/office/drawing/2014/main" id="{C6D24E94-7060-B3B0-D7DA-832362E99921}"/>
              </a:ext>
            </a:extLst>
          </p:cNvPr>
          <p:cNvSpPr txBox="1"/>
          <p:nvPr/>
        </p:nvSpPr>
        <p:spPr>
          <a:xfrm>
            <a:off x="5307304" y="1387621"/>
            <a:ext cx="3009078" cy="597074"/>
          </a:xfrm>
          <a:prstGeom prst="rect">
            <a:avLst/>
          </a:prstGeom>
          <a:noFill/>
        </p:spPr>
        <p:txBody>
          <a:bodyPr wrap="square" lIns="103620" tIns="51810" rIns="103620" bIns="51810" anchor="t">
            <a:spAutoFit/>
          </a:bodyPr>
          <a:lstStyle>
            <a:defPPr algn="l">
              <a:defRPr sz="1600" b="0" spc="0">
                <a:solidFill>
                  <a:srgbClr val="FF9A00"/>
                </a:solidFill>
                <a:latin typeface="Montserrat ExtraBold"/>
                <a:ea typeface="Montserrat ExtraBold"/>
                <a:cs typeface="Montserrat ExtraBold"/>
              </a:defRPr>
            </a:defPPr>
          </a:lstStyle>
          <a:p>
            <a:pPr marR="0" lvl="0" algn="l" defTabSz="914400">
              <a:lnSpc>
                <a:spcPct val="100000"/>
              </a:lnSpc>
              <a:spcBef>
                <a:spcPts val="0"/>
              </a:spcBef>
              <a:spcAft>
                <a:spcPts val="0"/>
              </a:spcAft>
              <a:buClrTx/>
              <a:buSzTx/>
              <a:buFontTx/>
              <a:buNone/>
              <a:defRPr sz="1600" b="0" spc="0">
                <a:solidFill>
                  <a:srgbClr val="FF9A00"/>
                </a:solidFill>
                <a:latin typeface="Montserrat ExtraBold"/>
                <a:ea typeface="Montserrat ExtraBold"/>
                <a:cs typeface="Montserrat ExtraBold"/>
              </a:defRPr>
            </a:pPr>
            <a:r>
              <a:rPr sz="1600" b="0" i="0" u="none" strike="noStrike" cap="none" spc="0" baseline="0">
                <a:ln>
                  <a:noFill/>
                </a:ln>
                <a:solidFill>
                  <a:srgbClr val="FF9A00"/>
                </a:solidFill>
                <a:latin typeface="Montserrat ExtraBold"/>
                <a:ea typeface="Montserrat ExtraBold"/>
                <a:cs typeface="Montserrat ExtraBold"/>
              </a:rPr>
              <a:t>EXPLORATION AND</a:t>
            </a:r>
            <a:endParaRPr sz="1600" b="0" i="0" u="none" strike="noStrike" kern="1200" cap="none" spc="0" baseline="0">
              <a:ln>
                <a:noFill/>
              </a:ln>
              <a:solidFill>
                <a:srgbClr val="FF9A00"/>
              </a:solidFill>
              <a:latin typeface="Montserrat ExtraBold"/>
              <a:ea typeface="Montserrat ExtraBold"/>
              <a:cs typeface="Montserrat ExtraBold"/>
            </a:endParaRPr>
          </a:p>
          <a:p>
            <a:pPr marR="0" lvl="0" algn="l" defTabSz="914400">
              <a:lnSpc>
                <a:spcPct val="100000"/>
              </a:lnSpc>
              <a:spcBef>
                <a:spcPts val="0"/>
              </a:spcBef>
              <a:spcAft>
                <a:spcPts val="0"/>
              </a:spcAft>
              <a:buClrTx/>
              <a:buSzTx/>
              <a:buFontTx/>
              <a:buNone/>
              <a:defRPr sz="1600" b="0" spc="0">
                <a:solidFill>
                  <a:srgbClr val="FF9A00"/>
                </a:solidFill>
                <a:latin typeface="Montserrat ExtraBold"/>
                <a:ea typeface="Montserrat ExtraBold"/>
                <a:cs typeface="Montserrat ExtraBold"/>
              </a:defRPr>
            </a:pPr>
            <a:r>
              <a:rPr sz="1600" b="0" i="0" u="none" strike="noStrike" cap="none" spc="0" baseline="0">
                <a:ln>
                  <a:noFill/>
                </a:ln>
                <a:solidFill>
                  <a:srgbClr val="FF9A00"/>
                </a:solidFill>
                <a:latin typeface="Montserrat ExtraBold"/>
                <a:ea typeface="Montserrat ExtraBold"/>
                <a:cs typeface="Montserrat ExtraBold"/>
              </a:rPr>
              <a:t>PROJECT PLANNING</a:t>
            </a:r>
            <a:endParaRPr sz="1600" b="0" i="0" u="none" strike="noStrike" kern="1200" cap="none" spc="0" baseline="0">
              <a:ln>
                <a:noFill/>
              </a:ln>
              <a:solidFill>
                <a:srgbClr val="FF9A00"/>
              </a:solidFill>
              <a:latin typeface="Montserrat ExtraBold"/>
              <a:ea typeface="Montserrat ExtraBold"/>
              <a:cs typeface="Montserrat ExtraBold"/>
            </a:endParaRPr>
          </a:p>
        </p:txBody>
      </p:sp>
      <p:sp>
        <p:nvSpPr>
          <p:cNvPr id="19" name="TextBox 18">
            <a:extLst>
              <a:ext uri="{FF2B5EF4-FFF2-40B4-BE49-F238E27FC236}">
                <a16:creationId xmlns:a16="http://schemas.microsoft.com/office/drawing/2014/main" id="{73B286C5-B04A-00AA-F808-B188CB6BF90C}"/>
              </a:ext>
            </a:extLst>
          </p:cNvPr>
          <p:cNvSpPr txBox="1"/>
          <p:nvPr/>
        </p:nvSpPr>
        <p:spPr>
          <a:xfrm>
            <a:off x="1513914" y="1424957"/>
            <a:ext cx="2572492" cy="584775"/>
          </a:xfrm>
          <a:prstGeom prst="rect">
            <a:avLst/>
          </a:prstGeom>
          <a:noFill/>
        </p:spPr>
        <p:txBody>
          <a:bodyPr wrap="square" lIns="0" rIns="0">
            <a:spAutoFit/>
          </a:bodyPr>
          <a:lstStyle>
            <a:defPPr algn="l">
              <a:defRPr sz="1600" b="0" spc="0">
                <a:solidFill>
                  <a:srgbClr val="00B050"/>
                </a:solidFill>
                <a:latin typeface="Montserrat ExtraBold"/>
                <a:ea typeface="Montserrat ExtraBold"/>
                <a:cs typeface="Montserrat ExtraBold"/>
              </a:defRPr>
            </a:defPPr>
          </a:lstStyle>
          <a:p>
            <a:pPr marR="0" lvl="0" algn="l" defTabSz="914400">
              <a:lnSpc>
                <a:spcPct val="100000"/>
              </a:lnSpc>
              <a:spcBef>
                <a:spcPts val="0"/>
              </a:spcBef>
              <a:spcAft>
                <a:spcPts val="0"/>
              </a:spcAft>
              <a:buClrTx/>
              <a:buSzTx/>
              <a:buFontTx/>
              <a:buNone/>
              <a:defRPr sz="1600" b="0" spc="0">
                <a:solidFill>
                  <a:srgbClr val="00B050"/>
                </a:solidFill>
                <a:latin typeface="Montserrat ExtraBold"/>
                <a:ea typeface="Montserrat ExtraBold"/>
                <a:cs typeface="Montserrat ExtraBold"/>
              </a:defRPr>
            </a:pPr>
            <a:r>
              <a:rPr sz="1600" b="0" i="0" u="none" strike="noStrike" cap="none" spc="0" baseline="0">
                <a:ln>
                  <a:noFill/>
                </a:ln>
                <a:solidFill>
                  <a:srgbClr val="00B050"/>
                </a:solidFill>
                <a:latin typeface="Montserrat ExtraBold"/>
                <a:ea typeface="Montserrat ExtraBold"/>
                <a:cs typeface="Montserrat ExtraBold"/>
              </a:rPr>
              <a:t>PRELIMINARY STUDIES</a:t>
            </a:r>
            <a:endParaRPr sz="1600" b="0" i="0" u="none" strike="noStrike" kern="1200" cap="none" spc="0" baseline="0">
              <a:ln>
                <a:noFill/>
              </a:ln>
              <a:solidFill>
                <a:srgbClr val="00B050"/>
              </a:solidFill>
              <a:latin typeface="Montserrat ExtraBold"/>
              <a:ea typeface="Montserrat ExtraBold"/>
              <a:cs typeface="Montserrat ExtraBold"/>
            </a:endParaRPr>
          </a:p>
          <a:p>
            <a:pPr marR="0" lvl="0" algn="l" defTabSz="914400">
              <a:lnSpc>
                <a:spcPct val="100000"/>
              </a:lnSpc>
              <a:spcBef>
                <a:spcPts val="0"/>
              </a:spcBef>
              <a:spcAft>
                <a:spcPts val="0"/>
              </a:spcAft>
              <a:buClrTx/>
              <a:buSzTx/>
              <a:buFontTx/>
              <a:buNone/>
              <a:defRPr sz="1600" b="0" spc="0">
                <a:solidFill>
                  <a:srgbClr val="00B050"/>
                </a:solidFill>
                <a:latin typeface="Montserrat ExtraBold"/>
                <a:ea typeface="Montserrat ExtraBold"/>
                <a:cs typeface="Montserrat ExtraBold"/>
              </a:defRPr>
            </a:pPr>
            <a:r>
              <a:rPr sz="1600" b="0" i="0" u="none" strike="noStrike" cap="none" spc="0" baseline="0">
                <a:ln>
                  <a:noFill/>
                </a:ln>
                <a:solidFill>
                  <a:srgbClr val="00B050"/>
                </a:solidFill>
                <a:latin typeface="Montserrat ExtraBold"/>
                <a:ea typeface="Montserrat ExtraBold"/>
                <a:cs typeface="Montserrat ExtraBold"/>
              </a:rPr>
              <a:t>AND FIELDWORK</a:t>
            </a:r>
            <a:endParaRPr sz="1600" b="0" i="0" u="none" strike="noStrike" kern="1200" cap="none" spc="0" baseline="0">
              <a:ln>
                <a:noFill/>
              </a:ln>
              <a:solidFill>
                <a:srgbClr val="00B050"/>
              </a:solidFill>
              <a:latin typeface="Montserrat ExtraBold"/>
              <a:ea typeface="Montserrat ExtraBold"/>
              <a:cs typeface="Montserrat ExtraBold"/>
            </a:endParaRPr>
          </a:p>
        </p:txBody>
      </p:sp>
      <p:sp>
        <p:nvSpPr>
          <p:cNvPr id="20" name="TextBox 19">
            <a:extLst>
              <a:ext uri="{FF2B5EF4-FFF2-40B4-BE49-F238E27FC236}">
                <a16:creationId xmlns:a16="http://schemas.microsoft.com/office/drawing/2014/main" id="{5AAA8A1C-19C6-9498-F0A3-B1C8D7D91F44}"/>
              </a:ext>
            </a:extLst>
          </p:cNvPr>
          <p:cNvSpPr txBox="1"/>
          <p:nvPr/>
        </p:nvSpPr>
        <p:spPr>
          <a:xfrm>
            <a:off x="2203280" y="6667921"/>
            <a:ext cx="9409451" cy="584775"/>
          </a:xfrm>
          <a:prstGeom prst="rect">
            <a:avLst/>
          </a:prstGeom>
          <a:noFill/>
        </p:spPr>
        <p:txBody>
          <a:bodyPr wrap="square" lIns="91440" tIns="45720" rIns="91440" bIns="45720" anchor="t">
            <a:spAutoFit/>
          </a:bodyPr>
          <a:lstStyle>
            <a:defPPr algn="l">
              <a:defRPr sz="1600" b="1" spc="0">
                <a:solidFill>
                  <a:srgbClr val="FFFFFF"/>
                </a:solidFill>
                <a:latin typeface="Montserrat"/>
                <a:ea typeface="Montserrat"/>
                <a:cs typeface="Montserrat"/>
              </a:defRPr>
            </a:defPPr>
          </a:lstStyle>
          <a:p>
            <a:pPr marR="0" lvl="0" algn="l" defTabSz="914400">
              <a:lnSpc>
                <a:spcPct val="100000"/>
              </a:lnSpc>
              <a:spcBef>
                <a:spcPts val="0"/>
              </a:spcBef>
              <a:spcAft>
                <a:spcPts val="0"/>
              </a:spcAft>
              <a:buClrTx/>
              <a:buSzTx/>
              <a:buFontTx/>
              <a:buNone/>
              <a:defRPr sz="1600" b="1" spc="0">
                <a:solidFill>
                  <a:srgbClr val="FFFFFF"/>
                </a:solidFill>
                <a:latin typeface="Montserrat"/>
                <a:ea typeface="Montserrat"/>
                <a:cs typeface="Montserrat"/>
              </a:defRPr>
            </a:pPr>
            <a:r>
              <a:rPr sz="1600" b="1" i="0" u="none" strike="noStrike" cap="none" spc="0" baseline="0">
                <a:ln>
                  <a:noFill/>
                </a:ln>
                <a:solidFill>
                  <a:srgbClr val="FFFFFF"/>
                </a:solidFill>
                <a:latin typeface="Montserrat"/>
                <a:ea typeface="Montserrat"/>
                <a:cs typeface="Montserrat"/>
              </a:rPr>
              <a:t>MONGOLROSTSVETMET SOE AIMS TO DEVELOP ITS ROLE IN THE CRITICAL MINERALS VALUE CHAIN.</a:t>
            </a:r>
          </a:p>
        </p:txBody>
      </p:sp>
      <p:sp>
        <p:nvSpPr>
          <p:cNvPr id="21" name="TextBox 20">
            <a:extLst>
              <a:ext uri="{FF2B5EF4-FFF2-40B4-BE49-F238E27FC236}">
                <a16:creationId xmlns:a16="http://schemas.microsoft.com/office/drawing/2014/main" id="{9911EDB0-C8EA-A90B-0051-D5CD5B27BA9B}"/>
              </a:ext>
            </a:extLst>
          </p:cNvPr>
          <p:cNvSpPr txBox="1"/>
          <p:nvPr/>
        </p:nvSpPr>
        <p:spPr>
          <a:xfrm>
            <a:off x="2173868" y="1839439"/>
            <a:ext cx="1438440" cy="369332"/>
          </a:xfrm>
          <a:prstGeom prst="rect">
            <a:avLst/>
          </a:prstGeom>
          <a:noFill/>
        </p:spPr>
        <p:txBody>
          <a:bodyPr wrap="square">
            <a:spAutoFit/>
          </a:bodyPr>
          <a:lstStyle/>
          <a:p>
            <a:pPr marL="0" marR="0" lvl="0" indent="0" algn="ctr" defTabSz="914342" rtl="0" eaLnBrk="1" fontAlgn="auto" latinLnBrk="0" hangingPunct="1">
              <a:lnSpc>
                <a:spcPct val="100000"/>
              </a:lnSpc>
              <a:spcBef>
                <a:spcPts val="0"/>
              </a:spcBef>
              <a:spcAft>
                <a:spcPts val="0"/>
              </a:spcAft>
              <a:buClrTx/>
              <a:buSzTx/>
              <a:buFontTx/>
              <a:buNone/>
              <a:tabLst/>
              <a:defRPr/>
            </a:pPr>
            <a:r>
              <a:rPr kumimoji="0" lang="mn-MN" sz="1800" b="0" i="0" u="none" strike="noStrike" kern="1200" cap="none" spc="0" normalizeH="0" baseline="0" noProof="0" dirty="0">
                <a:ln>
                  <a:noFill/>
                </a:ln>
                <a:solidFill>
                  <a:srgbClr val="FFFFFF"/>
                </a:solidFill>
                <a:effectLst/>
                <a:uLnTx/>
                <a:uFillTx/>
                <a:latin typeface="Montserrat ExtraBold" panose="00000900000000000000" pitchFamily="2" charset="0"/>
                <a:ea typeface="MS PGothic"/>
                <a:cs typeface="Arial"/>
              </a:rPr>
              <a:t>2026</a:t>
            </a:r>
            <a:endParaRPr kumimoji="0" lang="mn-MN" sz="1800" b="0" i="0" u="none" strike="noStrike" kern="1200" cap="none" spc="0" normalizeH="0" baseline="0" noProof="0" dirty="0">
              <a:ln>
                <a:noFill/>
              </a:ln>
              <a:solidFill>
                <a:srgbClr val="FFFFFF"/>
              </a:solidFill>
              <a:effectLst/>
              <a:uLnTx/>
              <a:uFillTx/>
              <a:latin typeface="Montserrat ExtraBold"/>
              <a:ea typeface="MS PGothic"/>
              <a:cs typeface="Segoe UI"/>
            </a:endParaRPr>
          </a:p>
        </p:txBody>
      </p:sp>
      <p:sp>
        <p:nvSpPr>
          <p:cNvPr id="22" name="TextBox 21">
            <a:extLst>
              <a:ext uri="{FF2B5EF4-FFF2-40B4-BE49-F238E27FC236}">
                <a16:creationId xmlns:a16="http://schemas.microsoft.com/office/drawing/2014/main" id="{F975F735-A9D5-FF2A-599B-2F1B6A10A02E}"/>
              </a:ext>
            </a:extLst>
          </p:cNvPr>
          <p:cNvSpPr txBox="1"/>
          <p:nvPr/>
        </p:nvSpPr>
        <p:spPr>
          <a:xfrm>
            <a:off x="6054104" y="1851672"/>
            <a:ext cx="1653299" cy="369332"/>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stStyle>
          <a:p>
            <a:pPr marR="0" lvl="0" algn="l" defTabSz="914342">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2027–2028</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23" name="Google Shape;695;p33">
            <a:extLst>
              <a:ext uri="{FF2B5EF4-FFF2-40B4-BE49-F238E27FC236}">
                <a16:creationId xmlns:a16="http://schemas.microsoft.com/office/drawing/2014/main" id="{518C501F-6AF5-34BF-267F-290B1E10BE57}"/>
              </a:ext>
            </a:extLst>
          </p:cNvPr>
          <p:cNvSpPr/>
          <p:nvPr/>
        </p:nvSpPr>
        <p:spPr>
          <a:xfrm>
            <a:off x="8708015" y="2282850"/>
            <a:ext cx="4888498" cy="4006135"/>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21" h="18420" extrusionOk="0">
                <a:moveTo>
                  <a:pt x="0" y="0"/>
                </a:moveTo>
                <a:lnTo>
                  <a:pt x="4493" y="9210"/>
                </a:lnTo>
                <a:lnTo>
                  <a:pt x="0" y="18420"/>
                </a:lnTo>
                <a:lnTo>
                  <a:pt x="24347" y="18420"/>
                </a:lnTo>
                <a:lnTo>
                  <a:pt x="29021" y="9576"/>
                </a:lnTo>
                <a:lnTo>
                  <a:pt x="24347" y="0"/>
                </a:lnTo>
                <a:lnTo>
                  <a:pt x="0" y="0"/>
                </a:lnTo>
                <a:close/>
              </a:path>
            </a:pathLst>
          </a:custGeom>
          <a:gradFill flip="none" rotWithShape="1">
            <a:gsLst>
              <a:gs pos="100000">
                <a:schemeClr val="accent2">
                  <a:alpha val="0"/>
                  <a:lumMod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2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24" name="Google Shape;695;p33">
            <a:extLst>
              <a:ext uri="{FF2B5EF4-FFF2-40B4-BE49-F238E27FC236}">
                <a16:creationId xmlns:a16="http://schemas.microsoft.com/office/drawing/2014/main" id="{58672A11-28A3-05F7-C4B1-89211D395FE8}"/>
              </a:ext>
            </a:extLst>
          </p:cNvPr>
          <p:cNvSpPr/>
          <p:nvPr/>
        </p:nvSpPr>
        <p:spPr>
          <a:xfrm>
            <a:off x="210718" y="2282850"/>
            <a:ext cx="4888498" cy="4006135"/>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21" h="18420" extrusionOk="0">
                <a:moveTo>
                  <a:pt x="0" y="0"/>
                </a:moveTo>
                <a:lnTo>
                  <a:pt x="4493" y="9210"/>
                </a:lnTo>
                <a:lnTo>
                  <a:pt x="0" y="18420"/>
                </a:lnTo>
                <a:lnTo>
                  <a:pt x="24347" y="18420"/>
                </a:lnTo>
                <a:lnTo>
                  <a:pt x="29021" y="9576"/>
                </a:lnTo>
                <a:lnTo>
                  <a:pt x="24347" y="0"/>
                </a:lnTo>
                <a:lnTo>
                  <a:pt x="0" y="0"/>
                </a:lnTo>
                <a:close/>
              </a:path>
            </a:pathLst>
          </a:custGeom>
          <a:gradFill flip="none" rotWithShape="1">
            <a:gsLst>
              <a:gs pos="100000">
                <a:schemeClr val="accent2">
                  <a:alpha val="0"/>
                  <a:lumMod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2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25" name="Google Shape;695;p33">
            <a:extLst>
              <a:ext uri="{FF2B5EF4-FFF2-40B4-BE49-F238E27FC236}">
                <a16:creationId xmlns:a16="http://schemas.microsoft.com/office/drawing/2014/main" id="{334EBDA1-A95C-17C7-18A6-5A0A8C0DD7B1}"/>
              </a:ext>
            </a:extLst>
          </p:cNvPr>
          <p:cNvSpPr/>
          <p:nvPr/>
        </p:nvSpPr>
        <p:spPr>
          <a:xfrm>
            <a:off x="4463756" y="2282850"/>
            <a:ext cx="4888498" cy="4006135"/>
          </a:xfrm>
          <a:custGeom>
            <a:avLst/>
            <a:gdLst>
              <a:gd name="connsiteX0" fmla="*/ 0 w 32280"/>
              <a:gd name="connsiteY0" fmla="*/ 0 h 18420"/>
              <a:gd name="connsiteX1" fmla="*/ 5579 w 32280"/>
              <a:gd name="connsiteY1" fmla="*/ 9210 h 18420"/>
              <a:gd name="connsiteX2" fmla="*/ 0 w 32280"/>
              <a:gd name="connsiteY2" fmla="*/ 18420 h 18420"/>
              <a:gd name="connsiteX3" fmla="*/ 24347 w 32280"/>
              <a:gd name="connsiteY3" fmla="*/ 18420 h 18420"/>
              <a:gd name="connsiteX4" fmla="*/ 32280 w 32280"/>
              <a:gd name="connsiteY4" fmla="*/ 9210 h 18420"/>
              <a:gd name="connsiteX5" fmla="*/ 24347 w 32280"/>
              <a:gd name="connsiteY5" fmla="*/ 0 h 18420"/>
              <a:gd name="connsiteX6" fmla="*/ 0 w 32280"/>
              <a:gd name="connsiteY6" fmla="*/ 0 h 18420"/>
              <a:gd name="connsiteX0" fmla="*/ 0 w 29021"/>
              <a:gd name="connsiteY0" fmla="*/ 0 h 18420"/>
              <a:gd name="connsiteX1" fmla="*/ 5579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 name="connsiteX0" fmla="*/ 0 w 29021"/>
              <a:gd name="connsiteY0" fmla="*/ 0 h 18420"/>
              <a:gd name="connsiteX1" fmla="*/ 4493 w 29021"/>
              <a:gd name="connsiteY1" fmla="*/ 9210 h 18420"/>
              <a:gd name="connsiteX2" fmla="*/ 0 w 29021"/>
              <a:gd name="connsiteY2" fmla="*/ 18420 h 18420"/>
              <a:gd name="connsiteX3" fmla="*/ 24347 w 29021"/>
              <a:gd name="connsiteY3" fmla="*/ 18420 h 18420"/>
              <a:gd name="connsiteX4" fmla="*/ 29021 w 29021"/>
              <a:gd name="connsiteY4" fmla="*/ 9576 h 18420"/>
              <a:gd name="connsiteX5" fmla="*/ 24347 w 29021"/>
              <a:gd name="connsiteY5" fmla="*/ 0 h 18420"/>
              <a:gd name="connsiteX6" fmla="*/ 0 w 29021"/>
              <a:gd name="connsiteY6" fmla="*/ 0 h 1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21" h="18420" extrusionOk="0">
                <a:moveTo>
                  <a:pt x="0" y="0"/>
                </a:moveTo>
                <a:lnTo>
                  <a:pt x="4493" y="9210"/>
                </a:lnTo>
                <a:lnTo>
                  <a:pt x="0" y="18420"/>
                </a:lnTo>
                <a:lnTo>
                  <a:pt x="24347" y="18420"/>
                </a:lnTo>
                <a:lnTo>
                  <a:pt x="29021" y="9576"/>
                </a:lnTo>
                <a:lnTo>
                  <a:pt x="24347" y="0"/>
                </a:lnTo>
                <a:lnTo>
                  <a:pt x="0" y="0"/>
                </a:lnTo>
                <a:close/>
              </a:path>
            </a:pathLst>
          </a:custGeom>
          <a:gradFill flip="none" rotWithShape="1">
            <a:gsLst>
              <a:gs pos="100000">
                <a:schemeClr val="accent2">
                  <a:alpha val="0"/>
                  <a:lumMod val="0"/>
                </a:schemeClr>
              </a:gs>
              <a:gs pos="4000">
                <a:schemeClr val="accent2">
                  <a:lumMod val="60000"/>
                  <a:lumOff val="40000"/>
                  <a:alpha val="73000"/>
                </a:schemeClr>
              </a:gs>
            </a:gsLst>
            <a:lin ang="13200000" scaled="0"/>
            <a:tileRect/>
          </a:gradFill>
          <a:ln>
            <a:noFill/>
          </a:ln>
        </p:spPr>
        <p:txBody>
          <a:bodyPr spcFirstLastPara="1" wrap="square" lIns="138137" tIns="138137" rIns="138137" bIns="138137"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20" b="0" i="0" u="none" strike="noStrike" kern="1200" cap="none" spc="0" normalizeH="0" baseline="0" noProof="0">
              <a:ln>
                <a:noFill/>
              </a:ln>
              <a:solidFill>
                <a:srgbClr val="004242"/>
              </a:solidFill>
              <a:effectLst/>
              <a:uLnTx/>
              <a:uFillTx/>
              <a:latin typeface="Montserrat Medium"/>
              <a:ea typeface="+mn-ea"/>
              <a:cs typeface="+mn-cs"/>
            </a:endParaRPr>
          </a:p>
        </p:txBody>
      </p:sp>
      <p:sp>
        <p:nvSpPr>
          <p:cNvPr id="26" name="TextBox 13">
            <a:extLst>
              <a:ext uri="{FF2B5EF4-FFF2-40B4-BE49-F238E27FC236}">
                <a16:creationId xmlns:a16="http://schemas.microsoft.com/office/drawing/2014/main" id="{7794A1B8-A3C9-9F5B-7406-BE40DADA449D}"/>
              </a:ext>
            </a:extLst>
          </p:cNvPr>
          <p:cNvSpPr txBox="1"/>
          <p:nvPr/>
        </p:nvSpPr>
        <p:spPr>
          <a:xfrm>
            <a:off x="996080" y="2614078"/>
            <a:ext cx="3467676" cy="923330"/>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PREPARE FIELDWORK PLANS AND OPERATING GUIDELINES</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27" name="TextBox 13">
            <a:extLst>
              <a:ext uri="{FF2B5EF4-FFF2-40B4-BE49-F238E27FC236}">
                <a16:creationId xmlns:a16="http://schemas.microsoft.com/office/drawing/2014/main" id="{348F1547-4295-C09A-49F8-73EF6D47F05B}"/>
              </a:ext>
            </a:extLst>
          </p:cNvPr>
          <p:cNvSpPr txBox="1"/>
          <p:nvPr/>
        </p:nvSpPr>
        <p:spPr>
          <a:xfrm>
            <a:off x="9643279" y="3962750"/>
            <a:ext cx="3953234" cy="923330"/>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DEVELOP AND ADAPT CRITICAL MINERAL PROCESSING TECHNOLOGIES</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28" name="TextBox 13">
            <a:extLst>
              <a:ext uri="{FF2B5EF4-FFF2-40B4-BE49-F238E27FC236}">
                <a16:creationId xmlns:a16="http://schemas.microsoft.com/office/drawing/2014/main" id="{2006C027-3CA1-0790-D9DF-86A3405205B7}"/>
              </a:ext>
            </a:extLst>
          </p:cNvPr>
          <p:cNvSpPr txBox="1"/>
          <p:nvPr/>
        </p:nvSpPr>
        <p:spPr>
          <a:xfrm>
            <a:off x="9352254" y="2614078"/>
            <a:ext cx="3766872" cy="646331"/>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EXPAND AND DIVERSIFY THE PRODUCT RANGE</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29" name="TextBox 13">
            <a:extLst>
              <a:ext uri="{FF2B5EF4-FFF2-40B4-BE49-F238E27FC236}">
                <a16:creationId xmlns:a16="http://schemas.microsoft.com/office/drawing/2014/main" id="{2F421CC0-BC07-0A13-D862-376B21DE870C}"/>
              </a:ext>
            </a:extLst>
          </p:cNvPr>
          <p:cNvSpPr txBox="1"/>
          <p:nvPr/>
        </p:nvSpPr>
        <p:spPr>
          <a:xfrm>
            <a:off x="9493377" y="5081602"/>
            <a:ext cx="3766872" cy="646331"/>
          </a:xfrm>
          <a:prstGeom prst="rect">
            <a:avLst/>
          </a:prstGeom>
          <a:noFill/>
        </p:spPr>
        <p:txBody>
          <a:bodyPr wrap="square" lIns="91440" tIns="45720" rIns="91440" bIns="45720" anchor="t">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PRODUCE PRODUCTS WITH ADDED VALUE FOR ADVANCED TECHNOLOGY</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35" name="TextBox 13">
            <a:extLst>
              <a:ext uri="{FF2B5EF4-FFF2-40B4-BE49-F238E27FC236}">
                <a16:creationId xmlns:a16="http://schemas.microsoft.com/office/drawing/2014/main" id="{7794A1B8-A3C9-9F5B-7406-BE40DADA449D}"/>
              </a:ext>
            </a:extLst>
          </p:cNvPr>
          <p:cNvSpPr txBox="1"/>
          <p:nvPr/>
        </p:nvSpPr>
        <p:spPr>
          <a:xfrm>
            <a:off x="771531" y="5230242"/>
            <a:ext cx="3766872" cy="1200329"/>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CARRY OUT FIELDWORK TO ASSESS RESOURCE POTENTIAL</a:t>
            </a:r>
          </a:p>
        </p:txBody>
      </p:sp>
      <p:sp>
        <p:nvSpPr>
          <p:cNvPr id="36" name="TextBox 13">
            <a:extLst>
              <a:ext uri="{FF2B5EF4-FFF2-40B4-BE49-F238E27FC236}">
                <a16:creationId xmlns:a16="http://schemas.microsoft.com/office/drawing/2014/main" id="{7794A1B8-A3C9-9F5B-7406-BE40DADA449D}"/>
              </a:ext>
            </a:extLst>
          </p:cNvPr>
          <p:cNvSpPr txBox="1"/>
          <p:nvPr/>
        </p:nvSpPr>
        <p:spPr>
          <a:xfrm>
            <a:off x="1147561" y="3962751"/>
            <a:ext cx="3835224" cy="923330"/>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ALLOCATE FUNDING FOR FIELDWORK, SAMPLING, AND ANALYSIS</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37" name="TextBox 13">
            <a:extLst>
              <a:ext uri="{FF2B5EF4-FFF2-40B4-BE49-F238E27FC236}">
                <a16:creationId xmlns:a16="http://schemas.microsoft.com/office/drawing/2014/main" id="{7794A1B8-A3C9-9F5B-7406-BE40DADA449D}"/>
              </a:ext>
            </a:extLst>
          </p:cNvPr>
          <p:cNvSpPr txBox="1"/>
          <p:nvPr/>
        </p:nvSpPr>
        <p:spPr>
          <a:xfrm>
            <a:off x="5107995" y="2599940"/>
            <a:ext cx="3766872" cy="923330"/>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PLAN EXPLORATION WORK FOR PRIORITY AREAS</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38" name="TextBox 13">
            <a:extLst>
              <a:ext uri="{FF2B5EF4-FFF2-40B4-BE49-F238E27FC236}">
                <a16:creationId xmlns:a16="http://schemas.microsoft.com/office/drawing/2014/main" id="{7794A1B8-A3C9-9F5B-7406-BE40DADA449D}"/>
              </a:ext>
            </a:extLst>
          </p:cNvPr>
          <p:cNvSpPr txBox="1"/>
          <p:nvPr/>
        </p:nvSpPr>
        <p:spPr>
          <a:xfrm>
            <a:off x="5390241" y="4124238"/>
            <a:ext cx="3766872" cy="646331"/>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CARRY OUT EXPLORATION</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39" name="TextBox 13">
            <a:extLst>
              <a:ext uri="{FF2B5EF4-FFF2-40B4-BE49-F238E27FC236}">
                <a16:creationId xmlns:a16="http://schemas.microsoft.com/office/drawing/2014/main" id="{7794A1B8-A3C9-9F5B-7406-BE40DADA449D}"/>
              </a:ext>
            </a:extLst>
          </p:cNvPr>
          <p:cNvSpPr txBox="1"/>
          <p:nvPr/>
        </p:nvSpPr>
        <p:spPr>
          <a:xfrm>
            <a:off x="5165388" y="5278221"/>
            <a:ext cx="3766872" cy="923330"/>
          </a:xfrm>
          <a:prstGeom prst="rect">
            <a:avLst/>
          </a:prstGeom>
          <a:noFill/>
        </p:spPr>
        <p:txBody>
          <a:bodyPr wrap="square">
            <a:spAutoFit/>
          </a:bodyPr>
          <a:lstStyle>
            <a:defPPr algn="l">
              <a:defRPr sz="1800" b="0" spc="0">
                <a:solidFill>
                  <a:srgbClr val="FFFFFF"/>
                </a:solidFill>
                <a:latin typeface="Montserrat ExtraBold"/>
                <a:ea typeface="Montserrat ExtraBold"/>
                <a:cs typeface="Montserrat ExtraBold"/>
              </a:defRPr>
            </a:defPPr>
            <a:lvl1pPr marL="0" algn="l" defTabSz="914400">
              <a:buNone/>
              <a:defRPr sz="1800" kern="1200" spc="0">
                <a:solidFill>
                  <a:schemeClr val="tx1"/>
                </a:solidFill>
                <a:latin typeface="+mn-lt"/>
                <a:ea typeface="+mn-lt"/>
                <a:cs typeface="+mn-lt"/>
              </a:defRPr>
            </a:lvl1pPr>
            <a:lvl2pPr marL="457200" algn="l" defTabSz="914400">
              <a:buNone/>
              <a:defRPr sz="1800" kern="1200" spc="0">
                <a:solidFill>
                  <a:schemeClr val="tx1"/>
                </a:solidFill>
                <a:latin typeface="+mn-lt"/>
                <a:ea typeface="+mn-lt"/>
                <a:cs typeface="+mn-lt"/>
              </a:defRPr>
            </a:lvl2pPr>
            <a:lvl3pPr marL="914400" algn="l" defTabSz="914400">
              <a:buNone/>
              <a:defRPr sz="1800" kern="1200" spc="0">
                <a:solidFill>
                  <a:schemeClr val="tx1"/>
                </a:solidFill>
                <a:latin typeface="+mn-lt"/>
                <a:ea typeface="+mn-lt"/>
                <a:cs typeface="+mn-lt"/>
              </a:defRPr>
            </a:lvl3pPr>
            <a:lvl4pPr marL="1371600" algn="l" defTabSz="914400">
              <a:buNone/>
              <a:defRPr sz="1800" kern="1200" spc="0">
                <a:solidFill>
                  <a:schemeClr val="tx1"/>
                </a:solidFill>
                <a:latin typeface="+mn-lt"/>
                <a:ea typeface="+mn-lt"/>
                <a:cs typeface="+mn-lt"/>
              </a:defRPr>
            </a:lvl4pPr>
            <a:lvl5pPr marL="1828800" algn="l" defTabSz="914400">
              <a:buNone/>
              <a:defRPr sz="1800" kern="1200" spc="0">
                <a:solidFill>
                  <a:schemeClr val="tx1"/>
                </a:solidFill>
                <a:latin typeface="+mn-lt"/>
                <a:ea typeface="+mn-lt"/>
                <a:cs typeface="+mn-lt"/>
              </a:defRPr>
            </a:lvl5pPr>
            <a:lvl6pPr marL="2286000" algn="l" defTabSz="914400">
              <a:buNone/>
              <a:defRPr sz="1800" kern="1200" spc="0">
                <a:solidFill>
                  <a:schemeClr val="tx1"/>
                </a:solidFill>
                <a:latin typeface="+mn-lt"/>
                <a:ea typeface="+mn-lt"/>
                <a:cs typeface="+mn-lt"/>
              </a:defRPr>
            </a:lvl6pPr>
            <a:lvl7pPr marL="2743200" algn="l" defTabSz="914400">
              <a:buNone/>
              <a:defRPr sz="1800" kern="1200" spc="0">
                <a:solidFill>
                  <a:schemeClr val="tx1"/>
                </a:solidFill>
                <a:latin typeface="+mn-lt"/>
                <a:ea typeface="+mn-lt"/>
                <a:cs typeface="+mn-lt"/>
              </a:defRPr>
            </a:lvl7pPr>
            <a:lvl8pPr marL="3200400" algn="l" defTabSz="914400">
              <a:buNone/>
              <a:defRPr sz="1800" kern="1200" spc="0">
                <a:solidFill>
                  <a:schemeClr val="tx1"/>
                </a:solidFill>
                <a:latin typeface="+mn-lt"/>
                <a:ea typeface="+mn-lt"/>
                <a:cs typeface="+mn-lt"/>
              </a:defRPr>
            </a:lvl8pPr>
            <a:lvl9pPr marL="3657600" algn="l" defTabSz="914400">
              <a:buNone/>
              <a:defRPr sz="1800" kern="1200" spc="0">
                <a:solidFill>
                  <a:schemeClr val="tx1"/>
                </a:solidFill>
                <a:latin typeface="+mn-lt"/>
                <a:ea typeface="+mn-lt"/>
                <a:cs typeface="+mn-lt"/>
              </a:defRPr>
            </a:lvl9pPr>
          </a:lstStyle>
          <a:p>
            <a:pPr marR="0" lvl="0" algn="l" defTabSz="914400">
              <a:lnSpc>
                <a:spcPct val="100000"/>
              </a:lnSpc>
              <a:spcBef>
                <a:spcPts val="0"/>
              </a:spcBef>
              <a:spcAft>
                <a:spcPts val="0"/>
              </a:spcAft>
              <a:buClrTx/>
              <a:buSzTx/>
              <a:buFontTx/>
              <a:buNone/>
              <a:defRPr sz="1800" b="0" spc="0">
                <a:solidFill>
                  <a:srgbClr val="FFFFFF"/>
                </a:solidFill>
                <a:latin typeface="Montserrat ExtraBold"/>
                <a:ea typeface="Montserrat ExtraBold"/>
                <a:cs typeface="Montserrat ExtraBold"/>
              </a:defRPr>
            </a:pPr>
            <a:r>
              <a:rPr sz="1800" b="0" i="0" u="none" strike="noStrike" cap="none" spc="0" baseline="0">
                <a:ln>
                  <a:noFill/>
                </a:ln>
                <a:solidFill>
                  <a:srgbClr val="FFFFFF"/>
                </a:solidFill>
                <a:latin typeface="Montserrat ExtraBold"/>
                <a:ea typeface="Montserrat ExtraBold"/>
                <a:cs typeface="Montserrat ExtraBold"/>
              </a:rPr>
              <a:t>DEFINE AND EXPAND MINERAL RESOURCES</a:t>
            </a:r>
            <a:endParaRPr sz="1800" b="0" i="0" u="none" strike="noStrike" kern="1200" cap="none" spc="0" baseline="0">
              <a:ln>
                <a:noFill/>
              </a:ln>
              <a:solidFill>
                <a:srgbClr val="FFFFFF"/>
              </a:solidFill>
              <a:latin typeface="Montserrat ExtraBold"/>
              <a:ea typeface="Montserrat ExtraBold"/>
              <a:cs typeface="Montserrat ExtraBold"/>
            </a:endParaRPr>
          </a:p>
        </p:txBody>
      </p:sp>
      <p:sp>
        <p:nvSpPr>
          <p:cNvPr id="3" name="TextBox 2">
            <a:extLst>
              <a:ext uri="{FF2B5EF4-FFF2-40B4-BE49-F238E27FC236}">
                <a16:creationId xmlns:a16="http://schemas.microsoft.com/office/drawing/2014/main" id="{B1ED46E0-AE0B-FAB6-3E0F-09872E73C6D3}"/>
              </a:ext>
            </a:extLst>
          </p:cNvPr>
          <p:cNvSpPr txBox="1"/>
          <p:nvPr/>
        </p:nvSpPr>
        <p:spPr>
          <a:xfrm>
            <a:off x="1552395" y="358379"/>
            <a:ext cx="6509635" cy="65030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Montserrat ExtraBold"/>
                <a:ea typeface="+mn-ea"/>
                <a:cs typeface="+mn-cs"/>
              </a:rPr>
              <a:t>MONGOLROSTSVETMET SOE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C000"/>
                </a:solidFill>
                <a:effectLst/>
                <a:uLnTx/>
                <a:uFillTx/>
                <a:latin typeface="Montserrat ExtraBold"/>
                <a:ea typeface="+mn-ea"/>
                <a:cs typeface="+mn-cs"/>
              </a:rPr>
              <a:t>Critical Minerals Assessment</a:t>
            </a:r>
          </a:p>
        </p:txBody>
      </p:sp>
      <p:pic>
        <p:nvPicPr>
          <p:cNvPr id="5" name="Picture 4">
            <a:extLst>
              <a:ext uri="{FF2B5EF4-FFF2-40B4-BE49-F238E27FC236}">
                <a16:creationId xmlns:a16="http://schemas.microsoft.com/office/drawing/2014/main" id="{B240508B-A494-B1B0-A43F-E2C15C151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946" y="198431"/>
            <a:ext cx="904333" cy="904333"/>
          </a:xfrm>
          <a:prstGeom prst="rect">
            <a:avLst/>
          </a:prstGeom>
        </p:spPr>
      </p:pic>
      <p:sp>
        <p:nvSpPr>
          <p:cNvPr id="4" name="Rectangle 3">
            <a:extLst>
              <a:ext uri="{FF2B5EF4-FFF2-40B4-BE49-F238E27FC236}">
                <a16:creationId xmlns:a16="http://schemas.microsoft.com/office/drawing/2014/main" id="{3C42A832-3EAF-CE27-51F1-895A8BF1E763}"/>
              </a:ext>
            </a:extLst>
          </p:cNvPr>
          <p:cNvSpPr/>
          <p:nvPr/>
        </p:nvSpPr>
        <p:spPr>
          <a:xfrm>
            <a:off x="11075542" y="123290"/>
            <a:ext cx="2578813" cy="836531"/>
          </a:xfrm>
          <a:prstGeom prst="rect">
            <a:avLst/>
          </a:prstGeom>
          <a:solidFill>
            <a:srgbClr val="00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ontserrat Medium"/>
              <a:ea typeface="+mn-ea"/>
              <a:cs typeface="+mn-cs"/>
            </a:endParaRPr>
          </a:p>
        </p:txBody>
      </p:sp>
    </p:spTree>
    <p:extLst>
      <p:ext uri="{BB962C8B-B14F-4D97-AF65-F5344CB8AC3E}">
        <p14:creationId xmlns:p14="http://schemas.microsoft.com/office/powerpoint/2010/main" val="1967551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0;p15">
            <a:extLst>
              <a:ext uri="{FF2B5EF4-FFF2-40B4-BE49-F238E27FC236}">
                <a16:creationId xmlns:a16="http://schemas.microsoft.com/office/drawing/2014/main" id="{CE72B49F-AB26-CC7F-27F7-BEF8445C609E}"/>
              </a:ext>
            </a:extLst>
          </p:cNvPr>
          <p:cNvSpPr>
            <a:spLocks noGrp="1"/>
          </p:cNvSpPr>
          <p:nvPr/>
        </p:nvSpPr>
        <p:spPr>
          <a:xfrm>
            <a:off x="3084102" y="3303899"/>
            <a:ext cx="8182612" cy="789129"/>
          </a:xfrm>
          <a:prstGeom prst="rect">
            <a:avLst/>
          </a:prstGeom>
          <a:noFill/>
          <a:ln>
            <a:noFill/>
          </a:ln>
        </p:spPr>
        <p:txBody>
          <a:bodyPr spcFirstLastPara="1" wrap="square" lIns="91425" tIns="45700" rIns="91425" bIns="45700" anchor="t">
            <a:normAutofit fontScale="96125"/>
          </a:bodyPr>
          <a:lstStyle>
            <a:defPPr algn="l">
              <a:defRPr sz="3116" b="1" spc="0">
                <a:solidFill>
                  <a:srgbClr val="C0A051"/>
                </a:solidFill>
                <a:latin typeface="Montserrat ExtraBold"/>
                <a:ea typeface="Montserrat ExtraBold"/>
                <a:cs typeface="Montserrat ExtraBold"/>
              </a:defRPr>
            </a:defPPr>
          </a:lstStyle>
          <a:p>
            <a:pPr marR="0" lvl="0" algn="l">
              <a:lnSpc>
                <a:spcPct val="90000"/>
              </a:lnSpc>
              <a:spcBef>
                <a:spcPts val="0"/>
              </a:spcBef>
              <a:spcAft>
                <a:spcPts val="0"/>
              </a:spcAft>
              <a:buClr>
                <a:schemeClr val="lt1"/>
              </a:buClr>
              <a:buSzPts val="3000"/>
              <a:buFont typeface="Montserrat ExtraBold"/>
              <a:buNone/>
              <a:defRPr sz="3116" b="1" spc="0">
                <a:solidFill>
                  <a:srgbClr val="C0A051"/>
                </a:solidFill>
                <a:latin typeface="Montserrat ExtraBold"/>
                <a:ea typeface="Montserrat ExtraBold"/>
                <a:cs typeface="Montserrat ExtraBold"/>
              </a:defRPr>
            </a:pPr>
            <a:r>
              <a:rPr sz="3116" b="1" spc="0">
                <a:solidFill>
                  <a:srgbClr val="C0A051"/>
                </a:solidFill>
                <a:latin typeface="Montserrat ExtraBold"/>
                <a:ea typeface="Montserrat ExtraBold"/>
                <a:cs typeface="Montserrat ExtraBold"/>
              </a:rPr>
              <a:t>THANK YOU FOR YOUR ATTENTION</a:t>
            </a:r>
            <a:endParaRPr sz="3500" b="1" spc="0">
              <a:solidFill>
                <a:srgbClr val="C0A051"/>
              </a:solidFill>
              <a:latin typeface="Montserrat ExtraBold"/>
              <a:ea typeface="Montserrat ExtraBold"/>
              <a:cs typeface="Montserrat ExtraBold"/>
            </a:endParaRPr>
          </a:p>
        </p:txBody>
      </p:sp>
      <p:pic>
        <p:nvPicPr>
          <p:cNvPr id="8" name="Picture 2"/>
          <p:cNvPicPr>
            <a:picLocks noChangeAspect="1"/>
          </p:cNvPicPr>
          <p:nvPr/>
        </p:nvPicPr>
        <p:blipFill>
          <a:blip r:embed="rId3"/>
          <a:stretch>
            <a:fillRect/>
          </a:stretch>
        </p:blipFill>
        <p:spPr>
          <a:xfrm>
            <a:off x="12479158" y="551088"/>
            <a:ext cx="640080" cy="640080"/>
          </a:xfrm>
          <a:prstGeom prst="rect">
            <a:avLst/>
          </a:prstGeom>
        </p:spPr>
      </p:pic>
    </p:spTree>
    <p:extLst>
      <p:ext uri="{BB962C8B-B14F-4D97-AF65-F5344CB8AC3E}">
        <p14:creationId xmlns:p14="http://schemas.microsoft.com/office/powerpoint/2010/main" val="1779522521"/>
      </p:ext>
    </p:extLst>
  </p:cSld>
  <p:clrMapOvr>
    <a:masterClrMapping/>
  </p:clrMapOvr>
</p:sld>
</file>

<file path=ppt/theme/theme1.xml><?xml version="1.0" encoding="utf-8"?>
<a:theme xmlns:a="http://schemas.openxmlformats.org/drawingml/2006/main" name="Office Theme">
  <a:themeElements>
    <a:clrScheme name="EMGL-2024">
      <a:dk1>
        <a:srgbClr val="004242"/>
      </a:dk1>
      <a:lt1>
        <a:srgbClr val="FFFFFF"/>
      </a:lt1>
      <a:dk2>
        <a:srgbClr val="004242"/>
      </a:dk2>
      <a:lt2>
        <a:srgbClr val="00B0B0"/>
      </a:lt2>
      <a:accent1>
        <a:srgbClr val="0DB0B3"/>
      </a:accent1>
      <a:accent2>
        <a:srgbClr val="004242"/>
      </a:accent2>
      <a:accent3>
        <a:srgbClr val="D99029"/>
      </a:accent3>
      <a:accent4>
        <a:srgbClr val="FFC000"/>
      </a:accent4>
      <a:accent5>
        <a:srgbClr val="FF6600"/>
      </a:accent5>
      <a:accent6>
        <a:srgbClr val="C00000"/>
      </a:accent6>
      <a:hlink>
        <a:srgbClr val="00B0F0"/>
      </a:hlink>
      <a:folHlink>
        <a:srgbClr val="954F72"/>
      </a:folHlink>
    </a:clrScheme>
    <a:fontScheme name="EM-2024">
      <a:majorFont>
        <a:latin typeface="Montserrat SemiBold"/>
        <a:ea typeface=""/>
        <a:cs typeface=""/>
      </a:majorFont>
      <a:minorFont>
        <a:latin typeface="Montserrat Medium"/>
        <a:ea typeface=""/>
        <a:cs typeface=""/>
      </a:minorFont>
    </a:fontScheme>
    <a:fmtScheme name="EMGL-2024">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1_Office Theme">
  <a:themeElements>
    <a:clrScheme name="EMGL-2024">
      <a:dk1>
        <a:srgbClr val="004242"/>
      </a:dk1>
      <a:lt1>
        <a:srgbClr val="FFFFFF"/>
      </a:lt1>
      <a:dk2>
        <a:srgbClr val="004242"/>
      </a:dk2>
      <a:lt2>
        <a:srgbClr val="00B0B0"/>
      </a:lt2>
      <a:accent1>
        <a:srgbClr val="0DB0B3"/>
      </a:accent1>
      <a:accent2>
        <a:srgbClr val="004242"/>
      </a:accent2>
      <a:accent3>
        <a:srgbClr val="D99029"/>
      </a:accent3>
      <a:accent4>
        <a:srgbClr val="FFC000"/>
      </a:accent4>
      <a:accent5>
        <a:srgbClr val="FF6600"/>
      </a:accent5>
      <a:accent6>
        <a:srgbClr val="C00000"/>
      </a:accent6>
      <a:hlink>
        <a:srgbClr val="00B0F0"/>
      </a:hlink>
      <a:folHlink>
        <a:srgbClr val="954F72"/>
      </a:folHlink>
    </a:clrScheme>
    <a:fontScheme name="EM-2024">
      <a:majorFont>
        <a:latin typeface="Montserrat SemiBold"/>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M-2024" id="{125E0CEA-8026-420E-8297-CDEAE106E74A}" vid="{CD2CA074-52D7-41B8-8C65-4A0D530E9859}"/>
    </a:ext>
  </a:extLst>
</a:theme>
</file>

<file path=ppt/theme/theme5.xml><?xml version="1.0" encoding="utf-8"?>
<a:theme xmlns:a="http://schemas.openxmlformats.org/drawingml/2006/main" name="2_Office Theme">
  <a:themeElements>
    <a:clrScheme name="EMGL-2024">
      <a:dk1>
        <a:srgbClr val="004242"/>
      </a:dk1>
      <a:lt1>
        <a:srgbClr val="FFFFFF"/>
      </a:lt1>
      <a:dk2>
        <a:srgbClr val="004242"/>
      </a:dk2>
      <a:lt2>
        <a:srgbClr val="00B0B0"/>
      </a:lt2>
      <a:accent1>
        <a:srgbClr val="0DB0B3"/>
      </a:accent1>
      <a:accent2>
        <a:srgbClr val="004242"/>
      </a:accent2>
      <a:accent3>
        <a:srgbClr val="D99029"/>
      </a:accent3>
      <a:accent4>
        <a:srgbClr val="FFC000"/>
      </a:accent4>
      <a:accent5>
        <a:srgbClr val="FF6600"/>
      </a:accent5>
      <a:accent6>
        <a:srgbClr val="C00000"/>
      </a:accent6>
      <a:hlink>
        <a:srgbClr val="00B0F0"/>
      </a:hlink>
      <a:folHlink>
        <a:srgbClr val="954F72"/>
      </a:folHlink>
    </a:clrScheme>
    <a:fontScheme name="EM-2024">
      <a:majorFont>
        <a:latin typeface="Montserrat SemiBold"/>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M-2024" id="{125E0CEA-8026-420E-8297-CDEAE106E74A}" vid="{CD2CA074-52D7-41B8-8C65-4A0D530E9859}"/>
    </a:ext>
  </a:extLst>
</a:theme>
</file>

<file path=ppt/theme/theme6.xml><?xml version="1.0" encoding="utf-8"?>
<a:theme xmlns:a="http://schemas.openxmlformats.org/drawingml/2006/main" name="Office Theme">
  <a:themeElements>
    <a:clrScheme name="EMGL-2024">
      <a:dk1>
        <a:srgbClr val="004242"/>
      </a:dk1>
      <a:lt1>
        <a:srgbClr val="FFFFFF"/>
      </a:lt1>
      <a:dk2>
        <a:srgbClr val="004242"/>
      </a:dk2>
      <a:lt2>
        <a:srgbClr val="00B0B0"/>
      </a:lt2>
      <a:accent1>
        <a:srgbClr val="0DB0B3"/>
      </a:accent1>
      <a:accent2>
        <a:srgbClr val="004242"/>
      </a:accent2>
      <a:accent3>
        <a:srgbClr val="D99029"/>
      </a:accent3>
      <a:accent4>
        <a:srgbClr val="FFC000"/>
      </a:accent4>
      <a:accent5>
        <a:srgbClr val="FF6600"/>
      </a:accent5>
      <a:accent6>
        <a:srgbClr val="C00000"/>
      </a:accent6>
      <a:hlink>
        <a:srgbClr val="00B0F0"/>
      </a:hlink>
      <a:folHlink>
        <a:srgbClr val="954F72"/>
      </a:folHlink>
    </a:clrScheme>
    <a:fontScheme name="EM-2024">
      <a:majorFont>
        <a:latin typeface="Montserrat SemiBold"/>
        <a:ea typeface=""/>
        <a:cs typeface=""/>
      </a:majorFont>
      <a:minorFont>
        <a:latin typeface="Montserrat Medium"/>
        <a:ea typeface=""/>
        <a:cs typeface=""/>
      </a:minorFont>
    </a:fontScheme>
    <a:fmtScheme name="EMGL-2024">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TotalTime>
  <Words>1993</Words>
  <Application>Microsoft Office PowerPoint</Application>
  <DocSecurity>0</DocSecurity>
  <PresentationFormat>Custom</PresentationFormat>
  <Paragraphs>342</Paragraphs>
  <Slides>15</Slides>
  <Notes>13</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15</vt:i4>
      </vt:variant>
    </vt:vector>
  </HeadingPairs>
  <TitlesOfParts>
    <vt:vector size="34" baseType="lpstr">
      <vt:lpstr>Inter</vt:lpstr>
      <vt:lpstr>Montserrat Extra</vt:lpstr>
      <vt:lpstr>Montserrat Semi</vt:lpstr>
      <vt:lpstr>Aptos</vt:lpstr>
      <vt:lpstr>Arial</vt:lpstr>
      <vt:lpstr>Calibri</vt:lpstr>
      <vt:lpstr>Montserrat</vt:lpstr>
      <vt:lpstr>Montserrat ExtraBold</vt:lpstr>
      <vt:lpstr>Montserrat Medium</vt:lpstr>
      <vt:lpstr>Montserrat SemiBold</vt:lpstr>
      <vt:lpstr>Roboto</vt:lpstr>
      <vt:lpstr>Roboto Condensed</vt:lpstr>
      <vt:lpstr>Roboto Condensed Medium</vt:lpstr>
      <vt:lpstr>Wingdings</vt:lpstr>
      <vt:lpstr>Office Theme</vt:lpstr>
      <vt:lpstr>3_Custom Design</vt:lpstr>
      <vt:lpstr>4_Custom Design</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DELL</cp:lastModifiedBy>
  <cp:revision>96</cp:revision>
  <dcterms:created xsi:type="dcterms:W3CDTF">2026-09-22T05:54:20Z</dcterms:created>
  <dcterms:modified xsi:type="dcterms:W3CDTF">2026-10-12T08:22:27Z</dcterms:modified>
</cp:coreProperties>
</file>